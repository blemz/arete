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5"/>
    <p:sldMasterId id="214748368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Anaheim"/>
      <p:regular r:id="rId72"/>
      <p:bold r:id="rId73"/>
    </p:embeddedFont>
    <p:embeddedFont>
      <p:font typeface="Overpass"/>
      <p:regular r:id="rId74"/>
      <p:bold r:id="rId75"/>
      <p:italic r:id="rId76"/>
      <p:boldItalic r:id="rId77"/>
    </p:embeddedFont>
    <p:embeddedFont>
      <p:font typeface="Didact Gothic"/>
      <p:regular r:id="rId78"/>
    </p:embeddedFont>
    <p:embeddedFont>
      <p:font typeface="Bahiana"/>
      <p:regular r:id="rId79"/>
    </p:embeddedFont>
    <p:embeddedFont>
      <p:font typeface="Overpass Light"/>
      <p:regular r:id="rId80"/>
      <p:bold r:id="rId81"/>
      <p:italic r:id="rId82"/>
      <p:boldItalic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6524877-6F27-48A3-B51B-2195CD4B78AA}">
  <a:tblStyle styleId="{96524877-6F27-48A3-B51B-2195CD4B78A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3" Type="http://schemas.openxmlformats.org/officeDocument/2006/relationships/font" Target="fonts/OverpassLight-boldItalic.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OverpassLight-regular.fntdata"/><Relationship Id="rId82" Type="http://schemas.openxmlformats.org/officeDocument/2006/relationships/font" Target="fonts/OverpassLight-italic.fntdata"/><Relationship Id="rId81" Type="http://schemas.openxmlformats.org/officeDocument/2006/relationships/font" Target="fonts/OverpassLight-bold.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naheim-bold.fntdata"/><Relationship Id="rId72" Type="http://schemas.openxmlformats.org/officeDocument/2006/relationships/font" Target="fonts/Anaheim-regular.fntdata"/><Relationship Id="rId31" Type="http://schemas.openxmlformats.org/officeDocument/2006/relationships/slide" Target="slides/slide24.xml"/><Relationship Id="rId75" Type="http://schemas.openxmlformats.org/officeDocument/2006/relationships/font" Target="fonts/Overpass-bold.fntdata"/><Relationship Id="rId30" Type="http://schemas.openxmlformats.org/officeDocument/2006/relationships/slide" Target="slides/slide23.xml"/><Relationship Id="rId74" Type="http://schemas.openxmlformats.org/officeDocument/2006/relationships/font" Target="fonts/Overpass-regular.fntdata"/><Relationship Id="rId33" Type="http://schemas.openxmlformats.org/officeDocument/2006/relationships/slide" Target="slides/slide26.xml"/><Relationship Id="rId77" Type="http://schemas.openxmlformats.org/officeDocument/2006/relationships/font" Target="fonts/Overpass-boldItalic.fntdata"/><Relationship Id="rId32" Type="http://schemas.openxmlformats.org/officeDocument/2006/relationships/slide" Target="slides/slide25.xml"/><Relationship Id="rId76" Type="http://schemas.openxmlformats.org/officeDocument/2006/relationships/font" Target="fonts/Overpass-italic.fntdata"/><Relationship Id="rId35" Type="http://schemas.openxmlformats.org/officeDocument/2006/relationships/slide" Target="slides/slide28.xml"/><Relationship Id="rId79" Type="http://schemas.openxmlformats.org/officeDocument/2006/relationships/font" Target="fonts/Bahiana-regular.fntdata"/><Relationship Id="rId34" Type="http://schemas.openxmlformats.org/officeDocument/2006/relationships/slide" Target="slides/slide27.xml"/><Relationship Id="rId78" Type="http://schemas.openxmlformats.org/officeDocument/2006/relationships/font" Target="fonts/DidactGothic-regular.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regular.fntdata"/><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5.xml"/><Relationship Id="rId66" Type="http://schemas.openxmlformats.org/officeDocument/2006/relationships/font" Target="fonts/RobotoMedium-regular.fntdata"/><Relationship Id="rId21" Type="http://schemas.openxmlformats.org/officeDocument/2006/relationships/slide" Target="slides/slide14.xml"/><Relationship Id="rId65" Type="http://schemas.openxmlformats.org/officeDocument/2006/relationships/font" Target="fonts/ProximaNova-boldItalic.fntdata"/><Relationship Id="rId24" Type="http://schemas.openxmlformats.org/officeDocument/2006/relationships/slide" Target="slides/slide17.xml"/><Relationship Id="rId68" Type="http://schemas.openxmlformats.org/officeDocument/2006/relationships/font" Target="fonts/RobotoMedium-italic.fntdata"/><Relationship Id="rId23" Type="http://schemas.openxmlformats.org/officeDocument/2006/relationships/slide" Target="slides/slide16.xml"/><Relationship Id="rId67" Type="http://schemas.openxmlformats.org/officeDocument/2006/relationships/font" Target="fonts/RobotoMedium-bold.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0" name="Shape 2080"/>
        <p:cNvGrpSpPr/>
        <p:nvPr/>
      </p:nvGrpSpPr>
      <p:grpSpPr>
        <a:xfrm>
          <a:off x="0" y="0"/>
          <a:ext cx="0" cy="0"/>
          <a:chOff x="0" y="0"/>
          <a:chExt cx="0" cy="0"/>
        </a:xfrm>
      </p:grpSpPr>
      <p:sp>
        <p:nvSpPr>
          <p:cNvPr id="2081" name="Google Shape;208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082" name="Google Shape;208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8" name="Shape 2158"/>
        <p:cNvGrpSpPr/>
        <p:nvPr/>
      </p:nvGrpSpPr>
      <p:grpSpPr>
        <a:xfrm>
          <a:off x="0" y="0"/>
          <a:ext cx="0" cy="0"/>
          <a:chOff x="0" y="0"/>
          <a:chExt cx="0" cy="0"/>
        </a:xfrm>
      </p:grpSpPr>
      <p:sp>
        <p:nvSpPr>
          <p:cNvPr id="2159" name="Google Shape;2159;gad36770f4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0" name="Google Shape;2160;gad36770f4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7" name="Shape 2167"/>
        <p:cNvGrpSpPr/>
        <p:nvPr/>
      </p:nvGrpSpPr>
      <p:grpSpPr>
        <a:xfrm>
          <a:off x="0" y="0"/>
          <a:ext cx="0" cy="0"/>
          <a:chOff x="0" y="0"/>
          <a:chExt cx="0" cy="0"/>
        </a:xfrm>
      </p:grpSpPr>
      <p:sp>
        <p:nvSpPr>
          <p:cNvPr id="2168" name="Google Shape;2168;g1003d90df77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9" name="Google Shape;2169;g1003d90df77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8" name="Shape 2238"/>
        <p:cNvGrpSpPr/>
        <p:nvPr/>
      </p:nvGrpSpPr>
      <p:grpSpPr>
        <a:xfrm>
          <a:off x="0" y="0"/>
          <a:ext cx="0" cy="0"/>
          <a:chOff x="0" y="0"/>
          <a:chExt cx="0" cy="0"/>
        </a:xfrm>
      </p:grpSpPr>
      <p:sp>
        <p:nvSpPr>
          <p:cNvPr id="2239" name="Google Shape;2239;g12578a52d13_0_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0" name="Google Shape;2240;g12578a52d13_0_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4" name="Shape 2244"/>
        <p:cNvGrpSpPr/>
        <p:nvPr/>
      </p:nvGrpSpPr>
      <p:grpSpPr>
        <a:xfrm>
          <a:off x="0" y="0"/>
          <a:ext cx="0" cy="0"/>
          <a:chOff x="0" y="0"/>
          <a:chExt cx="0" cy="0"/>
        </a:xfrm>
      </p:grpSpPr>
      <p:sp>
        <p:nvSpPr>
          <p:cNvPr id="2245" name="Google Shape;2245;g1185c551acd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6" name="Google Shape;2246;g1185c551acd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2" name="Shape 2342"/>
        <p:cNvGrpSpPr/>
        <p:nvPr/>
      </p:nvGrpSpPr>
      <p:grpSpPr>
        <a:xfrm>
          <a:off x="0" y="0"/>
          <a:ext cx="0" cy="0"/>
          <a:chOff x="0" y="0"/>
          <a:chExt cx="0" cy="0"/>
        </a:xfrm>
      </p:grpSpPr>
      <p:sp>
        <p:nvSpPr>
          <p:cNvPr id="2343" name="Google Shape;2343;g1003d90df7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4" name="Google Shape;2344;g1003d90df7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2" name="Shape 2452"/>
        <p:cNvGrpSpPr/>
        <p:nvPr/>
      </p:nvGrpSpPr>
      <p:grpSpPr>
        <a:xfrm>
          <a:off x="0" y="0"/>
          <a:ext cx="0" cy="0"/>
          <a:chOff x="0" y="0"/>
          <a:chExt cx="0" cy="0"/>
        </a:xfrm>
      </p:grpSpPr>
      <p:sp>
        <p:nvSpPr>
          <p:cNvPr id="2453" name="Google Shape;2453;g1185c551acd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4" name="Google Shape;2454;g1185c551acd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1" name="Shape 2551"/>
        <p:cNvGrpSpPr/>
        <p:nvPr/>
      </p:nvGrpSpPr>
      <p:grpSpPr>
        <a:xfrm>
          <a:off x="0" y="0"/>
          <a:ext cx="0" cy="0"/>
          <a:chOff x="0" y="0"/>
          <a:chExt cx="0" cy="0"/>
        </a:xfrm>
      </p:grpSpPr>
      <p:sp>
        <p:nvSpPr>
          <p:cNvPr id="2552" name="Google Shape;2552;g1185c551acd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3" name="Google Shape;2553;g1185c551acd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8" name="Shape 2608"/>
        <p:cNvGrpSpPr/>
        <p:nvPr/>
      </p:nvGrpSpPr>
      <p:grpSpPr>
        <a:xfrm>
          <a:off x="0" y="0"/>
          <a:ext cx="0" cy="0"/>
          <a:chOff x="0" y="0"/>
          <a:chExt cx="0" cy="0"/>
        </a:xfrm>
      </p:grpSpPr>
      <p:sp>
        <p:nvSpPr>
          <p:cNvPr id="2609" name="Google Shape;2609;g1185c551acd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0" name="Google Shape;2610;g1185c551acd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4" name="Shape 2664"/>
        <p:cNvGrpSpPr/>
        <p:nvPr/>
      </p:nvGrpSpPr>
      <p:grpSpPr>
        <a:xfrm>
          <a:off x="0" y="0"/>
          <a:ext cx="0" cy="0"/>
          <a:chOff x="0" y="0"/>
          <a:chExt cx="0" cy="0"/>
        </a:xfrm>
      </p:grpSpPr>
      <p:sp>
        <p:nvSpPr>
          <p:cNvPr id="2665" name="Google Shape;2665;g1185c551acd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6" name="Google Shape;2666;g1185c551acd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8" name="Shape 2748"/>
        <p:cNvGrpSpPr/>
        <p:nvPr/>
      </p:nvGrpSpPr>
      <p:grpSpPr>
        <a:xfrm>
          <a:off x="0" y="0"/>
          <a:ext cx="0" cy="0"/>
          <a:chOff x="0" y="0"/>
          <a:chExt cx="0" cy="0"/>
        </a:xfrm>
      </p:grpSpPr>
      <p:sp>
        <p:nvSpPr>
          <p:cNvPr id="2749" name="Google Shape;2749;g12578a52d13_0_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0" name="Google Shape;2750;g12578a52d13_0_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4" name="Shape 2814"/>
        <p:cNvGrpSpPr/>
        <p:nvPr/>
      </p:nvGrpSpPr>
      <p:grpSpPr>
        <a:xfrm>
          <a:off x="0" y="0"/>
          <a:ext cx="0" cy="0"/>
          <a:chOff x="0" y="0"/>
          <a:chExt cx="0" cy="0"/>
        </a:xfrm>
      </p:grpSpPr>
      <p:sp>
        <p:nvSpPr>
          <p:cNvPr id="2815" name="Google Shape;2815;g12578a52d13_0_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6" name="Google Shape;2816;g12578a52d13_0_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9" name="Shape 2829"/>
        <p:cNvGrpSpPr/>
        <p:nvPr/>
      </p:nvGrpSpPr>
      <p:grpSpPr>
        <a:xfrm>
          <a:off x="0" y="0"/>
          <a:ext cx="0" cy="0"/>
          <a:chOff x="0" y="0"/>
          <a:chExt cx="0" cy="0"/>
        </a:xfrm>
      </p:grpSpPr>
      <p:sp>
        <p:nvSpPr>
          <p:cNvPr id="2830" name="Google Shape;2830;g125812de10f_0_10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1" name="Google Shape;2831;g125812de10f_0_10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8" name="Shape 2848"/>
        <p:cNvGrpSpPr/>
        <p:nvPr/>
      </p:nvGrpSpPr>
      <p:grpSpPr>
        <a:xfrm>
          <a:off x="0" y="0"/>
          <a:ext cx="0" cy="0"/>
          <a:chOff x="0" y="0"/>
          <a:chExt cx="0" cy="0"/>
        </a:xfrm>
      </p:grpSpPr>
      <p:sp>
        <p:nvSpPr>
          <p:cNvPr id="2849" name="Google Shape;2849;g12578a52d13_0_8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0" name="Google Shape;2850;g12578a52d13_0_8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3" name="Shape 2923"/>
        <p:cNvGrpSpPr/>
        <p:nvPr/>
      </p:nvGrpSpPr>
      <p:grpSpPr>
        <a:xfrm>
          <a:off x="0" y="0"/>
          <a:ext cx="0" cy="0"/>
          <a:chOff x="0" y="0"/>
          <a:chExt cx="0" cy="0"/>
        </a:xfrm>
      </p:grpSpPr>
      <p:sp>
        <p:nvSpPr>
          <p:cNvPr id="2924" name="Google Shape;2924;g12578a52d13_0_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5" name="Google Shape;2925;g12578a52d13_0_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4" name="Shape 2944"/>
        <p:cNvGrpSpPr/>
        <p:nvPr/>
      </p:nvGrpSpPr>
      <p:grpSpPr>
        <a:xfrm>
          <a:off x="0" y="0"/>
          <a:ext cx="0" cy="0"/>
          <a:chOff x="0" y="0"/>
          <a:chExt cx="0" cy="0"/>
        </a:xfrm>
      </p:grpSpPr>
      <p:sp>
        <p:nvSpPr>
          <p:cNvPr id="2945" name="Google Shape;2945;g125812de10f_0_1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6" name="Google Shape;2946;g125812de10f_0_1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0" name="Shape 2950"/>
        <p:cNvGrpSpPr/>
        <p:nvPr/>
      </p:nvGrpSpPr>
      <p:grpSpPr>
        <a:xfrm>
          <a:off x="0" y="0"/>
          <a:ext cx="0" cy="0"/>
          <a:chOff x="0" y="0"/>
          <a:chExt cx="0" cy="0"/>
        </a:xfrm>
      </p:grpSpPr>
      <p:sp>
        <p:nvSpPr>
          <p:cNvPr id="2951" name="Google Shape;2951;g125812de10f_0_1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2" name="Google Shape;2952;g125812de10f_0_1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1" name="Shape 3021"/>
        <p:cNvGrpSpPr/>
        <p:nvPr/>
      </p:nvGrpSpPr>
      <p:grpSpPr>
        <a:xfrm>
          <a:off x="0" y="0"/>
          <a:ext cx="0" cy="0"/>
          <a:chOff x="0" y="0"/>
          <a:chExt cx="0" cy="0"/>
        </a:xfrm>
      </p:grpSpPr>
      <p:sp>
        <p:nvSpPr>
          <p:cNvPr id="3022" name="Google Shape;3022;g12578a52d13_0_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3" name="Google Shape;3023;g12578a52d13_0_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1" name="Shape 3061"/>
        <p:cNvGrpSpPr/>
        <p:nvPr/>
      </p:nvGrpSpPr>
      <p:grpSpPr>
        <a:xfrm>
          <a:off x="0" y="0"/>
          <a:ext cx="0" cy="0"/>
          <a:chOff x="0" y="0"/>
          <a:chExt cx="0" cy="0"/>
        </a:xfrm>
      </p:grpSpPr>
      <p:sp>
        <p:nvSpPr>
          <p:cNvPr id="3062" name="Google Shape;3062;g125812de10f_0_1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3" name="Google Shape;3063;g125812de10f_0_1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5" name="Shape 3075"/>
        <p:cNvGrpSpPr/>
        <p:nvPr/>
      </p:nvGrpSpPr>
      <p:grpSpPr>
        <a:xfrm>
          <a:off x="0" y="0"/>
          <a:ext cx="0" cy="0"/>
          <a:chOff x="0" y="0"/>
          <a:chExt cx="0" cy="0"/>
        </a:xfrm>
      </p:grpSpPr>
      <p:sp>
        <p:nvSpPr>
          <p:cNvPr id="3076" name="Google Shape;3076;g12578a52d13_0_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7" name="Google Shape;3077;g12578a52d13_0_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4" name="Shape 3164"/>
        <p:cNvGrpSpPr/>
        <p:nvPr/>
      </p:nvGrpSpPr>
      <p:grpSpPr>
        <a:xfrm>
          <a:off x="0" y="0"/>
          <a:ext cx="0" cy="0"/>
          <a:chOff x="0" y="0"/>
          <a:chExt cx="0" cy="0"/>
        </a:xfrm>
      </p:grpSpPr>
      <p:sp>
        <p:nvSpPr>
          <p:cNvPr id="3165" name="Google Shape;3165;g12578a52d13_0_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6" name="Google Shape;3166;g12578a52d13_0_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0" name="Shape 3170"/>
        <p:cNvGrpSpPr/>
        <p:nvPr/>
      </p:nvGrpSpPr>
      <p:grpSpPr>
        <a:xfrm>
          <a:off x="0" y="0"/>
          <a:ext cx="0" cy="0"/>
          <a:chOff x="0" y="0"/>
          <a:chExt cx="0" cy="0"/>
        </a:xfrm>
      </p:grpSpPr>
      <p:sp>
        <p:nvSpPr>
          <p:cNvPr id="3171" name="Google Shape;3171;g125812de10f_0_10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2" name="Google Shape;3172;g125812de10f_0_10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4" name="Shape 3194"/>
        <p:cNvGrpSpPr/>
        <p:nvPr/>
      </p:nvGrpSpPr>
      <p:grpSpPr>
        <a:xfrm>
          <a:off x="0" y="0"/>
          <a:ext cx="0" cy="0"/>
          <a:chOff x="0" y="0"/>
          <a:chExt cx="0" cy="0"/>
        </a:xfrm>
      </p:grpSpPr>
      <p:sp>
        <p:nvSpPr>
          <p:cNvPr id="3195" name="Google Shape;3195;g12578a52d13_0_9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6" name="Google Shape;3196;g12578a52d13_0_9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2" name="Shape 3262"/>
        <p:cNvGrpSpPr/>
        <p:nvPr/>
      </p:nvGrpSpPr>
      <p:grpSpPr>
        <a:xfrm>
          <a:off x="0" y="0"/>
          <a:ext cx="0" cy="0"/>
          <a:chOff x="0" y="0"/>
          <a:chExt cx="0" cy="0"/>
        </a:xfrm>
      </p:grpSpPr>
      <p:sp>
        <p:nvSpPr>
          <p:cNvPr id="3263" name="Google Shape;3263;g125812de10f_0_2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4" name="Google Shape;3264;g125812de10f_0_2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5" name="Shape 3285"/>
        <p:cNvGrpSpPr/>
        <p:nvPr/>
      </p:nvGrpSpPr>
      <p:grpSpPr>
        <a:xfrm>
          <a:off x="0" y="0"/>
          <a:ext cx="0" cy="0"/>
          <a:chOff x="0" y="0"/>
          <a:chExt cx="0" cy="0"/>
        </a:xfrm>
      </p:grpSpPr>
      <p:sp>
        <p:nvSpPr>
          <p:cNvPr id="3286" name="Google Shape;3286;g125812de10f_0_1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7" name="Google Shape;3287;g125812de10f_0_1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3" name="Shape 3393"/>
        <p:cNvGrpSpPr/>
        <p:nvPr/>
      </p:nvGrpSpPr>
      <p:grpSpPr>
        <a:xfrm>
          <a:off x="0" y="0"/>
          <a:ext cx="0" cy="0"/>
          <a:chOff x="0" y="0"/>
          <a:chExt cx="0" cy="0"/>
        </a:xfrm>
      </p:grpSpPr>
      <p:sp>
        <p:nvSpPr>
          <p:cNvPr id="3394" name="Google Shape;3394;g125812de10f_0_2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5" name="Google Shape;3395;g125812de10f_0_2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g12578a52d13_0_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3" name="Google Shape;3403;g12578a52d13_0_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6" name="Shape 3406"/>
        <p:cNvGrpSpPr/>
        <p:nvPr/>
      </p:nvGrpSpPr>
      <p:grpSpPr>
        <a:xfrm>
          <a:off x="0" y="0"/>
          <a:ext cx="0" cy="0"/>
          <a:chOff x="0" y="0"/>
          <a:chExt cx="0" cy="0"/>
        </a:xfrm>
      </p:grpSpPr>
      <p:sp>
        <p:nvSpPr>
          <p:cNvPr id="3407" name="Google Shape;3407;g125812de10f_0_2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8" name="Google Shape;3408;g125812de10f_0_2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g12578a52d13_0_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3" name="Google Shape;3423;g12578a52d13_0_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4" name="Shape 3484"/>
        <p:cNvGrpSpPr/>
        <p:nvPr/>
      </p:nvGrpSpPr>
      <p:grpSpPr>
        <a:xfrm>
          <a:off x="0" y="0"/>
          <a:ext cx="0" cy="0"/>
          <a:chOff x="0" y="0"/>
          <a:chExt cx="0" cy="0"/>
        </a:xfrm>
      </p:grpSpPr>
      <p:sp>
        <p:nvSpPr>
          <p:cNvPr id="3485" name="Google Shape;3485;g125812de10f_0_2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6" name="Google Shape;3486;g125812de10f_0_2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0" name="Shape 3560"/>
        <p:cNvGrpSpPr/>
        <p:nvPr/>
      </p:nvGrpSpPr>
      <p:grpSpPr>
        <a:xfrm>
          <a:off x="0" y="0"/>
          <a:ext cx="0" cy="0"/>
          <a:chOff x="0" y="0"/>
          <a:chExt cx="0" cy="0"/>
        </a:xfrm>
      </p:grpSpPr>
      <p:sp>
        <p:nvSpPr>
          <p:cNvPr id="3561" name="Google Shape;3561;g125812de10f_0_2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2" name="Google Shape;3562;g125812de10f_0_2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4" name="Shape 3584"/>
        <p:cNvGrpSpPr/>
        <p:nvPr/>
      </p:nvGrpSpPr>
      <p:grpSpPr>
        <a:xfrm>
          <a:off x="0" y="0"/>
          <a:ext cx="0" cy="0"/>
          <a:chOff x="0" y="0"/>
          <a:chExt cx="0" cy="0"/>
        </a:xfrm>
      </p:grpSpPr>
      <p:sp>
        <p:nvSpPr>
          <p:cNvPr id="3585" name="Google Shape;3585;g125812de10f_0_2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86" name="Google Shape;3586;g125812de10f_0_2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7" name="Shape 3597"/>
        <p:cNvGrpSpPr/>
        <p:nvPr/>
      </p:nvGrpSpPr>
      <p:grpSpPr>
        <a:xfrm>
          <a:off x="0" y="0"/>
          <a:ext cx="0" cy="0"/>
          <a:chOff x="0" y="0"/>
          <a:chExt cx="0" cy="0"/>
        </a:xfrm>
      </p:grpSpPr>
      <p:sp>
        <p:nvSpPr>
          <p:cNvPr id="3598" name="Google Shape;3598;gb1fa4ddd8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9" name="Google Shape;3599;gb1fa4ddd8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3" name="Shape 3643"/>
        <p:cNvGrpSpPr/>
        <p:nvPr/>
      </p:nvGrpSpPr>
      <p:grpSpPr>
        <a:xfrm>
          <a:off x="0" y="0"/>
          <a:ext cx="0" cy="0"/>
          <a:chOff x="0" y="0"/>
          <a:chExt cx="0" cy="0"/>
        </a:xfrm>
      </p:grpSpPr>
      <p:sp>
        <p:nvSpPr>
          <p:cNvPr id="3644" name="Google Shape;3644;ge21fa792ad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5" name="Google Shape;3645;ge21fa792ad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6" name="Shape 4496"/>
        <p:cNvGrpSpPr/>
        <p:nvPr/>
      </p:nvGrpSpPr>
      <p:grpSpPr>
        <a:xfrm>
          <a:off x="0" y="0"/>
          <a:ext cx="0" cy="0"/>
          <a:chOff x="0" y="0"/>
          <a:chExt cx="0" cy="0"/>
        </a:xfrm>
      </p:grpSpPr>
      <p:sp>
        <p:nvSpPr>
          <p:cNvPr id="4497" name="Google Shape;4497;gc6f6f4ce3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8" name="Google Shape;4498;gc6f6f4ce3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2" name="Shape 4502"/>
        <p:cNvGrpSpPr/>
        <p:nvPr/>
      </p:nvGrpSpPr>
      <p:grpSpPr>
        <a:xfrm>
          <a:off x="0" y="0"/>
          <a:ext cx="0" cy="0"/>
          <a:chOff x="0" y="0"/>
          <a:chExt cx="0" cy="0"/>
        </a:xfrm>
      </p:grpSpPr>
      <p:sp>
        <p:nvSpPr>
          <p:cNvPr id="4503" name="Google Shape;4503;gb1fa4ddd8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4" name="Google Shape;4504;gb1fa4ddd8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9" name="Shape 4509"/>
        <p:cNvGrpSpPr/>
        <p:nvPr/>
      </p:nvGrpSpPr>
      <p:grpSpPr>
        <a:xfrm>
          <a:off x="0" y="0"/>
          <a:ext cx="0" cy="0"/>
          <a:chOff x="0" y="0"/>
          <a:chExt cx="0" cy="0"/>
        </a:xfrm>
      </p:grpSpPr>
      <p:sp>
        <p:nvSpPr>
          <p:cNvPr id="4510" name="Google Shape;4510;g12537d9c419_0_3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1" name="Google Shape;4511;g12537d9c419_0_3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6" name="Shape 4516"/>
        <p:cNvGrpSpPr/>
        <p:nvPr/>
      </p:nvGrpSpPr>
      <p:grpSpPr>
        <a:xfrm>
          <a:off x="0" y="0"/>
          <a:ext cx="0" cy="0"/>
          <a:chOff x="0" y="0"/>
          <a:chExt cx="0" cy="0"/>
        </a:xfrm>
      </p:grpSpPr>
      <p:sp>
        <p:nvSpPr>
          <p:cNvPr id="4517" name="Google Shape;4517;g12537d9c419_0_3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8" name="Google Shape;4518;g12537d9c419_0_3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3" name="Shape 4523"/>
        <p:cNvGrpSpPr/>
        <p:nvPr/>
      </p:nvGrpSpPr>
      <p:grpSpPr>
        <a:xfrm>
          <a:off x="0" y="0"/>
          <a:ext cx="0" cy="0"/>
          <a:chOff x="0" y="0"/>
          <a:chExt cx="0" cy="0"/>
        </a:xfrm>
      </p:grpSpPr>
      <p:sp>
        <p:nvSpPr>
          <p:cNvPr id="4524" name="Google Shape;4524;g12537d9c419_0_3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5" name="Google Shape;4525;g12537d9c419_0_3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4" name="Shape 4544"/>
        <p:cNvGrpSpPr/>
        <p:nvPr/>
      </p:nvGrpSpPr>
      <p:grpSpPr>
        <a:xfrm>
          <a:off x="0" y="0"/>
          <a:ext cx="0" cy="0"/>
          <a:chOff x="0" y="0"/>
          <a:chExt cx="0" cy="0"/>
        </a:xfrm>
      </p:grpSpPr>
      <p:sp>
        <p:nvSpPr>
          <p:cNvPr id="4545" name="Google Shape;4545;g12537d9c419_0_35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6" name="Google Shape;4546;g12537d9c419_0_35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0" name="Shape 4560"/>
        <p:cNvGrpSpPr/>
        <p:nvPr/>
      </p:nvGrpSpPr>
      <p:grpSpPr>
        <a:xfrm>
          <a:off x="0" y="0"/>
          <a:ext cx="0" cy="0"/>
          <a:chOff x="0" y="0"/>
          <a:chExt cx="0" cy="0"/>
        </a:xfrm>
      </p:grpSpPr>
      <p:sp>
        <p:nvSpPr>
          <p:cNvPr id="4561" name="Google Shape;4561;g12537d9c419_0_3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2" name="Google Shape;4562;g12537d9c419_0_3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9" name="Shape 4899"/>
        <p:cNvGrpSpPr/>
        <p:nvPr/>
      </p:nvGrpSpPr>
      <p:grpSpPr>
        <a:xfrm>
          <a:off x="0" y="0"/>
          <a:ext cx="0" cy="0"/>
          <a:chOff x="0" y="0"/>
          <a:chExt cx="0" cy="0"/>
        </a:xfrm>
      </p:grpSpPr>
      <p:sp>
        <p:nvSpPr>
          <p:cNvPr id="4900" name="Google Shape;4900;g12537d9c419_0_3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1" name="Google Shape;4901;g12537d9c419_0_3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4" name="Shape 7044"/>
        <p:cNvGrpSpPr/>
        <p:nvPr/>
      </p:nvGrpSpPr>
      <p:grpSpPr>
        <a:xfrm>
          <a:off x="0" y="0"/>
          <a:ext cx="0" cy="0"/>
          <a:chOff x="0" y="0"/>
          <a:chExt cx="0" cy="0"/>
        </a:xfrm>
      </p:grpSpPr>
      <p:sp>
        <p:nvSpPr>
          <p:cNvPr id="7045" name="Google Shape;7045;g12537d9c419_0_6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6" name="Google Shape;7046;g12537d9c419_0_6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3" name="Shape 7463"/>
        <p:cNvGrpSpPr/>
        <p:nvPr/>
      </p:nvGrpSpPr>
      <p:grpSpPr>
        <a:xfrm>
          <a:off x="0" y="0"/>
          <a:ext cx="0" cy="0"/>
          <a:chOff x="0" y="0"/>
          <a:chExt cx="0" cy="0"/>
        </a:xfrm>
      </p:grpSpPr>
      <p:sp>
        <p:nvSpPr>
          <p:cNvPr id="7464" name="Google Shape;7464;g12537d9c419_0_6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5" name="Google Shape;7465;g12537d9c419_0_6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3" name="Shape 7633"/>
        <p:cNvGrpSpPr/>
        <p:nvPr/>
      </p:nvGrpSpPr>
      <p:grpSpPr>
        <a:xfrm>
          <a:off x="0" y="0"/>
          <a:ext cx="0" cy="0"/>
          <a:chOff x="0" y="0"/>
          <a:chExt cx="0" cy="0"/>
        </a:xfrm>
      </p:grpSpPr>
      <p:sp>
        <p:nvSpPr>
          <p:cNvPr id="7634" name="Google Shape;7634;g12537d9c419_0_66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35" name="Google Shape;7635;g12537d9c419_0_66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8" name="Shape 8038"/>
        <p:cNvGrpSpPr/>
        <p:nvPr/>
      </p:nvGrpSpPr>
      <p:grpSpPr>
        <a:xfrm>
          <a:off x="0" y="0"/>
          <a:ext cx="0" cy="0"/>
          <a:chOff x="0" y="0"/>
          <a:chExt cx="0" cy="0"/>
        </a:xfrm>
      </p:grpSpPr>
      <p:sp>
        <p:nvSpPr>
          <p:cNvPr id="8039" name="Google Shape;8039;g12537d9c419_0_19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0" name="Google Shape;8040;g12537d9c419_0_19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g12537d9c419_0_19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0" name="Google Shape;8420;g12537d9c419_0_19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g12537d9c419_0_20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9" name="Google Shape;9189;g12537d9c419_0_20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4" name="Shape 10594"/>
        <p:cNvGrpSpPr/>
        <p:nvPr/>
      </p:nvGrpSpPr>
      <p:grpSpPr>
        <a:xfrm>
          <a:off x="0" y="0"/>
          <a:ext cx="0" cy="0"/>
          <a:chOff x="0" y="0"/>
          <a:chExt cx="0" cy="0"/>
        </a:xfrm>
      </p:grpSpPr>
      <p:sp>
        <p:nvSpPr>
          <p:cNvPr id="10595" name="Google Shape;10595;g12537d9c419_0_21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96" name="Google Shape;10596;g12537d9c419_0_21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8" name="Shape 12988"/>
        <p:cNvGrpSpPr/>
        <p:nvPr/>
      </p:nvGrpSpPr>
      <p:grpSpPr>
        <a:xfrm>
          <a:off x="0" y="0"/>
          <a:ext cx="0" cy="0"/>
          <a:chOff x="0" y="0"/>
          <a:chExt cx="0" cy="0"/>
        </a:xfrm>
      </p:grpSpPr>
      <p:sp>
        <p:nvSpPr>
          <p:cNvPr id="12989" name="Google Shape;12989;g12537d9c419_0_24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0" name="Google Shape;12990;g12537d9c419_0_24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2" name="Shape 15002"/>
        <p:cNvGrpSpPr/>
        <p:nvPr/>
      </p:nvGrpSpPr>
      <p:grpSpPr>
        <a:xfrm>
          <a:off x="0" y="0"/>
          <a:ext cx="0" cy="0"/>
          <a:chOff x="0" y="0"/>
          <a:chExt cx="0" cy="0"/>
        </a:xfrm>
      </p:grpSpPr>
      <p:sp>
        <p:nvSpPr>
          <p:cNvPr id="15003" name="Google Shape;15003;g12537d9c419_0_26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04" name="Google Shape;15004;g12537d9c419_0_26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38" name="Shape 16638"/>
        <p:cNvGrpSpPr/>
        <p:nvPr/>
      </p:nvGrpSpPr>
      <p:grpSpPr>
        <a:xfrm>
          <a:off x="0" y="0"/>
          <a:ext cx="0" cy="0"/>
          <a:chOff x="0" y="0"/>
          <a:chExt cx="0" cy="0"/>
        </a:xfrm>
      </p:grpSpPr>
      <p:sp>
        <p:nvSpPr>
          <p:cNvPr id="16639" name="Google Shape;16639;g12537d9c419_0_27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40" name="Google Shape;16640;g12537d9c419_0_27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80" name="Shape 17680"/>
        <p:cNvGrpSpPr/>
        <p:nvPr/>
      </p:nvGrpSpPr>
      <p:grpSpPr>
        <a:xfrm>
          <a:off x="0" y="0"/>
          <a:ext cx="0" cy="0"/>
          <a:chOff x="0" y="0"/>
          <a:chExt cx="0" cy="0"/>
        </a:xfrm>
      </p:grpSpPr>
      <p:sp>
        <p:nvSpPr>
          <p:cNvPr id="17681" name="Google Shape;17681;g12537d9c419_0_28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82" name="Google Shape;17682;g12537d9c419_0_28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23" name="Shape 19223"/>
        <p:cNvGrpSpPr/>
        <p:nvPr/>
      </p:nvGrpSpPr>
      <p:grpSpPr>
        <a:xfrm>
          <a:off x="0" y="0"/>
          <a:ext cx="0" cy="0"/>
          <a:chOff x="0" y="0"/>
          <a:chExt cx="0" cy="0"/>
        </a:xfrm>
      </p:grpSpPr>
      <p:sp>
        <p:nvSpPr>
          <p:cNvPr id="19224" name="Google Shape;19224;g12537d9c419_0_15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25" name="Google Shape;19225;g12537d9c419_0_15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idx="1" type="subTitle"/>
          </p:nvPr>
        </p:nvSpPr>
        <p:spPr>
          <a:xfrm rot="-546">
            <a:off x="720000" y="3281713"/>
            <a:ext cx="3776700" cy="4509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0" name="Google Shape;10;p2"/>
          <p:cNvSpPr txBox="1"/>
          <p:nvPr>
            <p:ph type="ctrTitle"/>
          </p:nvPr>
        </p:nvSpPr>
        <p:spPr>
          <a:xfrm>
            <a:off x="720000" y="539988"/>
            <a:ext cx="5073000" cy="2883300"/>
          </a:xfrm>
          <a:prstGeom prst="rect">
            <a:avLst/>
          </a:prstGeom>
        </p:spPr>
        <p:txBody>
          <a:bodyPr anchorCtr="0" anchor="t" bIns="91425" lIns="91425" spcFirstLastPara="1" rIns="91425" wrap="square" tIns="91425">
            <a:noAutofit/>
          </a:bodyPr>
          <a:lstStyle>
            <a:lvl1pPr lvl="0" rtl="0" algn="l">
              <a:spcBef>
                <a:spcPts val="0"/>
              </a:spcBef>
              <a:spcAft>
                <a:spcPts val="0"/>
              </a:spcAft>
              <a:buClr>
                <a:srgbClr val="191919"/>
              </a:buClr>
              <a:buSzPts val="5200"/>
              <a:buNone/>
              <a:defRPr sz="7300">
                <a:latin typeface="Bahiana"/>
                <a:ea typeface="Bahiana"/>
                <a:cs typeface="Bahiana"/>
                <a:sym typeface="Bahiana"/>
              </a:defRPr>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1680775" y="1947050"/>
            <a:ext cx="5782500" cy="8229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6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3796850" y="708402"/>
            <a:ext cx="1550100" cy="961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000"/>
              <a:buNone/>
              <a:defRPr sz="7500">
                <a:solidFill>
                  <a:schemeClr val="accen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 name="Google Shape;14;p3"/>
          <p:cNvSpPr txBox="1"/>
          <p:nvPr>
            <p:ph idx="1" type="subTitle"/>
          </p:nvPr>
        </p:nvSpPr>
        <p:spPr>
          <a:xfrm rot="497">
            <a:off x="2498375" y="2776725"/>
            <a:ext cx="4147500" cy="4563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17" name="Google Shape;17;p4"/>
          <p:cNvSpPr txBox="1"/>
          <p:nvPr>
            <p:ph idx="1" type="body"/>
          </p:nvPr>
        </p:nvSpPr>
        <p:spPr>
          <a:xfrm>
            <a:off x="720000" y="1174500"/>
            <a:ext cx="7704000" cy="3429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lt2"/>
              </a:buClr>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grpSp>
        <p:nvGrpSpPr>
          <p:cNvPr id="18" name="Google Shape;18;p4"/>
          <p:cNvGrpSpPr/>
          <p:nvPr/>
        </p:nvGrpSpPr>
        <p:grpSpPr>
          <a:xfrm>
            <a:off x="458268" y="4743312"/>
            <a:ext cx="4208367" cy="1066304"/>
            <a:chOff x="365750" y="2226825"/>
            <a:chExt cx="1302900" cy="330125"/>
          </a:xfrm>
        </p:grpSpPr>
        <p:sp>
          <p:nvSpPr>
            <p:cNvPr id="19" name="Google Shape;19;p4"/>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4"/>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 name="Google Shape;26;p4"/>
          <p:cNvGrpSpPr/>
          <p:nvPr/>
        </p:nvGrpSpPr>
        <p:grpSpPr>
          <a:xfrm>
            <a:off x="4269625" y="4299098"/>
            <a:ext cx="5046956" cy="1752194"/>
            <a:chOff x="1786325" y="2127525"/>
            <a:chExt cx="1562525" cy="542475"/>
          </a:xfrm>
        </p:grpSpPr>
        <p:sp>
          <p:nvSpPr>
            <p:cNvPr id="27" name="Google Shape;27;p4"/>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 name="Google Shape;29;p4"/>
          <p:cNvGrpSpPr/>
          <p:nvPr/>
        </p:nvGrpSpPr>
        <p:grpSpPr>
          <a:xfrm>
            <a:off x="-418236" y="4770561"/>
            <a:ext cx="9084375" cy="2559129"/>
            <a:chOff x="609975" y="2365950"/>
            <a:chExt cx="2812500" cy="792300"/>
          </a:xfrm>
        </p:grpSpPr>
        <p:sp>
          <p:nvSpPr>
            <p:cNvPr id="30" name="Google Shape;30;p4"/>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 name="Google Shape;36;p4"/>
          <p:cNvGrpSpPr/>
          <p:nvPr/>
        </p:nvGrpSpPr>
        <p:grpSpPr>
          <a:xfrm flipH="1">
            <a:off x="4765568" y="4786887"/>
            <a:ext cx="4208367" cy="1066304"/>
            <a:chOff x="365750" y="2226825"/>
            <a:chExt cx="1302900" cy="330125"/>
          </a:xfrm>
        </p:grpSpPr>
        <p:sp>
          <p:nvSpPr>
            <p:cNvPr id="37" name="Google Shape;37;p4"/>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 name="Google Shape;44;p4"/>
          <p:cNvGrpSpPr/>
          <p:nvPr/>
        </p:nvGrpSpPr>
        <p:grpSpPr>
          <a:xfrm>
            <a:off x="8470575" y="2766525"/>
            <a:ext cx="1050000" cy="694200"/>
            <a:chOff x="3829175" y="1857800"/>
            <a:chExt cx="1050000" cy="694200"/>
          </a:xfrm>
        </p:grpSpPr>
        <p:sp>
          <p:nvSpPr>
            <p:cNvPr id="45" name="Google Shape;45;p4"/>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 name="Google Shape;51;p4"/>
          <p:cNvGrpSpPr/>
          <p:nvPr/>
        </p:nvGrpSpPr>
        <p:grpSpPr>
          <a:xfrm>
            <a:off x="7516250" y="656975"/>
            <a:ext cx="1282000" cy="526400"/>
            <a:chOff x="3450550" y="1144050"/>
            <a:chExt cx="1282000" cy="526400"/>
          </a:xfrm>
        </p:grpSpPr>
        <p:sp>
          <p:nvSpPr>
            <p:cNvPr id="52" name="Google Shape;52;p4"/>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4"/>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4"/>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4"/>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 name="Google Shape;58;p4"/>
          <p:cNvGrpSpPr/>
          <p:nvPr/>
        </p:nvGrpSpPr>
        <p:grpSpPr>
          <a:xfrm>
            <a:off x="588617" y="328010"/>
            <a:ext cx="559017" cy="149002"/>
            <a:chOff x="1955600" y="1609450"/>
            <a:chExt cx="363825" cy="96975"/>
          </a:xfrm>
        </p:grpSpPr>
        <p:sp>
          <p:nvSpPr>
            <p:cNvPr id="59" name="Google Shape;59;p4"/>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4"/>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 name="Google Shape;72;p4"/>
          <p:cNvGrpSpPr/>
          <p:nvPr/>
        </p:nvGrpSpPr>
        <p:grpSpPr>
          <a:xfrm>
            <a:off x="8702925" y="2259175"/>
            <a:ext cx="537325" cy="192025"/>
            <a:chOff x="2714500" y="1614925"/>
            <a:chExt cx="537325" cy="192025"/>
          </a:xfrm>
        </p:grpSpPr>
        <p:sp>
          <p:nvSpPr>
            <p:cNvPr id="73" name="Google Shape;73;p4"/>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 name="Google Shape;87;p4"/>
          <p:cNvGrpSpPr/>
          <p:nvPr/>
        </p:nvGrpSpPr>
        <p:grpSpPr>
          <a:xfrm>
            <a:off x="1869750" y="160575"/>
            <a:ext cx="1011900" cy="244475"/>
            <a:chOff x="5272425" y="2835250"/>
            <a:chExt cx="1011900" cy="244475"/>
          </a:xfrm>
        </p:grpSpPr>
        <p:sp>
          <p:nvSpPr>
            <p:cNvPr id="88" name="Google Shape;88;p4"/>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4"/>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4"/>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4"/>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4"/>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7" name="Shape 97"/>
        <p:cNvGrpSpPr/>
        <p:nvPr/>
      </p:nvGrpSpPr>
      <p:grpSpPr>
        <a:xfrm>
          <a:off x="0" y="0"/>
          <a:ext cx="0" cy="0"/>
          <a:chOff x="0" y="0"/>
          <a:chExt cx="0" cy="0"/>
        </a:xfrm>
      </p:grpSpPr>
      <p:sp>
        <p:nvSpPr>
          <p:cNvPr id="98" name="Google Shape;98;p5"/>
          <p:cNvSpPr txBox="1"/>
          <p:nvPr>
            <p:ph idx="1" type="subTitle"/>
          </p:nvPr>
        </p:nvSpPr>
        <p:spPr>
          <a:xfrm>
            <a:off x="1509213" y="3601325"/>
            <a:ext cx="2907600" cy="81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9" name="Google Shape;99;p5"/>
          <p:cNvSpPr txBox="1"/>
          <p:nvPr>
            <p:ph idx="2" type="subTitle"/>
          </p:nvPr>
        </p:nvSpPr>
        <p:spPr>
          <a:xfrm>
            <a:off x="4727188" y="3601325"/>
            <a:ext cx="2907600" cy="81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0" name="Google Shape;100;p5"/>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101" name="Google Shape;101;p5"/>
          <p:cNvSpPr txBox="1"/>
          <p:nvPr>
            <p:ph idx="3" type="title"/>
          </p:nvPr>
        </p:nvSpPr>
        <p:spPr>
          <a:xfrm>
            <a:off x="1509213" y="1442800"/>
            <a:ext cx="2907600" cy="4530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2" name="Google Shape;102;p5"/>
          <p:cNvSpPr txBox="1"/>
          <p:nvPr>
            <p:ph idx="4" type="title"/>
          </p:nvPr>
        </p:nvSpPr>
        <p:spPr>
          <a:xfrm>
            <a:off x="4727188" y="1442800"/>
            <a:ext cx="2907600" cy="4530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103" name="Google Shape;103;p5"/>
          <p:cNvGrpSpPr/>
          <p:nvPr/>
        </p:nvGrpSpPr>
        <p:grpSpPr>
          <a:xfrm>
            <a:off x="-287532" y="467400"/>
            <a:ext cx="9769257" cy="5611462"/>
            <a:chOff x="-287532" y="467400"/>
            <a:chExt cx="9769257" cy="5611462"/>
          </a:xfrm>
        </p:grpSpPr>
        <p:grpSp>
          <p:nvGrpSpPr>
            <p:cNvPr id="104" name="Google Shape;104;p5"/>
            <p:cNvGrpSpPr/>
            <p:nvPr/>
          </p:nvGrpSpPr>
          <p:grpSpPr>
            <a:xfrm>
              <a:off x="6752250" y="4644000"/>
              <a:ext cx="2729475" cy="706950"/>
              <a:chOff x="609975" y="2032925"/>
              <a:chExt cx="2729475" cy="706950"/>
            </a:xfrm>
          </p:grpSpPr>
          <p:sp>
            <p:nvSpPr>
              <p:cNvPr id="105" name="Google Shape;105;p5"/>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5"/>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5"/>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5"/>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5"/>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 name="Google Shape;110;p5"/>
            <p:cNvGrpSpPr/>
            <p:nvPr/>
          </p:nvGrpSpPr>
          <p:grpSpPr>
            <a:xfrm>
              <a:off x="-190300" y="3710775"/>
              <a:ext cx="1050000" cy="694200"/>
              <a:chOff x="3829175" y="1857800"/>
              <a:chExt cx="1050000" cy="694200"/>
            </a:xfrm>
          </p:grpSpPr>
          <p:sp>
            <p:nvSpPr>
              <p:cNvPr id="111" name="Google Shape;111;p5"/>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5"/>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5"/>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 name="Google Shape;117;p5"/>
            <p:cNvGrpSpPr/>
            <p:nvPr/>
          </p:nvGrpSpPr>
          <p:grpSpPr>
            <a:xfrm>
              <a:off x="0" y="4056963"/>
              <a:ext cx="1179175" cy="1093075"/>
              <a:chOff x="19675" y="3203850"/>
              <a:chExt cx="1179175" cy="1093075"/>
            </a:xfrm>
          </p:grpSpPr>
          <p:grpSp>
            <p:nvGrpSpPr>
              <p:cNvPr id="118" name="Google Shape;118;p5"/>
              <p:cNvGrpSpPr/>
              <p:nvPr/>
            </p:nvGrpSpPr>
            <p:grpSpPr>
              <a:xfrm>
                <a:off x="166675" y="3203850"/>
                <a:ext cx="497000" cy="242175"/>
                <a:chOff x="3514550" y="3481400"/>
                <a:chExt cx="497000" cy="242175"/>
              </a:xfrm>
            </p:grpSpPr>
            <p:sp>
              <p:nvSpPr>
                <p:cNvPr id="119" name="Google Shape;119;p5"/>
                <p:cNvSpPr/>
                <p:nvPr/>
              </p:nvSpPr>
              <p:spPr>
                <a:xfrm>
                  <a:off x="3514550" y="3481400"/>
                  <a:ext cx="497000" cy="242175"/>
                </a:xfrm>
                <a:custGeom>
                  <a:rect b="b" l="l" r="r" t="t"/>
                  <a:pathLst>
                    <a:path extrusionOk="0" h="9687" w="19880">
                      <a:moveTo>
                        <a:pt x="17657" y="0"/>
                      </a:moveTo>
                      <a:cubicBezTo>
                        <a:pt x="16572" y="13"/>
                        <a:pt x="15439" y="18"/>
                        <a:pt x="14281" y="18"/>
                      </a:cubicBezTo>
                      <a:cubicBezTo>
                        <a:pt x="12179" y="18"/>
                        <a:pt x="9999" y="3"/>
                        <a:pt x="7899" y="3"/>
                      </a:cubicBezTo>
                      <a:cubicBezTo>
                        <a:pt x="6767" y="3"/>
                        <a:pt x="5659" y="8"/>
                        <a:pt x="4598" y="20"/>
                      </a:cubicBezTo>
                      <a:cubicBezTo>
                        <a:pt x="3880" y="29"/>
                        <a:pt x="3186" y="117"/>
                        <a:pt x="2493" y="308"/>
                      </a:cubicBezTo>
                      <a:cubicBezTo>
                        <a:pt x="1945" y="1141"/>
                        <a:pt x="1398" y="1974"/>
                        <a:pt x="850" y="2808"/>
                      </a:cubicBezTo>
                      <a:cubicBezTo>
                        <a:pt x="562" y="2841"/>
                        <a:pt x="280" y="2902"/>
                        <a:pt x="0" y="3005"/>
                      </a:cubicBezTo>
                      <a:lnTo>
                        <a:pt x="0" y="3756"/>
                      </a:lnTo>
                      <a:cubicBezTo>
                        <a:pt x="180" y="3762"/>
                        <a:pt x="360" y="3763"/>
                        <a:pt x="541" y="3769"/>
                      </a:cubicBezTo>
                      <a:cubicBezTo>
                        <a:pt x="559" y="5282"/>
                        <a:pt x="578" y="6793"/>
                        <a:pt x="597" y="8306"/>
                      </a:cubicBezTo>
                      <a:cubicBezTo>
                        <a:pt x="600" y="8617"/>
                        <a:pt x="605" y="9227"/>
                        <a:pt x="706" y="9495"/>
                      </a:cubicBezTo>
                      <a:cubicBezTo>
                        <a:pt x="750" y="9611"/>
                        <a:pt x="818" y="9655"/>
                        <a:pt x="895" y="9655"/>
                      </a:cubicBezTo>
                      <a:cubicBezTo>
                        <a:pt x="994" y="9655"/>
                        <a:pt x="1108" y="9582"/>
                        <a:pt x="1202" y="9495"/>
                      </a:cubicBezTo>
                      <a:cubicBezTo>
                        <a:pt x="1255" y="7616"/>
                        <a:pt x="1193" y="5734"/>
                        <a:pt x="1130" y="3855"/>
                      </a:cubicBezTo>
                      <a:cubicBezTo>
                        <a:pt x="1130" y="3832"/>
                        <a:pt x="1128" y="3808"/>
                        <a:pt x="1126" y="3785"/>
                      </a:cubicBezTo>
                      <a:lnTo>
                        <a:pt x="1126" y="3785"/>
                      </a:lnTo>
                      <a:cubicBezTo>
                        <a:pt x="1369" y="3791"/>
                        <a:pt x="1612" y="3798"/>
                        <a:pt x="1857" y="3801"/>
                      </a:cubicBezTo>
                      <a:cubicBezTo>
                        <a:pt x="1875" y="5303"/>
                        <a:pt x="1895" y="6805"/>
                        <a:pt x="1914" y="8307"/>
                      </a:cubicBezTo>
                      <a:cubicBezTo>
                        <a:pt x="1916" y="8619"/>
                        <a:pt x="1922" y="9228"/>
                        <a:pt x="2023" y="9496"/>
                      </a:cubicBezTo>
                      <a:cubicBezTo>
                        <a:pt x="2067" y="9613"/>
                        <a:pt x="2135" y="9657"/>
                        <a:pt x="2212" y="9657"/>
                      </a:cubicBezTo>
                      <a:cubicBezTo>
                        <a:pt x="2311" y="9657"/>
                        <a:pt x="2424" y="9584"/>
                        <a:pt x="2519" y="9496"/>
                      </a:cubicBezTo>
                      <a:cubicBezTo>
                        <a:pt x="2572" y="7617"/>
                        <a:pt x="2509" y="5736"/>
                        <a:pt x="2447" y="3857"/>
                      </a:cubicBezTo>
                      <a:cubicBezTo>
                        <a:pt x="2447" y="3844"/>
                        <a:pt x="2444" y="3830"/>
                        <a:pt x="2444" y="3818"/>
                      </a:cubicBezTo>
                      <a:lnTo>
                        <a:pt x="2444" y="3818"/>
                      </a:lnTo>
                      <a:cubicBezTo>
                        <a:pt x="2687" y="3821"/>
                        <a:pt x="2931" y="3822"/>
                        <a:pt x="3174" y="3827"/>
                      </a:cubicBezTo>
                      <a:cubicBezTo>
                        <a:pt x="3192" y="5321"/>
                        <a:pt x="3210" y="6816"/>
                        <a:pt x="3229" y="8310"/>
                      </a:cubicBezTo>
                      <a:cubicBezTo>
                        <a:pt x="3233" y="8623"/>
                        <a:pt x="3239" y="9231"/>
                        <a:pt x="3340" y="9499"/>
                      </a:cubicBezTo>
                      <a:cubicBezTo>
                        <a:pt x="3383" y="9616"/>
                        <a:pt x="3451" y="9660"/>
                        <a:pt x="3528" y="9660"/>
                      </a:cubicBezTo>
                      <a:cubicBezTo>
                        <a:pt x="3627" y="9660"/>
                        <a:pt x="3740" y="9587"/>
                        <a:pt x="3834" y="9499"/>
                      </a:cubicBezTo>
                      <a:cubicBezTo>
                        <a:pt x="3889" y="7622"/>
                        <a:pt x="3825" y="5739"/>
                        <a:pt x="3762" y="3861"/>
                      </a:cubicBezTo>
                      <a:cubicBezTo>
                        <a:pt x="3762" y="3851"/>
                        <a:pt x="3762" y="3844"/>
                        <a:pt x="3761" y="3835"/>
                      </a:cubicBezTo>
                      <a:lnTo>
                        <a:pt x="3761" y="3835"/>
                      </a:lnTo>
                      <a:cubicBezTo>
                        <a:pt x="4004" y="3837"/>
                        <a:pt x="4248" y="3842"/>
                        <a:pt x="4490" y="3844"/>
                      </a:cubicBezTo>
                      <a:cubicBezTo>
                        <a:pt x="4508" y="5334"/>
                        <a:pt x="4526" y="6823"/>
                        <a:pt x="4546" y="8315"/>
                      </a:cubicBezTo>
                      <a:cubicBezTo>
                        <a:pt x="4550" y="8626"/>
                        <a:pt x="4554" y="9235"/>
                        <a:pt x="4655" y="9503"/>
                      </a:cubicBezTo>
                      <a:cubicBezTo>
                        <a:pt x="4699" y="9620"/>
                        <a:pt x="4767" y="9665"/>
                        <a:pt x="4845" y="9665"/>
                      </a:cubicBezTo>
                      <a:cubicBezTo>
                        <a:pt x="4944" y="9665"/>
                        <a:pt x="5057" y="9591"/>
                        <a:pt x="5151" y="9503"/>
                      </a:cubicBezTo>
                      <a:cubicBezTo>
                        <a:pt x="5206" y="7624"/>
                        <a:pt x="5142" y="5743"/>
                        <a:pt x="5079" y="3864"/>
                      </a:cubicBezTo>
                      <a:lnTo>
                        <a:pt x="5079" y="3851"/>
                      </a:lnTo>
                      <a:cubicBezTo>
                        <a:pt x="5160" y="3852"/>
                        <a:pt x="5241" y="3852"/>
                        <a:pt x="5322" y="3852"/>
                      </a:cubicBezTo>
                      <a:cubicBezTo>
                        <a:pt x="5485" y="3852"/>
                        <a:pt x="5647" y="3851"/>
                        <a:pt x="5808" y="3851"/>
                      </a:cubicBezTo>
                      <a:cubicBezTo>
                        <a:pt x="5827" y="5339"/>
                        <a:pt x="5844" y="6826"/>
                        <a:pt x="5864" y="8316"/>
                      </a:cubicBezTo>
                      <a:cubicBezTo>
                        <a:pt x="5868" y="8627"/>
                        <a:pt x="5873" y="9237"/>
                        <a:pt x="5974" y="9505"/>
                      </a:cubicBezTo>
                      <a:cubicBezTo>
                        <a:pt x="6017" y="9621"/>
                        <a:pt x="6086" y="9666"/>
                        <a:pt x="6163" y="9666"/>
                      </a:cubicBezTo>
                      <a:cubicBezTo>
                        <a:pt x="6262" y="9666"/>
                        <a:pt x="6375" y="9593"/>
                        <a:pt x="6469" y="9505"/>
                      </a:cubicBezTo>
                      <a:cubicBezTo>
                        <a:pt x="6524" y="7626"/>
                        <a:pt x="6461" y="5744"/>
                        <a:pt x="6397" y="3866"/>
                      </a:cubicBezTo>
                      <a:lnTo>
                        <a:pt x="6397" y="3855"/>
                      </a:lnTo>
                      <a:cubicBezTo>
                        <a:pt x="6560" y="3855"/>
                        <a:pt x="6722" y="3856"/>
                        <a:pt x="6884" y="3856"/>
                      </a:cubicBezTo>
                      <a:cubicBezTo>
                        <a:pt x="6965" y="3856"/>
                        <a:pt x="7046" y="3856"/>
                        <a:pt x="7126" y="3855"/>
                      </a:cubicBezTo>
                      <a:lnTo>
                        <a:pt x="7181" y="8317"/>
                      </a:lnTo>
                      <a:cubicBezTo>
                        <a:pt x="7184" y="8630"/>
                        <a:pt x="7190" y="9238"/>
                        <a:pt x="7290" y="9506"/>
                      </a:cubicBezTo>
                      <a:cubicBezTo>
                        <a:pt x="7334" y="9623"/>
                        <a:pt x="7403" y="9667"/>
                        <a:pt x="7480" y="9667"/>
                      </a:cubicBezTo>
                      <a:cubicBezTo>
                        <a:pt x="7579" y="9667"/>
                        <a:pt x="7692" y="9594"/>
                        <a:pt x="7786" y="9506"/>
                      </a:cubicBezTo>
                      <a:cubicBezTo>
                        <a:pt x="7839" y="7629"/>
                        <a:pt x="7777" y="5746"/>
                        <a:pt x="7714" y="3868"/>
                      </a:cubicBezTo>
                      <a:lnTo>
                        <a:pt x="7714" y="3855"/>
                      </a:lnTo>
                      <a:lnTo>
                        <a:pt x="8443" y="3850"/>
                      </a:lnTo>
                      <a:cubicBezTo>
                        <a:pt x="8462" y="5339"/>
                        <a:pt x="8479" y="6831"/>
                        <a:pt x="8499" y="8320"/>
                      </a:cubicBezTo>
                      <a:cubicBezTo>
                        <a:pt x="8502" y="8632"/>
                        <a:pt x="8508" y="9240"/>
                        <a:pt x="8609" y="9509"/>
                      </a:cubicBezTo>
                      <a:cubicBezTo>
                        <a:pt x="8652" y="9626"/>
                        <a:pt x="8721" y="9670"/>
                        <a:pt x="8798" y="9670"/>
                      </a:cubicBezTo>
                      <a:cubicBezTo>
                        <a:pt x="8897" y="9670"/>
                        <a:pt x="9010" y="9596"/>
                        <a:pt x="9104" y="9509"/>
                      </a:cubicBezTo>
                      <a:cubicBezTo>
                        <a:pt x="9158" y="7630"/>
                        <a:pt x="9096" y="5749"/>
                        <a:pt x="9032" y="3870"/>
                      </a:cubicBezTo>
                      <a:cubicBezTo>
                        <a:pt x="9032" y="3863"/>
                        <a:pt x="9032" y="3854"/>
                        <a:pt x="9031" y="3847"/>
                      </a:cubicBezTo>
                      <a:lnTo>
                        <a:pt x="9760" y="3841"/>
                      </a:lnTo>
                      <a:cubicBezTo>
                        <a:pt x="9777" y="5334"/>
                        <a:pt x="9796" y="6829"/>
                        <a:pt x="9816" y="8322"/>
                      </a:cubicBezTo>
                      <a:cubicBezTo>
                        <a:pt x="9819" y="8633"/>
                        <a:pt x="9825" y="9242"/>
                        <a:pt x="9926" y="9510"/>
                      </a:cubicBezTo>
                      <a:cubicBezTo>
                        <a:pt x="9969" y="9627"/>
                        <a:pt x="10037" y="9672"/>
                        <a:pt x="10114" y="9672"/>
                      </a:cubicBezTo>
                      <a:cubicBezTo>
                        <a:pt x="10213" y="9672"/>
                        <a:pt x="10327" y="9599"/>
                        <a:pt x="10421" y="9510"/>
                      </a:cubicBezTo>
                      <a:cubicBezTo>
                        <a:pt x="10475" y="7632"/>
                        <a:pt x="10411" y="5750"/>
                        <a:pt x="10349" y="3871"/>
                      </a:cubicBezTo>
                      <a:cubicBezTo>
                        <a:pt x="10349" y="3858"/>
                        <a:pt x="10346" y="3847"/>
                        <a:pt x="10346" y="3835"/>
                      </a:cubicBezTo>
                      <a:lnTo>
                        <a:pt x="11077" y="3825"/>
                      </a:lnTo>
                      <a:cubicBezTo>
                        <a:pt x="11094" y="5325"/>
                        <a:pt x="11114" y="6825"/>
                        <a:pt x="11131" y="8323"/>
                      </a:cubicBezTo>
                      <a:cubicBezTo>
                        <a:pt x="11136" y="8634"/>
                        <a:pt x="11142" y="9244"/>
                        <a:pt x="11242" y="9512"/>
                      </a:cubicBezTo>
                      <a:cubicBezTo>
                        <a:pt x="11285" y="9629"/>
                        <a:pt x="11354" y="9673"/>
                        <a:pt x="11431" y="9673"/>
                      </a:cubicBezTo>
                      <a:cubicBezTo>
                        <a:pt x="11529" y="9673"/>
                        <a:pt x="11643" y="9600"/>
                        <a:pt x="11737" y="9512"/>
                      </a:cubicBezTo>
                      <a:cubicBezTo>
                        <a:pt x="11791" y="7633"/>
                        <a:pt x="11728" y="5751"/>
                        <a:pt x="11665" y="3873"/>
                      </a:cubicBezTo>
                      <a:cubicBezTo>
                        <a:pt x="11665" y="3855"/>
                        <a:pt x="11663" y="3835"/>
                        <a:pt x="11663" y="3818"/>
                      </a:cubicBezTo>
                      <a:lnTo>
                        <a:pt x="12392" y="3806"/>
                      </a:lnTo>
                      <a:cubicBezTo>
                        <a:pt x="12411" y="5312"/>
                        <a:pt x="12431" y="6819"/>
                        <a:pt x="12448" y="8325"/>
                      </a:cubicBezTo>
                      <a:cubicBezTo>
                        <a:pt x="12453" y="8637"/>
                        <a:pt x="12457" y="9245"/>
                        <a:pt x="12558" y="9513"/>
                      </a:cubicBezTo>
                      <a:cubicBezTo>
                        <a:pt x="12601" y="9630"/>
                        <a:pt x="12670" y="9675"/>
                        <a:pt x="12747" y="9675"/>
                      </a:cubicBezTo>
                      <a:cubicBezTo>
                        <a:pt x="12846" y="9675"/>
                        <a:pt x="12960" y="9601"/>
                        <a:pt x="13053" y="9513"/>
                      </a:cubicBezTo>
                      <a:cubicBezTo>
                        <a:pt x="13108" y="7636"/>
                        <a:pt x="13045" y="5753"/>
                        <a:pt x="12981" y="3876"/>
                      </a:cubicBezTo>
                      <a:cubicBezTo>
                        <a:pt x="12981" y="3848"/>
                        <a:pt x="12980" y="3822"/>
                        <a:pt x="12979" y="3796"/>
                      </a:cubicBezTo>
                      <a:cubicBezTo>
                        <a:pt x="13221" y="3791"/>
                        <a:pt x="13464" y="3785"/>
                        <a:pt x="13709" y="3782"/>
                      </a:cubicBezTo>
                      <a:cubicBezTo>
                        <a:pt x="13728" y="5296"/>
                        <a:pt x="13746" y="6812"/>
                        <a:pt x="13765" y="8328"/>
                      </a:cubicBezTo>
                      <a:cubicBezTo>
                        <a:pt x="13768" y="8639"/>
                        <a:pt x="13774" y="9247"/>
                        <a:pt x="13875" y="9516"/>
                      </a:cubicBezTo>
                      <a:cubicBezTo>
                        <a:pt x="13918" y="9633"/>
                        <a:pt x="13986" y="9677"/>
                        <a:pt x="14064" y="9677"/>
                      </a:cubicBezTo>
                      <a:cubicBezTo>
                        <a:pt x="14163" y="9677"/>
                        <a:pt x="14276" y="9604"/>
                        <a:pt x="14370" y="9516"/>
                      </a:cubicBezTo>
                      <a:cubicBezTo>
                        <a:pt x="14424" y="7637"/>
                        <a:pt x="14362" y="5756"/>
                        <a:pt x="14298" y="3877"/>
                      </a:cubicBezTo>
                      <a:cubicBezTo>
                        <a:pt x="14297" y="3841"/>
                        <a:pt x="14294" y="3806"/>
                        <a:pt x="14294" y="3770"/>
                      </a:cubicBezTo>
                      <a:cubicBezTo>
                        <a:pt x="14537" y="3765"/>
                        <a:pt x="14782" y="3760"/>
                        <a:pt x="15026" y="3755"/>
                      </a:cubicBezTo>
                      <a:cubicBezTo>
                        <a:pt x="15043" y="5280"/>
                        <a:pt x="15063" y="6803"/>
                        <a:pt x="15082" y="8329"/>
                      </a:cubicBezTo>
                      <a:cubicBezTo>
                        <a:pt x="15085" y="8640"/>
                        <a:pt x="15091" y="9250"/>
                        <a:pt x="15192" y="9518"/>
                      </a:cubicBezTo>
                      <a:cubicBezTo>
                        <a:pt x="15235" y="9634"/>
                        <a:pt x="15303" y="9679"/>
                        <a:pt x="15380" y="9679"/>
                      </a:cubicBezTo>
                      <a:cubicBezTo>
                        <a:pt x="15479" y="9679"/>
                        <a:pt x="15592" y="9606"/>
                        <a:pt x="15687" y="9518"/>
                      </a:cubicBezTo>
                      <a:cubicBezTo>
                        <a:pt x="15740" y="7639"/>
                        <a:pt x="15677" y="5757"/>
                        <a:pt x="15615" y="3879"/>
                      </a:cubicBezTo>
                      <a:cubicBezTo>
                        <a:pt x="15612" y="3834"/>
                        <a:pt x="15611" y="3786"/>
                        <a:pt x="15609" y="3742"/>
                      </a:cubicBezTo>
                      <a:cubicBezTo>
                        <a:pt x="15854" y="3736"/>
                        <a:pt x="16098" y="3729"/>
                        <a:pt x="16343" y="3724"/>
                      </a:cubicBezTo>
                      <a:cubicBezTo>
                        <a:pt x="16360" y="5260"/>
                        <a:pt x="16380" y="6795"/>
                        <a:pt x="16397" y="8330"/>
                      </a:cubicBezTo>
                      <a:cubicBezTo>
                        <a:pt x="16402" y="8642"/>
                        <a:pt x="16407" y="9251"/>
                        <a:pt x="16508" y="9519"/>
                      </a:cubicBezTo>
                      <a:cubicBezTo>
                        <a:pt x="16551" y="9636"/>
                        <a:pt x="16619" y="9680"/>
                        <a:pt x="16696" y="9680"/>
                      </a:cubicBezTo>
                      <a:cubicBezTo>
                        <a:pt x="16795" y="9680"/>
                        <a:pt x="16909" y="9607"/>
                        <a:pt x="17003" y="9519"/>
                      </a:cubicBezTo>
                      <a:cubicBezTo>
                        <a:pt x="17057" y="7640"/>
                        <a:pt x="16994" y="5759"/>
                        <a:pt x="16930" y="3880"/>
                      </a:cubicBezTo>
                      <a:cubicBezTo>
                        <a:pt x="16929" y="3825"/>
                        <a:pt x="16928" y="3768"/>
                        <a:pt x="16923" y="3711"/>
                      </a:cubicBezTo>
                      <a:cubicBezTo>
                        <a:pt x="17168" y="3704"/>
                        <a:pt x="17413" y="3698"/>
                        <a:pt x="17657" y="3691"/>
                      </a:cubicBezTo>
                      <a:cubicBezTo>
                        <a:pt x="17677" y="5239"/>
                        <a:pt x="17694" y="6786"/>
                        <a:pt x="17714" y="8332"/>
                      </a:cubicBezTo>
                      <a:cubicBezTo>
                        <a:pt x="17719" y="8644"/>
                        <a:pt x="17723" y="9252"/>
                        <a:pt x="17824" y="9520"/>
                      </a:cubicBezTo>
                      <a:cubicBezTo>
                        <a:pt x="17867" y="9637"/>
                        <a:pt x="17936" y="9682"/>
                        <a:pt x="18013" y="9682"/>
                      </a:cubicBezTo>
                      <a:cubicBezTo>
                        <a:pt x="18112" y="9682"/>
                        <a:pt x="18225" y="9609"/>
                        <a:pt x="18319" y="9520"/>
                      </a:cubicBezTo>
                      <a:cubicBezTo>
                        <a:pt x="18374" y="7643"/>
                        <a:pt x="18311" y="5760"/>
                        <a:pt x="18247" y="3883"/>
                      </a:cubicBezTo>
                      <a:cubicBezTo>
                        <a:pt x="18246" y="3814"/>
                        <a:pt x="18242" y="3746"/>
                        <a:pt x="18237" y="3678"/>
                      </a:cubicBezTo>
                      <a:cubicBezTo>
                        <a:pt x="18482" y="3671"/>
                        <a:pt x="18727" y="3667"/>
                        <a:pt x="18973" y="3660"/>
                      </a:cubicBezTo>
                      <a:cubicBezTo>
                        <a:pt x="18994" y="5218"/>
                        <a:pt x="19011" y="6776"/>
                        <a:pt x="19031" y="8336"/>
                      </a:cubicBezTo>
                      <a:cubicBezTo>
                        <a:pt x="19034" y="8647"/>
                        <a:pt x="19040" y="9257"/>
                        <a:pt x="19141" y="9525"/>
                      </a:cubicBezTo>
                      <a:cubicBezTo>
                        <a:pt x="19184" y="9642"/>
                        <a:pt x="19253" y="9686"/>
                        <a:pt x="19330" y="9686"/>
                      </a:cubicBezTo>
                      <a:cubicBezTo>
                        <a:pt x="19429" y="9686"/>
                        <a:pt x="19542" y="9613"/>
                        <a:pt x="19636" y="9525"/>
                      </a:cubicBezTo>
                      <a:cubicBezTo>
                        <a:pt x="19690" y="7646"/>
                        <a:pt x="19628" y="5764"/>
                        <a:pt x="19564" y="3886"/>
                      </a:cubicBezTo>
                      <a:cubicBezTo>
                        <a:pt x="19563" y="3806"/>
                        <a:pt x="19557" y="3726"/>
                        <a:pt x="19551" y="3645"/>
                      </a:cubicBezTo>
                      <a:cubicBezTo>
                        <a:pt x="19630" y="3642"/>
                        <a:pt x="19710" y="3641"/>
                        <a:pt x="19789" y="3638"/>
                      </a:cubicBezTo>
                      <a:cubicBezTo>
                        <a:pt x="19795" y="3461"/>
                        <a:pt x="19880" y="3046"/>
                        <a:pt x="19844" y="2902"/>
                      </a:cubicBezTo>
                      <a:cubicBezTo>
                        <a:pt x="19808" y="2758"/>
                        <a:pt x="19682" y="2668"/>
                        <a:pt x="19535" y="2667"/>
                      </a:cubicBezTo>
                      <a:lnTo>
                        <a:pt x="19239" y="2661"/>
                      </a:lnTo>
                      <a:cubicBezTo>
                        <a:pt x="18717" y="1655"/>
                        <a:pt x="18283" y="939"/>
                        <a:pt x="17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a:off x="3547800" y="3549300"/>
                  <a:ext cx="438250" cy="5750"/>
                </a:xfrm>
                <a:custGeom>
                  <a:rect b="b" l="l" r="r" t="t"/>
                  <a:pathLst>
                    <a:path extrusionOk="0" h="230" w="17530">
                      <a:moveTo>
                        <a:pt x="16857" y="0"/>
                      </a:moveTo>
                      <a:cubicBezTo>
                        <a:pt x="14796" y="0"/>
                        <a:pt x="12737" y="35"/>
                        <a:pt x="10677" y="42"/>
                      </a:cubicBezTo>
                      <a:cubicBezTo>
                        <a:pt x="8407" y="49"/>
                        <a:pt x="6135" y="70"/>
                        <a:pt x="3864" y="86"/>
                      </a:cubicBezTo>
                      <a:cubicBezTo>
                        <a:pt x="3236" y="89"/>
                        <a:pt x="2608" y="95"/>
                        <a:pt x="1981" y="104"/>
                      </a:cubicBezTo>
                      <a:cubicBezTo>
                        <a:pt x="1915" y="104"/>
                        <a:pt x="1848" y="105"/>
                        <a:pt x="1780" y="105"/>
                      </a:cubicBezTo>
                      <a:cubicBezTo>
                        <a:pt x="1566" y="105"/>
                        <a:pt x="1350" y="102"/>
                        <a:pt x="1134" y="102"/>
                      </a:cubicBezTo>
                      <a:cubicBezTo>
                        <a:pt x="761" y="102"/>
                        <a:pt x="387" y="110"/>
                        <a:pt x="23" y="157"/>
                      </a:cubicBezTo>
                      <a:cubicBezTo>
                        <a:pt x="0" y="160"/>
                        <a:pt x="0" y="190"/>
                        <a:pt x="23" y="194"/>
                      </a:cubicBezTo>
                      <a:cubicBezTo>
                        <a:pt x="270" y="222"/>
                        <a:pt x="522" y="230"/>
                        <a:pt x="775" y="230"/>
                      </a:cubicBezTo>
                      <a:cubicBezTo>
                        <a:pt x="1105" y="230"/>
                        <a:pt x="1437" y="216"/>
                        <a:pt x="1762" y="214"/>
                      </a:cubicBezTo>
                      <a:cubicBezTo>
                        <a:pt x="2320" y="212"/>
                        <a:pt x="2874" y="210"/>
                        <a:pt x="3431" y="204"/>
                      </a:cubicBezTo>
                      <a:cubicBezTo>
                        <a:pt x="4567" y="194"/>
                        <a:pt x="5701" y="183"/>
                        <a:pt x="6838" y="174"/>
                      </a:cubicBezTo>
                      <a:cubicBezTo>
                        <a:pt x="9108" y="153"/>
                        <a:pt x="11379" y="121"/>
                        <a:pt x="13651" y="102"/>
                      </a:cubicBezTo>
                      <a:cubicBezTo>
                        <a:pt x="14931" y="92"/>
                        <a:pt x="16211" y="92"/>
                        <a:pt x="17492" y="66"/>
                      </a:cubicBezTo>
                      <a:cubicBezTo>
                        <a:pt x="17530" y="63"/>
                        <a:pt x="17530" y="1"/>
                        <a:pt x="17491" y="1"/>
                      </a:cubicBezTo>
                      <a:cubicBezTo>
                        <a:pt x="17279" y="0"/>
                        <a:pt x="17068" y="0"/>
                        <a:pt x="168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5"/>
                <p:cNvSpPr/>
                <p:nvPr/>
              </p:nvSpPr>
              <p:spPr>
                <a:xfrm>
                  <a:off x="3901175" y="3487600"/>
                  <a:ext cx="46325" cy="64200"/>
                </a:xfrm>
                <a:custGeom>
                  <a:rect b="b" l="l" r="r" t="t"/>
                  <a:pathLst>
                    <a:path extrusionOk="0" h="2568" w="1853">
                      <a:moveTo>
                        <a:pt x="1790" y="0"/>
                      </a:moveTo>
                      <a:cubicBezTo>
                        <a:pt x="1779" y="0"/>
                        <a:pt x="1768" y="4"/>
                        <a:pt x="1758" y="13"/>
                      </a:cubicBezTo>
                      <a:cubicBezTo>
                        <a:pt x="1660" y="93"/>
                        <a:pt x="1585" y="212"/>
                        <a:pt x="1506" y="310"/>
                      </a:cubicBezTo>
                      <a:cubicBezTo>
                        <a:pt x="1435" y="399"/>
                        <a:pt x="1366" y="487"/>
                        <a:pt x="1298" y="575"/>
                      </a:cubicBezTo>
                      <a:cubicBezTo>
                        <a:pt x="1140" y="782"/>
                        <a:pt x="987" y="993"/>
                        <a:pt x="839" y="1207"/>
                      </a:cubicBezTo>
                      <a:cubicBezTo>
                        <a:pt x="546" y="1628"/>
                        <a:pt x="268" y="2060"/>
                        <a:pt x="18" y="2510"/>
                      </a:cubicBezTo>
                      <a:cubicBezTo>
                        <a:pt x="1" y="2540"/>
                        <a:pt x="27" y="2568"/>
                        <a:pt x="54" y="2568"/>
                      </a:cubicBezTo>
                      <a:cubicBezTo>
                        <a:pt x="66" y="2568"/>
                        <a:pt x="78" y="2562"/>
                        <a:pt x="87" y="2549"/>
                      </a:cubicBezTo>
                      <a:cubicBezTo>
                        <a:pt x="356" y="2122"/>
                        <a:pt x="633" y="1696"/>
                        <a:pt x="924" y="1282"/>
                      </a:cubicBezTo>
                      <a:cubicBezTo>
                        <a:pt x="1066" y="1083"/>
                        <a:pt x="1212" y="884"/>
                        <a:pt x="1360" y="689"/>
                      </a:cubicBezTo>
                      <a:cubicBezTo>
                        <a:pt x="1444" y="576"/>
                        <a:pt x="1529" y="465"/>
                        <a:pt x="1617" y="353"/>
                      </a:cubicBezTo>
                      <a:cubicBezTo>
                        <a:pt x="1689" y="262"/>
                        <a:pt x="1777" y="171"/>
                        <a:pt x="1833" y="69"/>
                      </a:cubicBezTo>
                      <a:cubicBezTo>
                        <a:pt x="1852" y="33"/>
                        <a:pt x="1823" y="0"/>
                        <a:pt x="17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5"/>
                <p:cNvSpPr/>
                <p:nvPr/>
              </p:nvSpPr>
              <p:spPr>
                <a:xfrm>
                  <a:off x="3943275" y="3504750"/>
                  <a:ext cx="18075" cy="33100"/>
                </a:xfrm>
                <a:custGeom>
                  <a:rect b="b" l="l" r="r" t="t"/>
                  <a:pathLst>
                    <a:path extrusionOk="0" h="1324" w="723">
                      <a:moveTo>
                        <a:pt x="403" y="73"/>
                      </a:moveTo>
                      <a:cubicBezTo>
                        <a:pt x="467" y="73"/>
                        <a:pt x="528" y="113"/>
                        <a:pt x="567" y="177"/>
                      </a:cubicBezTo>
                      <a:cubicBezTo>
                        <a:pt x="623" y="269"/>
                        <a:pt x="637" y="393"/>
                        <a:pt x="644" y="498"/>
                      </a:cubicBezTo>
                      <a:cubicBezTo>
                        <a:pt x="660" y="696"/>
                        <a:pt x="642" y="933"/>
                        <a:pt x="547" y="1115"/>
                      </a:cubicBezTo>
                      <a:cubicBezTo>
                        <a:pt x="506" y="1197"/>
                        <a:pt x="424" y="1274"/>
                        <a:pt x="328" y="1274"/>
                      </a:cubicBezTo>
                      <a:cubicBezTo>
                        <a:pt x="309" y="1274"/>
                        <a:pt x="290" y="1271"/>
                        <a:pt x="270" y="1265"/>
                      </a:cubicBezTo>
                      <a:lnTo>
                        <a:pt x="258" y="1259"/>
                      </a:lnTo>
                      <a:cubicBezTo>
                        <a:pt x="90" y="1144"/>
                        <a:pt x="106" y="889"/>
                        <a:pt x="120" y="708"/>
                      </a:cubicBezTo>
                      <a:cubicBezTo>
                        <a:pt x="132" y="598"/>
                        <a:pt x="147" y="487"/>
                        <a:pt x="170" y="379"/>
                      </a:cubicBezTo>
                      <a:cubicBezTo>
                        <a:pt x="192" y="283"/>
                        <a:pt x="218" y="175"/>
                        <a:pt x="297" y="112"/>
                      </a:cubicBezTo>
                      <a:cubicBezTo>
                        <a:pt x="331" y="85"/>
                        <a:pt x="367" y="73"/>
                        <a:pt x="403" y="73"/>
                      </a:cubicBezTo>
                      <a:close/>
                      <a:moveTo>
                        <a:pt x="405" y="1"/>
                      </a:moveTo>
                      <a:cubicBezTo>
                        <a:pt x="144" y="1"/>
                        <a:pt x="84" y="374"/>
                        <a:pt x="58" y="566"/>
                      </a:cubicBezTo>
                      <a:cubicBezTo>
                        <a:pt x="31" y="750"/>
                        <a:pt x="0" y="1011"/>
                        <a:pt x="109" y="1177"/>
                      </a:cubicBezTo>
                      <a:cubicBezTo>
                        <a:pt x="126" y="1210"/>
                        <a:pt x="146" y="1242"/>
                        <a:pt x="178" y="1270"/>
                      </a:cubicBezTo>
                      <a:cubicBezTo>
                        <a:pt x="223" y="1307"/>
                        <a:pt x="275" y="1324"/>
                        <a:pt x="329" y="1324"/>
                      </a:cubicBezTo>
                      <a:cubicBezTo>
                        <a:pt x="375" y="1324"/>
                        <a:pt x="422" y="1311"/>
                        <a:pt x="464" y="1288"/>
                      </a:cubicBezTo>
                      <a:cubicBezTo>
                        <a:pt x="565" y="1230"/>
                        <a:pt x="621" y="1123"/>
                        <a:pt x="657" y="1018"/>
                      </a:cubicBezTo>
                      <a:cubicBezTo>
                        <a:pt x="702" y="884"/>
                        <a:pt x="722" y="740"/>
                        <a:pt x="721" y="600"/>
                      </a:cubicBezTo>
                      <a:cubicBezTo>
                        <a:pt x="721" y="400"/>
                        <a:pt x="688" y="11"/>
                        <a:pt x="415" y="1"/>
                      </a:cubicBezTo>
                      <a:cubicBezTo>
                        <a:pt x="412" y="1"/>
                        <a:pt x="408"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 name="Google Shape;123;p5"/>
              <p:cNvGrpSpPr/>
              <p:nvPr/>
            </p:nvGrpSpPr>
            <p:grpSpPr>
              <a:xfrm>
                <a:off x="729600" y="3289550"/>
                <a:ext cx="153100" cy="120225"/>
                <a:chOff x="4077475" y="3567100"/>
                <a:chExt cx="153100" cy="120225"/>
              </a:xfrm>
            </p:grpSpPr>
            <p:sp>
              <p:nvSpPr>
                <p:cNvPr id="124" name="Google Shape;124;p5"/>
                <p:cNvSpPr/>
                <p:nvPr/>
              </p:nvSpPr>
              <p:spPr>
                <a:xfrm>
                  <a:off x="4077475" y="3567100"/>
                  <a:ext cx="153100" cy="120225"/>
                </a:xfrm>
                <a:custGeom>
                  <a:rect b="b" l="l" r="r" t="t"/>
                  <a:pathLst>
                    <a:path extrusionOk="0" h="4809" w="6124">
                      <a:moveTo>
                        <a:pt x="2731" y="1"/>
                      </a:moveTo>
                      <a:cubicBezTo>
                        <a:pt x="2276" y="1"/>
                        <a:pt x="1821" y="7"/>
                        <a:pt x="1365" y="17"/>
                      </a:cubicBezTo>
                      <a:cubicBezTo>
                        <a:pt x="1205" y="21"/>
                        <a:pt x="1011" y="14"/>
                        <a:pt x="903" y="183"/>
                      </a:cubicBezTo>
                      <a:cubicBezTo>
                        <a:pt x="676" y="540"/>
                        <a:pt x="469" y="919"/>
                        <a:pt x="283" y="1315"/>
                      </a:cubicBezTo>
                      <a:cubicBezTo>
                        <a:pt x="237" y="1318"/>
                        <a:pt x="191" y="1318"/>
                        <a:pt x="145" y="1319"/>
                      </a:cubicBezTo>
                      <a:cubicBezTo>
                        <a:pt x="97" y="1321"/>
                        <a:pt x="54" y="1371"/>
                        <a:pt x="50" y="1435"/>
                      </a:cubicBezTo>
                      <a:cubicBezTo>
                        <a:pt x="35" y="1574"/>
                        <a:pt x="18" y="1715"/>
                        <a:pt x="4" y="1855"/>
                      </a:cubicBezTo>
                      <a:cubicBezTo>
                        <a:pt x="0" y="1900"/>
                        <a:pt x="59" y="1907"/>
                        <a:pt x="104" y="1907"/>
                      </a:cubicBezTo>
                      <a:cubicBezTo>
                        <a:pt x="118" y="1907"/>
                        <a:pt x="130" y="1906"/>
                        <a:pt x="139" y="1906"/>
                      </a:cubicBezTo>
                      <a:cubicBezTo>
                        <a:pt x="201" y="1902"/>
                        <a:pt x="267" y="1900"/>
                        <a:pt x="335" y="1900"/>
                      </a:cubicBezTo>
                      <a:cubicBezTo>
                        <a:pt x="411" y="1900"/>
                        <a:pt x="489" y="1902"/>
                        <a:pt x="564" y="1904"/>
                      </a:cubicBezTo>
                      <a:cubicBezTo>
                        <a:pt x="515" y="2839"/>
                        <a:pt x="491" y="3776"/>
                        <a:pt x="489" y="4709"/>
                      </a:cubicBezTo>
                      <a:cubicBezTo>
                        <a:pt x="562" y="4754"/>
                        <a:pt x="644" y="4808"/>
                        <a:pt x="720" y="4808"/>
                      </a:cubicBezTo>
                      <a:cubicBezTo>
                        <a:pt x="749" y="4808"/>
                        <a:pt x="777" y="4800"/>
                        <a:pt x="803" y="4781"/>
                      </a:cubicBezTo>
                      <a:cubicBezTo>
                        <a:pt x="887" y="4724"/>
                        <a:pt x="894" y="4608"/>
                        <a:pt x="894" y="4508"/>
                      </a:cubicBezTo>
                      <a:cubicBezTo>
                        <a:pt x="890" y="3679"/>
                        <a:pt x="887" y="2851"/>
                        <a:pt x="881" y="2022"/>
                      </a:cubicBezTo>
                      <a:cubicBezTo>
                        <a:pt x="881" y="1983"/>
                        <a:pt x="880" y="1943"/>
                        <a:pt x="874" y="1904"/>
                      </a:cubicBezTo>
                      <a:cubicBezTo>
                        <a:pt x="1034" y="1904"/>
                        <a:pt x="1192" y="1903"/>
                        <a:pt x="1354" y="1903"/>
                      </a:cubicBezTo>
                      <a:cubicBezTo>
                        <a:pt x="1305" y="2836"/>
                        <a:pt x="1279" y="3773"/>
                        <a:pt x="1277" y="4708"/>
                      </a:cubicBezTo>
                      <a:cubicBezTo>
                        <a:pt x="1350" y="4753"/>
                        <a:pt x="1432" y="4807"/>
                        <a:pt x="1508" y="4807"/>
                      </a:cubicBezTo>
                      <a:cubicBezTo>
                        <a:pt x="1537" y="4807"/>
                        <a:pt x="1566" y="4799"/>
                        <a:pt x="1593" y="4780"/>
                      </a:cubicBezTo>
                      <a:cubicBezTo>
                        <a:pt x="1675" y="4722"/>
                        <a:pt x="1682" y="4607"/>
                        <a:pt x="1682" y="4506"/>
                      </a:cubicBezTo>
                      <a:cubicBezTo>
                        <a:pt x="1679" y="3678"/>
                        <a:pt x="1675" y="2849"/>
                        <a:pt x="1669" y="2021"/>
                      </a:cubicBezTo>
                      <a:cubicBezTo>
                        <a:pt x="1669" y="1979"/>
                        <a:pt x="1666" y="1940"/>
                        <a:pt x="1660" y="1900"/>
                      </a:cubicBezTo>
                      <a:cubicBezTo>
                        <a:pt x="1820" y="1900"/>
                        <a:pt x="1982" y="1898"/>
                        <a:pt x="2140" y="1898"/>
                      </a:cubicBezTo>
                      <a:cubicBezTo>
                        <a:pt x="2091" y="2835"/>
                        <a:pt x="2065" y="3771"/>
                        <a:pt x="2064" y="4708"/>
                      </a:cubicBezTo>
                      <a:cubicBezTo>
                        <a:pt x="2137" y="4753"/>
                        <a:pt x="2218" y="4807"/>
                        <a:pt x="2295" y="4807"/>
                      </a:cubicBezTo>
                      <a:cubicBezTo>
                        <a:pt x="2324" y="4807"/>
                        <a:pt x="2352" y="4799"/>
                        <a:pt x="2379" y="4780"/>
                      </a:cubicBezTo>
                      <a:cubicBezTo>
                        <a:pt x="2461" y="4722"/>
                        <a:pt x="2469" y="4607"/>
                        <a:pt x="2469" y="4506"/>
                      </a:cubicBezTo>
                      <a:cubicBezTo>
                        <a:pt x="2466" y="3678"/>
                        <a:pt x="2461" y="2849"/>
                        <a:pt x="2457" y="2021"/>
                      </a:cubicBezTo>
                      <a:cubicBezTo>
                        <a:pt x="2457" y="1979"/>
                        <a:pt x="2453" y="1936"/>
                        <a:pt x="2447" y="1896"/>
                      </a:cubicBezTo>
                      <a:cubicBezTo>
                        <a:pt x="2608" y="1896"/>
                        <a:pt x="2768" y="1893"/>
                        <a:pt x="2928" y="1891"/>
                      </a:cubicBezTo>
                      <a:lnTo>
                        <a:pt x="2928" y="1891"/>
                      </a:lnTo>
                      <a:cubicBezTo>
                        <a:pt x="2879" y="2828"/>
                        <a:pt x="2855" y="3769"/>
                        <a:pt x="2853" y="4706"/>
                      </a:cubicBezTo>
                      <a:cubicBezTo>
                        <a:pt x="2927" y="4751"/>
                        <a:pt x="3009" y="4804"/>
                        <a:pt x="3085" y="4804"/>
                      </a:cubicBezTo>
                      <a:cubicBezTo>
                        <a:pt x="3113" y="4804"/>
                        <a:pt x="3141" y="4797"/>
                        <a:pt x="3167" y="4778"/>
                      </a:cubicBezTo>
                      <a:cubicBezTo>
                        <a:pt x="3251" y="4721"/>
                        <a:pt x="3258" y="4606"/>
                        <a:pt x="3258" y="4505"/>
                      </a:cubicBezTo>
                      <a:cubicBezTo>
                        <a:pt x="3254" y="3676"/>
                        <a:pt x="3251" y="2848"/>
                        <a:pt x="3245" y="2019"/>
                      </a:cubicBezTo>
                      <a:cubicBezTo>
                        <a:pt x="3245" y="1976"/>
                        <a:pt x="3242" y="1933"/>
                        <a:pt x="3235" y="1890"/>
                      </a:cubicBezTo>
                      <a:cubicBezTo>
                        <a:pt x="3395" y="1888"/>
                        <a:pt x="3556" y="1888"/>
                        <a:pt x="3718" y="1885"/>
                      </a:cubicBezTo>
                      <a:lnTo>
                        <a:pt x="3718" y="1885"/>
                      </a:lnTo>
                      <a:cubicBezTo>
                        <a:pt x="3669" y="2825"/>
                        <a:pt x="3643" y="3764"/>
                        <a:pt x="3641" y="4705"/>
                      </a:cubicBezTo>
                      <a:cubicBezTo>
                        <a:pt x="3715" y="4749"/>
                        <a:pt x="3797" y="4803"/>
                        <a:pt x="3874" y="4803"/>
                      </a:cubicBezTo>
                      <a:cubicBezTo>
                        <a:pt x="3902" y="4803"/>
                        <a:pt x="3930" y="4795"/>
                        <a:pt x="3957" y="4777"/>
                      </a:cubicBezTo>
                      <a:cubicBezTo>
                        <a:pt x="4039" y="4719"/>
                        <a:pt x="4046" y="4604"/>
                        <a:pt x="4046" y="4503"/>
                      </a:cubicBezTo>
                      <a:cubicBezTo>
                        <a:pt x="4043" y="3675"/>
                        <a:pt x="4039" y="2846"/>
                        <a:pt x="4035" y="2018"/>
                      </a:cubicBezTo>
                      <a:cubicBezTo>
                        <a:pt x="4035" y="1972"/>
                        <a:pt x="4030" y="1927"/>
                        <a:pt x="4023" y="1883"/>
                      </a:cubicBezTo>
                      <a:cubicBezTo>
                        <a:pt x="4183" y="1881"/>
                        <a:pt x="4346" y="1881"/>
                        <a:pt x="4506" y="1878"/>
                      </a:cubicBezTo>
                      <a:lnTo>
                        <a:pt x="4506" y="1878"/>
                      </a:lnTo>
                      <a:cubicBezTo>
                        <a:pt x="4457" y="2819"/>
                        <a:pt x="4432" y="3761"/>
                        <a:pt x="4431" y="4704"/>
                      </a:cubicBezTo>
                      <a:cubicBezTo>
                        <a:pt x="4504" y="4748"/>
                        <a:pt x="4586" y="4802"/>
                        <a:pt x="4662" y="4802"/>
                      </a:cubicBezTo>
                      <a:cubicBezTo>
                        <a:pt x="4691" y="4802"/>
                        <a:pt x="4719" y="4794"/>
                        <a:pt x="4745" y="4776"/>
                      </a:cubicBezTo>
                      <a:cubicBezTo>
                        <a:pt x="4829" y="4718"/>
                        <a:pt x="4836" y="4601"/>
                        <a:pt x="4836" y="4502"/>
                      </a:cubicBezTo>
                      <a:cubicBezTo>
                        <a:pt x="4832" y="3673"/>
                        <a:pt x="4829" y="2845"/>
                        <a:pt x="4823" y="2017"/>
                      </a:cubicBezTo>
                      <a:cubicBezTo>
                        <a:pt x="4823" y="1969"/>
                        <a:pt x="4820" y="1923"/>
                        <a:pt x="4810" y="1877"/>
                      </a:cubicBezTo>
                      <a:cubicBezTo>
                        <a:pt x="4971" y="1877"/>
                        <a:pt x="5133" y="1875"/>
                        <a:pt x="5295" y="1875"/>
                      </a:cubicBezTo>
                      <a:cubicBezTo>
                        <a:pt x="5246" y="2818"/>
                        <a:pt x="5221" y="3760"/>
                        <a:pt x="5219" y="4704"/>
                      </a:cubicBezTo>
                      <a:cubicBezTo>
                        <a:pt x="5292" y="4748"/>
                        <a:pt x="5374" y="4802"/>
                        <a:pt x="5451" y="4802"/>
                      </a:cubicBezTo>
                      <a:cubicBezTo>
                        <a:pt x="5480" y="4802"/>
                        <a:pt x="5508" y="4794"/>
                        <a:pt x="5535" y="4776"/>
                      </a:cubicBezTo>
                      <a:cubicBezTo>
                        <a:pt x="5617" y="4718"/>
                        <a:pt x="5624" y="4601"/>
                        <a:pt x="5624" y="4502"/>
                      </a:cubicBezTo>
                      <a:cubicBezTo>
                        <a:pt x="5621" y="3673"/>
                        <a:pt x="5617" y="2845"/>
                        <a:pt x="5612" y="2017"/>
                      </a:cubicBezTo>
                      <a:cubicBezTo>
                        <a:pt x="5612" y="1968"/>
                        <a:pt x="5608" y="1920"/>
                        <a:pt x="5599" y="1874"/>
                      </a:cubicBezTo>
                      <a:cubicBezTo>
                        <a:pt x="5764" y="1874"/>
                        <a:pt x="5925" y="1873"/>
                        <a:pt x="6089" y="1873"/>
                      </a:cubicBezTo>
                      <a:cubicBezTo>
                        <a:pt x="6117" y="1751"/>
                        <a:pt x="6124" y="1571"/>
                        <a:pt x="6117" y="1437"/>
                      </a:cubicBezTo>
                      <a:cubicBezTo>
                        <a:pt x="6094" y="1420"/>
                        <a:pt x="6066" y="1383"/>
                        <a:pt x="6039" y="1378"/>
                      </a:cubicBezTo>
                      <a:cubicBezTo>
                        <a:pt x="6016" y="1377"/>
                        <a:pt x="5994" y="1375"/>
                        <a:pt x="5971" y="1373"/>
                      </a:cubicBezTo>
                      <a:cubicBezTo>
                        <a:pt x="5843" y="876"/>
                        <a:pt x="5604" y="448"/>
                        <a:pt x="5327" y="80"/>
                      </a:cubicBezTo>
                      <a:cubicBezTo>
                        <a:pt x="4463" y="23"/>
                        <a:pt x="3598" y="1"/>
                        <a:pt x="2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5"/>
                <p:cNvSpPr/>
                <p:nvPr/>
              </p:nvSpPr>
              <p:spPr>
                <a:xfrm>
                  <a:off x="4089450" y="3598325"/>
                  <a:ext cx="130425" cy="3600"/>
                </a:xfrm>
                <a:custGeom>
                  <a:rect b="b" l="l" r="r" t="t"/>
                  <a:pathLst>
                    <a:path extrusionOk="0" h="144" w="5217">
                      <a:moveTo>
                        <a:pt x="2501" y="1"/>
                      </a:moveTo>
                      <a:cubicBezTo>
                        <a:pt x="2094" y="1"/>
                        <a:pt x="1688" y="11"/>
                        <a:pt x="1281" y="16"/>
                      </a:cubicBezTo>
                      <a:cubicBezTo>
                        <a:pt x="860" y="21"/>
                        <a:pt x="438" y="8"/>
                        <a:pt x="19" y="76"/>
                      </a:cubicBezTo>
                      <a:cubicBezTo>
                        <a:pt x="0" y="79"/>
                        <a:pt x="6" y="105"/>
                        <a:pt x="22" y="106"/>
                      </a:cubicBezTo>
                      <a:cubicBezTo>
                        <a:pt x="108" y="111"/>
                        <a:pt x="194" y="113"/>
                        <a:pt x="280" y="113"/>
                      </a:cubicBezTo>
                      <a:cubicBezTo>
                        <a:pt x="626" y="113"/>
                        <a:pt x="971" y="81"/>
                        <a:pt x="1315" y="70"/>
                      </a:cubicBezTo>
                      <a:cubicBezTo>
                        <a:pt x="1541" y="63"/>
                        <a:pt x="1767" y="61"/>
                        <a:pt x="1993" y="61"/>
                      </a:cubicBezTo>
                      <a:cubicBezTo>
                        <a:pt x="2199" y="61"/>
                        <a:pt x="2405" y="63"/>
                        <a:pt x="2611" y="65"/>
                      </a:cubicBezTo>
                      <a:cubicBezTo>
                        <a:pt x="3472" y="73"/>
                        <a:pt x="4335" y="105"/>
                        <a:pt x="5197" y="144"/>
                      </a:cubicBezTo>
                      <a:cubicBezTo>
                        <a:pt x="5197" y="144"/>
                        <a:pt x="5198" y="144"/>
                        <a:pt x="5198" y="144"/>
                      </a:cubicBezTo>
                      <a:cubicBezTo>
                        <a:pt x="5217" y="144"/>
                        <a:pt x="5215" y="115"/>
                        <a:pt x="5198" y="113"/>
                      </a:cubicBezTo>
                      <a:cubicBezTo>
                        <a:pt x="4327" y="37"/>
                        <a:pt x="3449" y="4"/>
                        <a:pt x="2576" y="1"/>
                      </a:cubicBezTo>
                      <a:cubicBezTo>
                        <a:pt x="2551" y="1"/>
                        <a:pt x="2526" y="1"/>
                        <a:pt x="2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5"/>
                <p:cNvSpPr/>
                <p:nvPr/>
              </p:nvSpPr>
              <p:spPr>
                <a:xfrm>
                  <a:off x="4106350" y="3571575"/>
                  <a:ext cx="12475" cy="28250"/>
                </a:xfrm>
                <a:custGeom>
                  <a:rect b="b" l="l" r="r" t="t"/>
                  <a:pathLst>
                    <a:path extrusionOk="0" h="1130" w="499">
                      <a:moveTo>
                        <a:pt x="23" y="0"/>
                      </a:moveTo>
                      <a:cubicBezTo>
                        <a:pt x="12" y="0"/>
                        <a:pt x="1" y="10"/>
                        <a:pt x="5" y="22"/>
                      </a:cubicBezTo>
                      <a:lnTo>
                        <a:pt x="232" y="588"/>
                      </a:lnTo>
                      <a:cubicBezTo>
                        <a:pt x="271" y="682"/>
                        <a:pt x="307" y="774"/>
                        <a:pt x="344" y="868"/>
                      </a:cubicBezTo>
                      <a:lnTo>
                        <a:pt x="400" y="1006"/>
                      </a:lnTo>
                      <a:cubicBezTo>
                        <a:pt x="416" y="1047"/>
                        <a:pt x="425" y="1096"/>
                        <a:pt x="459" y="1124"/>
                      </a:cubicBezTo>
                      <a:cubicBezTo>
                        <a:pt x="464" y="1128"/>
                        <a:pt x="469" y="1130"/>
                        <a:pt x="474" y="1130"/>
                      </a:cubicBezTo>
                      <a:cubicBezTo>
                        <a:pt x="486" y="1130"/>
                        <a:pt x="496" y="1121"/>
                        <a:pt x="497" y="1107"/>
                      </a:cubicBezTo>
                      <a:cubicBezTo>
                        <a:pt x="498" y="1070"/>
                        <a:pt x="475" y="1034"/>
                        <a:pt x="459" y="996"/>
                      </a:cubicBezTo>
                      <a:cubicBezTo>
                        <a:pt x="439" y="949"/>
                        <a:pt x="419" y="904"/>
                        <a:pt x="400" y="858"/>
                      </a:cubicBezTo>
                      <a:cubicBezTo>
                        <a:pt x="358" y="761"/>
                        <a:pt x="317" y="666"/>
                        <a:pt x="278" y="571"/>
                      </a:cubicBezTo>
                      <a:cubicBezTo>
                        <a:pt x="196" y="384"/>
                        <a:pt x="115" y="197"/>
                        <a:pt x="36" y="9"/>
                      </a:cubicBezTo>
                      <a:cubicBezTo>
                        <a:pt x="33" y="3"/>
                        <a:pt x="28" y="0"/>
                        <a:pt x="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 name="Google Shape;127;p5"/>
              <p:cNvSpPr/>
              <p:nvPr/>
            </p:nvSpPr>
            <p:spPr>
              <a:xfrm>
                <a:off x="826175" y="3861975"/>
                <a:ext cx="7800" cy="97125"/>
              </a:xfrm>
              <a:custGeom>
                <a:rect b="b" l="l" r="r" t="t"/>
                <a:pathLst>
                  <a:path extrusionOk="0" h="3885" w="312">
                    <a:moveTo>
                      <a:pt x="266" y="0"/>
                    </a:moveTo>
                    <a:cubicBezTo>
                      <a:pt x="248" y="0"/>
                      <a:pt x="230" y="10"/>
                      <a:pt x="224" y="32"/>
                    </a:cubicBezTo>
                    <a:cubicBezTo>
                      <a:pt x="131" y="323"/>
                      <a:pt x="120" y="649"/>
                      <a:pt x="91" y="951"/>
                    </a:cubicBezTo>
                    <a:cubicBezTo>
                      <a:pt x="59" y="1267"/>
                      <a:pt x="38" y="1584"/>
                      <a:pt x="26" y="1901"/>
                    </a:cubicBezTo>
                    <a:cubicBezTo>
                      <a:pt x="0" y="2547"/>
                      <a:pt x="21" y="3194"/>
                      <a:pt x="71" y="3838"/>
                    </a:cubicBezTo>
                    <a:cubicBezTo>
                      <a:pt x="73" y="3869"/>
                      <a:pt x="98" y="3885"/>
                      <a:pt x="122" y="3885"/>
                    </a:cubicBezTo>
                    <a:cubicBezTo>
                      <a:pt x="145" y="3885"/>
                      <a:pt x="168" y="3869"/>
                      <a:pt x="166" y="3838"/>
                    </a:cubicBezTo>
                    <a:cubicBezTo>
                      <a:pt x="129" y="3204"/>
                      <a:pt x="124" y="2571"/>
                      <a:pt x="150" y="1937"/>
                    </a:cubicBezTo>
                    <a:cubicBezTo>
                      <a:pt x="163" y="1633"/>
                      <a:pt x="182" y="1326"/>
                      <a:pt x="211" y="1022"/>
                    </a:cubicBezTo>
                    <a:cubicBezTo>
                      <a:pt x="239" y="698"/>
                      <a:pt x="312" y="366"/>
                      <a:pt x="309" y="42"/>
                    </a:cubicBezTo>
                    <a:cubicBezTo>
                      <a:pt x="309" y="15"/>
                      <a:pt x="287" y="0"/>
                      <a:pt x="266" y="0"/>
                    </a:cubicBezTo>
                    <a:close/>
                  </a:path>
                </a:pathLst>
              </a:custGeom>
              <a:solidFill>
                <a:srgbClr val="C259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 name="Google Shape;128;p5"/>
              <p:cNvGrpSpPr/>
              <p:nvPr/>
            </p:nvGrpSpPr>
            <p:grpSpPr>
              <a:xfrm>
                <a:off x="19675" y="3399450"/>
                <a:ext cx="1179175" cy="897475"/>
                <a:chOff x="3367550" y="3677000"/>
                <a:chExt cx="1179175" cy="897475"/>
              </a:xfrm>
            </p:grpSpPr>
            <p:grpSp>
              <p:nvGrpSpPr>
                <p:cNvPr id="129" name="Google Shape;129;p5"/>
                <p:cNvGrpSpPr/>
                <p:nvPr/>
              </p:nvGrpSpPr>
              <p:grpSpPr>
                <a:xfrm>
                  <a:off x="4304350" y="3727600"/>
                  <a:ext cx="75575" cy="73775"/>
                  <a:chOff x="4304350" y="3727600"/>
                  <a:chExt cx="75575" cy="73775"/>
                </a:xfrm>
              </p:grpSpPr>
              <p:sp>
                <p:nvSpPr>
                  <p:cNvPr id="130" name="Google Shape;130;p5"/>
                  <p:cNvSpPr/>
                  <p:nvPr/>
                </p:nvSpPr>
                <p:spPr>
                  <a:xfrm>
                    <a:off x="4304350" y="3727600"/>
                    <a:ext cx="75575" cy="73775"/>
                  </a:xfrm>
                  <a:custGeom>
                    <a:rect b="b" l="l" r="r" t="t"/>
                    <a:pathLst>
                      <a:path extrusionOk="0" h="2951" w="3023">
                        <a:moveTo>
                          <a:pt x="2494" y="0"/>
                        </a:moveTo>
                        <a:cubicBezTo>
                          <a:pt x="2206" y="0"/>
                          <a:pt x="1865" y="71"/>
                          <a:pt x="1675" y="164"/>
                        </a:cubicBezTo>
                        <a:cubicBezTo>
                          <a:pt x="1182" y="399"/>
                          <a:pt x="692" y="690"/>
                          <a:pt x="357" y="1133"/>
                        </a:cubicBezTo>
                        <a:cubicBezTo>
                          <a:pt x="141" y="1420"/>
                          <a:pt x="1" y="1818"/>
                          <a:pt x="167" y="2135"/>
                        </a:cubicBezTo>
                        <a:cubicBezTo>
                          <a:pt x="303" y="2394"/>
                          <a:pt x="599" y="2521"/>
                          <a:pt x="875" y="2616"/>
                        </a:cubicBezTo>
                        <a:cubicBezTo>
                          <a:pt x="1326" y="2773"/>
                          <a:pt x="1790" y="2898"/>
                          <a:pt x="2264" y="2944"/>
                        </a:cubicBezTo>
                        <a:cubicBezTo>
                          <a:pt x="2305" y="2948"/>
                          <a:pt x="2346" y="2950"/>
                          <a:pt x="2387" y="2950"/>
                        </a:cubicBezTo>
                        <a:cubicBezTo>
                          <a:pt x="2493" y="2950"/>
                          <a:pt x="2597" y="2934"/>
                          <a:pt x="2678" y="2869"/>
                        </a:cubicBezTo>
                        <a:cubicBezTo>
                          <a:pt x="2813" y="2764"/>
                          <a:pt x="2836" y="2571"/>
                          <a:pt x="2848" y="2400"/>
                        </a:cubicBezTo>
                        <a:cubicBezTo>
                          <a:pt x="2888" y="1780"/>
                          <a:pt x="2930" y="1162"/>
                          <a:pt x="2972" y="543"/>
                        </a:cubicBezTo>
                        <a:cubicBezTo>
                          <a:pt x="2979" y="432"/>
                          <a:pt x="3022" y="273"/>
                          <a:pt x="2979" y="168"/>
                        </a:cubicBezTo>
                        <a:cubicBezTo>
                          <a:pt x="2928" y="48"/>
                          <a:pt x="2729" y="0"/>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p:nvPr/>
                </p:nvSpPr>
                <p:spPr>
                  <a:xfrm>
                    <a:off x="4362600" y="3747725"/>
                    <a:ext cx="5750" cy="41575"/>
                  </a:xfrm>
                  <a:custGeom>
                    <a:rect b="b" l="l" r="r" t="t"/>
                    <a:pathLst>
                      <a:path extrusionOk="0" h="1663" w="230">
                        <a:moveTo>
                          <a:pt x="203" y="0"/>
                        </a:moveTo>
                        <a:cubicBezTo>
                          <a:pt x="192" y="0"/>
                          <a:pt x="179" y="7"/>
                          <a:pt x="174" y="19"/>
                        </a:cubicBezTo>
                        <a:cubicBezTo>
                          <a:pt x="81" y="275"/>
                          <a:pt x="42" y="547"/>
                          <a:pt x="24" y="817"/>
                        </a:cubicBezTo>
                        <a:cubicBezTo>
                          <a:pt x="6" y="1085"/>
                          <a:pt x="1" y="1363"/>
                          <a:pt x="38" y="1629"/>
                        </a:cubicBezTo>
                        <a:cubicBezTo>
                          <a:pt x="41" y="1653"/>
                          <a:pt x="60" y="1663"/>
                          <a:pt x="79" y="1663"/>
                        </a:cubicBezTo>
                        <a:cubicBezTo>
                          <a:pt x="105" y="1663"/>
                          <a:pt x="133" y="1646"/>
                          <a:pt x="132" y="1616"/>
                        </a:cubicBezTo>
                        <a:cubicBezTo>
                          <a:pt x="123" y="1348"/>
                          <a:pt x="110" y="1085"/>
                          <a:pt x="132" y="817"/>
                        </a:cubicBezTo>
                        <a:cubicBezTo>
                          <a:pt x="153" y="552"/>
                          <a:pt x="197" y="289"/>
                          <a:pt x="228" y="26"/>
                        </a:cubicBezTo>
                        <a:cubicBezTo>
                          <a:pt x="230" y="9"/>
                          <a:pt x="217" y="0"/>
                          <a:pt x="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5"/>
                  <p:cNvSpPr/>
                  <p:nvPr/>
                </p:nvSpPr>
                <p:spPr>
                  <a:xfrm>
                    <a:off x="4351125" y="3755000"/>
                    <a:ext cx="3225" cy="30275"/>
                  </a:xfrm>
                  <a:custGeom>
                    <a:rect b="b" l="l" r="r" t="t"/>
                    <a:pathLst>
                      <a:path extrusionOk="0" h="1211" w="129">
                        <a:moveTo>
                          <a:pt x="37" y="1"/>
                        </a:moveTo>
                        <a:cubicBezTo>
                          <a:pt x="32" y="1"/>
                          <a:pt x="27" y="3"/>
                          <a:pt x="26" y="7"/>
                        </a:cubicBezTo>
                        <a:cubicBezTo>
                          <a:pt x="6" y="45"/>
                          <a:pt x="12" y="88"/>
                          <a:pt x="10" y="130"/>
                        </a:cubicBezTo>
                        <a:cubicBezTo>
                          <a:pt x="7" y="184"/>
                          <a:pt x="6" y="238"/>
                          <a:pt x="4" y="289"/>
                        </a:cubicBezTo>
                        <a:cubicBezTo>
                          <a:pt x="0" y="393"/>
                          <a:pt x="4" y="497"/>
                          <a:pt x="10" y="599"/>
                        </a:cubicBezTo>
                        <a:cubicBezTo>
                          <a:pt x="13" y="702"/>
                          <a:pt x="20" y="807"/>
                          <a:pt x="27" y="909"/>
                        </a:cubicBezTo>
                        <a:cubicBezTo>
                          <a:pt x="32" y="964"/>
                          <a:pt x="35" y="1016"/>
                          <a:pt x="40" y="1069"/>
                        </a:cubicBezTo>
                        <a:cubicBezTo>
                          <a:pt x="43" y="1112"/>
                          <a:pt x="42" y="1160"/>
                          <a:pt x="65" y="1197"/>
                        </a:cubicBezTo>
                        <a:cubicBezTo>
                          <a:pt x="70" y="1206"/>
                          <a:pt x="79" y="1210"/>
                          <a:pt x="87" y="1210"/>
                        </a:cubicBezTo>
                        <a:cubicBezTo>
                          <a:pt x="98" y="1210"/>
                          <a:pt x="110" y="1203"/>
                          <a:pt x="115" y="1190"/>
                        </a:cubicBezTo>
                        <a:cubicBezTo>
                          <a:pt x="128" y="1150"/>
                          <a:pt x="114" y="1095"/>
                          <a:pt x="111" y="1049"/>
                        </a:cubicBezTo>
                        <a:cubicBezTo>
                          <a:pt x="107" y="994"/>
                          <a:pt x="101" y="942"/>
                          <a:pt x="98" y="887"/>
                        </a:cubicBezTo>
                        <a:cubicBezTo>
                          <a:pt x="91" y="789"/>
                          <a:pt x="85" y="690"/>
                          <a:pt x="81" y="589"/>
                        </a:cubicBezTo>
                        <a:cubicBezTo>
                          <a:pt x="78" y="490"/>
                          <a:pt x="76" y="389"/>
                          <a:pt x="71" y="289"/>
                        </a:cubicBezTo>
                        <a:cubicBezTo>
                          <a:pt x="66" y="236"/>
                          <a:pt x="65" y="181"/>
                          <a:pt x="63" y="130"/>
                        </a:cubicBezTo>
                        <a:cubicBezTo>
                          <a:pt x="62" y="88"/>
                          <a:pt x="68" y="47"/>
                          <a:pt x="49" y="7"/>
                        </a:cubicBezTo>
                        <a:cubicBezTo>
                          <a:pt x="47" y="3"/>
                          <a:pt x="42"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 name="Google Shape;133;p5"/>
                <p:cNvGrpSpPr/>
                <p:nvPr/>
              </p:nvGrpSpPr>
              <p:grpSpPr>
                <a:xfrm>
                  <a:off x="4084900" y="3829625"/>
                  <a:ext cx="419500" cy="510950"/>
                  <a:chOff x="4084900" y="3829625"/>
                  <a:chExt cx="419500" cy="510950"/>
                </a:xfrm>
              </p:grpSpPr>
              <p:sp>
                <p:nvSpPr>
                  <p:cNvPr id="134" name="Google Shape;134;p5"/>
                  <p:cNvSpPr/>
                  <p:nvPr/>
                </p:nvSpPr>
                <p:spPr>
                  <a:xfrm>
                    <a:off x="4084900" y="3829625"/>
                    <a:ext cx="419500" cy="510950"/>
                  </a:xfrm>
                  <a:custGeom>
                    <a:rect b="b" l="l" r="r" t="t"/>
                    <a:pathLst>
                      <a:path extrusionOk="0" h="20438" w="16780">
                        <a:moveTo>
                          <a:pt x="16526" y="0"/>
                        </a:moveTo>
                        <a:cubicBezTo>
                          <a:pt x="16518" y="0"/>
                          <a:pt x="16510" y="7"/>
                          <a:pt x="16513" y="17"/>
                        </a:cubicBezTo>
                        <a:cubicBezTo>
                          <a:pt x="16519" y="40"/>
                          <a:pt x="16523" y="64"/>
                          <a:pt x="16527" y="89"/>
                        </a:cubicBezTo>
                        <a:cubicBezTo>
                          <a:pt x="16508" y="77"/>
                          <a:pt x="16487" y="72"/>
                          <a:pt x="16465" y="72"/>
                        </a:cubicBezTo>
                        <a:cubicBezTo>
                          <a:pt x="16420" y="72"/>
                          <a:pt x="16376" y="95"/>
                          <a:pt x="16351" y="131"/>
                        </a:cubicBezTo>
                        <a:cubicBezTo>
                          <a:pt x="15258" y="435"/>
                          <a:pt x="14190" y="811"/>
                          <a:pt x="13154" y="1278"/>
                        </a:cubicBezTo>
                        <a:cubicBezTo>
                          <a:pt x="12075" y="1764"/>
                          <a:pt x="11031" y="2317"/>
                          <a:pt x="10027" y="2942"/>
                        </a:cubicBezTo>
                        <a:cubicBezTo>
                          <a:pt x="8005" y="4197"/>
                          <a:pt x="6138" y="5680"/>
                          <a:pt x="4408" y="7309"/>
                        </a:cubicBezTo>
                        <a:cubicBezTo>
                          <a:pt x="3539" y="8124"/>
                          <a:pt x="2702" y="8979"/>
                          <a:pt x="1904" y="9863"/>
                        </a:cubicBezTo>
                        <a:cubicBezTo>
                          <a:pt x="1130" y="10722"/>
                          <a:pt x="359" y="11696"/>
                          <a:pt x="173" y="12870"/>
                        </a:cubicBezTo>
                        <a:cubicBezTo>
                          <a:pt x="0" y="13967"/>
                          <a:pt x="400" y="15060"/>
                          <a:pt x="1070" y="15923"/>
                        </a:cubicBezTo>
                        <a:cubicBezTo>
                          <a:pt x="1803" y="16867"/>
                          <a:pt x="2826" y="17502"/>
                          <a:pt x="3921" y="17949"/>
                        </a:cubicBezTo>
                        <a:cubicBezTo>
                          <a:pt x="5128" y="18443"/>
                          <a:pt x="6410" y="18738"/>
                          <a:pt x="7665" y="19071"/>
                        </a:cubicBezTo>
                        <a:cubicBezTo>
                          <a:pt x="9051" y="19440"/>
                          <a:pt x="10442" y="19802"/>
                          <a:pt x="11830" y="20168"/>
                        </a:cubicBezTo>
                        <a:cubicBezTo>
                          <a:pt x="12168" y="20256"/>
                          <a:pt x="12505" y="20346"/>
                          <a:pt x="12839" y="20436"/>
                        </a:cubicBezTo>
                        <a:cubicBezTo>
                          <a:pt x="12843" y="20437"/>
                          <a:pt x="12847" y="20437"/>
                          <a:pt x="12850" y="20437"/>
                        </a:cubicBezTo>
                        <a:cubicBezTo>
                          <a:pt x="12874" y="20437"/>
                          <a:pt x="12896" y="20418"/>
                          <a:pt x="12895" y="20392"/>
                        </a:cubicBezTo>
                        <a:cubicBezTo>
                          <a:pt x="12812" y="18695"/>
                          <a:pt x="12732" y="16997"/>
                          <a:pt x="12747" y="15296"/>
                        </a:cubicBezTo>
                        <a:cubicBezTo>
                          <a:pt x="12761" y="13592"/>
                          <a:pt x="12869" y="11883"/>
                          <a:pt x="13170" y="10203"/>
                        </a:cubicBezTo>
                        <a:cubicBezTo>
                          <a:pt x="13277" y="9606"/>
                          <a:pt x="13412" y="9015"/>
                          <a:pt x="13564" y="8427"/>
                        </a:cubicBezTo>
                        <a:cubicBezTo>
                          <a:pt x="13564" y="8426"/>
                          <a:pt x="13565" y="8426"/>
                          <a:pt x="13565" y="8426"/>
                        </a:cubicBezTo>
                        <a:cubicBezTo>
                          <a:pt x="13676" y="8148"/>
                          <a:pt x="13754" y="7862"/>
                          <a:pt x="13846" y="7577"/>
                        </a:cubicBezTo>
                        <a:cubicBezTo>
                          <a:pt x="13935" y="7295"/>
                          <a:pt x="14029" y="7012"/>
                          <a:pt x="14128" y="6731"/>
                        </a:cubicBezTo>
                        <a:cubicBezTo>
                          <a:pt x="14324" y="6169"/>
                          <a:pt x="14538" y="5615"/>
                          <a:pt x="14768" y="5064"/>
                        </a:cubicBezTo>
                        <a:cubicBezTo>
                          <a:pt x="15002" y="4507"/>
                          <a:pt x="15252" y="3958"/>
                          <a:pt x="15517" y="3413"/>
                        </a:cubicBezTo>
                        <a:cubicBezTo>
                          <a:pt x="15777" y="2884"/>
                          <a:pt x="16078" y="2374"/>
                          <a:pt x="16327" y="1841"/>
                        </a:cubicBezTo>
                        <a:cubicBezTo>
                          <a:pt x="16588" y="1272"/>
                          <a:pt x="16779" y="617"/>
                          <a:pt x="16540" y="10"/>
                        </a:cubicBezTo>
                        <a:cubicBezTo>
                          <a:pt x="16537" y="4"/>
                          <a:pt x="16531" y="0"/>
                          <a:pt x="16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5"/>
                  <p:cNvSpPr/>
                  <p:nvPr/>
                </p:nvSpPr>
                <p:spPr>
                  <a:xfrm>
                    <a:off x="4368400" y="3961550"/>
                    <a:ext cx="47875" cy="292600"/>
                  </a:xfrm>
                  <a:custGeom>
                    <a:rect b="b" l="l" r="r" t="t"/>
                    <a:pathLst>
                      <a:path extrusionOk="0" h="11704" w="1915">
                        <a:moveTo>
                          <a:pt x="1845" y="1"/>
                        </a:moveTo>
                        <a:cubicBezTo>
                          <a:pt x="1821" y="1"/>
                          <a:pt x="1798" y="13"/>
                          <a:pt x="1787" y="42"/>
                        </a:cubicBezTo>
                        <a:cubicBezTo>
                          <a:pt x="1534" y="766"/>
                          <a:pt x="1371" y="1535"/>
                          <a:pt x="1196" y="2281"/>
                        </a:cubicBezTo>
                        <a:cubicBezTo>
                          <a:pt x="1021" y="3032"/>
                          <a:pt x="864" y="3788"/>
                          <a:pt x="725" y="4546"/>
                        </a:cubicBezTo>
                        <a:cubicBezTo>
                          <a:pt x="452" y="6046"/>
                          <a:pt x="251" y="7562"/>
                          <a:pt x="129" y="9080"/>
                        </a:cubicBezTo>
                        <a:cubicBezTo>
                          <a:pt x="58" y="9943"/>
                          <a:pt x="19" y="10806"/>
                          <a:pt x="1" y="11672"/>
                        </a:cubicBezTo>
                        <a:cubicBezTo>
                          <a:pt x="1" y="11693"/>
                          <a:pt x="16" y="11703"/>
                          <a:pt x="32" y="11703"/>
                        </a:cubicBezTo>
                        <a:cubicBezTo>
                          <a:pt x="48" y="11703"/>
                          <a:pt x="65" y="11693"/>
                          <a:pt x="65" y="11672"/>
                        </a:cubicBezTo>
                        <a:cubicBezTo>
                          <a:pt x="188" y="8616"/>
                          <a:pt x="574" y="5569"/>
                          <a:pt x="1260" y="2588"/>
                        </a:cubicBezTo>
                        <a:cubicBezTo>
                          <a:pt x="1353" y="2178"/>
                          <a:pt x="1454" y="1768"/>
                          <a:pt x="1558" y="1362"/>
                        </a:cubicBezTo>
                        <a:cubicBezTo>
                          <a:pt x="1670" y="933"/>
                          <a:pt x="1806" y="506"/>
                          <a:pt x="1905" y="74"/>
                        </a:cubicBezTo>
                        <a:cubicBezTo>
                          <a:pt x="1915" y="29"/>
                          <a:pt x="1880" y="1"/>
                          <a:pt x="1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5"/>
                  <p:cNvSpPr/>
                  <p:nvPr/>
                </p:nvSpPr>
                <p:spPr>
                  <a:xfrm>
                    <a:off x="4339150" y="4039875"/>
                    <a:ext cx="19575" cy="122100"/>
                  </a:xfrm>
                  <a:custGeom>
                    <a:rect b="b" l="l" r="r" t="t"/>
                    <a:pathLst>
                      <a:path extrusionOk="0" h="4884" w="783">
                        <a:moveTo>
                          <a:pt x="735" y="1"/>
                        </a:moveTo>
                        <a:cubicBezTo>
                          <a:pt x="715" y="1"/>
                          <a:pt x="693" y="12"/>
                          <a:pt x="686" y="34"/>
                        </a:cubicBezTo>
                        <a:cubicBezTo>
                          <a:pt x="565" y="419"/>
                          <a:pt x="512" y="827"/>
                          <a:pt x="443" y="1224"/>
                        </a:cubicBezTo>
                        <a:cubicBezTo>
                          <a:pt x="377" y="1619"/>
                          <a:pt x="313" y="2012"/>
                          <a:pt x="261" y="2409"/>
                        </a:cubicBezTo>
                        <a:cubicBezTo>
                          <a:pt x="207" y="2811"/>
                          <a:pt x="161" y="3213"/>
                          <a:pt x="119" y="3616"/>
                        </a:cubicBezTo>
                        <a:cubicBezTo>
                          <a:pt x="79" y="4019"/>
                          <a:pt x="1" y="4454"/>
                          <a:pt x="27" y="4862"/>
                        </a:cubicBezTo>
                        <a:cubicBezTo>
                          <a:pt x="28" y="4875"/>
                          <a:pt x="41" y="4883"/>
                          <a:pt x="52" y="4883"/>
                        </a:cubicBezTo>
                        <a:cubicBezTo>
                          <a:pt x="60" y="4883"/>
                          <a:pt x="68" y="4879"/>
                          <a:pt x="70" y="4868"/>
                        </a:cubicBezTo>
                        <a:cubicBezTo>
                          <a:pt x="159" y="4501"/>
                          <a:pt x="169" y="4099"/>
                          <a:pt x="214" y="3723"/>
                        </a:cubicBezTo>
                        <a:cubicBezTo>
                          <a:pt x="267" y="3290"/>
                          <a:pt x="328" y="2858"/>
                          <a:pt x="393" y="2427"/>
                        </a:cubicBezTo>
                        <a:cubicBezTo>
                          <a:pt x="455" y="2025"/>
                          <a:pt x="515" y="1626"/>
                          <a:pt x="584" y="1226"/>
                        </a:cubicBezTo>
                        <a:cubicBezTo>
                          <a:pt x="652" y="834"/>
                          <a:pt x="743" y="445"/>
                          <a:pt x="779" y="46"/>
                        </a:cubicBezTo>
                        <a:cubicBezTo>
                          <a:pt x="783" y="16"/>
                          <a:pt x="759" y="1"/>
                          <a:pt x="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5"/>
                  <p:cNvSpPr/>
                  <p:nvPr/>
                </p:nvSpPr>
                <p:spPr>
                  <a:xfrm>
                    <a:off x="4209200" y="4152775"/>
                    <a:ext cx="6500" cy="116500"/>
                  </a:xfrm>
                  <a:custGeom>
                    <a:rect b="b" l="l" r="r" t="t"/>
                    <a:pathLst>
                      <a:path extrusionOk="0" h="4660" w="260">
                        <a:moveTo>
                          <a:pt x="184" y="0"/>
                        </a:moveTo>
                        <a:cubicBezTo>
                          <a:pt x="166" y="0"/>
                          <a:pt x="150" y="9"/>
                          <a:pt x="145" y="29"/>
                        </a:cubicBezTo>
                        <a:cubicBezTo>
                          <a:pt x="64" y="385"/>
                          <a:pt x="54" y="767"/>
                          <a:pt x="34" y="1131"/>
                        </a:cubicBezTo>
                        <a:cubicBezTo>
                          <a:pt x="11" y="1531"/>
                          <a:pt x="0" y="1932"/>
                          <a:pt x="6" y="2333"/>
                        </a:cubicBezTo>
                        <a:cubicBezTo>
                          <a:pt x="15" y="3101"/>
                          <a:pt x="77" y="3870"/>
                          <a:pt x="182" y="4632"/>
                        </a:cubicBezTo>
                        <a:cubicBezTo>
                          <a:pt x="185" y="4651"/>
                          <a:pt x="200" y="4659"/>
                          <a:pt x="216" y="4659"/>
                        </a:cubicBezTo>
                        <a:cubicBezTo>
                          <a:pt x="237" y="4659"/>
                          <a:pt x="259" y="4645"/>
                          <a:pt x="257" y="4621"/>
                        </a:cubicBezTo>
                        <a:cubicBezTo>
                          <a:pt x="158" y="3863"/>
                          <a:pt x="107" y="3098"/>
                          <a:pt x="103" y="2332"/>
                        </a:cubicBezTo>
                        <a:cubicBezTo>
                          <a:pt x="101" y="1956"/>
                          <a:pt x="113" y="1578"/>
                          <a:pt x="134" y="1202"/>
                        </a:cubicBezTo>
                        <a:cubicBezTo>
                          <a:pt x="158" y="814"/>
                          <a:pt x="219" y="427"/>
                          <a:pt x="227" y="39"/>
                        </a:cubicBezTo>
                        <a:cubicBezTo>
                          <a:pt x="227" y="15"/>
                          <a:pt x="205" y="0"/>
                          <a:pt x="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5"/>
                  <p:cNvSpPr/>
                  <p:nvPr/>
                </p:nvSpPr>
                <p:spPr>
                  <a:xfrm>
                    <a:off x="4246475" y="4109250"/>
                    <a:ext cx="8300" cy="91175"/>
                  </a:xfrm>
                  <a:custGeom>
                    <a:rect b="b" l="l" r="r" t="t"/>
                    <a:pathLst>
                      <a:path extrusionOk="0" h="3647" w="332">
                        <a:moveTo>
                          <a:pt x="308" y="0"/>
                        </a:moveTo>
                        <a:cubicBezTo>
                          <a:pt x="299" y="0"/>
                          <a:pt x="290" y="5"/>
                          <a:pt x="287" y="15"/>
                        </a:cubicBezTo>
                        <a:cubicBezTo>
                          <a:pt x="138" y="589"/>
                          <a:pt x="90" y="1194"/>
                          <a:pt x="47" y="1783"/>
                        </a:cubicBezTo>
                        <a:cubicBezTo>
                          <a:pt x="4" y="2397"/>
                          <a:pt x="1" y="3011"/>
                          <a:pt x="28" y="3624"/>
                        </a:cubicBezTo>
                        <a:cubicBezTo>
                          <a:pt x="29" y="3639"/>
                          <a:pt x="40" y="3646"/>
                          <a:pt x="51" y="3646"/>
                        </a:cubicBezTo>
                        <a:cubicBezTo>
                          <a:pt x="62" y="3646"/>
                          <a:pt x="73" y="3639"/>
                          <a:pt x="73" y="3624"/>
                        </a:cubicBezTo>
                        <a:cubicBezTo>
                          <a:pt x="63" y="3022"/>
                          <a:pt x="83" y="2419"/>
                          <a:pt x="127" y="1816"/>
                        </a:cubicBezTo>
                        <a:cubicBezTo>
                          <a:pt x="171" y="1216"/>
                          <a:pt x="274" y="621"/>
                          <a:pt x="331" y="21"/>
                        </a:cubicBezTo>
                        <a:cubicBezTo>
                          <a:pt x="331" y="8"/>
                          <a:pt x="320"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 name="Google Shape;139;p5"/>
                <p:cNvSpPr/>
                <p:nvPr/>
              </p:nvSpPr>
              <p:spPr>
                <a:xfrm>
                  <a:off x="3367550" y="3677000"/>
                  <a:ext cx="1179175" cy="897475"/>
                </a:xfrm>
                <a:custGeom>
                  <a:rect b="b" l="l" r="r" t="t"/>
                  <a:pathLst>
                    <a:path extrusionOk="0" h="35899" w="47167">
                      <a:moveTo>
                        <a:pt x="31258" y="1"/>
                      </a:moveTo>
                      <a:cubicBezTo>
                        <a:pt x="31128" y="1"/>
                        <a:pt x="30998" y="1"/>
                        <a:pt x="30870" y="4"/>
                      </a:cubicBezTo>
                      <a:cubicBezTo>
                        <a:pt x="30736" y="6"/>
                        <a:pt x="30602" y="8"/>
                        <a:pt x="30468" y="11"/>
                      </a:cubicBezTo>
                      <a:cubicBezTo>
                        <a:pt x="30338" y="14"/>
                        <a:pt x="30209" y="19"/>
                        <a:pt x="30080" y="22"/>
                      </a:cubicBezTo>
                      <a:cubicBezTo>
                        <a:pt x="29948" y="24"/>
                        <a:pt x="29813" y="30"/>
                        <a:pt x="29680" y="35"/>
                      </a:cubicBezTo>
                      <a:cubicBezTo>
                        <a:pt x="29550" y="42"/>
                        <a:pt x="29422" y="45"/>
                        <a:pt x="29292" y="53"/>
                      </a:cubicBezTo>
                      <a:cubicBezTo>
                        <a:pt x="29158" y="58"/>
                        <a:pt x="29022" y="66"/>
                        <a:pt x="28889" y="73"/>
                      </a:cubicBezTo>
                      <a:cubicBezTo>
                        <a:pt x="27751" y="136"/>
                        <a:pt x="26620" y="241"/>
                        <a:pt x="25505" y="382"/>
                      </a:cubicBezTo>
                      <a:cubicBezTo>
                        <a:pt x="25296" y="407"/>
                        <a:pt x="25088" y="436"/>
                        <a:pt x="24882" y="463"/>
                      </a:cubicBezTo>
                      <a:cubicBezTo>
                        <a:pt x="24820" y="472"/>
                        <a:pt x="24760" y="482"/>
                        <a:pt x="24696" y="491"/>
                      </a:cubicBezTo>
                      <a:cubicBezTo>
                        <a:pt x="24529" y="514"/>
                        <a:pt x="24359" y="535"/>
                        <a:pt x="24192" y="555"/>
                      </a:cubicBezTo>
                      <a:cubicBezTo>
                        <a:pt x="23985" y="583"/>
                        <a:pt x="23777" y="606"/>
                        <a:pt x="23571" y="626"/>
                      </a:cubicBezTo>
                      <a:cubicBezTo>
                        <a:pt x="23338" y="650"/>
                        <a:pt x="23107" y="671"/>
                        <a:pt x="22875" y="688"/>
                      </a:cubicBezTo>
                      <a:cubicBezTo>
                        <a:pt x="22671" y="707"/>
                        <a:pt x="22463" y="721"/>
                        <a:pt x="22257" y="734"/>
                      </a:cubicBezTo>
                      <a:cubicBezTo>
                        <a:pt x="22025" y="748"/>
                        <a:pt x="21793" y="760"/>
                        <a:pt x="21561" y="771"/>
                      </a:cubicBezTo>
                      <a:cubicBezTo>
                        <a:pt x="21355" y="782"/>
                        <a:pt x="21148" y="790"/>
                        <a:pt x="20943" y="796"/>
                      </a:cubicBezTo>
                      <a:cubicBezTo>
                        <a:pt x="20829" y="802"/>
                        <a:pt x="20716" y="805"/>
                        <a:pt x="20603" y="808"/>
                      </a:cubicBezTo>
                      <a:lnTo>
                        <a:pt x="20600" y="808"/>
                      </a:lnTo>
                      <a:cubicBezTo>
                        <a:pt x="20484" y="812"/>
                        <a:pt x="20363" y="813"/>
                        <a:pt x="20246" y="815"/>
                      </a:cubicBezTo>
                      <a:cubicBezTo>
                        <a:pt x="20041" y="822"/>
                        <a:pt x="19835" y="823"/>
                        <a:pt x="19631" y="826"/>
                      </a:cubicBezTo>
                      <a:cubicBezTo>
                        <a:pt x="19418" y="829"/>
                        <a:pt x="19207" y="831"/>
                        <a:pt x="18994" y="831"/>
                      </a:cubicBezTo>
                      <a:lnTo>
                        <a:pt x="18929" y="831"/>
                      </a:lnTo>
                      <a:cubicBezTo>
                        <a:pt x="18828" y="832"/>
                        <a:pt x="18726" y="833"/>
                        <a:pt x="18624" y="833"/>
                      </a:cubicBezTo>
                      <a:cubicBezTo>
                        <a:pt x="18521" y="833"/>
                        <a:pt x="18419" y="832"/>
                        <a:pt x="18317" y="831"/>
                      </a:cubicBezTo>
                      <a:cubicBezTo>
                        <a:pt x="18082" y="831"/>
                        <a:pt x="17849" y="831"/>
                        <a:pt x="17615" y="829"/>
                      </a:cubicBezTo>
                      <a:cubicBezTo>
                        <a:pt x="17412" y="828"/>
                        <a:pt x="17206" y="828"/>
                        <a:pt x="17003" y="823"/>
                      </a:cubicBezTo>
                      <a:cubicBezTo>
                        <a:pt x="16768" y="823"/>
                        <a:pt x="16535" y="822"/>
                        <a:pt x="16303" y="820"/>
                      </a:cubicBezTo>
                      <a:cubicBezTo>
                        <a:pt x="16097" y="819"/>
                        <a:pt x="15892" y="816"/>
                        <a:pt x="15686" y="816"/>
                      </a:cubicBezTo>
                      <a:cubicBezTo>
                        <a:pt x="15454" y="815"/>
                        <a:pt x="15219" y="813"/>
                        <a:pt x="14987" y="813"/>
                      </a:cubicBezTo>
                      <a:cubicBezTo>
                        <a:pt x="14783" y="813"/>
                        <a:pt x="14577" y="815"/>
                        <a:pt x="14372" y="815"/>
                      </a:cubicBezTo>
                      <a:cubicBezTo>
                        <a:pt x="14137" y="816"/>
                        <a:pt x="13904" y="819"/>
                        <a:pt x="13670" y="822"/>
                      </a:cubicBezTo>
                      <a:cubicBezTo>
                        <a:pt x="13466" y="823"/>
                        <a:pt x="13263" y="828"/>
                        <a:pt x="13057" y="833"/>
                      </a:cubicBezTo>
                      <a:cubicBezTo>
                        <a:pt x="12820" y="838"/>
                        <a:pt x="12588" y="845"/>
                        <a:pt x="12355" y="855"/>
                      </a:cubicBezTo>
                      <a:cubicBezTo>
                        <a:pt x="12152" y="862"/>
                        <a:pt x="11947" y="871"/>
                        <a:pt x="11744" y="881"/>
                      </a:cubicBezTo>
                      <a:cubicBezTo>
                        <a:pt x="11509" y="893"/>
                        <a:pt x="11276" y="905"/>
                        <a:pt x="11041" y="923"/>
                      </a:cubicBezTo>
                      <a:cubicBezTo>
                        <a:pt x="10841" y="936"/>
                        <a:pt x="10635" y="952"/>
                        <a:pt x="10433" y="970"/>
                      </a:cubicBezTo>
                      <a:cubicBezTo>
                        <a:pt x="10195" y="992"/>
                        <a:pt x="9959" y="1014"/>
                        <a:pt x="9724" y="1039"/>
                      </a:cubicBezTo>
                      <a:cubicBezTo>
                        <a:pt x="9524" y="1061"/>
                        <a:pt x="9325" y="1086"/>
                        <a:pt x="9126" y="1112"/>
                      </a:cubicBezTo>
                      <a:cubicBezTo>
                        <a:pt x="8886" y="1140"/>
                        <a:pt x="8645" y="1175"/>
                        <a:pt x="8406" y="1215"/>
                      </a:cubicBezTo>
                      <a:cubicBezTo>
                        <a:pt x="8314" y="1227"/>
                        <a:pt x="8226" y="1241"/>
                        <a:pt x="8135" y="1256"/>
                      </a:cubicBezTo>
                      <a:cubicBezTo>
                        <a:pt x="8033" y="1274"/>
                        <a:pt x="7929" y="1290"/>
                        <a:pt x="7827" y="1309"/>
                      </a:cubicBezTo>
                      <a:cubicBezTo>
                        <a:pt x="7580" y="1349"/>
                        <a:pt x="7331" y="1392"/>
                        <a:pt x="7085" y="1434"/>
                      </a:cubicBezTo>
                      <a:cubicBezTo>
                        <a:pt x="6905" y="1463"/>
                        <a:pt x="6725" y="1493"/>
                        <a:pt x="6544" y="1525"/>
                      </a:cubicBezTo>
                      <a:cubicBezTo>
                        <a:pt x="4365" y="1892"/>
                        <a:pt x="2183" y="2260"/>
                        <a:pt x="1" y="2627"/>
                      </a:cubicBezTo>
                      <a:lnTo>
                        <a:pt x="1" y="35898"/>
                      </a:lnTo>
                      <a:lnTo>
                        <a:pt x="41941" y="35898"/>
                      </a:lnTo>
                      <a:cubicBezTo>
                        <a:pt x="43338" y="35012"/>
                        <a:pt x="44475" y="33659"/>
                        <a:pt x="44760" y="32043"/>
                      </a:cubicBezTo>
                      <a:cubicBezTo>
                        <a:pt x="45155" y="29827"/>
                        <a:pt x="47166" y="29217"/>
                        <a:pt x="45398" y="27833"/>
                      </a:cubicBezTo>
                      <a:cubicBezTo>
                        <a:pt x="45092" y="27591"/>
                        <a:pt x="44672" y="27321"/>
                        <a:pt x="44177" y="27036"/>
                      </a:cubicBezTo>
                      <a:cubicBezTo>
                        <a:pt x="43428" y="26605"/>
                        <a:pt x="42510" y="26137"/>
                        <a:pt x="41547" y="25683"/>
                      </a:cubicBezTo>
                      <a:lnTo>
                        <a:pt x="41546" y="25683"/>
                      </a:lnTo>
                      <a:cubicBezTo>
                        <a:pt x="39480" y="24711"/>
                        <a:pt x="37211" y="23795"/>
                        <a:pt x="36006" y="23404"/>
                      </a:cubicBezTo>
                      <a:cubicBezTo>
                        <a:pt x="35253" y="23161"/>
                        <a:pt x="34525" y="22841"/>
                        <a:pt x="33808" y="22496"/>
                      </a:cubicBezTo>
                      <a:cubicBezTo>
                        <a:pt x="33776" y="22482"/>
                        <a:pt x="33747" y="22468"/>
                        <a:pt x="33717" y="22453"/>
                      </a:cubicBezTo>
                      <a:cubicBezTo>
                        <a:pt x="33276" y="22240"/>
                        <a:pt x="32838" y="22020"/>
                        <a:pt x="32400" y="21803"/>
                      </a:cubicBezTo>
                      <a:cubicBezTo>
                        <a:pt x="32363" y="21783"/>
                        <a:pt x="32327" y="21767"/>
                        <a:pt x="32291" y="21749"/>
                      </a:cubicBezTo>
                      <a:cubicBezTo>
                        <a:pt x="31410" y="21311"/>
                        <a:pt x="30524" y="20891"/>
                        <a:pt x="29608" y="20579"/>
                      </a:cubicBezTo>
                      <a:cubicBezTo>
                        <a:pt x="29759" y="19546"/>
                        <a:pt x="30412" y="18664"/>
                        <a:pt x="31085" y="17864"/>
                      </a:cubicBezTo>
                      <a:cubicBezTo>
                        <a:pt x="33911" y="14500"/>
                        <a:pt x="38398" y="12820"/>
                        <a:pt x="41364" y="9576"/>
                      </a:cubicBezTo>
                      <a:cubicBezTo>
                        <a:pt x="41957" y="8928"/>
                        <a:pt x="42693" y="8412"/>
                        <a:pt x="43501" y="8073"/>
                      </a:cubicBezTo>
                      <a:cubicBezTo>
                        <a:pt x="43903" y="7903"/>
                        <a:pt x="44329" y="7775"/>
                        <a:pt x="44693" y="7534"/>
                      </a:cubicBezTo>
                      <a:cubicBezTo>
                        <a:pt x="45018" y="7314"/>
                        <a:pt x="45293" y="6978"/>
                        <a:pt x="45337" y="6596"/>
                      </a:cubicBezTo>
                      <a:lnTo>
                        <a:pt x="45337" y="6592"/>
                      </a:lnTo>
                      <a:cubicBezTo>
                        <a:pt x="45342" y="6549"/>
                        <a:pt x="45345" y="6504"/>
                        <a:pt x="45344" y="6461"/>
                      </a:cubicBezTo>
                      <a:cubicBezTo>
                        <a:pt x="45335" y="6096"/>
                        <a:pt x="45107" y="5768"/>
                        <a:pt x="44819" y="5545"/>
                      </a:cubicBezTo>
                      <a:cubicBezTo>
                        <a:pt x="44534" y="5318"/>
                        <a:pt x="44325" y="5052"/>
                        <a:pt x="43974" y="4958"/>
                      </a:cubicBezTo>
                      <a:cubicBezTo>
                        <a:pt x="42773" y="4646"/>
                        <a:pt x="41556" y="4404"/>
                        <a:pt x="40330" y="4235"/>
                      </a:cubicBezTo>
                      <a:cubicBezTo>
                        <a:pt x="40228" y="4221"/>
                        <a:pt x="40125" y="4206"/>
                        <a:pt x="40022" y="4193"/>
                      </a:cubicBezTo>
                      <a:cubicBezTo>
                        <a:pt x="39991" y="4190"/>
                        <a:pt x="39960" y="4185"/>
                        <a:pt x="39927" y="4180"/>
                      </a:cubicBezTo>
                      <a:cubicBezTo>
                        <a:pt x="39891" y="4177"/>
                        <a:pt x="39854" y="4172"/>
                        <a:pt x="39817" y="4166"/>
                      </a:cubicBezTo>
                      <a:cubicBezTo>
                        <a:pt x="39695" y="4149"/>
                        <a:pt x="39571" y="4130"/>
                        <a:pt x="39448" y="4105"/>
                      </a:cubicBezTo>
                      <a:cubicBezTo>
                        <a:pt x="39421" y="4100"/>
                        <a:pt x="39395" y="4094"/>
                        <a:pt x="39370" y="4090"/>
                      </a:cubicBezTo>
                      <a:cubicBezTo>
                        <a:pt x="38869" y="3983"/>
                        <a:pt x="38398" y="3791"/>
                        <a:pt x="38147" y="3363"/>
                      </a:cubicBezTo>
                      <a:cubicBezTo>
                        <a:pt x="38761" y="3118"/>
                        <a:pt x="39378" y="2874"/>
                        <a:pt x="39990" y="2629"/>
                      </a:cubicBezTo>
                      <a:cubicBezTo>
                        <a:pt x="40025" y="2616"/>
                        <a:pt x="40055" y="2601"/>
                        <a:pt x="40089" y="2588"/>
                      </a:cubicBezTo>
                      <a:cubicBezTo>
                        <a:pt x="40202" y="2544"/>
                        <a:pt x="40323" y="2492"/>
                        <a:pt x="40388" y="2389"/>
                      </a:cubicBezTo>
                      <a:cubicBezTo>
                        <a:pt x="40437" y="2312"/>
                        <a:pt x="40445" y="2205"/>
                        <a:pt x="40402" y="2133"/>
                      </a:cubicBezTo>
                      <a:cubicBezTo>
                        <a:pt x="40388" y="2110"/>
                        <a:pt x="40370" y="2088"/>
                        <a:pt x="40344" y="2074"/>
                      </a:cubicBezTo>
                      <a:cubicBezTo>
                        <a:pt x="39239" y="1371"/>
                        <a:pt x="38104" y="574"/>
                        <a:pt x="36809" y="381"/>
                      </a:cubicBezTo>
                      <a:cubicBezTo>
                        <a:pt x="35892" y="246"/>
                        <a:pt x="34963" y="149"/>
                        <a:pt x="34025" y="87"/>
                      </a:cubicBezTo>
                      <a:cubicBezTo>
                        <a:pt x="33891" y="78"/>
                        <a:pt x="33754" y="71"/>
                        <a:pt x="33622" y="64"/>
                      </a:cubicBezTo>
                      <a:cubicBezTo>
                        <a:pt x="33494" y="55"/>
                        <a:pt x="33365" y="48"/>
                        <a:pt x="33236" y="44"/>
                      </a:cubicBezTo>
                      <a:cubicBezTo>
                        <a:pt x="33103" y="37"/>
                        <a:pt x="32968" y="31"/>
                        <a:pt x="32835" y="27"/>
                      </a:cubicBezTo>
                      <a:cubicBezTo>
                        <a:pt x="32707" y="21"/>
                        <a:pt x="32577" y="19"/>
                        <a:pt x="32448" y="15"/>
                      </a:cubicBezTo>
                      <a:cubicBezTo>
                        <a:pt x="32314" y="9"/>
                        <a:pt x="32180" y="8"/>
                        <a:pt x="32046" y="6"/>
                      </a:cubicBezTo>
                      <a:cubicBezTo>
                        <a:pt x="31916" y="5"/>
                        <a:pt x="31788" y="2"/>
                        <a:pt x="31658" y="2"/>
                      </a:cubicBezTo>
                      <a:cubicBezTo>
                        <a:pt x="31524" y="1"/>
                        <a:pt x="31390" y="1"/>
                        <a:pt x="31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5"/>
                <p:cNvSpPr/>
                <p:nvPr/>
              </p:nvSpPr>
              <p:spPr>
                <a:xfrm>
                  <a:off x="3387475" y="3733750"/>
                  <a:ext cx="433075" cy="42875"/>
                </a:xfrm>
                <a:custGeom>
                  <a:rect b="b" l="l" r="r" t="t"/>
                  <a:pathLst>
                    <a:path extrusionOk="0" h="1715" w="17323">
                      <a:moveTo>
                        <a:pt x="15244" y="1"/>
                      </a:moveTo>
                      <a:cubicBezTo>
                        <a:pt x="14774" y="1"/>
                        <a:pt x="14305" y="6"/>
                        <a:pt x="13834" y="16"/>
                      </a:cubicBezTo>
                      <a:cubicBezTo>
                        <a:pt x="12699" y="42"/>
                        <a:pt x="11567" y="88"/>
                        <a:pt x="10434" y="164"/>
                      </a:cubicBezTo>
                      <a:cubicBezTo>
                        <a:pt x="8211" y="311"/>
                        <a:pt x="5995" y="562"/>
                        <a:pt x="3795" y="912"/>
                      </a:cubicBezTo>
                      <a:cubicBezTo>
                        <a:pt x="2540" y="1111"/>
                        <a:pt x="1273" y="1322"/>
                        <a:pt x="42" y="1648"/>
                      </a:cubicBezTo>
                      <a:cubicBezTo>
                        <a:pt x="1" y="1658"/>
                        <a:pt x="17" y="1715"/>
                        <a:pt x="55" y="1715"/>
                      </a:cubicBezTo>
                      <a:cubicBezTo>
                        <a:pt x="57" y="1715"/>
                        <a:pt x="59" y="1715"/>
                        <a:pt x="61" y="1714"/>
                      </a:cubicBezTo>
                      <a:cubicBezTo>
                        <a:pt x="1180" y="1533"/>
                        <a:pt x="2294" y="1302"/>
                        <a:pt x="3413" y="1118"/>
                      </a:cubicBezTo>
                      <a:cubicBezTo>
                        <a:pt x="4527" y="935"/>
                        <a:pt x="5644" y="776"/>
                        <a:pt x="6763" y="647"/>
                      </a:cubicBezTo>
                      <a:cubicBezTo>
                        <a:pt x="8993" y="386"/>
                        <a:pt x="11235" y="225"/>
                        <a:pt x="13480" y="179"/>
                      </a:cubicBezTo>
                      <a:cubicBezTo>
                        <a:pt x="14094" y="166"/>
                        <a:pt x="14707" y="163"/>
                        <a:pt x="15321" y="163"/>
                      </a:cubicBezTo>
                      <a:cubicBezTo>
                        <a:pt x="15795" y="163"/>
                        <a:pt x="16272" y="188"/>
                        <a:pt x="16747" y="188"/>
                      </a:cubicBezTo>
                      <a:cubicBezTo>
                        <a:pt x="16910" y="188"/>
                        <a:pt x="17073" y="185"/>
                        <a:pt x="17236" y="177"/>
                      </a:cubicBezTo>
                      <a:cubicBezTo>
                        <a:pt x="17322" y="171"/>
                        <a:pt x="17320" y="55"/>
                        <a:pt x="17237" y="45"/>
                      </a:cubicBezTo>
                      <a:cubicBezTo>
                        <a:pt x="16877" y="6"/>
                        <a:pt x="16509" y="1"/>
                        <a:pt x="16141" y="1"/>
                      </a:cubicBezTo>
                      <a:cubicBezTo>
                        <a:pt x="16006" y="1"/>
                        <a:pt x="15871" y="2"/>
                        <a:pt x="15736" y="2"/>
                      </a:cubicBezTo>
                      <a:cubicBezTo>
                        <a:pt x="15669" y="2"/>
                        <a:pt x="15602" y="2"/>
                        <a:pt x="15536" y="1"/>
                      </a:cubicBezTo>
                      <a:cubicBezTo>
                        <a:pt x="15439" y="1"/>
                        <a:pt x="15341" y="1"/>
                        <a:pt x="15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5"/>
                <p:cNvSpPr/>
                <p:nvPr/>
              </p:nvSpPr>
              <p:spPr>
                <a:xfrm>
                  <a:off x="3559175" y="3762925"/>
                  <a:ext cx="156700" cy="9225"/>
                </a:xfrm>
                <a:custGeom>
                  <a:rect b="b" l="l" r="r" t="t"/>
                  <a:pathLst>
                    <a:path extrusionOk="0" h="369" w="6268">
                      <a:moveTo>
                        <a:pt x="5927" y="1"/>
                      </a:moveTo>
                      <a:cubicBezTo>
                        <a:pt x="5773" y="1"/>
                        <a:pt x="5610" y="26"/>
                        <a:pt x="5475" y="30"/>
                      </a:cubicBezTo>
                      <a:cubicBezTo>
                        <a:pt x="5223" y="40"/>
                        <a:pt x="4970" y="49"/>
                        <a:pt x="4717" y="57"/>
                      </a:cubicBezTo>
                      <a:cubicBezTo>
                        <a:pt x="4199" y="76"/>
                        <a:pt x="3681" y="102"/>
                        <a:pt x="3164" y="128"/>
                      </a:cubicBezTo>
                      <a:cubicBezTo>
                        <a:pt x="2128" y="174"/>
                        <a:pt x="1094" y="228"/>
                        <a:pt x="58" y="281"/>
                      </a:cubicBezTo>
                      <a:cubicBezTo>
                        <a:pt x="3" y="285"/>
                        <a:pt x="0" y="369"/>
                        <a:pt x="55" y="369"/>
                      </a:cubicBezTo>
                      <a:cubicBezTo>
                        <a:pt x="56" y="369"/>
                        <a:pt x="57" y="369"/>
                        <a:pt x="58" y="369"/>
                      </a:cubicBezTo>
                      <a:cubicBezTo>
                        <a:pt x="1105" y="346"/>
                        <a:pt x="2153" y="321"/>
                        <a:pt x="3200" y="289"/>
                      </a:cubicBezTo>
                      <a:cubicBezTo>
                        <a:pt x="3718" y="275"/>
                        <a:pt x="4236" y="264"/>
                        <a:pt x="4753" y="243"/>
                      </a:cubicBezTo>
                      <a:cubicBezTo>
                        <a:pt x="5017" y="232"/>
                        <a:pt x="5282" y="222"/>
                        <a:pt x="5547" y="213"/>
                      </a:cubicBezTo>
                      <a:cubicBezTo>
                        <a:pt x="5577" y="212"/>
                        <a:pt x="5608" y="211"/>
                        <a:pt x="5640" y="211"/>
                      </a:cubicBezTo>
                      <a:cubicBezTo>
                        <a:pt x="5694" y="211"/>
                        <a:pt x="5749" y="212"/>
                        <a:pt x="5805" y="212"/>
                      </a:cubicBezTo>
                      <a:cubicBezTo>
                        <a:pt x="5952" y="212"/>
                        <a:pt x="6103" y="204"/>
                        <a:pt x="6223" y="141"/>
                      </a:cubicBezTo>
                      <a:cubicBezTo>
                        <a:pt x="6268" y="119"/>
                        <a:pt x="6249" y="63"/>
                        <a:pt x="6211" y="47"/>
                      </a:cubicBezTo>
                      <a:cubicBezTo>
                        <a:pt x="6127" y="12"/>
                        <a:pt x="6029" y="1"/>
                        <a:pt x="59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5"/>
                <p:cNvSpPr/>
                <p:nvPr/>
              </p:nvSpPr>
              <p:spPr>
                <a:xfrm>
                  <a:off x="4080900" y="3711000"/>
                  <a:ext cx="178225" cy="14400"/>
                </a:xfrm>
                <a:custGeom>
                  <a:rect b="b" l="l" r="r" t="t"/>
                  <a:pathLst>
                    <a:path extrusionOk="0" h="576" w="7129">
                      <a:moveTo>
                        <a:pt x="209" y="0"/>
                      </a:moveTo>
                      <a:cubicBezTo>
                        <a:pt x="152" y="0"/>
                        <a:pt x="94" y="1"/>
                        <a:pt x="37" y="1"/>
                      </a:cubicBezTo>
                      <a:cubicBezTo>
                        <a:pt x="1" y="1"/>
                        <a:pt x="2" y="53"/>
                        <a:pt x="37" y="54"/>
                      </a:cubicBezTo>
                      <a:cubicBezTo>
                        <a:pt x="1204" y="107"/>
                        <a:pt x="2371" y="169"/>
                        <a:pt x="3536" y="256"/>
                      </a:cubicBezTo>
                      <a:cubicBezTo>
                        <a:pt x="4700" y="342"/>
                        <a:pt x="5860" y="470"/>
                        <a:pt x="7024" y="576"/>
                      </a:cubicBezTo>
                      <a:cubicBezTo>
                        <a:pt x="7026" y="576"/>
                        <a:pt x="7028" y="576"/>
                        <a:pt x="7030" y="576"/>
                      </a:cubicBezTo>
                      <a:cubicBezTo>
                        <a:pt x="7109" y="576"/>
                        <a:pt x="7129" y="434"/>
                        <a:pt x="7044" y="424"/>
                      </a:cubicBezTo>
                      <a:cubicBezTo>
                        <a:pt x="5895" y="266"/>
                        <a:pt x="4729" y="179"/>
                        <a:pt x="3572" y="109"/>
                      </a:cubicBezTo>
                      <a:cubicBezTo>
                        <a:pt x="2451" y="40"/>
                        <a:pt x="1333" y="0"/>
                        <a:pt x="2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5"/>
                <p:cNvSpPr/>
                <p:nvPr/>
              </p:nvSpPr>
              <p:spPr>
                <a:xfrm>
                  <a:off x="4173225" y="3733575"/>
                  <a:ext cx="40975" cy="5775"/>
                </a:xfrm>
                <a:custGeom>
                  <a:rect b="b" l="l" r="r" t="t"/>
                  <a:pathLst>
                    <a:path extrusionOk="0" h="231" w="1639">
                      <a:moveTo>
                        <a:pt x="64" y="0"/>
                      </a:moveTo>
                      <a:cubicBezTo>
                        <a:pt x="17" y="0"/>
                        <a:pt x="0" y="71"/>
                        <a:pt x="49" y="85"/>
                      </a:cubicBezTo>
                      <a:cubicBezTo>
                        <a:pt x="301" y="145"/>
                        <a:pt x="559" y="188"/>
                        <a:pt x="817" y="213"/>
                      </a:cubicBezTo>
                      <a:cubicBezTo>
                        <a:pt x="947" y="223"/>
                        <a:pt x="1076" y="230"/>
                        <a:pt x="1206" y="230"/>
                      </a:cubicBezTo>
                      <a:cubicBezTo>
                        <a:pt x="1229" y="230"/>
                        <a:pt x="1253" y="230"/>
                        <a:pt x="1277" y="230"/>
                      </a:cubicBezTo>
                      <a:cubicBezTo>
                        <a:pt x="1383" y="230"/>
                        <a:pt x="1491" y="227"/>
                        <a:pt x="1591" y="196"/>
                      </a:cubicBezTo>
                      <a:cubicBezTo>
                        <a:pt x="1631" y="181"/>
                        <a:pt x="1638" y="121"/>
                        <a:pt x="1595" y="115"/>
                      </a:cubicBezTo>
                      <a:cubicBezTo>
                        <a:pt x="1551" y="109"/>
                        <a:pt x="1506" y="107"/>
                        <a:pt x="1462" y="107"/>
                      </a:cubicBezTo>
                      <a:cubicBezTo>
                        <a:pt x="1387" y="107"/>
                        <a:pt x="1313" y="113"/>
                        <a:pt x="1238" y="113"/>
                      </a:cubicBezTo>
                      <a:cubicBezTo>
                        <a:pt x="1197" y="114"/>
                        <a:pt x="1156" y="115"/>
                        <a:pt x="1115" y="115"/>
                      </a:cubicBezTo>
                      <a:cubicBezTo>
                        <a:pt x="1026" y="115"/>
                        <a:pt x="937" y="113"/>
                        <a:pt x="847" y="108"/>
                      </a:cubicBezTo>
                      <a:cubicBezTo>
                        <a:pt x="587" y="93"/>
                        <a:pt x="329" y="57"/>
                        <a:pt x="74" y="1"/>
                      </a:cubicBezTo>
                      <a:cubicBezTo>
                        <a:pt x="70" y="1"/>
                        <a:pt x="67" y="0"/>
                        <a:pt x="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5"/>
                <p:cNvSpPr/>
                <p:nvPr/>
              </p:nvSpPr>
              <p:spPr>
                <a:xfrm>
                  <a:off x="4120200" y="3861300"/>
                  <a:ext cx="283325" cy="211150"/>
                </a:xfrm>
                <a:custGeom>
                  <a:rect b="b" l="l" r="r" t="t"/>
                  <a:pathLst>
                    <a:path extrusionOk="0" h="8446" w="11333">
                      <a:moveTo>
                        <a:pt x="11297" y="0"/>
                      </a:moveTo>
                      <a:cubicBezTo>
                        <a:pt x="11293" y="0"/>
                        <a:pt x="11290" y="1"/>
                        <a:pt x="11286" y="2"/>
                      </a:cubicBezTo>
                      <a:cubicBezTo>
                        <a:pt x="10875" y="161"/>
                        <a:pt x="10505" y="459"/>
                        <a:pt x="10142" y="701"/>
                      </a:cubicBezTo>
                      <a:cubicBezTo>
                        <a:pt x="9761" y="953"/>
                        <a:pt x="9384" y="1208"/>
                        <a:pt x="9007" y="1466"/>
                      </a:cubicBezTo>
                      <a:cubicBezTo>
                        <a:pt x="8243" y="1986"/>
                        <a:pt x="7487" y="2518"/>
                        <a:pt x="6740" y="3061"/>
                      </a:cubicBezTo>
                      <a:cubicBezTo>
                        <a:pt x="5278" y="4124"/>
                        <a:pt x="3840" y="5221"/>
                        <a:pt x="2437" y="6365"/>
                      </a:cubicBezTo>
                      <a:cubicBezTo>
                        <a:pt x="1626" y="7027"/>
                        <a:pt x="822" y="7703"/>
                        <a:pt x="28" y="8389"/>
                      </a:cubicBezTo>
                      <a:cubicBezTo>
                        <a:pt x="0" y="8412"/>
                        <a:pt x="26" y="8446"/>
                        <a:pt x="54" y="8446"/>
                      </a:cubicBezTo>
                      <a:cubicBezTo>
                        <a:pt x="62" y="8446"/>
                        <a:pt x="70" y="8443"/>
                        <a:pt x="77" y="8438"/>
                      </a:cubicBezTo>
                      <a:cubicBezTo>
                        <a:pt x="2882" y="6075"/>
                        <a:pt x="5805" y="3849"/>
                        <a:pt x="8825" y="1767"/>
                      </a:cubicBezTo>
                      <a:cubicBezTo>
                        <a:pt x="9240" y="1482"/>
                        <a:pt x="9653" y="1200"/>
                        <a:pt x="10071" y="922"/>
                      </a:cubicBezTo>
                      <a:lnTo>
                        <a:pt x="10698" y="507"/>
                      </a:lnTo>
                      <a:cubicBezTo>
                        <a:pt x="10911" y="365"/>
                        <a:pt x="11134" y="234"/>
                        <a:pt x="11315" y="54"/>
                      </a:cubicBezTo>
                      <a:cubicBezTo>
                        <a:pt x="11332" y="35"/>
                        <a:pt x="11320" y="0"/>
                        <a:pt x="1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5"/>
                <p:cNvSpPr/>
                <p:nvPr/>
              </p:nvSpPr>
              <p:spPr>
                <a:xfrm>
                  <a:off x="4250825" y="3875975"/>
                  <a:ext cx="80050" cy="46000"/>
                </a:xfrm>
                <a:custGeom>
                  <a:rect b="b" l="l" r="r" t="t"/>
                  <a:pathLst>
                    <a:path extrusionOk="0" h="1840" w="3202">
                      <a:moveTo>
                        <a:pt x="3158" y="1"/>
                      </a:moveTo>
                      <a:cubicBezTo>
                        <a:pt x="3154" y="1"/>
                        <a:pt x="3151" y="1"/>
                        <a:pt x="3148" y="2"/>
                      </a:cubicBezTo>
                      <a:cubicBezTo>
                        <a:pt x="2865" y="80"/>
                        <a:pt x="2610" y="225"/>
                        <a:pt x="2352" y="361"/>
                      </a:cubicBezTo>
                      <a:cubicBezTo>
                        <a:pt x="2089" y="497"/>
                        <a:pt x="1828" y="640"/>
                        <a:pt x="1571" y="787"/>
                      </a:cubicBezTo>
                      <a:cubicBezTo>
                        <a:pt x="1050" y="1090"/>
                        <a:pt x="540" y="1412"/>
                        <a:pt x="41" y="1752"/>
                      </a:cubicBezTo>
                      <a:cubicBezTo>
                        <a:pt x="1" y="1780"/>
                        <a:pt x="25" y="1839"/>
                        <a:pt x="64" y="1839"/>
                      </a:cubicBezTo>
                      <a:cubicBezTo>
                        <a:pt x="72" y="1839"/>
                        <a:pt x="80" y="1837"/>
                        <a:pt x="89" y="1832"/>
                      </a:cubicBezTo>
                      <a:cubicBezTo>
                        <a:pt x="586" y="1507"/>
                        <a:pt x="1093" y="1199"/>
                        <a:pt x="1612" y="911"/>
                      </a:cubicBezTo>
                      <a:cubicBezTo>
                        <a:pt x="1862" y="773"/>
                        <a:pt x="2116" y="636"/>
                        <a:pt x="2370" y="503"/>
                      </a:cubicBezTo>
                      <a:cubicBezTo>
                        <a:pt x="2642" y="362"/>
                        <a:pt x="2927" y="241"/>
                        <a:pt x="3175" y="65"/>
                      </a:cubicBezTo>
                      <a:cubicBezTo>
                        <a:pt x="3201" y="45"/>
                        <a:pt x="3190" y="1"/>
                        <a:pt x="3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5"/>
                <p:cNvSpPr/>
                <p:nvPr/>
              </p:nvSpPr>
              <p:spPr>
                <a:xfrm>
                  <a:off x="4081625" y="4256775"/>
                  <a:ext cx="327525" cy="152125"/>
                </a:xfrm>
                <a:custGeom>
                  <a:rect b="b" l="l" r="r" t="t"/>
                  <a:pathLst>
                    <a:path extrusionOk="0" h="6085" w="13101">
                      <a:moveTo>
                        <a:pt x="53" y="0"/>
                      </a:moveTo>
                      <a:cubicBezTo>
                        <a:pt x="13" y="0"/>
                        <a:pt x="1" y="65"/>
                        <a:pt x="45" y="82"/>
                      </a:cubicBezTo>
                      <a:cubicBezTo>
                        <a:pt x="3569" y="1328"/>
                        <a:pt x="7017" y="2814"/>
                        <a:pt x="10312" y="4579"/>
                      </a:cubicBezTo>
                      <a:cubicBezTo>
                        <a:pt x="10770" y="4823"/>
                        <a:pt x="11224" y="5074"/>
                        <a:pt x="11676" y="5328"/>
                      </a:cubicBezTo>
                      <a:cubicBezTo>
                        <a:pt x="12126" y="5581"/>
                        <a:pt x="12569" y="5882"/>
                        <a:pt x="13048" y="6083"/>
                      </a:cubicBezTo>
                      <a:cubicBezTo>
                        <a:pt x="13051" y="6084"/>
                        <a:pt x="13053" y="6084"/>
                        <a:pt x="13056" y="6084"/>
                      </a:cubicBezTo>
                      <a:cubicBezTo>
                        <a:pt x="13081" y="6084"/>
                        <a:pt x="13100" y="6046"/>
                        <a:pt x="13078" y="6029"/>
                      </a:cubicBezTo>
                      <a:cubicBezTo>
                        <a:pt x="12728" y="5747"/>
                        <a:pt x="12312" y="5538"/>
                        <a:pt x="11918" y="5315"/>
                      </a:cubicBezTo>
                      <a:cubicBezTo>
                        <a:pt x="11506" y="5081"/>
                        <a:pt x="11093" y="4851"/>
                        <a:pt x="10676" y="4625"/>
                      </a:cubicBezTo>
                      <a:cubicBezTo>
                        <a:pt x="9842" y="4174"/>
                        <a:pt x="8999" y="3741"/>
                        <a:pt x="8149" y="3324"/>
                      </a:cubicBezTo>
                      <a:cubicBezTo>
                        <a:pt x="6484" y="2505"/>
                        <a:pt x="4787" y="1750"/>
                        <a:pt x="3058" y="1076"/>
                      </a:cubicBezTo>
                      <a:cubicBezTo>
                        <a:pt x="2071" y="689"/>
                        <a:pt x="1072" y="336"/>
                        <a:pt x="67" y="3"/>
                      </a:cubicBezTo>
                      <a:cubicBezTo>
                        <a:pt x="62" y="1"/>
                        <a:pt x="57"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5"/>
                <p:cNvSpPr/>
                <p:nvPr/>
              </p:nvSpPr>
              <p:spPr>
                <a:xfrm>
                  <a:off x="4114750" y="4304375"/>
                  <a:ext cx="255700" cy="123675"/>
                </a:xfrm>
                <a:custGeom>
                  <a:rect b="b" l="l" r="r" t="t"/>
                  <a:pathLst>
                    <a:path extrusionOk="0" h="4947" w="10228">
                      <a:moveTo>
                        <a:pt x="63" y="1"/>
                      </a:moveTo>
                      <a:cubicBezTo>
                        <a:pt x="17" y="1"/>
                        <a:pt x="1" y="76"/>
                        <a:pt x="53" y="96"/>
                      </a:cubicBezTo>
                      <a:cubicBezTo>
                        <a:pt x="2784" y="1098"/>
                        <a:pt x="5428" y="2319"/>
                        <a:pt x="7981" y="3718"/>
                      </a:cubicBezTo>
                      <a:cubicBezTo>
                        <a:pt x="8702" y="4111"/>
                        <a:pt x="9409" y="4527"/>
                        <a:pt x="10121" y="4938"/>
                      </a:cubicBezTo>
                      <a:cubicBezTo>
                        <a:pt x="10131" y="4944"/>
                        <a:pt x="10140" y="4947"/>
                        <a:pt x="10149" y="4947"/>
                      </a:cubicBezTo>
                      <a:cubicBezTo>
                        <a:pt x="10197" y="4947"/>
                        <a:pt x="10228" y="4874"/>
                        <a:pt x="10178" y="4840"/>
                      </a:cubicBezTo>
                      <a:cubicBezTo>
                        <a:pt x="7741" y="3270"/>
                        <a:pt x="5094" y="1979"/>
                        <a:pt x="2410" y="889"/>
                      </a:cubicBezTo>
                      <a:cubicBezTo>
                        <a:pt x="1639" y="577"/>
                        <a:pt x="861" y="281"/>
                        <a:pt x="79" y="3"/>
                      </a:cubicBezTo>
                      <a:cubicBezTo>
                        <a:pt x="73" y="1"/>
                        <a:pt x="68" y="1"/>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8" name="Google Shape;148;p5"/>
            <p:cNvSpPr/>
            <p:nvPr/>
          </p:nvSpPr>
          <p:spPr>
            <a:xfrm>
              <a:off x="291525" y="4272800"/>
              <a:ext cx="2587875" cy="877250"/>
            </a:xfrm>
            <a:custGeom>
              <a:rect b="b" l="l" r="r" t="t"/>
              <a:pathLst>
                <a:path extrusionOk="0" h="35090" w="103515">
                  <a:moveTo>
                    <a:pt x="14935" y="1"/>
                  </a:moveTo>
                  <a:cubicBezTo>
                    <a:pt x="14818" y="3"/>
                    <a:pt x="14697" y="6"/>
                    <a:pt x="14581" y="8"/>
                  </a:cubicBezTo>
                  <a:cubicBezTo>
                    <a:pt x="14376" y="15"/>
                    <a:pt x="14170" y="16"/>
                    <a:pt x="13965" y="18"/>
                  </a:cubicBezTo>
                  <a:cubicBezTo>
                    <a:pt x="13752" y="22"/>
                    <a:pt x="13542" y="24"/>
                    <a:pt x="13329" y="24"/>
                  </a:cubicBezTo>
                  <a:cubicBezTo>
                    <a:pt x="13536" y="65"/>
                    <a:pt x="13751" y="109"/>
                    <a:pt x="13970" y="150"/>
                  </a:cubicBezTo>
                  <a:cubicBezTo>
                    <a:pt x="14168" y="189"/>
                    <a:pt x="14370" y="227"/>
                    <a:pt x="14578" y="268"/>
                  </a:cubicBezTo>
                  <a:cubicBezTo>
                    <a:pt x="14815" y="316"/>
                    <a:pt x="15056" y="362"/>
                    <a:pt x="15302" y="411"/>
                  </a:cubicBezTo>
                  <a:cubicBezTo>
                    <a:pt x="15495" y="449"/>
                    <a:pt x="15690" y="486"/>
                    <a:pt x="15886" y="528"/>
                  </a:cubicBezTo>
                  <a:cubicBezTo>
                    <a:pt x="16141" y="578"/>
                    <a:pt x="16396" y="633"/>
                    <a:pt x="16654" y="686"/>
                  </a:cubicBezTo>
                  <a:cubicBezTo>
                    <a:pt x="16835" y="725"/>
                    <a:pt x="17015" y="764"/>
                    <a:pt x="17195" y="803"/>
                  </a:cubicBezTo>
                  <a:cubicBezTo>
                    <a:pt x="18424" y="1074"/>
                    <a:pt x="19656" y="1379"/>
                    <a:pt x="20751" y="1739"/>
                  </a:cubicBezTo>
                  <a:cubicBezTo>
                    <a:pt x="22208" y="2221"/>
                    <a:pt x="23418" y="2796"/>
                    <a:pt x="24051" y="3509"/>
                  </a:cubicBezTo>
                  <a:cubicBezTo>
                    <a:pt x="24912" y="4483"/>
                    <a:pt x="25241" y="5978"/>
                    <a:pt x="24379" y="6955"/>
                  </a:cubicBezTo>
                  <a:cubicBezTo>
                    <a:pt x="23519" y="7933"/>
                    <a:pt x="20825" y="9401"/>
                    <a:pt x="19649" y="9962"/>
                  </a:cubicBezTo>
                  <a:cubicBezTo>
                    <a:pt x="13281" y="13003"/>
                    <a:pt x="7727" y="16591"/>
                    <a:pt x="3142" y="21957"/>
                  </a:cubicBezTo>
                  <a:cubicBezTo>
                    <a:pt x="1563" y="23809"/>
                    <a:pt x="49" y="25961"/>
                    <a:pt x="26" y="28396"/>
                  </a:cubicBezTo>
                  <a:cubicBezTo>
                    <a:pt x="0" y="31034"/>
                    <a:pt x="1807" y="33431"/>
                    <a:pt x="4075" y="34781"/>
                  </a:cubicBezTo>
                  <a:cubicBezTo>
                    <a:pt x="4256" y="34888"/>
                    <a:pt x="4442" y="34993"/>
                    <a:pt x="4626" y="35090"/>
                  </a:cubicBezTo>
                  <a:lnTo>
                    <a:pt x="103515" y="35090"/>
                  </a:lnTo>
                  <a:lnTo>
                    <a:pt x="103515" y="15683"/>
                  </a:lnTo>
                  <a:cubicBezTo>
                    <a:pt x="85415" y="17510"/>
                    <a:pt x="67544" y="21015"/>
                    <a:pt x="49631" y="24263"/>
                  </a:cubicBezTo>
                  <a:cubicBezTo>
                    <a:pt x="48471" y="24473"/>
                    <a:pt x="47308" y="24682"/>
                    <a:pt x="46147" y="24889"/>
                  </a:cubicBezTo>
                  <a:cubicBezTo>
                    <a:pt x="45839" y="24944"/>
                    <a:pt x="45535" y="24999"/>
                    <a:pt x="45227" y="25054"/>
                  </a:cubicBezTo>
                  <a:cubicBezTo>
                    <a:pt x="43879" y="25293"/>
                    <a:pt x="42531" y="25530"/>
                    <a:pt x="41184" y="25762"/>
                  </a:cubicBezTo>
                  <a:cubicBezTo>
                    <a:pt x="40296" y="25918"/>
                    <a:pt x="39406" y="26071"/>
                    <a:pt x="38514" y="26222"/>
                  </a:cubicBezTo>
                  <a:cubicBezTo>
                    <a:pt x="36888" y="26500"/>
                    <a:pt x="35257" y="26771"/>
                    <a:pt x="33627" y="27036"/>
                  </a:cubicBezTo>
                  <a:cubicBezTo>
                    <a:pt x="33557" y="27049"/>
                    <a:pt x="33486" y="27059"/>
                    <a:pt x="33417" y="27071"/>
                  </a:cubicBezTo>
                  <a:lnTo>
                    <a:pt x="33414" y="27071"/>
                  </a:lnTo>
                  <a:cubicBezTo>
                    <a:pt x="32750" y="27179"/>
                    <a:pt x="32086" y="27287"/>
                    <a:pt x="31419" y="27390"/>
                  </a:cubicBezTo>
                  <a:cubicBezTo>
                    <a:pt x="31323" y="27405"/>
                    <a:pt x="31231" y="27419"/>
                    <a:pt x="31136" y="27434"/>
                  </a:cubicBezTo>
                  <a:lnTo>
                    <a:pt x="31135" y="27434"/>
                  </a:lnTo>
                  <a:cubicBezTo>
                    <a:pt x="29920" y="27627"/>
                    <a:pt x="28707" y="27814"/>
                    <a:pt x="27490" y="27996"/>
                  </a:cubicBezTo>
                  <a:cubicBezTo>
                    <a:pt x="25676" y="28268"/>
                    <a:pt x="22711" y="28438"/>
                    <a:pt x="19866" y="28438"/>
                  </a:cubicBezTo>
                  <a:cubicBezTo>
                    <a:pt x="17408" y="28438"/>
                    <a:pt x="15040" y="28312"/>
                    <a:pt x="13581" y="28016"/>
                  </a:cubicBezTo>
                  <a:cubicBezTo>
                    <a:pt x="11518" y="27598"/>
                    <a:pt x="9306" y="26684"/>
                    <a:pt x="8459" y="24760"/>
                  </a:cubicBezTo>
                  <a:cubicBezTo>
                    <a:pt x="7988" y="23685"/>
                    <a:pt x="8027" y="22431"/>
                    <a:pt x="8400" y="21318"/>
                  </a:cubicBezTo>
                  <a:cubicBezTo>
                    <a:pt x="8773" y="20205"/>
                    <a:pt x="9456" y="19219"/>
                    <a:pt x="10234" y="18341"/>
                  </a:cubicBezTo>
                  <a:cubicBezTo>
                    <a:pt x="14206" y="13860"/>
                    <a:pt x="20499" y="12132"/>
                    <a:pt x="24839" y="8018"/>
                  </a:cubicBezTo>
                  <a:cubicBezTo>
                    <a:pt x="25660" y="7242"/>
                    <a:pt x="26457" y="6220"/>
                    <a:pt x="26288" y="5104"/>
                  </a:cubicBezTo>
                  <a:cubicBezTo>
                    <a:pt x="26140" y="4108"/>
                    <a:pt x="25269" y="3392"/>
                    <a:pt x="24412" y="2866"/>
                  </a:cubicBezTo>
                  <a:cubicBezTo>
                    <a:pt x="23712" y="2434"/>
                    <a:pt x="22980" y="2068"/>
                    <a:pt x="22228" y="1752"/>
                  </a:cubicBezTo>
                  <a:cubicBezTo>
                    <a:pt x="21428" y="1420"/>
                    <a:pt x="20603" y="1144"/>
                    <a:pt x="19761" y="914"/>
                  </a:cubicBezTo>
                  <a:lnTo>
                    <a:pt x="19760" y="914"/>
                  </a:lnTo>
                  <a:cubicBezTo>
                    <a:pt x="19609" y="871"/>
                    <a:pt x="19456" y="829"/>
                    <a:pt x="19300" y="791"/>
                  </a:cubicBezTo>
                  <a:cubicBezTo>
                    <a:pt x="19038" y="724"/>
                    <a:pt x="18775" y="662"/>
                    <a:pt x="18511" y="604"/>
                  </a:cubicBezTo>
                  <a:cubicBezTo>
                    <a:pt x="18319" y="561"/>
                    <a:pt x="18129" y="521"/>
                    <a:pt x="17936" y="482"/>
                  </a:cubicBezTo>
                  <a:cubicBezTo>
                    <a:pt x="17693" y="431"/>
                    <a:pt x="17449" y="384"/>
                    <a:pt x="17203" y="342"/>
                  </a:cubicBezTo>
                  <a:cubicBezTo>
                    <a:pt x="17002" y="305"/>
                    <a:pt x="16805" y="273"/>
                    <a:pt x="16603" y="240"/>
                  </a:cubicBezTo>
                  <a:cubicBezTo>
                    <a:pt x="16368" y="201"/>
                    <a:pt x="16131" y="165"/>
                    <a:pt x="15893" y="130"/>
                  </a:cubicBezTo>
                  <a:cubicBezTo>
                    <a:pt x="15690" y="100"/>
                    <a:pt x="15485" y="73"/>
                    <a:pt x="15279" y="45"/>
                  </a:cubicBezTo>
                  <a:cubicBezTo>
                    <a:pt x="15165" y="29"/>
                    <a:pt x="15050" y="15"/>
                    <a:pt x="14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5"/>
            <p:cNvGrpSpPr/>
            <p:nvPr/>
          </p:nvGrpSpPr>
          <p:grpSpPr>
            <a:xfrm flipH="1">
              <a:off x="1348273" y="4624518"/>
              <a:ext cx="3449250" cy="971677"/>
              <a:chOff x="609975" y="2365950"/>
              <a:chExt cx="2812500" cy="792300"/>
            </a:xfrm>
          </p:grpSpPr>
          <p:sp>
            <p:nvSpPr>
              <p:cNvPr id="150" name="Google Shape;150;p5"/>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5"/>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5"/>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5"/>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5"/>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 name="Google Shape;156;p5"/>
            <p:cNvGrpSpPr/>
            <p:nvPr/>
          </p:nvGrpSpPr>
          <p:grpSpPr>
            <a:xfrm>
              <a:off x="3732734" y="4453649"/>
              <a:ext cx="4281022" cy="1087641"/>
              <a:chOff x="371175" y="2623925"/>
              <a:chExt cx="2093000" cy="531750"/>
            </a:xfrm>
          </p:grpSpPr>
          <p:sp>
            <p:nvSpPr>
              <p:cNvPr id="157" name="Google Shape;157;p5"/>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5"/>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5"/>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5"/>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5"/>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5"/>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5"/>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5"/>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5"/>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5"/>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5"/>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5"/>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5"/>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5"/>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5"/>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5"/>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5"/>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5"/>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5"/>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 name="Google Shape;176;p5"/>
            <p:cNvGrpSpPr/>
            <p:nvPr/>
          </p:nvGrpSpPr>
          <p:grpSpPr>
            <a:xfrm>
              <a:off x="-287532" y="4935841"/>
              <a:ext cx="2742370" cy="1143021"/>
              <a:chOff x="2081725" y="2409550"/>
              <a:chExt cx="1340750" cy="558825"/>
            </a:xfrm>
          </p:grpSpPr>
          <p:sp>
            <p:nvSpPr>
              <p:cNvPr id="177" name="Google Shape;177;p5"/>
              <p:cNvSpPr/>
              <p:nvPr/>
            </p:nvSpPr>
            <p:spPr>
              <a:xfrm>
                <a:off x="2081725" y="2409550"/>
                <a:ext cx="1340750" cy="558825"/>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5"/>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5"/>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5"/>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5"/>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5"/>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5"/>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5"/>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5"/>
            <p:cNvGrpSpPr/>
            <p:nvPr/>
          </p:nvGrpSpPr>
          <p:grpSpPr>
            <a:xfrm>
              <a:off x="8013750" y="2660350"/>
              <a:ext cx="1282000" cy="526400"/>
              <a:chOff x="3450550" y="1144050"/>
              <a:chExt cx="1282000" cy="526400"/>
            </a:xfrm>
          </p:grpSpPr>
          <p:sp>
            <p:nvSpPr>
              <p:cNvPr id="186" name="Google Shape;186;p5"/>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5"/>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5"/>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5"/>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5"/>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5"/>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5"/>
            <p:cNvGrpSpPr/>
            <p:nvPr/>
          </p:nvGrpSpPr>
          <p:grpSpPr>
            <a:xfrm>
              <a:off x="-18275" y="2388938"/>
              <a:ext cx="1527500" cy="719225"/>
              <a:chOff x="5155200" y="1824900"/>
              <a:chExt cx="1527500" cy="719225"/>
            </a:xfrm>
          </p:grpSpPr>
          <p:sp>
            <p:nvSpPr>
              <p:cNvPr id="193" name="Google Shape;193;p5"/>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5"/>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5"/>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5"/>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5"/>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 name="Google Shape;199;p5"/>
            <p:cNvGrpSpPr/>
            <p:nvPr/>
          </p:nvGrpSpPr>
          <p:grpSpPr>
            <a:xfrm>
              <a:off x="646250" y="467400"/>
              <a:ext cx="1195900" cy="541775"/>
              <a:chOff x="5595675" y="1084200"/>
              <a:chExt cx="1195900" cy="541775"/>
            </a:xfrm>
          </p:grpSpPr>
          <p:sp>
            <p:nvSpPr>
              <p:cNvPr id="200" name="Google Shape;200;p5"/>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5"/>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5"/>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5"/>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5"/>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5"/>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5"/>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5"/>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5"/>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5"/>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5"/>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5"/>
            <p:cNvGrpSpPr/>
            <p:nvPr/>
          </p:nvGrpSpPr>
          <p:grpSpPr>
            <a:xfrm>
              <a:off x="7747975" y="1712700"/>
              <a:ext cx="1089150" cy="571075"/>
              <a:chOff x="6195700" y="3234125"/>
              <a:chExt cx="1089150" cy="571075"/>
            </a:xfrm>
          </p:grpSpPr>
          <p:sp>
            <p:nvSpPr>
              <p:cNvPr id="212" name="Google Shape;212;p5"/>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5"/>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5"/>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5"/>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5"/>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5"/>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 name="Google Shape;220;p5"/>
            <p:cNvGrpSpPr/>
            <p:nvPr/>
          </p:nvGrpSpPr>
          <p:grpSpPr>
            <a:xfrm>
              <a:off x="100775" y="1857800"/>
              <a:ext cx="545475" cy="180275"/>
              <a:chOff x="6417800" y="2661150"/>
              <a:chExt cx="545475" cy="180275"/>
            </a:xfrm>
          </p:grpSpPr>
          <p:sp>
            <p:nvSpPr>
              <p:cNvPr id="221" name="Google Shape;221;p5"/>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5"/>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5"/>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5"/>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 name="Google Shape;227;p5"/>
            <p:cNvGrpSpPr/>
            <p:nvPr/>
          </p:nvGrpSpPr>
          <p:grpSpPr>
            <a:xfrm>
              <a:off x="7965750" y="839725"/>
              <a:ext cx="1011900" cy="244475"/>
              <a:chOff x="5272425" y="2835250"/>
              <a:chExt cx="1011900" cy="244475"/>
            </a:xfrm>
          </p:grpSpPr>
          <p:sp>
            <p:nvSpPr>
              <p:cNvPr id="228" name="Google Shape;228;p5"/>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37" name="Shape 237"/>
        <p:cNvGrpSpPr/>
        <p:nvPr/>
      </p:nvGrpSpPr>
      <p:grpSpPr>
        <a:xfrm>
          <a:off x="0" y="0"/>
          <a:ext cx="0" cy="0"/>
          <a:chOff x="0" y="0"/>
          <a:chExt cx="0" cy="0"/>
        </a:xfrm>
      </p:grpSpPr>
      <p:sp>
        <p:nvSpPr>
          <p:cNvPr id="238" name="Google Shape;238;p6"/>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grpSp>
        <p:nvGrpSpPr>
          <p:cNvPr id="239" name="Google Shape;239;p6"/>
          <p:cNvGrpSpPr/>
          <p:nvPr/>
        </p:nvGrpSpPr>
        <p:grpSpPr>
          <a:xfrm>
            <a:off x="-365050" y="177900"/>
            <a:ext cx="9671256" cy="5168500"/>
            <a:chOff x="-365050" y="177900"/>
            <a:chExt cx="9671256" cy="5168500"/>
          </a:xfrm>
        </p:grpSpPr>
        <p:grpSp>
          <p:nvGrpSpPr>
            <p:cNvPr id="240" name="Google Shape;240;p6"/>
            <p:cNvGrpSpPr/>
            <p:nvPr/>
          </p:nvGrpSpPr>
          <p:grpSpPr>
            <a:xfrm>
              <a:off x="2822791" y="4737788"/>
              <a:ext cx="863830" cy="230248"/>
              <a:chOff x="1955600" y="1609450"/>
              <a:chExt cx="363825" cy="96975"/>
            </a:xfrm>
          </p:grpSpPr>
          <p:sp>
            <p:nvSpPr>
              <p:cNvPr id="241" name="Google Shape;241;p6"/>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6"/>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6"/>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6"/>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6"/>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6"/>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6"/>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6"/>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6"/>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6"/>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6"/>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6"/>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6"/>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 name="Google Shape;254;p6"/>
            <p:cNvGrpSpPr/>
            <p:nvPr/>
          </p:nvGrpSpPr>
          <p:grpSpPr>
            <a:xfrm>
              <a:off x="5623725" y="4776000"/>
              <a:ext cx="537325" cy="192025"/>
              <a:chOff x="2714500" y="1614925"/>
              <a:chExt cx="537325" cy="192025"/>
            </a:xfrm>
          </p:grpSpPr>
          <p:sp>
            <p:nvSpPr>
              <p:cNvPr id="255" name="Google Shape;255;p6"/>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6"/>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6"/>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6"/>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6"/>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6"/>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6"/>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6"/>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6"/>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6"/>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6"/>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6"/>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6"/>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6"/>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 name="Google Shape;269;p6"/>
            <p:cNvGrpSpPr/>
            <p:nvPr/>
          </p:nvGrpSpPr>
          <p:grpSpPr>
            <a:xfrm>
              <a:off x="3802888" y="4642725"/>
              <a:ext cx="1538225" cy="703675"/>
              <a:chOff x="3504250" y="2617325"/>
              <a:chExt cx="1538225" cy="703675"/>
            </a:xfrm>
          </p:grpSpPr>
          <p:sp>
            <p:nvSpPr>
              <p:cNvPr id="270" name="Google Shape;270;p6"/>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6"/>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6"/>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6"/>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6"/>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6"/>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6"/>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6"/>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6"/>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6"/>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6"/>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6"/>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 name="Google Shape;282;p6"/>
            <p:cNvGrpSpPr/>
            <p:nvPr/>
          </p:nvGrpSpPr>
          <p:grpSpPr>
            <a:xfrm>
              <a:off x="7768039" y="256156"/>
              <a:ext cx="1538167" cy="696831"/>
              <a:chOff x="5595675" y="1084200"/>
              <a:chExt cx="1195900" cy="541775"/>
            </a:xfrm>
          </p:grpSpPr>
          <p:sp>
            <p:nvSpPr>
              <p:cNvPr id="283" name="Google Shape;283;p6"/>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6"/>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6"/>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6"/>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6"/>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6"/>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6"/>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 name="Google Shape;294;p6"/>
            <p:cNvGrpSpPr/>
            <p:nvPr/>
          </p:nvGrpSpPr>
          <p:grpSpPr>
            <a:xfrm>
              <a:off x="-365050" y="819525"/>
              <a:ext cx="1050000" cy="694200"/>
              <a:chOff x="3829175" y="1857800"/>
              <a:chExt cx="1050000" cy="694200"/>
            </a:xfrm>
          </p:grpSpPr>
          <p:sp>
            <p:nvSpPr>
              <p:cNvPr id="295" name="Google Shape;295;p6"/>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6"/>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6"/>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6"/>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6"/>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6"/>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 name="Google Shape;301;p6"/>
            <p:cNvGrpSpPr/>
            <p:nvPr/>
          </p:nvGrpSpPr>
          <p:grpSpPr>
            <a:xfrm>
              <a:off x="249125" y="556075"/>
              <a:ext cx="363825" cy="96975"/>
              <a:chOff x="1955600" y="1609450"/>
              <a:chExt cx="363825" cy="96975"/>
            </a:xfrm>
          </p:grpSpPr>
          <p:sp>
            <p:nvSpPr>
              <p:cNvPr id="302" name="Google Shape;302;p6"/>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6"/>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6"/>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6"/>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6"/>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6"/>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 name="Google Shape;315;p6"/>
            <p:cNvGrpSpPr/>
            <p:nvPr/>
          </p:nvGrpSpPr>
          <p:grpSpPr>
            <a:xfrm>
              <a:off x="8598525" y="1111500"/>
              <a:ext cx="545475" cy="180275"/>
              <a:chOff x="6417800" y="2661150"/>
              <a:chExt cx="545475" cy="180275"/>
            </a:xfrm>
          </p:grpSpPr>
          <p:sp>
            <p:nvSpPr>
              <p:cNvPr id="316" name="Google Shape;316;p6"/>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6"/>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6"/>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6"/>
            <p:cNvGrpSpPr/>
            <p:nvPr/>
          </p:nvGrpSpPr>
          <p:grpSpPr>
            <a:xfrm>
              <a:off x="6788725" y="177900"/>
              <a:ext cx="1011900" cy="244475"/>
              <a:chOff x="5272425" y="2835250"/>
              <a:chExt cx="1011900" cy="244475"/>
            </a:xfrm>
          </p:grpSpPr>
          <p:sp>
            <p:nvSpPr>
              <p:cNvPr id="323" name="Google Shape;323;p6"/>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6"/>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6"/>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6"/>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6"/>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6"/>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6"/>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6"/>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32" name="Shape 332"/>
        <p:cNvGrpSpPr/>
        <p:nvPr/>
      </p:nvGrpSpPr>
      <p:grpSpPr>
        <a:xfrm>
          <a:off x="0" y="0"/>
          <a:ext cx="0" cy="0"/>
          <a:chOff x="0" y="0"/>
          <a:chExt cx="0" cy="0"/>
        </a:xfrm>
      </p:grpSpPr>
      <p:sp>
        <p:nvSpPr>
          <p:cNvPr id="333" name="Google Shape;333;p7"/>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334" name="Google Shape;334;p7"/>
          <p:cNvSpPr txBox="1"/>
          <p:nvPr>
            <p:ph idx="1" type="subTitle"/>
          </p:nvPr>
        </p:nvSpPr>
        <p:spPr>
          <a:xfrm rot="-465">
            <a:off x="2355600" y="1286468"/>
            <a:ext cx="4432800" cy="20703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grpSp>
        <p:nvGrpSpPr>
          <p:cNvPr id="335" name="Google Shape;335;p7"/>
          <p:cNvGrpSpPr/>
          <p:nvPr/>
        </p:nvGrpSpPr>
        <p:grpSpPr>
          <a:xfrm>
            <a:off x="-234825" y="1243013"/>
            <a:ext cx="1282000" cy="526400"/>
            <a:chOff x="3450550" y="1144050"/>
            <a:chExt cx="1282000" cy="526400"/>
          </a:xfrm>
        </p:grpSpPr>
        <p:sp>
          <p:nvSpPr>
            <p:cNvPr id="336" name="Google Shape;336;p7"/>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7"/>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7"/>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7"/>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7"/>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7"/>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 name="Google Shape;342;p7"/>
          <p:cNvGrpSpPr/>
          <p:nvPr/>
        </p:nvGrpSpPr>
        <p:grpSpPr>
          <a:xfrm>
            <a:off x="896821" y="853213"/>
            <a:ext cx="734381" cy="195744"/>
            <a:chOff x="1955600" y="1609450"/>
            <a:chExt cx="363825" cy="96975"/>
          </a:xfrm>
        </p:grpSpPr>
        <p:sp>
          <p:nvSpPr>
            <p:cNvPr id="343" name="Google Shape;343;p7"/>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7"/>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7"/>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7"/>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7"/>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7"/>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7"/>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7"/>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7"/>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7"/>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7"/>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7"/>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7"/>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7"/>
          <p:cNvGrpSpPr/>
          <p:nvPr/>
        </p:nvGrpSpPr>
        <p:grpSpPr>
          <a:xfrm>
            <a:off x="8129685" y="661340"/>
            <a:ext cx="1084591" cy="387602"/>
            <a:chOff x="2714500" y="1614925"/>
            <a:chExt cx="537325" cy="192025"/>
          </a:xfrm>
        </p:grpSpPr>
        <p:sp>
          <p:nvSpPr>
            <p:cNvPr id="357" name="Google Shape;357;p7"/>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7"/>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7"/>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7"/>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7"/>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7"/>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7"/>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7"/>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7"/>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7"/>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7"/>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7"/>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7"/>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7"/>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 name="Google Shape;371;p7"/>
          <p:cNvGrpSpPr/>
          <p:nvPr/>
        </p:nvGrpSpPr>
        <p:grpSpPr>
          <a:xfrm>
            <a:off x="7651650" y="1227650"/>
            <a:ext cx="1195900" cy="541775"/>
            <a:chOff x="5595675" y="1084200"/>
            <a:chExt cx="1195900" cy="541775"/>
          </a:xfrm>
        </p:grpSpPr>
        <p:sp>
          <p:nvSpPr>
            <p:cNvPr id="372" name="Google Shape;372;p7"/>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7"/>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7"/>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7"/>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7"/>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7"/>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7"/>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7"/>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7"/>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7"/>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7"/>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 name="Google Shape;383;p7"/>
          <p:cNvGrpSpPr/>
          <p:nvPr/>
        </p:nvGrpSpPr>
        <p:grpSpPr>
          <a:xfrm>
            <a:off x="6" y="4560060"/>
            <a:ext cx="9703049" cy="2446586"/>
            <a:chOff x="6" y="4560060"/>
            <a:chExt cx="9703049" cy="2446586"/>
          </a:xfrm>
        </p:grpSpPr>
        <p:grpSp>
          <p:nvGrpSpPr>
            <p:cNvPr id="384" name="Google Shape;384;p7"/>
            <p:cNvGrpSpPr/>
            <p:nvPr/>
          </p:nvGrpSpPr>
          <p:grpSpPr>
            <a:xfrm>
              <a:off x="6" y="4725852"/>
              <a:ext cx="8096344" cy="2280794"/>
              <a:chOff x="609975" y="2365950"/>
              <a:chExt cx="2812500" cy="792300"/>
            </a:xfrm>
          </p:grpSpPr>
          <p:sp>
            <p:nvSpPr>
              <p:cNvPr id="385" name="Google Shape;385;p7"/>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7"/>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7"/>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7"/>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7"/>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7"/>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 name="Google Shape;391;p7"/>
            <p:cNvGrpSpPr/>
            <p:nvPr/>
          </p:nvGrpSpPr>
          <p:grpSpPr>
            <a:xfrm>
              <a:off x="5205014" y="4560060"/>
              <a:ext cx="4498041" cy="1561623"/>
              <a:chOff x="1786325" y="2127525"/>
              <a:chExt cx="1562525" cy="542475"/>
            </a:xfrm>
          </p:grpSpPr>
          <p:sp>
            <p:nvSpPr>
              <p:cNvPr id="392" name="Google Shape;392;p7"/>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7"/>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7"/>
            <p:cNvGrpSpPr/>
            <p:nvPr/>
          </p:nvGrpSpPr>
          <p:grpSpPr>
            <a:xfrm>
              <a:off x="4382274" y="4644634"/>
              <a:ext cx="3859617" cy="1608690"/>
              <a:chOff x="7060562" y="5986959"/>
              <a:chExt cx="3859617" cy="1608690"/>
            </a:xfrm>
          </p:grpSpPr>
          <p:sp>
            <p:nvSpPr>
              <p:cNvPr id="395" name="Google Shape;395;p7"/>
              <p:cNvSpPr/>
              <p:nvPr/>
            </p:nvSpPr>
            <p:spPr>
              <a:xfrm>
                <a:off x="7060562" y="5986959"/>
                <a:ext cx="3859617" cy="1608690"/>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7"/>
              <p:cNvSpPr/>
              <p:nvPr/>
            </p:nvSpPr>
            <p:spPr>
              <a:xfrm>
                <a:off x="7886829" y="6692964"/>
                <a:ext cx="133932" cy="253038"/>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7"/>
              <p:cNvSpPr/>
              <p:nvPr/>
            </p:nvSpPr>
            <p:spPr>
              <a:xfrm>
                <a:off x="7993628" y="6759174"/>
                <a:ext cx="71536" cy="98667"/>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7"/>
              <p:cNvSpPr/>
              <p:nvPr/>
            </p:nvSpPr>
            <p:spPr>
              <a:xfrm>
                <a:off x="9326323" y="6180627"/>
                <a:ext cx="270814" cy="129613"/>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7"/>
              <p:cNvSpPr/>
              <p:nvPr/>
            </p:nvSpPr>
            <p:spPr>
              <a:xfrm>
                <a:off x="10191948" y="6506712"/>
                <a:ext cx="597546" cy="200933"/>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7"/>
              <p:cNvSpPr/>
              <p:nvPr/>
            </p:nvSpPr>
            <p:spPr>
              <a:xfrm>
                <a:off x="10382086" y="6652158"/>
                <a:ext cx="337240" cy="64627"/>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7"/>
              <p:cNvSpPr/>
              <p:nvPr/>
            </p:nvSpPr>
            <p:spPr>
              <a:xfrm>
                <a:off x="9839667" y="6545215"/>
                <a:ext cx="188771" cy="99243"/>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7"/>
              <p:cNvSpPr/>
              <p:nvPr/>
            </p:nvSpPr>
            <p:spPr>
              <a:xfrm>
                <a:off x="9624628" y="6375875"/>
                <a:ext cx="194456" cy="7571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03" name="Shape 403"/>
        <p:cNvGrpSpPr/>
        <p:nvPr/>
      </p:nvGrpSpPr>
      <p:grpSpPr>
        <a:xfrm>
          <a:off x="0" y="0"/>
          <a:ext cx="0" cy="0"/>
          <a:chOff x="0" y="0"/>
          <a:chExt cx="0" cy="0"/>
        </a:xfrm>
      </p:grpSpPr>
      <p:sp>
        <p:nvSpPr>
          <p:cNvPr id="404" name="Google Shape;404;p8"/>
          <p:cNvSpPr txBox="1"/>
          <p:nvPr>
            <p:ph type="title"/>
          </p:nvPr>
        </p:nvSpPr>
        <p:spPr>
          <a:xfrm>
            <a:off x="1789200" y="672150"/>
            <a:ext cx="5565600" cy="3799200"/>
          </a:xfrm>
          <a:prstGeom prst="rect">
            <a:avLst/>
          </a:prstGeom>
        </p:spPr>
        <p:txBody>
          <a:bodyPr anchorCtr="0" anchor="t" bIns="91425" lIns="91425" spcFirstLastPara="1" rIns="91425" wrap="square" tIns="91425">
            <a:noAutofit/>
          </a:bodyPr>
          <a:lstStyle>
            <a:lvl1pPr lvl="0" algn="ctr">
              <a:spcBef>
                <a:spcPts val="0"/>
              </a:spcBef>
              <a:spcAft>
                <a:spcPts val="0"/>
              </a:spcAft>
              <a:buSzPts val="4800"/>
              <a:buNone/>
              <a:defRPr sz="160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
        <p:nvSpPr>
          <p:cNvPr id="405" name="Google Shape;405;p8"/>
          <p:cNvSpPr/>
          <p:nvPr/>
        </p:nvSpPr>
        <p:spPr>
          <a:xfrm>
            <a:off x="1752700" y="4679700"/>
            <a:ext cx="4671224" cy="879725"/>
          </a:xfrm>
          <a:custGeom>
            <a:rect b="b" l="l" r="r" t="t"/>
            <a:pathLst>
              <a:path extrusionOk="0" h="35189" w="109179">
                <a:moveTo>
                  <a:pt x="98506" y="1"/>
                </a:moveTo>
                <a:cubicBezTo>
                  <a:pt x="98495" y="1"/>
                  <a:pt x="98483" y="1"/>
                  <a:pt x="98471" y="1"/>
                </a:cubicBezTo>
                <a:cubicBezTo>
                  <a:pt x="97346" y="4"/>
                  <a:pt x="96244" y="328"/>
                  <a:pt x="95123" y="442"/>
                </a:cubicBezTo>
                <a:cubicBezTo>
                  <a:pt x="94812" y="473"/>
                  <a:pt x="94496" y="486"/>
                  <a:pt x="94177" y="486"/>
                </a:cubicBezTo>
                <a:cubicBezTo>
                  <a:pt x="92383" y="486"/>
                  <a:pt x="90476" y="68"/>
                  <a:pt x="88671" y="68"/>
                </a:cubicBezTo>
                <a:cubicBezTo>
                  <a:pt x="88593" y="68"/>
                  <a:pt x="88515" y="69"/>
                  <a:pt x="88438" y="70"/>
                </a:cubicBezTo>
                <a:cubicBezTo>
                  <a:pt x="85389" y="139"/>
                  <a:pt x="82470" y="1374"/>
                  <a:pt x="79497" y="1472"/>
                </a:cubicBezTo>
                <a:cubicBezTo>
                  <a:pt x="79376" y="1476"/>
                  <a:pt x="79254" y="1478"/>
                  <a:pt x="79131" y="1478"/>
                </a:cubicBezTo>
                <a:cubicBezTo>
                  <a:pt x="77823" y="1478"/>
                  <a:pt x="76421" y="1270"/>
                  <a:pt x="75083" y="1270"/>
                </a:cubicBezTo>
                <a:cubicBezTo>
                  <a:pt x="74558" y="1270"/>
                  <a:pt x="74043" y="1302"/>
                  <a:pt x="73548" y="1391"/>
                </a:cubicBezTo>
                <a:cubicBezTo>
                  <a:pt x="72369" y="1603"/>
                  <a:pt x="71523" y="2021"/>
                  <a:pt x="70366" y="2021"/>
                </a:cubicBezTo>
                <a:cubicBezTo>
                  <a:pt x="70177" y="2021"/>
                  <a:pt x="69981" y="2010"/>
                  <a:pt x="69773" y="1985"/>
                </a:cubicBezTo>
                <a:cubicBezTo>
                  <a:pt x="67092" y="1665"/>
                  <a:pt x="64480" y="224"/>
                  <a:pt x="61769" y="224"/>
                </a:cubicBezTo>
                <a:cubicBezTo>
                  <a:pt x="61249" y="224"/>
                  <a:pt x="60724" y="277"/>
                  <a:pt x="60195" y="402"/>
                </a:cubicBezTo>
                <a:cubicBezTo>
                  <a:pt x="58977" y="690"/>
                  <a:pt x="57862" y="1358"/>
                  <a:pt x="56641" y="1636"/>
                </a:cubicBezTo>
                <a:cubicBezTo>
                  <a:pt x="56129" y="1752"/>
                  <a:pt x="55612" y="1797"/>
                  <a:pt x="55092" y="1797"/>
                </a:cubicBezTo>
                <a:cubicBezTo>
                  <a:pt x="53947" y="1797"/>
                  <a:pt x="52789" y="1580"/>
                  <a:pt x="51646" y="1424"/>
                </a:cubicBezTo>
                <a:cubicBezTo>
                  <a:pt x="50749" y="1303"/>
                  <a:pt x="49865" y="1255"/>
                  <a:pt x="48990" y="1255"/>
                </a:cubicBezTo>
                <a:cubicBezTo>
                  <a:pt x="46102" y="1255"/>
                  <a:pt x="43306" y="1776"/>
                  <a:pt x="40442" y="1900"/>
                </a:cubicBezTo>
                <a:cubicBezTo>
                  <a:pt x="40292" y="1906"/>
                  <a:pt x="40143" y="1913"/>
                  <a:pt x="39994" y="1917"/>
                </a:cubicBezTo>
                <a:cubicBezTo>
                  <a:pt x="39766" y="1923"/>
                  <a:pt x="39538" y="1926"/>
                  <a:pt x="39309" y="1926"/>
                </a:cubicBezTo>
                <a:cubicBezTo>
                  <a:pt x="39128" y="1926"/>
                  <a:pt x="38946" y="1924"/>
                  <a:pt x="38764" y="1920"/>
                </a:cubicBezTo>
                <a:cubicBezTo>
                  <a:pt x="38639" y="1917"/>
                  <a:pt x="38515" y="1914"/>
                  <a:pt x="38391" y="1913"/>
                </a:cubicBezTo>
                <a:cubicBezTo>
                  <a:pt x="34910" y="1841"/>
                  <a:pt x="31396" y="1867"/>
                  <a:pt x="27898" y="1848"/>
                </a:cubicBezTo>
                <a:cubicBezTo>
                  <a:pt x="27404" y="1847"/>
                  <a:pt x="26909" y="1842"/>
                  <a:pt x="26417" y="1838"/>
                </a:cubicBezTo>
                <a:cubicBezTo>
                  <a:pt x="26324" y="1838"/>
                  <a:pt x="26237" y="1838"/>
                  <a:pt x="26146" y="1835"/>
                </a:cubicBezTo>
                <a:cubicBezTo>
                  <a:pt x="26058" y="1834"/>
                  <a:pt x="25971" y="1834"/>
                  <a:pt x="25884" y="1834"/>
                </a:cubicBezTo>
                <a:cubicBezTo>
                  <a:pt x="21836" y="1834"/>
                  <a:pt x="17962" y="2676"/>
                  <a:pt x="13941" y="2676"/>
                </a:cubicBezTo>
                <a:cubicBezTo>
                  <a:pt x="13827" y="2676"/>
                  <a:pt x="13712" y="2675"/>
                  <a:pt x="13597" y="2674"/>
                </a:cubicBezTo>
                <a:cubicBezTo>
                  <a:pt x="11182" y="2642"/>
                  <a:pt x="8766" y="2617"/>
                  <a:pt x="6349" y="2609"/>
                </a:cubicBezTo>
                <a:cubicBezTo>
                  <a:pt x="5973" y="2609"/>
                  <a:pt x="5520" y="2577"/>
                  <a:pt x="5030" y="2548"/>
                </a:cubicBezTo>
                <a:cubicBezTo>
                  <a:pt x="4816" y="2534"/>
                  <a:pt x="4592" y="2519"/>
                  <a:pt x="4368" y="2509"/>
                </a:cubicBezTo>
                <a:lnTo>
                  <a:pt x="4365" y="2509"/>
                </a:lnTo>
                <a:cubicBezTo>
                  <a:pt x="4025" y="2492"/>
                  <a:pt x="3675" y="2480"/>
                  <a:pt x="3325" y="2480"/>
                </a:cubicBezTo>
                <a:cubicBezTo>
                  <a:pt x="2047" y="2480"/>
                  <a:pt x="771" y="2645"/>
                  <a:pt x="1" y="3352"/>
                </a:cubicBezTo>
                <a:lnTo>
                  <a:pt x="1" y="35188"/>
                </a:lnTo>
                <a:lnTo>
                  <a:pt x="109179" y="35188"/>
                </a:lnTo>
                <a:lnTo>
                  <a:pt x="109179" y="2166"/>
                </a:lnTo>
                <a:cubicBezTo>
                  <a:pt x="107417" y="1488"/>
                  <a:pt x="105544" y="1162"/>
                  <a:pt x="103701" y="822"/>
                </a:cubicBezTo>
                <a:cubicBezTo>
                  <a:pt x="102671" y="632"/>
                  <a:pt x="101639" y="445"/>
                  <a:pt x="100608" y="256"/>
                </a:cubicBezTo>
                <a:cubicBezTo>
                  <a:pt x="99910" y="128"/>
                  <a:pt x="99212" y="1"/>
                  <a:pt x="98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 name="Google Shape;406;p8"/>
          <p:cNvGrpSpPr/>
          <p:nvPr/>
        </p:nvGrpSpPr>
        <p:grpSpPr>
          <a:xfrm>
            <a:off x="8153625" y="1682700"/>
            <a:ext cx="1282000" cy="526400"/>
            <a:chOff x="3450550" y="1144050"/>
            <a:chExt cx="1282000" cy="526400"/>
          </a:xfrm>
        </p:grpSpPr>
        <p:sp>
          <p:nvSpPr>
            <p:cNvPr id="407" name="Google Shape;407;p8"/>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8"/>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8"/>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8"/>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 name="Google Shape;413;p8"/>
          <p:cNvGrpSpPr/>
          <p:nvPr/>
        </p:nvGrpSpPr>
        <p:grpSpPr>
          <a:xfrm>
            <a:off x="284750" y="283800"/>
            <a:ext cx="1089150" cy="571075"/>
            <a:chOff x="6195700" y="3234125"/>
            <a:chExt cx="1089150" cy="571075"/>
          </a:xfrm>
        </p:grpSpPr>
        <p:sp>
          <p:nvSpPr>
            <p:cNvPr id="414" name="Google Shape;414;p8"/>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8"/>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8"/>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8"/>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8"/>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8"/>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8"/>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8"/>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8"/>
          <p:cNvGrpSpPr/>
          <p:nvPr/>
        </p:nvGrpSpPr>
        <p:grpSpPr>
          <a:xfrm>
            <a:off x="1169900" y="1144050"/>
            <a:ext cx="545475" cy="180275"/>
            <a:chOff x="6417800" y="2661150"/>
            <a:chExt cx="545475" cy="180275"/>
          </a:xfrm>
        </p:grpSpPr>
        <p:sp>
          <p:nvSpPr>
            <p:cNvPr id="423" name="Google Shape;423;p8"/>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8"/>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8"/>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8"/>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8"/>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8"/>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8"/>
          <p:cNvGrpSpPr/>
          <p:nvPr/>
        </p:nvGrpSpPr>
        <p:grpSpPr>
          <a:xfrm>
            <a:off x="214050" y="1409750"/>
            <a:ext cx="1011900" cy="244475"/>
            <a:chOff x="5272425" y="2835250"/>
            <a:chExt cx="1011900" cy="244475"/>
          </a:xfrm>
        </p:grpSpPr>
        <p:sp>
          <p:nvSpPr>
            <p:cNvPr id="430" name="Google Shape;430;p8"/>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8"/>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8"/>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8"/>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8"/>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8"/>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8"/>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8"/>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8"/>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8"/>
          <p:cNvGrpSpPr/>
          <p:nvPr/>
        </p:nvGrpSpPr>
        <p:grpSpPr>
          <a:xfrm>
            <a:off x="7390775" y="817450"/>
            <a:ext cx="1527500" cy="719225"/>
            <a:chOff x="5155200" y="1824900"/>
            <a:chExt cx="1527500" cy="719225"/>
          </a:xfrm>
        </p:grpSpPr>
        <p:sp>
          <p:nvSpPr>
            <p:cNvPr id="440" name="Google Shape;440;p8"/>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8"/>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8"/>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8"/>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8"/>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8"/>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46" name="Shape 446"/>
        <p:cNvGrpSpPr/>
        <p:nvPr/>
      </p:nvGrpSpPr>
      <p:grpSpPr>
        <a:xfrm>
          <a:off x="0" y="0"/>
          <a:ext cx="0" cy="0"/>
          <a:chOff x="0" y="0"/>
          <a:chExt cx="0" cy="0"/>
        </a:xfrm>
      </p:grpSpPr>
      <p:sp>
        <p:nvSpPr>
          <p:cNvPr id="447" name="Google Shape;447;p9"/>
          <p:cNvSpPr txBox="1"/>
          <p:nvPr>
            <p:ph type="title"/>
          </p:nvPr>
        </p:nvSpPr>
        <p:spPr>
          <a:xfrm>
            <a:off x="720000" y="1435900"/>
            <a:ext cx="4667400" cy="1169100"/>
          </a:xfrm>
          <a:prstGeom prst="rect">
            <a:avLst/>
          </a:prstGeom>
          <a:noFill/>
          <a:ln>
            <a:noFill/>
          </a:ln>
        </p:spPr>
        <p:txBody>
          <a:bodyPr anchorCtr="0" anchor="t" bIns="91425" lIns="91425" spcFirstLastPara="1" rIns="91425" wrap="square" tIns="91425">
            <a:noAutofit/>
          </a:bodyPr>
          <a:lstStyle>
            <a:lvl1pPr lvl="0" rtl="0" algn="l">
              <a:spcBef>
                <a:spcPts val="0"/>
              </a:spcBef>
              <a:spcAft>
                <a:spcPts val="0"/>
              </a:spcAft>
              <a:buSzPts val="3600"/>
              <a:buNone/>
              <a:defRPr sz="9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48" name="Google Shape;448;p9"/>
          <p:cNvSpPr txBox="1"/>
          <p:nvPr>
            <p:ph idx="1" type="subTitle"/>
          </p:nvPr>
        </p:nvSpPr>
        <p:spPr>
          <a:xfrm>
            <a:off x="720000" y="2502488"/>
            <a:ext cx="4667400" cy="120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1"/>
        </a:solidFill>
      </p:bgPr>
    </p:bg>
    <p:spTree>
      <p:nvGrpSpPr>
        <p:cNvPr id="449" name="Shape 449"/>
        <p:cNvGrpSpPr/>
        <p:nvPr/>
      </p:nvGrpSpPr>
      <p:grpSpPr>
        <a:xfrm>
          <a:off x="0" y="0"/>
          <a:ext cx="0" cy="0"/>
          <a:chOff x="0" y="0"/>
          <a:chExt cx="0" cy="0"/>
        </a:xfrm>
      </p:grpSpPr>
      <p:sp>
        <p:nvSpPr>
          <p:cNvPr id="450" name="Google Shape;450;p10"/>
          <p:cNvSpPr txBox="1"/>
          <p:nvPr>
            <p:ph type="title"/>
          </p:nvPr>
        </p:nvSpPr>
        <p:spPr>
          <a:xfrm>
            <a:off x="720000" y="2247075"/>
            <a:ext cx="4050000" cy="16089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3800"/>
              <a:buNone/>
              <a:defRPr sz="6000"/>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grpSp>
        <p:nvGrpSpPr>
          <p:cNvPr id="451" name="Google Shape;451;p10"/>
          <p:cNvGrpSpPr/>
          <p:nvPr/>
        </p:nvGrpSpPr>
        <p:grpSpPr>
          <a:xfrm>
            <a:off x="4" y="3974691"/>
            <a:ext cx="10920175" cy="3162429"/>
            <a:chOff x="4" y="3974691"/>
            <a:chExt cx="10920175" cy="3162429"/>
          </a:xfrm>
        </p:grpSpPr>
        <p:grpSp>
          <p:nvGrpSpPr>
            <p:cNvPr id="452" name="Google Shape;452;p10"/>
            <p:cNvGrpSpPr/>
            <p:nvPr/>
          </p:nvGrpSpPr>
          <p:grpSpPr>
            <a:xfrm>
              <a:off x="4" y="3974691"/>
              <a:ext cx="9144014" cy="2035097"/>
              <a:chOff x="609975" y="2032925"/>
              <a:chExt cx="2729475" cy="706950"/>
            </a:xfrm>
          </p:grpSpPr>
          <p:sp>
            <p:nvSpPr>
              <p:cNvPr id="453" name="Google Shape;453;p10"/>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0"/>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0"/>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0"/>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0"/>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10"/>
            <p:cNvGrpSpPr/>
            <p:nvPr/>
          </p:nvGrpSpPr>
          <p:grpSpPr>
            <a:xfrm>
              <a:off x="375455" y="4495977"/>
              <a:ext cx="3750658" cy="950331"/>
              <a:chOff x="365750" y="2226825"/>
              <a:chExt cx="1302900" cy="330125"/>
            </a:xfrm>
          </p:grpSpPr>
          <p:sp>
            <p:nvSpPr>
              <p:cNvPr id="459" name="Google Shape;459;p10"/>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0"/>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0"/>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0"/>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0"/>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0"/>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0"/>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10"/>
            <p:cNvGrpSpPr/>
            <p:nvPr/>
          </p:nvGrpSpPr>
          <p:grpSpPr>
            <a:xfrm>
              <a:off x="4732114" y="4211435"/>
              <a:ext cx="4498041" cy="1561623"/>
              <a:chOff x="1786325" y="2127525"/>
              <a:chExt cx="1562525" cy="542475"/>
            </a:xfrm>
          </p:grpSpPr>
          <p:sp>
            <p:nvSpPr>
              <p:cNvPr id="467" name="Google Shape;467;p10"/>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0"/>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 name="Google Shape;469;p10"/>
            <p:cNvGrpSpPr/>
            <p:nvPr/>
          </p:nvGrpSpPr>
          <p:grpSpPr>
            <a:xfrm>
              <a:off x="6" y="4856327"/>
              <a:ext cx="8096344" cy="2280794"/>
              <a:chOff x="609975" y="2365950"/>
              <a:chExt cx="2812500" cy="792300"/>
            </a:xfrm>
          </p:grpSpPr>
          <p:sp>
            <p:nvSpPr>
              <p:cNvPr id="470" name="Google Shape;470;p10"/>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0"/>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0"/>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0"/>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0"/>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0"/>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 name="Google Shape;476;p10"/>
            <p:cNvGrpSpPr/>
            <p:nvPr/>
          </p:nvGrpSpPr>
          <p:grpSpPr>
            <a:xfrm>
              <a:off x="2136410" y="4180134"/>
              <a:ext cx="8783769" cy="2147874"/>
              <a:chOff x="360222" y="4137309"/>
              <a:chExt cx="8783769" cy="2147874"/>
            </a:xfrm>
          </p:grpSpPr>
          <p:sp>
            <p:nvSpPr>
              <p:cNvPr id="477" name="Google Shape;477;p10"/>
              <p:cNvSpPr/>
              <p:nvPr/>
            </p:nvSpPr>
            <p:spPr>
              <a:xfrm>
                <a:off x="5284374" y="4137309"/>
                <a:ext cx="3859617" cy="1608690"/>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 name="Google Shape;478;p10"/>
              <p:cNvGrpSpPr/>
              <p:nvPr/>
            </p:nvGrpSpPr>
            <p:grpSpPr>
              <a:xfrm>
                <a:off x="360222" y="4330977"/>
                <a:ext cx="8653084" cy="1954205"/>
                <a:chOff x="371175" y="2476825"/>
                <a:chExt cx="3005900" cy="678850"/>
              </a:xfrm>
            </p:grpSpPr>
            <p:sp>
              <p:nvSpPr>
                <p:cNvPr id="479" name="Google Shape;479;p10"/>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0"/>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0"/>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0"/>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0"/>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0"/>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0"/>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0"/>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0"/>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0"/>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0"/>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0"/>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0"/>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0"/>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0"/>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0"/>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0"/>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0"/>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0"/>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0"/>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0"/>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0"/>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0"/>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0"/>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0"/>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0"/>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05" name="Shape 505"/>
        <p:cNvGrpSpPr/>
        <p:nvPr/>
      </p:nvGrpSpPr>
      <p:grpSpPr>
        <a:xfrm>
          <a:off x="0" y="0"/>
          <a:ext cx="0" cy="0"/>
          <a:chOff x="0" y="0"/>
          <a:chExt cx="0" cy="0"/>
        </a:xfrm>
      </p:grpSpPr>
      <p:sp>
        <p:nvSpPr>
          <p:cNvPr id="506" name="Google Shape;506;p11"/>
          <p:cNvSpPr txBox="1"/>
          <p:nvPr>
            <p:ph hasCustomPrompt="1" type="title"/>
          </p:nvPr>
        </p:nvSpPr>
        <p:spPr>
          <a:xfrm rot="294">
            <a:off x="1069075" y="658700"/>
            <a:ext cx="7005900" cy="1478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SzPts val="9600"/>
              <a:buNone/>
              <a:defRPr sz="12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07" name="Google Shape;507;p11"/>
          <p:cNvSpPr txBox="1"/>
          <p:nvPr>
            <p:ph idx="1" type="subTitle"/>
          </p:nvPr>
        </p:nvSpPr>
        <p:spPr>
          <a:xfrm>
            <a:off x="2458275" y="2183988"/>
            <a:ext cx="4227300" cy="4404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08" name="Google Shape;508;p11"/>
          <p:cNvGrpSpPr/>
          <p:nvPr/>
        </p:nvGrpSpPr>
        <p:grpSpPr>
          <a:xfrm>
            <a:off x="-556675" y="1902850"/>
            <a:ext cx="1538225" cy="703675"/>
            <a:chOff x="3504250" y="2617325"/>
            <a:chExt cx="1538225" cy="703675"/>
          </a:xfrm>
        </p:grpSpPr>
        <p:sp>
          <p:nvSpPr>
            <p:cNvPr id="509" name="Google Shape;509;p11"/>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1"/>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1"/>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1"/>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1"/>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1"/>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1"/>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1"/>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1"/>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1"/>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1"/>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1"/>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11"/>
          <p:cNvGrpSpPr/>
          <p:nvPr/>
        </p:nvGrpSpPr>
        <p:grpSpPr>
          <a:xfrm>
            <a:off x="8384636" y="2087816"/>
            <a:ext cx="863923" cy="285538"/>
            <a:chOff x="6417800" y="2661150"/>
            <a:chExt cx="545475" cy="180275"/>
          </a:xfrm>
        </p:grpSpPr>
        <p:sp>
          <p:nvSpPr>
            <p:cNvPr id="522" name="Google Shape;522;p11"/>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1"/>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1"/>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1"/>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1"/>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1"/>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11"/>
          <p:cNvGrpSpPr/>
          <p:nvPr/>
        </p:nvGrpSpPr>
        <p:grpSpPr>
          <a:xfrm>
            <a:off x="8135891" y="2642503"/>
            <a:ext cx="576226" cy="153599"/>
            <a:chOff x="1955600" y="1609450"/>
            <a:chExt cx="363825" cy="96975"/>
          </a:xfrm>
        </p:grpSpPr>
        <p:sp>
          <p:nvSpPr>
            <p:cNvPr id="529" name="Google Shape;529;p11"/>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1"/>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1"/>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1"/>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1"/>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1"/>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1"/>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1"/>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1"/>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1"/>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1"/>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1"/>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1"/>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42" name="Shape 54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43" name="Shape 543"/>
        <p:cNvGrpSpPr/>
        <p:nvPr/>
      </p:nvGrpSpPr>
      <p:grpSpPr>
        <a:xfrm>
          <a:off x="0" y="0"/>
          <a:ext cx="0" cy="0"/>
          <a:chOff x="0" y="0"/>
          <a:chExt cx="0" cy="0"/>
        </a:xfrm>
      </p:grpSpPr>
      <p:sp>
        <p:nvSpPr>
          <p:cNvPr id="544" name="Google Shape;544;p13"/>
          <p:cNvSpPr txBox="1"/>
          <p:nvPr>
            <p:ph hasCustomPrompt="1" type="title"/>
          </p:nvPr>
        </p:nvSpPr>
        <p:spPr>
          <a:xfrm rot="1973">
            <a:off x="1283375" y="1386075"/>
            <a:ext cx="1045200" cy="10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3000"/>
              <a:buNone/>
              <a:defRPr sz="8000">
                <a:solidFill>
                  <a:schemeClr val="accen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545" name="Google Shape;545;p13"/>
          <p:cNvSpPr txBox="1"/>
          <p:nvPr>
            <p:ph idx="2" type="title"/>
          </p:nvPr>
        </p:nvSpPr>
        <p:spPr>
          <a:xfrm>
            <a:off x="720000" y="2593525"/>
            <a:ext cx="2172000" cy="749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6" name="Google Shape;546;p13"/>
          <p:cNvSpPr txBox="1"/>
          <p:nvPr>
            <p:ph idx="1" type="subTitle"/>
          </p:nvPr>
        </p:nvSpPr>
        <p:spPr>
          <a:xfrm>
            <a:off x="720000" y="3229425"/>
            <a:ext cx="2172000" cy="60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47" name="Google Shape;547;p13"/>
          <p:cNvSpPr txBox="1"/>
          <p:nvPr>
            <p:ph hasCustomPrompt="1" idx="3" type="title"/>
          </p:nvPr>
        </p:nvSpPr>
        <p:spPr>
          <a:xfrm rot="1973">
            <a:off x="4049325" y="1386075"/>
            <a:ext cx="1045200" cy="10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3000"/>
              <a:buNone/>
              <a:defRPr sz="8000">
                <a:solidFill>
                  <a:schemeClr val="accen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548" name="Google Shape;548;p13"/>
          <p:cNvSpPr txBox="1"/>
          <p:nvPr>
            <p:ph idx="4" type="title"/>
          </p:nvPr>
        </p:nvSpPr>
        <p:spPr>
          <a:xfrm>
            <a:off x="3486000" y="2593525"/>
            <a:ext cx="2172000" cy="749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9" name="Google Shape;549;p13"/>
          <p:cNvSpPr txBox="1"/>
          <p:nvPr>
            <p:ph idx="5" type="subTitle"/>
          </p:nvPr>
        </p:nvSpPr>
        <p:spPr>
          <a:xfrm>
            <a:off x="3486000" y="3229425"/>
            <a:ext cx="2172000" cy="60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50" name="Google Shape;550;p13"/>
          <p:cNvSpPr txBox="1"/>
          <p:nvPr>
            <p:ph hasCustomPrompt="1" idx="6" type="title"/>
          </p:nvPr>
        </p:nvSpPr>
        <p:spPr>
          <a:xfrm rot="1973">
            <a:off x="6815325" y="1386075"/>
            <a:ext cx="1045200" cy="10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3000"/>
              <a:buNone/>
              <a:defRPr sz="8000">
                <a:solidFill>
                  <a:schemeClr val="accen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551" name="Google Shape;551;p13"/>
          <p:cNvSpPr txBox="1"/>
          <p:nvPr>
            <p:ph idx="7" type="title"/>
          </p:nvPr>
        </p:nvSpPr>
        <p:spPr>
          <a:xfrm>
            <a:off x="6252000" y="2593525"/>
            <a:ext cx="2172000" cy="749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52" name="Google Shape;552;p13"/>
          <p:cNvSpPr txBox="1"/>
          <p:nvPr>
            <p:ph idx="8" type="subTitle"/>
          </p:nvPr>
        </p:nvSpPr>
        <p:spPr>
          <a:xfrm>
            <a:off x="6252000" y="3229425"/>
            <a:ext cx="2172000" cy="60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53" name="Google Shape;553;p13"/>
          <p:cNvGrpSpPr/>
          <p:nvPr/>
        </p:nvGrpSpPr>
        <p:grpSpPr>
          <a:xfrm>
            <a:off x="-582025" y="1491138"/>
            <a:ext cx="1050000" cy="694200"/>
            <a:chOff x="3829175" y="1857800"/>
            <a:chExt cx="1050000" cy="694200"/>
          </a:xfrm>
        </p:grpSpPr>
        <p:sp>
          <p:nvSpPr>
            <p:cNvPr id="554" name="Google Shape;554;p13"/>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3"/>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3"/>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3"/>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3"/>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3"/>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13"/>
          <p:cNvGrpSpPr/>
          <p:nvPr/>
        </p:nvGrpSpPr>
        <p:grpSpPr>
          <a:xfrm>
            <a:off x="243225" y="276800"/>
            <a:ext cx="1282000" cy="526400"/>
            <a:chOff x="3450550" y="1144050"/>
            <a:chExt cx="1282000" cy="526400"/>
          </a:xfrm>
        </p:grpSpPr>
        <p:sp>
          <p:nvSpPr>
            <p:cNvPr id="561" name="Google Shape;561;p13"/>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3"/>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3"/>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3"/>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3"/>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3"/>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13"/>
          <p:cNvGrpSpPr/>
          <p:nvPr/>
        </p:nvGrpSpPr>
        <p:grpSpPr>
          <a:xfrm>
            <a:off x="-674550" y="2329825"/>
            <a:ext cx="1527500" cy="719225"/>
            <a:chOff x="5155200" y="1824900"/>
            <a:chExt cx="1527500" cy="719225"/>
          </a:xfrm>
        </p:grpSpPr>
        <p:sp>
          <p:nvSpPr>
            <p:cNvPr id="568" name="Google Shape;568;p13"/>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3"/>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3"/>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3"/>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3"/>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3"/>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13"/>
          <p:cNvGrpSpPr/>
          <p:nvPr/>
        </p:nvGrpSpPr>
        <p:grpSpPr>
          <a:xfrm>
            <a:off x="8096350" y="567200"/>
            <a:ext cx="1538225" cy="703675"/>
            <a:chOff x="3504250" y="2617325"/>
            <a:chExt cx="1538225" cy="703675"/>
          </a:xfrm>
        </p:grpSpPr>
        <p:sp>
          <p:nvSpPr>
            <p:cNvPr id="575" name="Google Shape;575;p13"/>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3"/>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3"/>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3"/>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3"/>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3"/>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3"/>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3"/>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3"/>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3"/>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3"/>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3"/>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 name="Google Shape;587;p13"/>
          <p:cNvGrpSpPr/>
          <p:nvPr/>
        </p:nvGrpSpPr>
        <p:grpSpPr>
          <a:xfrm>
            <a:off x="8499775" y="1567350"/>
            <a:ext cx="1195900" cy="541775"/>
            <a:chOff x="5595675" y="1084200"/>
            <a:chExt cx="1195900" cy="541775"/>
          </a:xfrm>
        </p:grpSpPr>
        <p:sp>
          <p:nvSpPr>
            <p:cNvPr id="588" name="Google Shape;588;p13"/>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3"/>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3"/>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3"/>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3"/>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3"/>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3"/>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3"/>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3"/>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3"/>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3"/>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13"/>
          <p:cNvGrpSpPr/>
          <p:nvPr/>
        </p:nvGrpSpPr>
        <p:grpSpPr>
          <a:xfrm>
            <a:off x="1533238" y="240225"/>
            <a:ext cx="545475" cy="180275"/>
            <a:chOff x="6417800" y="2661150"/>
            <a:chExt cx="545475" cy="180275"/>
          </a:xfrm>
        </p:grpSpPr>
        <p:sp>
          <p:nvSpPr>
            <p:cNvPr id="600" name="Google Shape;600;p13"/>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3"/>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3"/>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3"/>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3"/>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3"/>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 name="Google Shape;606;p13"/>
          <p:cNvSpPr txBox="1"/>
          <p:nvPr>
            <p:ph idx="9"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07" name="Shape 607"/>
        <p:cNvGrpSpPr/>
        <p:nvPr/>
      </p:nvGrpSpPr>
      <p:grpSpPr>
        <a:xfrm>
          <a:off x="0" y="0"/>
          <a:ext cx="0" cy="0"/>
          <a:chOff x="0" y="0"/>
          <a:chExt cx="0" cy="0"/>
        </a:xfrm>
      </p:grpSpPr>
      <p:grpSp>
        <p:nvGrpSpPr>
          <p:cNvPr id="608" name="Google Shape;608;p14"/>
          <p:cNvGrpSpPr/>
          <p:nvPr/>
        </p:nvGrpSpPr>
        <p:grpSpPr>
          <a:xfrm>
            <a:off x="3" y="3876524"/>
            <a:ext cx="9144014" cy="2368353"/>
            <a:chOff x="609975" y="2032925"/>
            <a:chExt cx="2729475" cy="706950"/>
          </a:xfrm>
        </p:grpSpPr>
        <p:sp>
          <p:nvSpPr>
            <p:cNvPr id="609" name="Google Shape;609;p14"/>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4"/>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4"/>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4"/>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4"/>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 name="Google Shape;614;p14"/>
          <p:cNvSpPr txBox="1"/>
          <p:nvPr>
            <p:ph type="title"/>
          </p:nvPr>
        </p:nvSpPr>
        <p:spPr>
          <a:xfrm rot="-599">
            <a:off x="720000" y="3274540"/>
            <a:ext cx="1722000" cy="457200"/>
          </a:xfrm>
          <a:prstGeom prst="rect">
            <a:avLst/>
          </a:prstGeom>
          <a:noFill/>
          <a:ln>
            <a:noFill/>
          </a:ln>
        </p:spPr>
        <p:txBody>
          <a:bodyPr anchorCtr="0" anchor="t" bIns="91425" lIns="91425" spcFirstLastPara="1" rIns="91425" wrap="square" tIns="91425">
            <a:noAutofit/>
          </a:bodyPr>
          <a:lstStyle>
            <a:lvl1pPr lvl="0" rtl="0" algn="l">
              <a:spcBef>
                <a:spcPts val="0"/>
              </a:spcBef>
              <a:spcAft>
                <a:spcPts val="0"/>
              </a:spcAft>
              <a:buSzPts val="1800"/>
              <a:buNone/>
              <a:defRPr sz="25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615" name="Google Shape;615;p14"/>
          <p:cNvSpPr txBox="1"/>
          <p:nvPr>
            <p:ph idx="1" type="subTitle"/>
          </p:nvPr>
        </p:nvSpPr>
        <p:spPr>
          <a:xfrm>
            <a:off x="720125" y="1411612"/>
            <a:ext cx="4563900" cy="184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26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grpSp>
        <p:nvGrpSpPr>
          <p:cNvPr id="616" name="Google Shape;616;p14"/>
          <p:cNvGrpSpPr/>
          <p:nvPr/>
        </p:nvGrpSpPr>
        <p:grpSpPr>
          <a:xfrm>
            <a:off x="-256522" y="288697"/>
            <a:ext cx="9602234" cy="5250925"/>
            <a:chOff x="-256522" y="288697"/>
            <a:chExt cx="9602234" cy="5250925"/>
          </a:xfrm>
        </p:grpSpPr>
        <p:grpSp>
          <p:nvGrpSpPr>
            <p:cNvPr id="617" name="Google Shape;617;p14"/>
            <p:cNvGrpSpPr/>
            <p:nvPr/>
          </p:nvGrpSpPr>
          <p:grpSpPr>
            <a:xfrm>
              <a:off x="3816877" y="3887704"/>
              <a:ext cx="2498580" cy="1651918"/>
              <a:chOff x="3829175" y="1857800"/>
              <a:chExt cx="1050000" cy="694200"/>
            </a:xfrm>
          </p:grpSpPr>
          <p:sp>
            <p:nvSpPr>
              <p:cNvPr id="618" name="Google Shape;618;p14"/>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4"/>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4"/>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4"/>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4"/>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4"/>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 name="Google Shape;624;p14"/>
            <p:cNvGrpSpPr/>
            <p:nvPr/>
          </p:nvGrpSpPr>
          <p:grpSpPr>
            <a:xfrm>
              <a:off x="-256522" y="452481"/>
              <a:ext cx="1669549" cy="685531"/>
              <a:chOff x="3450550" y="1144050"/>
              <a:chExt cx="1282000" cy="526400"/>
            </a:xfrm>
          </p:grpSpPr>
          <p:sp>
            <p:nvSpPr>
              <p:cNvPr id="625" name="Google Shape;625;p14"/>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4"/>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4"/>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4"/>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4"/>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4"/>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14"/>
            <p:cNvGrpSpPr/>
            <p:nvPr/>
          </p:nvGrpSpPr>
          <p:grpSpPr>
            <a:xfrm>
              <a:off x="1644729" y="288697"/>
              <a:ext cx="473809" cy="126291"/>
              <a:chOff x="1955600" y="1609450"/>
              <a:chExt cx="363825" cy="96975"/>
            </a:xfrm>
          </p:grpSpPr>
          <p:sp>
            <p:nvSpPr>
              <p:cNvPr id="632" name="Google Shape;632;p14"/>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4"/>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4"/>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4"/>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4"/>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4"/>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4"/>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4"/>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4"/>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4"/>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4"/>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4"/>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4"/>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14"/>
            <p:cNvGrpSpPr/>
            <p:nvPr/>
          </p:nvGrpSpPr>
          <p:grpSpPr>
            <a:xfrm>
              <a:off x="2473670" y="646264"/>
              <a:ext cx="699758" cy="250074"/>
              <a:chOff x="2714500" y="1614925"/>
              <a:chExt cx="537325" cy="192025"/>
            </a:xfrm>
          </p:grpSpPr>
          <p:sp>
            <p:nvSpPr>
              <p:cNvPr id="646" name="Google Shape;646;p14"/>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4"/>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4"/>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4"/>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4"/>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4"/>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4"/>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4"/>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4"/>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4"/>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4"/>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4"/>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4"/>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4"/>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14"/>
            <p:cNvGrpSpPr/>
            <p:nvPr/>
          </p:nvGrpSpPr>
          <p:grpSpPr>
            <a:xfrm>
              <a:off x="-106036" y="4197586"/>
              <a:ext cx="2741099" cy="1290649"/>
              <a:chOff x="5155200" y="1824900"/>
              <a:chExt cx="1527500" cy="719225"/>
            </a:xfrm>
          </p:grpSpPr>
          <p:sp>
            <p:nvSpPr>
              <p:cNvPr id="661" name="Google Shape;661;p14"/>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4"/>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4"/>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4"/>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4"/>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4"/>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14"/>
            <p:cNvGrpSpPr/>
            <p:nvPr/>
          </p:nvGrpSpPr>
          <p:grpSpPr>
            <a:xfrm>
              <a:off x="7300636" y="994127"/>
              <a:ext cx="2003230" cy="916396"/>
              <a:chOff x="3504250" y="2617325"/>
              <a:chExt cx="1538225" cy="703675"/>
            </a:xfrm>
          </p:grpSpPr>
          <p:sp>
            <p:nvSpPr>
              <p:cNvPr id="668" name="Google Shape;668;p14"/>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4"/>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4"/>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4"/>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4"/>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4"/>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4"/>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4"/>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4"/>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4"/>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4"/>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4"/>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 name="Google Shape;680;p14"/>
            <p:cNvGrpSpPr/>
            <p:nvPr/>
          </p:nvGrpSpPr>
          <p:grpSpPr>
            <a:xfrm flipH="1">
              <a:off x="6505861" y="3677013"/>
              <a:ext cx="1557421" cy="705554"/>
              <a:chOff x="5595675" y="1084200"/>
              <a:chExt cx="1195900" cy="541775"/>
            </a:xfrm>
          </p:grpSpPr>
          <p:sp>
            <p:nvSpPr>
              <p:cNvPr id="681" name="Google Shape;681;p14"/>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4"/>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4"/>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4"/>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4"/>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4"/>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4"/>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4"/>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4"/>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4"/>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4"/>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14"/>
            <p:cNvGrpSpPr/>
            <p:nvPr/>
          </p:nvGrpSpPr>
          <p:grpSpPr>
            <a:xfrm>
              <a:off x="7927312" y="2696436"/>
              <a:ext cx="1418400" cy="743711"/>
              <a:chOff x="6195700" y="3234125"/>
              <a:chExt cx="1089150" cy="571075"/>
            </a:xfrm>
          </p:grpSpPr>
          <p:sp>
            <p:nvSpPr>
              <p:cNvPr id="693" name="Google Shape;693;p14"/>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4"/>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4"/>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4"/>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4"/>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4"/>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4"/>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4"/>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 name="Google Shape;701;p14"/>
            <p:cNvGrpSpPr/>
            <p:nvPr/>
          </p:nvGrpSpPr>
          <p:grpSpPr>
            <a:xfrm>
              <a:off x="6976802" y="2676388"/>
              <a:ext cx="710372" cy="234772"/>
              <a:chOff x="6417800" y="2661150"/>
              <a:chExt cx="545475" cy="180275"/>
            </a:xfrm>
          </p:grpSpPr>
          <p:sp>
            <p:nvSpPr>
              <p:cNvPr id="702" name="Google Shape;702;p14"/>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4"/>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4"/>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4"/>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4"/>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4"/>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14"/>
            <p:cNvGrpSpPr/>
            <p:nvPr/>
          </p:nvGrpSpPr>
          <p:grpSpPr>
            <a:xfrm>
              <a:off x="6133805" y="714781"/>
              <a:ext cx="1317797" cy="318380"/>
              <a:chOff x="5272425" y="2835250"/>
              <a:chExt cx="1011900" cy="244475"/>
            </a:xfrm>
          </p:grpSpPr>
          <p:sp>
            <p:nvSpPr>
              <p:cNvPr id="709" name="Google Shape;709;p14"/>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4"/>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4"/>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4"/>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4"/>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4"/>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4"/>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4"/>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4"/>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MAIN_POINT_1">
    <p:spTree>
      <p:nvGrpSpPr>
        <p:cNvPr id="718" name="Shape 718"/>
        <p:cNvGrpSpPr/>
        <p:nvPr/>
      </p:nvGrpSpPr>
      <p:grpSpPr>
        <a:xfrm>
          <a:off x="0" y="0"/>
          <a:ext cx="0" cy="0"/>
          <a:chOff x="0" y="0"/>
          <a:chExt cx="0" cy="0"/>
        </a:xfrm>
      </p:grpSpPr>
      <p:sp>
        <p:nvSpPr>
          <p:cNvPr id="719" name="Google Shape;719;p15"/>
          <p:cNvSpPr txBox="1"/>
          <p:nvPr>
            <p:ph idx="1" type="subTitle"/>
          </p:nvPr>
        </p:nvSpPr>
        <p:spPr>
          <a:xfrm rot="213">
            <a:off x="2148400" y="3739663"/>
            <a:ext cx="4847100" cy="6939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720" name="Google Shape;720;p15"/>
          <p:cNvGrpSpPr/>
          <p:nvPr/>
        </p:nvGrpSpPr>
        <p:grpSpPr>
          <a:xfrm>
            <a:off x="-450087" y="862075"/>
            <a:ext cx="10473762" cy="5267424"/>
            <a:chOff x="-450087" y="862075"/>
            <a:chExt cx="10473762" cy="5267424"/>
          </a:xfrm>
        </p:grpSpPr>
        <p:grpSp>
          <p:nvGrpSpPr>
            <p:cNvPr id="721" name="Google Shape;721;p15"/>
            <p:cNvGrpSpPr/>
            <p:nvPr/>
          </p:nvGrpSpPr>
          <p:grpSpPr>
            <a:xfrm>
              <a:off x="-402175" y="2913000"/>
              <a:ext cx="1050000" cy="694200"/>
              <a:chOff x="3829175" y="1857800"/>
              <a:chExt cx="1050000" cy="694200"/>
            </a:xfrm>
          </p:grpSpPr>
          <p:sp>
            <p:nvSpPr>
              <p:cNvPr id="722" name="Google Shape;722;p15"/>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5"/>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5"/>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5"/>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5"/>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5"/>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15"/>
            <p:cNvGrpSpPr/>
            <p:nvPr/>
          </p:nvGrpSpPr>
          <p:grpSpPr>
            <a:xfrm>
              <a:off x="8270375" y="2386600"/>
              <a:ext cx="1282000" cy="526400"/>
              <a:chOff x="3450550" y="1144050"/>
              <a:chExt cx="1282000" cy="526400"/>
            </a:xfrm>
          </p:grpSpPr>
          <p:sp>
            <p:nvSpPr>
              <p:cNvPr id="729" name="Google Shape;729;p15"/>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5"/>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5"/>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5"/>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5"/>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5"/>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15"/>
            <p:cNvGrpSpPr/>
            <p:nvPr/>
          </p:nvGrpSpPr>
          <p:grpSpPr>
            <a:xfrm>
              <a:off x="8496175" y="3356600"/>
              <a:ext cx="1527500" cy="719225"/>
              <a:chOff x="5155200" y="1824900"/>
              <a:chExt cx="1527500" cy="719225"/>
            </a:xfrm>
          </p:grpSpPr>
          <p:sp>
            <p:nvSpPr>
              <p:cNvPr id="736" name="Google Shape;736;p15"/>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5"/>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5"/>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5"/>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5"/>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5"/>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15"/>
            <p:cNvGrpSpPr/>
            <p:nvPr/>
          </p:nvGrpSpPr>
          <p:grpSpPr>
            <a:xfrm flipH="1">
              <a:off x="-450087" y="3906132"/>
              <a:ext cx="4094248" cy="1706484"/>
              <a:chOff x="2081725" y="2409550"/>
              <a:chExt cx="1340750" cy="558825"/>
            </a:xfrm>
          </p:grpSpPr>
          <p:sp>
            <p:nvSpPr>
              <p:cNvPr id="743" name="Google Shape;743;p15"/>
              <p:cNvSpPr/>
              <p:nvPr/>
            </p:nvSpPr>
            <p:spPr>
              <a:xfrm>
                <a:off x="2081725" y="2409550"/>
                <a:ext cx="1340750" cy="558825"/>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5"/>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5"/>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5"/>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5"/>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5"/>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5"/>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5"/>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15"/>
            <p:cNvGrpSpPr/>
            <p:nvPr/>
          </p:nvGrpSpPr>
          <p:grpSpPr>
            <a:xfrm flipH="1">
              <a:off x="3160974" y="4505694"/>
              <a:ext cx="6391394" cy="1623805"/>
              <a:chOff x="371175" y="2623925"/>
              <a:chExt cx="2093000" cy="531750"/>
            </a:xfrm>
          </p:grpSpPr>
          <p:sp>
            <p:nvSpPr>
              <p:cNvPr id="752" name="Google Shape;752;p15"/>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5"/>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5"/>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5"/>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5"/>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5"/>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5"/>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5"/>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5"/>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5"/>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5"/>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5"/>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5"/>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5"/>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5"/>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5"/>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5"/>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5"/>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5"/>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 name="Google Shape;771;p15"/>
            <p:cNvSpPr/>
            <p:nvPr/>
          </p:nvSpPr>
          <p:spPr>
            <a:xfrm>
              <a:off x="8270363" y="1280800"/>
              <a:ext cx="434625" cy="756300"/>
            </a:xfrm>
            <a:custGeom>
              <a:rect b="b" l="l" r="r" t="t"/>
              <a:pathLst>
                <a:path extrusionOk="0" h="30252" w="17385">
                  <a:moveTo>
                    <a:pt x="14240" y="1"/>
                  </a:moveTo>
                  <a:cubicBezTo>
                    <a:pt x="14221" y="1"/>
                    <a:pt x="14202" y="1"/>
                    <a:pt x="14183" y="1"/>
                  </a:cubicBezTo>
                  <a:cubicBezTo>
                    <a:pt x="14155" y="1"/>
                    <a:pt x="14133" y="16"/>
                    <a:pt x="14119" y="34"/>
                  </a:cubicBezTo>
                  <a:cubicBezTo>
                    <a:pt x="14115" y="34"/>
                    <a:pt x="14110" y="34"/>
                    <a:pt x="14106" y="34"/>
                  </a:cubicBezTo>
                  <a:cubicBezTo>
                    <a:pt x="14104" y="34"/>
                    <a:pt x="14102" y="34"/>
                    <a:pt x="14100" y="34"/>
                  </a:cubicBezTo>
                  <a:cubicBezTo>
                    <a:pt x="14062" y="39"/>
                    <a:pt x="14031" y="55"/>
                    <a:pt x="14002" y="76"/>
                  </a:cubicBezTo>
                  <a:cubicBezTo>
                    <a:pt x="13991" y="67"/>
                    <a:pt x="13976" y="61"/>
                    <a:pt x="13960" y="61"/>
                  </a:cubicBezTo>
                  <a:cubicBezTo>
                    <a:pt x="13946" y="61"/>
                    <a:pt x="13932" y="65"/>
                    <a:pt x="13918" y="76"/>
                  </a:cubicBezTo>
                  <a:cubicBezTo>
                    <a:pt x="13505" y="409"/>
                    <a:pt x="13133" y="797"/>
                    <a:pt x="12763" y="1178"/>
                  </a:cubicBezTo>
                  <a:cubicBezTo>
                    <a:pt x="12391" y="1560"/>
                    <a:pt x="6496" y="8862"/>
                    <a:pt x="6517" y="9053"/>
                  </a:cubicBezTo>
                  <a:cubicBezTo>
                    <a:pt x="6525" y="9130"/>
                    <a:pt x="7098" y="9157"/>
                    <a:pt x="7734" y="9157"/>
                  </a:cubicBezTo>
                  <a:cubicBezTo>
                    <a:pt x="8443" y="9157"/>
                    <a:pt x="9229" y="9124"/>
                    <a:pt x="9400" y="9094"/>
                  </a:cubicBezTo>
                  <a:lnTo>
                    <a:pt x="9400" y="9094"/>
                  </a:lnTo>
                  <a:cubicBezTo>
                    <a:pt x="9284" y="9284"/>
                    <a:pt x="7349" y="13551"/>
                    <a:pt x="7444" y="13786"/>
                  </a:cubicBezTo>
                  <a:cubicBezTo>
                    <a:pt x="7446" y="13792"/>
                    <a:pt x="7462" y="13795"/>
                    <a:pt x="7490" y="13795"/>
                  </a:cubicBezTo>
                  <a:cubicBezTo>
                    <a:pt x="7858" y="13795"/>
                    <a:pt x="10280" y="13326"/>
                    <a:pt x="10767" y="13188"/>
                  </a:cubicBezTo>
                  <a:cubicBezTo>
                    <a:pt x="11168" y="13076"/>
                    <a:pt x="11571" y="12968"/>
                    <a:pt x="11975" y="12857"/>
                  </a:cubicBezTo>
                  <a:lnTo>
                    <a:pt x="11975" y="12857"/>
                  </a:lnTo>
                  <a:cubicBezTo>
                    <a:pt x="11473" y="13664"/>
                    <a:pt x="10979" y="14476"/>
                    <a:pt x="10474" y="15280"/>
                  </a:cubicBezTo>
                  <a:cubicBezTo>
                    <a:pt x="9688" y="16527"/>
                    <a:pt x="8887" y="17761"/>
                    <a:pt x="8069" y="18986"/>
                  </a:cubicBezTo>
                  <a:cubicBezTo>
                    <a:pt x="6441" y="21425"/>
                    <a:pt x="4747" y="23822"/>
                    <a:pt x="2995" y="26175"/>
                  </a:cubicBezTo>
                  <a:cubicBezTo>
                    <a:pt x="2008" y="27501"/>
                    <a:pt x="999" y="28810"/>
                    <a:pt x="17" y="30139"/>
                  </a:cubicBezTo>
                  <a:cubicBezTo>
                    <a:pt x="1" y="30163"/>
                    <a:pt x="21" y="30188"/>
                    <a:pt x="44" y="30193"/>
                  </a:cubicBezTo>
                  <a:cubicBezTo>
                    <a:pt x="43" y="30224"/>
                    <a:pt x="68" y="30252"/>
                    <a:pt x="96" y="30252"/>
                  </a:cubicBezTo>
                  <a:cubicBezTo>
                    <a:pt x="107" y="30252"/>
                    <a:pt x="119" y="30247"/>
                    <a:pt x="130" y="30235"/>
                  </a:cubicBezTo>
                  <a:cubicBezTo>
                    <a:pt x="2500" y="27731"/>
                    <a:pt x="4745" y="25106"/>
                    <a:pt x="7024" y="22521"/>
                  </a:cubicBezTo>
                  <a:cubicBezTo>
                    <a:pt x="9307" y="19935"/>
                    <a:pt x="16862" y="10429"/>
                    <a:pt x="16849" y="10412"/>
                  </a:cubicBezTo>
                  <a:cubicBezTo>
                    <a:pt x="16849" y="10408"/>
                    <a:pt x="16825" y="10407"/>
                    <a:pt x="16779" y="10407"/>
                  </a:cubicBezTo>
                  <a:cubicBezTo>
                    <a:pt x="16173" y="10407"/>
                    <a:pt x="11854" y="10694"/>
                    <a:pt x="11800" y="10703"/>
                  </a:cubicBezTo>
                  <a:cubicBezTo>
                    <a:pt x="11891" y="10586"/>
                    <a:pt x="13923" y="7604"/>
                    <a:pt x="14064" y="7356"/>
                  </a:cubicBezTo>
                  <a:cubicBezTo>
                    <a:pt x="14169" y="7173"/>
                    <a:pt x="14261" y="6943"/>
                    <a:pt x="14168" y="6737"/>
                  </a:cubicBezTo>
                  <a:cubicBezTo>
                    <a:pt x="14088" y="6558"/>
                    <a:pt x="13908" y="6485"/>
                    <a:pt x="13725" y="6463"/>
                  </a:cubicBezTo>
                  <a:cubicBezTo>
                    <a:pt x="13670" y="6456"/>
                    <a:pt x="13580" y="6454"/>
                    <a:pt x="13472" y="6454"/>
                  </a:cubicBezTo>
                  <a:cubicBezTo>
                    <a:pt x="13062" y="6454"/>
                    <a:pt x="12378" y="6492"/>
                    <a:pt x="12187" y="6503"/>
                  </a:cubicBezTo>
                  <a:cubicBezTo>
                    <a:pt x="12247" y="6426"/>
                    <a:pt x="13283" y="5292"/>
                    <a:pt x="13735" y="4800"/>
                  </a:cubicBezTo>
                  <a:cubicBezTo>
                    <a:pt x="14637" y="3819"/>
                    <a:pt x="15545" y="2842"/>
                    <a:pt x="16444" y="1858"/>
                  </a:cubicBezTo>
                  <a:cubicBezTo>
                    <a:pt x="16663" y="1616"/>
                    <a:pt x="16891" y="1377"/>
                    <a:pt x="17087" y="1116"/>
                  </a:cubicBezTo>
                  <a:cubicBezTo>
                    <a:pt x="17245" y="903"/>
                    <a:pt x="17385" y="638"/>
                    <a:pt x="17310" y="370"/>
                  </a:cubicBezTo>
                  <a:cubicBezTo>
                    <a:pt x="17306" y="357"/>
                    <a:pt x="17297" y="351"/>
                    <a:pt x="17287" y="348"/>
                  </a:cubicBezTo>
                  <a:cubicBezTo>
                    <a:pt x="17280" y="340"/>
                    <a:pt x="17270" y="330"/>
                    <a:pt x="17259" y="327"/>
                  </a:cubicBezTo>
                  <a:cubicBezTo>
                    <a:pt x="17029" y="236"/>
                    <a:pt x="16749" y="236"/>
                    <a:pt x="16506" y="212"/>
                  </a:cubicBezTo>
                  <a:cubicBezTo>
                    <a:pt x="16251" y="184"/>
                    <a:pt x="15997" y="160"/>
                    <a:pt x="15741" y="135"/>
                  </a:cubicBezTo>
                  <a:cubicBezTo>
                    <a:pt x="15247" y="89"/>
                    <a:pt x="14737" y="1"/>
                    <a:pt x="14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5"/>
            <p:cNvSpPr/>
            <p:nvPr/>
          </p:nvSpPr>
          <p:spPr>
            <a:xfrm>
              <a:off x="873613" y="862075"/>
              <a:ext cx="196175" cy="325425"/>
            </a:xfrm>
            <a:custGeom>
              <a:rect b="b" l="l" r="r" t="t"/>
              <a:pathLst>
                <a:path extrusionOk="0" h="13017" w="7847">
                  <a:moveTo>
                    <a:pt x="6580" y="1"/>
                  </a:moveTo>
                  <a:cubicBezTo>
                    <a:pt x="5976" y="1"/>
                    <a:pt x="5370" y="37"/>
                    <a:pt x="4767" y="60"/>
                  </a:cubicBezTo>
                  <a:cubicBezTo>
                    <a:pt x="4447" y="73"/>
                    <a:pt x="4128" y="80"/>
                    <a:pt x="3811" y="109"/>
                  </a:cubicBezTo>
                  <a:cubicBezTo>
                    <a:pt x="3726" y="116"/>
                    <a:pt x="3583" y="137"/>
                    <a:pt x="3515" y="204"/>
                  </a:cubicBezTo>
                  <a:cubicBezTo>
                    <a:pt x="3512" y="203"/>
                    <a:pt x="3508" y="202"/>
                    <a:pt x="3505" y="202"/>
                  </a:cubicBezTo>
                  <a:cubicBezTo>
                    <a:pt x="3501" y="202"/>
                    <a:pt x="3496" y="203"/>
                    <a:pt x="3492" y="206"/>
                  </a:cubicBezTo>
                  <a:cubicBezTo>
                    <a:pt x="3292" y="348"/>
                    <a:pt x="3161" y="626"/>
                    <a:pt x="3025" y="828"/>
                  </a:cubicBezTo>
                  <a:cubicBezTo>
                    <a:pt x="2870" y="1056"/>
                    <a:pt x="2716" y="1285"/>
                    <a:pt x="2564" y="1515"/>
                  </a:cubicBezTo>
                  <a:cubicBezTo>
                    <a:pt x="2242" y="2005"/>
                    <a:pt x="1925" y="2499"/>
                    <a:pt x="1622" y="3001"/>
                  </a:cubicBezTo>
                  <a:cubicBezTo>
                    <a:pt x="1325" y="3493"/>
                    <a:pt x="1037" y="3991"/>
                    <a:pt x="762" y="4496"/>
                  </a:cubicBezTo>
                  <a:cubicBezTo>
                    <a:pt x="625" y="4748"/>
                    <a:pt x="484" y="5000"/>
                    <a:pt x="354" y="5255"/>
                  </a:cubicBezTo>
                  <a:cubicBezTo>
                    <a:pt x="232" y="5496"/>
                    <a:pt x="73" y="5763"/>
                    <a:pt x="7" y="6023"/>
                  </a:cubicBezTo>
                  <a:cubicBezTo>
                    <a:pt x="0" y="6049"/>
                    <a:pt x="24" y="6073"/>
                    <a:pt x="48" y="6073"/>
                  </a:cubicBezTo>
                  <a:cubicBezTo>
                    <a:pt x="54" y="6073"/>
                    <a:pt x="59" y="6071"/>
                    <a:pt x="65" y="6068"/>
                  </a:cubicBezTo>
                  <a:cubicBezTo>
                    <a:pt x="71" y="6074"/>
                    <a:pt x="80" y="6078"/>
                    <a:pt x="91" y="6078"/>
                  </a:cubicBezTo>
                  <a:cubicBezTo>
                    <a:pt x="94" y="6078"/>
                    <a:pt x="97" y="6078"/>
                    <a:pt x="101" y="6077"/>
                  </a:cubicBezTo>
                  <a:cubicBezTo>
                    <a:pt x="959" y="5960"/>
                    <a:pt x="1808" y="5806"/>
                    <a:pt x="2651" y="5604"/>
                  </a:cubicBezTo>
                  <a:cubicBezTo>
                    <a:pt x="3060" y="5506"/>
                    <a:pt x="3465" y="5397"/>
                    <a:pt x="3870" y="5289"/>
                  </a:cubicBezTo>
                  <a:cubicBezTo>
                    <a:pt x="3994" y="5254"/>
                    <a:pt x="4119" y="5217"/>
                    <a:pt x="4241" y="5181"/>
                  </a:cubicBezTo>
                  <a:lnTo>
                    <a:pt x="4241" y="5181"/>
                  </a:lnTo>
                  <a:cubicBezTo>
                    <a:pt x="4230" y="5202"/>
                    <a:pt x="4220" y="5225"/>
                    <a:pt x="4207" y="5247"/>
                  </a:cubicBezTo>
                  <a:cubicBezTo>
                    <a:pt x="4066" y="5526"/>
                    <a:pt x="3927" y="5806"/>
                    <a:pt x="3790" y="6084"/>
                  </a:cubicBezTo>
                  <a:cubicBezTo>
                    <a:pt x="3530" y="6624"/>
                    <a:pt x="3273" y="7169"/>
                    <a:pt x="3027" y="7716"/>
                  </a:cubicBezTo>
                  <a:cubicBezTo>
                    <a:pt x="2534" y="8805"/>
                    <a:pt x="2067" y="9908"/>
                    <a:pt x="1635" y="11024"/>
                  </a:cubicBezTo>
                  <a:cubicBezTo>
                    <a:pt x="1508" y="11347"/>
                    <a:pt x="1390" y="11673"/>
                    <a:pt x="1271" y="11997"/>
                  </a:cubicBezTo>
                  <a:cubicBezTo>
                    <a:pt x="1174" y="12265"/>
                    <a:pt x="1062" y="12541"/>
                    <a:pt x="988" y="12819"/>
                  </a:cubicBezTo>
                  <a:cubicBezTo>
                    <a:pt x="961" y="12860"/>
                    <a:pt x="935" y="12897"/>
                    <a:pt x="907" y="12938"/>
                  </a:cubicBezTo>
                  <a:cubicBezTo>
                    <a:pt x="886" y="12971"/>
                    <a:pt x="917" y="13007"/>
                    <a:pt x="950" y="13007"/>
                  </a:cubicBezTo>
                  <a:cubicBezTo>
                    <a:pt x="952" y="13007"/>
                    <a:pt x="954" y="13007"/>
                    <a:pt x="956" y="13007"/>
                  </a:cubicBezTo>
                  <a:cubicBezTo>
                    <a:pt x="962" y="13012"/>
                    <a:pt x="969" y="13016"/>
                    <a:pt x="976" y="13016"/>
                  </a:cubicBezTo>
                  <a:cubicBezTo>
                    <a:pt x="984" y="13016"/>
                    <a:pt x="991" y="13012"/>
                    <a:pt x="995" y="13004"/>
                  </a:cubicBezTo>
                  <a:cubicBezTo>
                    <a:pt x="1004" y="12988"/>
                    <a:pt x="1011" y="12969"/>
                    <a:pt x="1021" y="12953"/>
                  </a:cubicBezTo>
                  <a:cubicBezTo>
                    <a:pt x="1537" y="12406"/>
                    <a:pt x="1984" y="11775"/>
                    <a:pt x="2436" y="11175"/>
                  </a:cubicBezTo>
                  <a:cubicBezTo>
                    <a:pt x="2909" y="10550"/>
                    <a:pt x="3371" y="9921"/>
                    <a:pt x="3824" y="9282"/>
                  </a:cubicBezTo>
                  <a:cubicBezTo>
                    <a:pt x="4736" y="7999"/>
                    <a:pt x="5614" y="6689"/>
                    <a:pt x="6453" y="5355"/>
                  </a:cubicBezTo>
                  <a:cubicBezTo>
                    <a:pt x="6923" y="4606"/>
                    <a:pt x="7378" y="3848"/>
                    <a:pt x="7819" y="3083"/>
                  </a:cubicBezTo>
                  <a:cubicBezTo>
                    <a:pt x="7847" y="3037"/>
                    <a:pt x="7816" y="2965"/>
                    <a:pt x="7758" y="2965"/>
                  </a:cubicBezTo>
                  <a:cubicBezTo>
                    <a:pt x="7756" y="2965"/>
                    <a:pt x="7754" y="2965"/>
                    <a:pt x="7752" y="2965"/>
                  </a:cubicBezTo>
                  <a:cubicBezTo>
                    <a:pt x="7623" y="2978"/>
                    <a:pt x="7487" y="2983"/>
                    <a:pt x="7350" y="2991"/>
                  </a:cubicBezTo>
                  <a:cubicBezTo>
                    <a:pt x="7186" y="2984"/>
                    <a:pt x="7020" y="2981"/>
                    <a:pt x="6854" y="2981"/>
                  </a:cubicBezTo>
                  <a:cubicBezTo>
                    <a:pt x="6048" y="2981"/>
                    <a:pt x="5232" y="3055"/>
                    <a:pt x="4433" y="3185"/>
                  </a:cubicBezTo>
                  <a:cubicBezTo>
                    <a:pt x="4447" y="3166"/>
                    <a:pt x="4460" y="3149"/>
                    <a:pt x="4475" y="3130"/>
                  </a:cubicBezTo>
                  <a:cubicBezTo>
                    <a:pt x="4743" y="2787"/>
                    <a:pt x="5012" y="2445"/>
                    <a:pt x="5282" y="2103"/>
                  </a:cubicBezTo>
                  <a:cubicBezTo>
                    <a:pt x="5545" y="1769"/>
                    <a:pt x="5805" y="1436"/>
                    <a:pt x="6065" y="1102"/>
                  </a:cubicBezTo>
                  <a:cubicBezTo>
                    <a:pt x="6182" y="952"/>
                    <a:pt x="6294" y="796"/>
                    <a:pt x="6407" y="644"/>
                  </a:cubicBezTo>
                  <a:cubicBezTo>
                    <a:pt x="6529" y="478"/>
                    <a:pt x="6669" y="314"/>
                    <a:pt x="6731" y="116"/>
                  </a:cubicBezTo>
                  <a:cubicBezTo>
                    <a:pt x="6734" y="111"/>
                    <a:pt x="6734" y="105"/>
                    <a:pt x="6731" y="102"/>
                  </a:cubicBezTo>
                  <a:cubicBezTo>
                    <a:pt x="6755" y="62"/>
                    <a:pt x="6738" y="1"/>
                    <a:pt x="6679" y="1"/>
                  </a:cubicBezTo>
                  <a:cubicBezTo>
                    <a:pt x="6646" y="1"/>
                    <a:pt x="6613" y="1"/>
                    <a:pt x="6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 name="Google Shape;773;p15"/>
            <p:cNvGrpSpPr/>
            <p:nvPr/>
          </p:nvGrpSpPr>
          <p:grpSpPr>
            <a:xfrm>
              <a:off x="-322275" y="1887613"/>
              <a:ext cx="1195900" cy="541775"/>
              <a:chOff x="5595675" y="1084200"/>
              <a:chExt cx="1195900" cy="541775"/>
            </a:xfrm>
          </p:grpSpPr>
          <p:sp>
            <p:nvSpPr>
              <p:cNvPr id="774" name="Google Shape;774;p15"/>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5"/>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5"/>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5"/>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5"/>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5"/>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5"/>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5"/>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5"/>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5"/>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5"/>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5" name="Google Shape;785;p15"/>
          <p:cNvSpPr txBox="1"/>
          <p:nvPr>
            <p:ph type="title"/>
          </p:nvPr>
        </p:nvSpPr>
        <p:spPr>
          <a:xfrm>
            <a:off x="1789200" y="709788"/>
            <a:ext cx="5565600" cy="289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25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2">
    <p:spTree>
      <p:nvGrpSpPr>
        <p:cNvPr id="786" name="Shape 786"/>
        <p:cNvGrpSpPr/>
        <p:nvPr/>
      </p:nvGrpSpPr>
      <p:grpSpPr>
        <a:xfrm>
          <a:off x="0" y="0"/>
          <a:ext cx="0" cy="0"/>
          <a:chOff x="0" y="0"/>
          <a:chExt cx="0" cy="0"/>
        </a:xfrm>
      </p:grpSpPr>
      <p:sp>
        <p:nvSpPr>
          <p:cNvPr id="787" name="Google Shape;787;p16"/>
          <p:cNvSpPr txBox="1"/>
          <p:nvPr>
            <p:ph idx="1" type="subTitle"/>
          </p:nvPr>
        </p:nvSpPr>
        <p:spPr>
          <a:xfrm>
            <a:off x="4049075" y="3804600"/>
            <a:ext cx="3604200" cy="79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88" name="Google Shape;788;p16"/>
          <p:cNvSpPr txBox="1"/>
          <p:nvPr>
            <p:ph type="title"/>
          </p:nvPr>
        </p:nvSpPr>
        <p:spPr>
          <a:xfrm>
            <a:off x="1490725" y="3918300"/>
            <a:ext cx="2394900" cy="571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grpSp>
        <p:nvGrpSpPr>
          <p:cNvPr id="789" name="Google Shape;789;p16"/>
          <p:cNvGrpSpPr/>
          <p:nvPr/>
        </p:nvGrpSpPr>
        <p:grpSpPr>
          <a:xfrm>
            <a:off x="-622175" y="1662050"/>
            <a:ext cx="9943537" cy="4420037"/>
            <a:chOff x="-622175" y="1662050"/>
            <a:chExt cx="9943537" cy="4420037"/>
          </a:xfrm>
        </p:grpSpPr>
        <p:grpSp>
          <p:nvGrpSpPr>
            <p:cNvPr id="790" name="Google Shape;790;p16"/>
            <p:cNvGrpSpPr/>
            <p:nvPr/>
          </p:nvGrpSpPr>
          <p:grpSpPr>
            <a:xfrm>
              <a:off x="97550" y="1662050"/>
              <a:ext cx="1050000" cy="694200"/>
              <a:chOff x="3829175" y="1857800"/>
              <a:chExt cx="1050000" cy="694200"/>
            </a:xfrm>
          </p:grpSpPr>
          <p:sp>
            <p:nvSpPr>
              <p:cNvPr id="791" name="Google Shape;791;p16"/>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6"/>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6"/>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6"/>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6"/>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6"/>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 name="Google Shape;797;p16"/>
            <p:cNvGrpSpPr/>
            <p:nvPr/>
          </p:nvGrpSpPr>
          <p:grpSpPr>
            <a:xfrm>
              <a:off x="3597175" y="4759650"/>
              <a:ext cx="1282000" cy="526400"/>
              <a:chOff x="3450550" y="1144050"/>
              <a:chExt cx="1282000" cy="526400"/>
            </a:xfrm>
          </p:grpSpPr>
          <p:sp>
            <p:nvSpPr>
              <p:cNvPr id="798" name="Google Shape;798;p16"/>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6"/>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6"/>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6"/>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6"/>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6"/>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16"/>
            <p:cNvGrpSpPr/>
            <p:nvPr/>
          </p:nvGrpSpPr>
          <p:grpSpPr>
            <a:xfrm>
              <a:off x="-622175" y="2793600"/>
              <a:ext cx="1527500" cy="719225"/>
              <a:chOff x="5155200" y="1824900"/>
              <a:chExt cx="1527500" cy="719225"/>
            </a:xfrm>
          </p:grpSpPr>
          <p:sp>
            <p:nvSpPr>
              <p:cNvPr id="805" name="Google Shape;805;p16"/>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6"/>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6"/>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6"/>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6"/>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6"/>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16"/>
            <p:cNvGrpSpPr/>
            <p:nvPr/>
          </p:nvGrpSpPr>
          <p:grpSpPr>
            <a:xfrm>
              <a:off x="-356119" y="4002715"/>
              <a:ext cx="9677482" cy="2079372"/>
              <a:chOff x="-356119" y="4002715"/>
              <a:chExt cx="9677482" cy="2079372"/>
            </a:xfrm>
          </p:grpSpPr>
          <p:grpSp>
            <p:nvGrpSpPr>
              <p:cNvPr id="812" name="Google Shape;812;p16"/>
              <p:cNvGrpSpPr/>
              <p:nvPr/>
            </p:nvGrpSpPr>
            <p:grpSpPr>
              <a:xfrm flipH="1">
                <a:off x="8034518" y="4002715"/>
                <a:ext cx="1268797" cy="1191128"/>
                <a:chOff x="644450" y="3526100"/>
                <a:chExt cx="590550" cy="554400"/>
              </a:xfrm>
            </p:grpSpPr>
            <p:sp>
              <p:nvSpPr>
                <p:cNvPr id="813" name="Google Shape;813;p16"/>
                <p:cNvSpPr/>
                <p:nvPr/>
              </p:nvSpPr>
              <p:spPr>
                <a:xfrm>
                  <a:off x="644450" y="3526100"/>
                  <a:ext cx="590550" cy="554400"/>
                </a:xfrm>
                <a:custGeom>
                  <a:rect b="b" l="l" r="r" t="t"/>
                  <a:pathLst>
                    <a:path extrusionOk="0" h="22176" w="23622">
                      <a:moveTo>
                        <a:pt x="8661" y="0"/>
                      </a:moveTo>
                      <a:cubicBezTo>
                        <a:pt x="8521" y="0"/>
                        <a:pt x="8381" y="5"/>
                        <a:pt x="8243" y="13"/>
                      </a:cubicBezTo>
                      <a:cubicBezTo>
                        <a:pt x="5244" y="192"/>
                        <a:pt x="2397" y="2031"/>
                        <a:pt x="1006" y="4694"/>
                      </a:cubicBezTo>
                      <a:cubicBezTo>
                        <a:pt x="176" y="6279"/>
                        <a:pt x="0" y="8274"/>
                        <a:pt x="95" y="10062"/>
                      </a:cubicBezTo>
                      <a:cubicBezTo>
                        <a:pt x="192" y="11924"/>
                        <a:pt x="303" y="13848"/>
                        <a:pt x="1137" y="15517"/>
                      </a:cubicBezTo>
                      <a:cubicBezTo>
                        <a:pt x="2026" y="17298"/>
                        <a:pt x="3652" y="18601"/>
                        <a:pt x="5364" y="19621"/>
                      </a:cubicBezTo>
                      <a:cubicBezTo>
                        <a:pt x="7934" y="21152"/>
                        <a:pt x="10870" y="22176"/>
                        <a:pt x="13858" y="22176"/>
                      </a:cubicBezTo>
                      <a:cubicBezTo>
                        <a:pt x="13971" y="22176"/>
                        <a:pt x="14083" y="22174"/>
                        <a:pt x="14196" y="22172"/>
                      </a:cubicBezTo>
                      <a:cubicBezTo>
                        <a:pt x="17300" y="22089"/>
                        <a:pt x="20438" y="20790"/>
                        <a:pt x="22376" y="18364"/>
                      </a:cubicBezTo>
                      <a:cubicBezTo>
                        <a:pt x="23074" y="17492"/>
                        <a:pt x="23621" y="16437"/>
                        <a:pt x="23598" y="15322"/>
                      </a:cubicBezTo>
                      <a:cubicBezTo>
                        <a:pt x="23575" y="14207"/>
                        <a:pt x="22798" y="12935"/>
                        <a:pt x="21705" y="12713"/>
                      </a:cubicBezTo>
                      <a:cubicBezTo>
                        <a:pt x="22440" y="11990"/>
                        <a:pt x="22922" y="10999"/>
                        <a:pt x="22965" y="9970"/>
                      </a:cubicBezTo>
                      <a:cubicBezTo>
                        <a:pt x="23009" y="8940"/>
                        <a:pt x="22597" y="7887"/>
                        <a:pt x="21819" y="7211"/>
                      </a:cubicBezTo>
                      <a:cubicBezTo>
                        <a:pt x="21133" y="6614"/>
                        <a:pt x="20212" y="6338"/>
                        <a:pt x="19305" y="6295"/>
                      </a:cubicBezTo>
                      <a:cubicBezTo>
                        <a:pt x="19219" y="6291"/>
                        <a:pt x="19133" y="6289"/>
                        <a:pt x="19047" y="6289"/>
                      </a:cubicBezTo>
                      <a:cubicBezTo>
                        <a:pt x="18219" y="6289"/>
                        <a:pt x="17370" y="6468"/>
                        <a:pt x="16570" y="6668"/>
                      </a:cubicBezTo>
                      <a:cubicBezTo>
                        <a:pt x="16566" y="5482"/>
                        <a:pt x="16025" y="4309"/>
                        <a:pt x="15128" y="3536"/>
                      </a:cubicBezTo>
                      <a:cubicBezTo>
                        <a:pt x="14387" y="2893"/>
                        <a:pt x="13363" y="2566"/>
                        <a:pt x="12367" y="2566"/>
                      </a:cubicBezTo>
                      <a:cubicBezTo>
                        <a:pt x="12159" y="2566"/>
                        <a:pt x="11952" y="2581"/>
                        <a:pt x="11749" y="2609"/>
                      </a:cubicBezTo>
                      <a:cubicBezTo>
                        <a:pt x="11927" y="1785"/>
                        <a:pt x="11415" y="922"/>
                        <a:pt x="10692" y="484"/>
                      </a:cubicBezTo>
                      <a:cubicBezTo>
                        <a:pt x="10089" y="119"/>
                        <a:pt x="9372" y="0"/>
                        <a:pt x="8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6"/>
                <p:cNvSpPr/>
                <p:nvPr/>
              </p:nvSpPr>
              <p:spPr>
                <a:xfrm>
                  <a:off x="707575" y="3581175"/>
                  <a:ext cx="230250" cy="275050"/>
                </a:xfrm>
                <a:custGeom>
                  <a:rect b="b" l="l" r="r" t="t"/>
                  <a:pathLst>
                    <a:path extrusionOk="0" h="11002" w="9210">
                      <a:moveTo>
                        <a:pt x="4700" y="1"/>
                      </a:moveTo>
                      <a:cubicBezTo>
                        <a:pt x="4632" y="1"/>
                        <a:pt x="4564" y="5"/>
                        <a:pt x="4497" y="13"/>
                      </a:cubicBezTo>
                      <a:cubicBezTo>
                        <a:pt x="3770" y="102"/>
                        <a:pt x="3185" y="596"/>
                        <a:pt x="2789" y="1187"/>
                      </a:cubicBezTo>
                      <a:cubicBezTo>
                        <a:pt x="2366" y="1815"/>
                        <a:pt x="2054" y="2613"/>
                        <a:pt x="2120" y="3380"/>
                      </a:cubicBezTo>
                      <a:cubicBezTo>
                        <a:pt x="2152" y="3744"/>
                        <a:pt x="2278" y="4083"/>
                        <a:pt x="2472" y="4381"/>
                      </a:cubicBezTo>
                      <a:cubicBezTo>
                        <a:pt x="1047" y="5627"/>
                        <a:pt x="192" y="7500"/>
                        <a:pt x="44" y="9375"/>
                      </a:cubicBezTo>
                      <a:cubicBezTo>
                        <a:pt x="1" y="9919"/>
                        <a:pt x="37" y="10445"/>
                        <a:pt x="133" y="10981"/>
                      </a:cubicBezTo>
                      <a:cubicBezTo>
                        <a:pt x="136" y="10995"/>
                        <a:pt x="147" y="11002"/>
                        <a:pt x="159" y="11002"/>
                      </a:cubicBezTo>
                      <a:cubicBezTo>
                        <a:pt x="174" y="11002"/>
                        <a:pt x="189" y="10992"/>
                        <a:pt x="188" y="10974"/>
                      </a:cubicBezTo>
                      <a:cubicBezTo>
                        <a:pt x="80" y="9790"/>
                        <a:pt x="212" y="8571"/>
                        <a:pt x="614" y="7450"/>
                      </a:cubicBezTo>
                      <a:cubicBezTo>
                        <a:pt x="1018" y="6320"/>
                        <a:pt x="1686" y="5319"/>
                        <a:pt x="2538" y="4481"/>
                      </a:cubicBezTo>
                      <a:cubicBezTo>
                        <a:pt x="2686" y="4685"/>
                        <a:pt x="2866" y="4871"/>
                        <a:pt x="3072" y="5027"/>
                      </a:cubicBezTo>
                      <a:cubicBezTo>
                        <a:pt x="3583" y="5409"/>
                        <a:pt x="4184" y="5574"/>
                        <a:pt x="4795" y="5574"/>
                      </a:cubicBezTo>
                      <a:cubicBezTo>
                        <a:pt x="5627" y="5574"/>
                        <a:pt x="6477" y="5268"/>
                        <a:pt x="7142" y="4789"/>
                      </a:cubicBezTo>
                      <a:cubicBezTo>
                        <a:pt x="8314" y="3942"/>
                        <a:pt x="9210" y="2449"/>
                        <a:pt x="9119" y="971"/>
                      </a:cubicBezTo>
                      <a:cubicBezTo>
                        <a:pt x="9117" y="941"/>
                        <a:pt x="9095" y="926"/>
                        <a:pt x="9074" y="926"/>
                      </a:cubicBezTo>
                      <a:cubicBezTo>
                        <a:pt x="9052" y="926"/>
                        <a:pt x="9030" y="941"/>
                        <a:pt x="9027" y="971"/>
                      </a:cubicBezTo>
                      <a:cubicBezTo>
                        <a:pt x="8917" y="2141"/>
                        <a:pt x="8508" y="3229"/>
                        <a:pt x="7676" y="4080"/>
                      </a:cubicBezTo>
                      <a:cubicBezTo>
                        <a:pt x="6942" y="4831"/>
                        <a:pt x="5883" y="5376"/>
                        <a:pt x="4817" y="5376"/>
                      </a:cubicBezTo>
                      <a:cubicBezTo>
                        <a:pt x="4616" y="5376"/>
                        <a:pt x="4415" y="5357"/>
                        <a:pt x="4216" y="5316"/>
                      </a:cubicBezTo>
                      <a:cubicBezTo>
                        <a:pt x="3639" y="5197"/>
                        <a:pt x="3104" y="4884"/>
                        <a:pt x="2740" y="4414"/>
                      </a:cubicBezTo>
                      <a:cubicBezTo>
                        <a:pt x="2329" y="3883"/>
                        <a:pt x="2237" y="3223"/>
                        <a:pt x="2391" y="2579"/>
                      </a:cubicBezTo>
                      <a:cubicBezTo>
                        <a:pt x="2544" y="1939"/>
                        <a:pt x="2874" y="1288"/>
                        <a:pt x="3342" y="821"/>
                      </a:cubicBezTo>
                      <a:cubicBezTo>
                        <a:pt x="3703" y="461"/>
                        <a:pt x="4207" y="196"/>
                        <a:pt x="4719" y="196"/>
                      </a:cubicBezTo>
                      <a:cubicBezTo>
                        <a:pt x="4861" y="196"/>
                        <a:pt x="5004" y="217"/>
                        <a:pt x="5144" y="261"/>
                      </a:cubicBezTo>
                      <a:cubicBezTo>
                        <a:pt x="5785" y="461"/>
                        <a:pt x="6226" y="1148"/>
                        <a:pt x="5913" y="1795"/>
                      </a:cubicBezTo>
                      <a:cubicBezTo>
                        <a:pt x="5763" y="2104"/>
                        <a:pt x="5479" y="2248"/>
                        <a:pt x="5187" y="2248"/>
                      </a:cubicBezTo>
                      <a:cubicBezTo>
                        <a:pt x="4900" y="2248"/>
                        <a:pt x="4604" y="2109"/>
                        <a:pt x="4419" y="1851"/>
                      </a:cubicBezTo>
                      <a:cubicBezTo>
                        <a:pt x="4411" y="1839"/>
                        <a:pt x="4399" y="1834"/>
                        <a:pt x="4387" y="1834"/>
                      </a:cubicBezTo>
                      <a:cubicBezTo>
                        <a:pt x="4365" y="1834"/>
                        <a:pt x="4344" y="1852"/>
                        <a:pt x="4352" y="1880"/>
                      </a:cubicBezTo>
                      <a:cubicBezTo>
                        <a:pt x="4444" y="2263"/>
                        <a:pt x="4817" y="2457"/>
                        <a:pt x="5189" y="2457"/>
                      </a:cubicBezTo>
                      <a:cubicBezTo>
                        <a:pt x="5348" y="2457"/>
                        <a:pt x="5507" y="2422"/>
                        <a:pt x="5644" y="2350"/>
                      </a:cubicBezTo>
                      <a:cubicBezTo>
                        <a:pt x="6163" y="2077"/>
                        <a:pt x="6341" y="1376"/>
                        <a:pt x="6117" y="857"/>
                      </a:cubicBezTo>
                      <a:cubicBezTo>
                        <a:pt x="5878" y="303"/>
                        <a:pt x="5285" y="1"/>
                        <a:pt x="47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6"/>
                <p:cNvSpPr/>
                <p:nvPr/>
              </p:nvSpPr>
              <p:spPr>
                <a:xfrm>
                  <a:off x="852300" y="3692000"/>
                  <a:ext cx="205775" cy="250825"/>
                </a:xfrm>
                <a:custGeom>
                  <a:rect b="b" l="l" r="r" t="t"/>
                  <a:pathLst>
                    <a:path extrusionOk="0" h="10033" w="8231">
                      <a:moveTo>
                        <a:pt x="4206" y="1"/>
                      </a:moveTo>
                      <a:cubicBezTo>
                        <a:pt x="3645" y="1"/>
                        <a:pt x="3099" y="270"/>
                        <a:pt x="2703" y="670"/>
                      </a:cubicBezTo>
                      <a:cubicBezTo>
                        <a:pt x="1826" y="1559"/>
                        <a:pt x="1428" y="3093"/>
                        <a:pt x="2038" y="4213"/>
                      </a:cubicBezTo>
                      <a:cubicBezTo>
                        <a:pt x="2036" y="4214"/>
                        <a:pt x="2035" y="4214"/>
                        <a:pt x="2033" y="4219"/>
                      </a:cubicBezTo>
                      <a:cubicBezTo>
                        <a:pt x="1558" y="4847"/>
                        <a:pt x="1155" y="5548"/>
                        <a:pt x="817" y="6263"/>
                      </a:cubicBezTo>
                      <a:cubicBezTo>
                        <a:pt x="488" y="6959"/>
                        <a:pt x="184" y="7694"/>
                        <a:pt x="6" y="8444"/>
                      </a:cubicBezTo>
                      <a:cubicBezTo>
                        <a:pt x="0" y="8473"/>
                        <a:pt x="22" y="8491"/>
                        <a:pt x="43" y="8491"/>
                      </a:cubicBezTo>
                      <a:cubicBezTo>
                        <a:pt x="58" y="8491"/>
                        <a:pt x="72" y="8483"/>
                        <a:pt x="78" y="8464"/>
                      </a:cubicBezTo>
                      <a:cubicBezTo>
                        <a:pt x="349" y="7721"/>
                        <a:pt x="616" y="6986"/>
                        <a:pt x="975" y="6279"/>
                      </a:cubicBezTo>
                      <a:cubicBezTo>
                        <a:pt x="1313" y="5607"/>
                        <a:pt x="1706" y="4978"/>
                        <a:pt x="2124" y="4355"/>
                      </a:cubicBezTo>
                      <a:cubicBezTo>
                        <a:pt x="2186" y="4450"/>
                        <a:pt x="2252" y="4544"/>
                        <a:pt x="2330" y="4631"/>
                      </a:cubicBezTo>
                      <a:cubicBezTo>
                        <a:pt x="2441" y="4754"/>
                        <a:pt x="2562" y="4865"/>
                        <a:pt x="2690" y="4962"/>
                      </a:cubicBezTo>
                      <a:cubicBezTo>
                        <a:pt x="2167" y="5694"/>
                        <a:pt x="1748" y="6498"/>
                        <a:pt x="1415" y="7331"/>
                      </a:cubicBezTo>
                      <a:cubicBezTo>
                        <a:pt x="1077" y="8181"/>
                        <a:pt x="802" y="9090"/>
                        <a:pt x="709" y="10003"/>
                      </a:cubicBezTo>
                      <a:cubicBezTo>
                        <a:pt x="707" y="10022"/>
                        <a:pt x="724" y="10033"/>
                        <a:pt x="740" y="10033"/>
                      </a:cubicBezTo>
                      <a:cubicBezTo>
                        <a:pt x="753" y="10033"/>
                        <a:pt x="765" y="10026"/>
                        <a:pt x="768" y="10012"/>
                      </a:cubicBezTo>
                      <a:cubicBezTo>
                        <a:pt x="972" y="9120"/>
                        <a:pt x="1192" y="8247"/>
                        <a:pt x="1538" y="7398"/>
                      </a:cubicBezTo>
                      <a:cubicBezTo>
                        <a:pt x="1876" y="6570"/>
                        <a:pt x="2314" y="5790"/>
                        <a:pt x="2806" y="5044"/>
                      </a:cubicBezTo>
                      <a:cubicBezTo>
                        <a:pt x="3267" y="5355"/>
                        <a:pt x="3813" y="5503"/>
                        <a:pt x="4364" y="5503"/>
                      </a:cubicBezTo>
                      <a:cubicBezTo>
                        <a:pt x="4915" y="5503"/>
                        <a:pt x="5472" y="5355"/>
                        <a:pt x="5957" y="5074"/>
                      </a:cubicBezTo>
                      <a:cubicBezTo>
                        <a:pt x="6648" y="4674"/>
                        <a:pt x="7196" y="4060"/>
                        <a:pt x="7563" y="3356"/>
                      </a:cubicBezTo>
                      <a:cubicBezTo>
                        <a:pt x="7969" y="2579"/>
                        <a:pt x="8230" y="1647"/>
                        <a:pt x="8197" y="767"/>
                      </a:cubicBezTo>
                      <a:cubicBezTo>
                        <a:pt x="8196" y="742"/>
                        <a:pt x="8175" y="727"/>
                        <a:pt x="8155" y="727"/>
                      </a:cubicBezTo>
                      <a:cubicBezTo>
                        <a:pt x="8140" y="727"/>
                        <a:pt x="8125" y="736"/>
                        <a:pt x="8121" y="755"/>
                      </a:cubicBezTo>
                      <a:cubicBezTo>
                        <a:pt x="7977" y="1402"/>
                        <a:pt x="7877" y="2050"/>
                        <a:pt x="7642" y="2676"/>
                      </a:cubicBezTo>
                      <a:cubicBezTo>
                        <a:pt x="7416" y="3281"/>
                        <a:pt x="7078" y="3847"/>
                        <a:pt x="6616" y="4304"/>
                      </a:cubicBezTo>
                      <a:cubicBezTo>
                        <a:pt x="6008" y="4907"/>
                        <a:pt x="5194" y="5301"/>
                        <a:pt x="4357" y="5301"/>
                      </a:cubicBezTo>
                      <a:cubicBezTo>
                        <a:pt x="4044" y="5301"/>
                        <a:pt x="3729" y="5246"/>
                        <a:pt x="3419" y="5126"/>
                      </a:cubicBezTo>
                      <a:cubicBezTo>
                        <a:pt x="2895" y="4923"/>
                        <a:pt x="2434" y="4548"/>
                        <a:pt x="2179" y="4041"/>
                      </a:cubicBezTo>
                      <a:cubicBezTo>
                        <a:pt x="1869" y="3429"/>
                        <a:pt x="1901" y="2699"/>
                        <a:pt x="2110" y="2059"/>
                      </a:cubicBezTo>
                      <a:cubicBezTo>
                        <a:pt x="2307" y="1465"/>
                        <a:pt x="2667" y="879"/>
                        <a:pt x="3195" y="524"/>
                      </a:cubicBezTo>
                      <a:cubicBezTo>
                        <a:pt x="3493" y="325"/>
                        <a:pt x="3857" y="205"/>
                        <a:pt x="4216" y="205"/>
                      </a:cubicBezTo>
                      <a:cubicBezTo>
                        <a:pt x="4498" y="205"/>
                        <a:pt x="4775" y="278"/>
                        <a:pt x="5016" y="445"/>
                      </a:cubicBezTo>
                      <a:cubicBezTo>
                        <a:pt x="5595" y="849"/>
                        <a:pt x="5766" y="1640"/>
                        <a:pt x="5412" y="2246"/>
                      </a:cubicBezTo>
                      <a:cubicBezTo>
                        <a:pt x="5228" y="2563"/>
                        <a:pt x="4896" y="2834"/>
                        <a:pt x="4519" y="2850"/>
                      </a:cubicBezTo>
                      <a:cubicBezTo>
                        <a:pt x="4510" y="2850"/>
                        <a:pt x="4501" y="2850"/>
                        <a:pt x="4493" y="2850"/>
                      </a:cubicBezTo>
                      <a:cubicBezTo>
                        <a:pt x="4134" y="2850"/>
                        <a:pt x="3831" y="2530"/>
                        <a:pt x="3931" y="2165"/>
                      </a:cubicBezTo>
                      <a:cubicBezTo>
                        <a:pt x="3944" y="2119"/>
                        <a:pt x="3902" y="2081"/>
                        <a:pt x="3862" y="2081"/>
                      </a:cubicBezTo>
                      <a:cubicBezTo>
                        <a:pt x="3841" y="2081"/>
                        <a:pt x="3821" y="2091"/>
                        <a:pt x="3808" y="2115"/>
                      </a:cubicBezTo>
                      <a:cubicBezTo>
                        <a:pt x="3679" y="2370"/>
                        <a:pt x="3772" y="2657"/>
                        <a:pt x="3980" y="2844"/>
                      </a:cubicBezTo>
                      <a:cubicBezTo>
                        <a:pt x="4124" y="2974"/>
                        <a:pt x="4310" y="3030"/>
                        <a:pt x="4498" y="3030"/>
                      </a:cubicBezTo>
                      <a:cubicBezTo>
                        <a:pt x="4605" y="3030"/>
                        <a:pt x="4713" y="3012"/>
                        <a:pt x="4814" y="2978"/>
                      </a:cubicBezTo>
                      <a:cubicBezTo>
                        <a:pt x="5448" y="2765"/>
                        <a:pt x="5847" y="2063"/>
                        <a:pt x="5784" y="1409"/>
                      </a:cubicBezTo>
                      <a:cubicBezTo>
                        <a:pt x="5723" y="772"/>
                        <a:pt x="5256" y="218"/>
                        <a:pt x="4638" y="56"/>
                      </a:cubicBezTo>
                      <a:cubicBezTo>
                        <a:pt x="4495" y="19"/>
                        <a:pt x="4350" y="1"/>
                        <a:pt x="4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6"/>
                <p:cNvSpPr/>
                <p:nvPr/>
              </p:nvSpPr>
              <p:spPr>
                <a:xfrm>
                  <a:off x="971550" y="3761425"/>
                  <a:ext cx="203475" cy="226450"/>
                </a:xfrm>
                <a:custGeom>
                  <a:rect b="b" l="l" r="r" t="t"/>
                  <a:pathLst>
                    <a:path extrusionOk="0" h="9058" w="8139">
                      <a:moveTo>
                        <a:pt x="5685" y="0"/>
                      </a:moveTo>
                      <a:cubicBezTo>
                        <a:pt x="5481" y="0"/>
                        <a:pt x="5277" y="36"/>
                        <a:pt x="5084" y="102"/>
                      </a:cubicBezTo>
                      <a:cubicBezTo>
                        <a:pt x="4160" y="417"/>
                        <a:pt x="3358" y="1391"/>
                        <a:pt x="3172" y="2343"/>
                      </a:cubicBezTo>
                      <a:cubicBezTo>
                        <a:pt x="3064" y="2904"/>
                        <a:pt x="3232" y="3428"/>
                        <a:pt x="3571" y="3829"/>
                      </a:cubicBezTo>
                      <a:cubicBezTo>
                        <a:pt x="3353" y="3901"/>
                        <a:pt x="3139" y="4121"/>
                        <a:pt x="2969" y="4265"/>
                      </a:cubicBezTo>
                      <a:cubicBezTo>
                        <a:pt x="2764" y="4437"/>
                        <a:pt x="2568" y="4617"/>
                        <a:pt x="2380" y="4806"/>
                      </a:cubicBezTo>
                      <a:cubicBezTo>
                        <a:pt x="1999" y="5187"/>
                        <a:pt x="1652" y="5604"/>
                        <a:pt x="1342" y="6045"/>
                      </a:cubicBezTo>
                      <a:cubicBezTo>
                        <a:pt x="718" y="6934"/>
                        <a:pt x="270" y="7955"/>
                        <a:pt x="8" y="9007"/>
                      </a:cubicBezTo>
                      <a:cubicBezTo>
                        <a:pt x="0" y="9037"/>
                        <a:pt x="25" y="9057"/>
                        <a:pt x="50" y="9057"/>
                      </a:cubicBezTo>
                      <a:cubicBezTo>
                        <a:pt x="66" y="9057"/>
                        <a:pt x="82" y="9049"/>
                        <a:pt x="87" y="9028"/>
                      </a:cubicBezTo>
                      <a:cubicBezTo>
                        <a:pt x="375" y="7991"/>
                        <a:pt x="848" y="7030"/>
                        <a:pt x="1465" y="6148"/>
                      </a:cubicBezTo>
                      <a:cubicBezTo>
                        <a:pt x="1770" y="5709"/>
                        <a:pt x="2116" y="5298"/>
                        <a:pt x="2495" y="4921"/>
                      </a:cubicBezTo>
                      <a:cubicBezTo>
                        <a:pt x="2684" y="4734"/>
                        <a:pt x="2879" y="4554"/>
                        <a:pt x="3084" y="4382"/>
                      </a:cubicBezTo>
                      <a:cubicBezTo>
                        <a:pt x="3260" y="4235"/>
                        <a:pt x="3509" y="4105"/>
                        <a:pt x="3646" y="3915"/>
                      </a:cubicBezTo>
                      <a:cubicBezTo>
                        <a:pt x="3871" y="4153"/>
                        <a:pt x="4159" y="4340"/>
                        <a:pt x="4484" y="4454"/>
                      </a:cubicBezTo>
                      <a:cubicBezTo>
                        <a:pt x="4783" y="4558"/>
                        <a:pt x="5090" y="4604"/>
                        <a:pt x="5397" y="4604"/>
                      </a:cubicBezTo>
                      <a:cubicBezTo>
                        <a:pt x="6358" y="4604"/>
                        <a:pt x="7328" y="4157"/>
                        <a:pt x="8107" y="3644"/>
                      </a:cubicBezTo>
                      <a:cubicBezTo>
                        <a:pt x="8138" y="3625"/>
                        <a:pt x="8125" y="3571"/>
                        <a:pt x="8092" y="3571"/>
                      </a:cubicBezTo>
                      <a:cubicBezTo>
                        <a:pt x="8088" y="3571"/>
                        <a:pt x="8083" y="3572"/>
                        <a:pt x="8078" y="3574"/>
                      </a:cubicBezTo>
                      <a:cubicBezTo>
                        <a:pt x="7195" y="3907"/>
                        <a:pt x="6370" y="4360"/>
                        <a:pt x="5404" y="4372"/>
                      </a:cubicBezTo>
                      <a:cubicBezTo>
                        <a:pt x="5395" y="4372"/>
                        <a:pt x="5387" y="4372"/>
                        <a:pt x="5378" y="4372"/>
                      </a:cubicBezTo>
                      <a:cubicBezTo>
                        <a:pt x="4575" y="4372"/>
                        <a:pt x="3701" y="3967"/>
                        <a:pt x="3430" y="3159"/>
                      </a:cubicBezTo>
                      <a:cubicBezTo>
                        <a:pt x="3146" y="2315"/>
                        <a:pt x="3672" y="1466"/>
                        <a:pt x="4251" y="888"/>
                      </a:cubicBezTo>
                      <a:cubicBezTo>
                        <a:pt x="4626" y="514"/>
                        <a:pt x="5192" y="199"/>
                        <a:pt x="5731" y="199"/>
                      </a:cubicBezTo>
                      <a:cubicBezTo>
                        <a:pt x="6046" y="199"/>
                        <a:pt x="6352" y="306"/>
                        <a:pt x="6604" y="571"/>
                      </a:cubicBezTo>
                      <a:cubicBezTo>
                        <a:pt x="6914" y="897"/>
                        <a:pt x="6984" y="1427"/>
                        <a:pt x="6682" y="1783"/>
                      </a:cubicBezTo>
                      <a:cubicBezTo>
                        <a:pt x="6539" y="1951"/>
                        <a:pt x="6361" y="2019"/>
                        <a:pt x="6178" y="2019"/>
                      </a:cubicBezTo>
                      <a:cubicBezTo>
                        <a:pt x="5960" y="2019"/>
                        <a:pt x="5734" y="1923"/>
                        <a:pt x="5552" y="1780"/>
                      </a:cubicBezTo>
                      <a:cubicBezTo>
                        <a:pt x="5544" y="1774"/>
                        <a:pt x="5534" y="1771"/>
                        <a:pt x="5525" y="1771"/>
                      </a:cubicBezTo>
                      <a:cubicBezTo>
                        <a:pt x="5501" y="1771"/>
                        <a:pt x="5477" y="1788"/>
                        <a:pt x="5487" y="1818"/>
                      </a:cubicBezTo>
                      <a:cubicBezTo>
                        <a:pt x="5582" y="2094"/>
                        <a:pt x="5875" y="2215"/>
                        <a:pt x="6156" y="2215"/>
                      </a:cubicBezTo>
                      <a:cubicBezTo>
                        <a:pt x="6239" y="2215"/>
                        <a:pt x="6320" y="2205"/>
                        <a:pt x="6395" y="2185"/>
                      </a:cubicBezTo>
                      <a:cubicBezTo>
                        <a:pt x="6794" y="2078"/>
                        <a:pt x="7040" y="1697"/>
                        <a:pt x="7071" y="1299"/>
                      </a:cubicBezTo>
                      <a:cubicBezTo>
                        <a:pt x="7105" y="854"/>
                        <a:pt x="6849" y="447"/>
                        <a:pt x="6478" y="217"/>
                      </a:cubicBezTo>
                      <a:cubicBezTo>
                        <a:pt x="6238" y="67"/>
                        <a:pt x="5962" y="0"/>
                        <a:pt x="5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6"/>
                <p:cNvSpPr/>
                <p:nvPr/>
              </p:nvSpPr>
              <p:spPr>
                <a:xfrm>
                  <a:off x="754375" y="3741525"/>
                  <a:ext cx="31475" cy="78775"/>
                </a:xfrm>
                <a:custGeom>
                  <a:rect b="b" l="l" r="r" t="t"/>
                  <a:pathLst>
                    <a:path extrusionOk="0" h="3151" w="1259">
                      <a:moveTo>
                        <a:pt x="1185" y="1"/>
                      </a:moveTo>
                      <a:cubicBezTo>
                        <a:pt x="1169" y="1"/>
                        <a:pt x="1152" y="9"/>
                        <a:pt x="1141" y="27"/>
                      </a:cubicBezTo>
                      <a:cubicBezTo>
                        <a:pt x="863" y="503"/>
                        <a:pt x="624" y="997"/>
                        <a:pt x="422" y="1509"/>
                      </a:cubicBezTo>
                      <a:cubicBezTo>
                        <a:pt x="321" y="1765"/>
                        <a:pt x="235" y="2027"/>
                        <a:pt x="162" y="2294"/>
                      </a:cubicBezTo>
                      <a:cubicBezTo>
                        <a:pt x="91" y="2549"/>
                        <a:pt x="5" y="2828"/>
                        <a:pt x="2" y="3095"/>
                      </a:cubicBezTo>
                      <a:cubicBezTo>
                        <a:pt x="0" y="3132"/>
                        <a:pt x="26" y="3150"/>
                        <a:pt x="53" y="3150"/>
                      </a:cubicBezTo>
                      <a:cubicBezTo>
                        <a:pt x="78" y="3150"/>
                        <a:pt x="103" y="3137"/>
                        <a:pt x="114" y="3111"/>
                      </a:cubicBezTo>
                      <a:cubicBezTo>
                        <a:pt x="218" y="2858"/>
                        <a:pt x="264" y="2576"/>
                        <a:pt x="340" y="2315"/>
                      </a:cubicBezTo>
                      <a:cubicBezTo>
                        <a:pt x="412" y="2068"/>
                        <a:pt x="491" y="1823"/>
                        <a:pt x="575" y="1581"/>
                      </a:cubicBezTo>
                      <a:cubicBezTo>
                        <a:pt x="754" y="1063"/>
                        <a:pt x="976" y="565"/>
                        <a:pt x="1235" y="84"/>
                      </a:cubicBezTo>
                      <a:cubicBezTo>
                        <a:pt x="1259" y="40"/>
                        <a:pt x="1222" y="1"/>
                        <a:pt x="1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6"/>
                <p:cNvSpPr/>
                <p:nvPr/>
              </p:nvSpPr>
              <p:spPr>
                <a:xfrm>
                  <a:off x="927425" y="3858725"/>
                  <a:ext cx="36150" cy="72200"/>
                </a:xfrm>
                <a:custGeom>
                  <a:rect b="b" l="l" r="r" t="t"/>
                  <a:pathLst>
                    <a:path extrusionOk="0" h="2888" w="1446">
                      <a:moveTo>
                        <a:pt x="1387" y="0"/>
                      </a:moveTo>
                      <a:cubicBezTo>
                        <a:pt x="1375" y="0"/>
                        <a:pt x="1362" y="4"/>
                        <a:pt x="1352" y="12"/>
                      </a:cubicBezTo>
                      <a:cubicBezTo>
                        <a:pt x="1162" y="170"/>
                        <a:pt x="1041" y="418"/>
                        <a:pt x="919" y="631"/>
                      </a:cubicBezTo>
                      <a:cubicBezTo>
                        <a:pt x="782" y="866"/>
                        <a:pt x="657" y="1108"/>
                        <a:pt x="541" y="1355"/>
                      </a:cubicBezTo>
                      <a:cubicBezTo>
                        <a:pt x="319" y="1830"/>
                        <a:pt x="146" y="2331"/>
                        <a:pt x="10" y="2837"/>
                      </a:cubicBezTo>
                      <a:cubicBezTo>
                        <a:pt x="1" y="2867"/>
                        <a:pt x="26" y="2887"/>
                        <a:pt x="50" y="2887"/>
                      </a:cubicBezTo>
                      <a:cubicBezTo>
                        <a:pt x="66" y="2887"/>
                        <a:pt x="83" y="2879"/>
                        <a:pt x="89" y="2859"/>
                      </a:cubicBezTo>
                      <a:cubicBezTo>
                        <a:pt x="250" y="2350"/>
                        <a:pt x="456" y="1863"/>
                        <a:pt x="690" y="1385"/>
                      </a:cubicBezTo>
                      <a:cubicBezTo>
                        <a:pt x="803" y="1157"/>
                        <a:pt x="924" y="931"/>
                        <a:pt x="1056" y="712"/>
                      </a:cubicBezTo>
                      <a:cubicBezTo>
                        <a:pt x="1182" y="499"/>
                        <a:pt x="1352" y="294"/>
                        <a:pt x="1435" y="59"/>
                      </a:cubicBezTo>
                      <a:cubicBezTo>
                        <a:pt x="1446" y="22"/>
                        <a:pt x="1417" y="0"/>
                        <a:pt x="1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16"/>
              <p:cNvGrpSpPr/>
              <p:nvPr/>
            </p:nvGrpSpPr>
            <p:grpSpPr>
              <a:xfrm flipH="1">
                <a:off x="8515567" y="4714567"/>
                <a:ext cx="805795" cy="598518"/>
                <a:chOff x="636050" y="3857425"/>
                <a:chExt cx="375050" cy="278575"/>
              </a:xfrm>
            </p:grpSpPr>
            <p:sp>
              <p:nvSpPr>
                <p:cNvPr id="820" name="Google Shape;820;p16"/>
                <p:cNvSpPr/>
                <p:nvPr/>
              </p:nvSpPr>
              <p:spPr>
                <a:xfrm>
                  <a:off x="636050" y="3857425"/>
                  <a:ext cx="375050" cy="278575"/>
                </a:xfrm>
                <a:custGeom>
                  <a:rect b="b" l="l" r="r" t="t"/>
                  <a:pathLst>
                    <a:path extrusionOk="0" h="11143" w="15002">
                      <a:moveTo>
                        <a:pt x="6080" y="0"/>
                      </a:moveTo>
                      <a:lnTo>
                        <a:pt x="6080" y="0"/>
                      </a:lnTo>
                      <a:cubicBezTo>
                        <a:pt x="4783" y="653"/>
                        <a:pt x="3332" y="990"/>
                        <a:pt x="1880" y="990"/>
                      </a:cubicBezTo>
                      <a:cubicBezTo>
                        <a:pt x="1360" y="990"/>
                        <a:pt x="839" y="947"/>
                        <a:pt x="326" y="859"/>
                      </a:cubicBezTo>
                      <a:cubicBezTo>
                        <a:pt x="162" y="2321"/>
                        <a:pt x="0" y="3827"/>
                        <a:pt x="146" y="5289"/>
                      </a:cubicBezTo>
                      <a:cubicBezTo>
                        <a:pt x="290" y="6742"/>
                        <a:pt x="630" y="8260"/>
                        <a:pt x="1631" y="9323"/>
                      </a:cubicBezTo>
                      <a:cubicBezTo>
                        <a:pt x="2654" y="10410"/>
                        <a:pt x="4196" y="10832"/>
                        <a:pt x="5677" y="11023"/>
                      </a:cubicBezTo>
                      <a:cubicBezTo>
                        <a:pt x="6250" y="11097"/>
                        <a:pt x="6833" y="11143"/>
                        <a:pt x="7413" y="11143"/>
                      </a:cubicBezTo>
                      <a:cubicBezTo>
                        <a:pt x="8496" y="11143"/>
                        <a:pt x="9571" y="10986"/>
                        <a:pt x="10564" y="10565"/>
                      </a:cubicBezTo>
                      <a:cubicBezTo>
                        <a:pt x="12286" y="9836"/>
                        <a:pt x="13588" y="8398"/>
                        <a:pt x="14833" y="7002"/>
                      </a:cubicBezTo>
                      <a:cubicBezTo>
                        <a:pt x="14913" y="6910"/>
                        <a:pt x="15001" y="6801"/>
                        <a:pt x="14986" y="6678"/>
                      </a:cubicBezTo>
                      <a:cubicBezTo>
                        <a:pt x="14962" y="6494"/>
                        <a:pt x="14754" y="6446"/>
                        <a:pt x="14552" y="6446"/>
                      </a:cubicBezTo>
                      <a:cubicBezTo>
                        <a:pt x="14496" y="6446"/>
                        <a:pt x="14440" y="6449"/>
                        <a:pt x="14389" y="6455"/>
                      </a:cubicBezTo>
                      <a:cubicBezTo>
                        <a:pt x="14283" y="6466"/>
                        <a:pt x="14177" y="6472"/>
                        <a:pt x="14070" y="6472"/>
                      </a:cubicBezTo>
                      <a:cubicBezTo>
                        <a:pt x="13372" y="6472"/>
                        <a:pt x="12676" y="6233"/>
                        <a:pt x="12127" y="5801"/>
                      </a:cubicBezTo>
                      <a:cubicBezTo>
                        <a:pt x="11495" y="5304"/>
                        <a:pt x="11192" y="4511"/>
                        <a:pt x="11088" y="3713"/>
                      </a:cubicBezTo>
                      <a:cubicBezTo>
                        <a:pt x="10581" y="3901"/>
                        <a:pt x="10034" y="4001"/>
                        <a:pt x="9491" y="4001"/>
                      </a:cubicBezTo>
                      <a:cubicBezTo>
                        <a:pt x="8742" y="4001"/>
                        <a:pt x="8001" y="3809"/>
                        <a:pt x="7384" y="3389"/>
                      </a:cubicBezTo>
                      <a:cubicBezTo>
                        <a:pt x="6319" y="2667"/>
                        <a:pt x="5605" y="1198"/>
                        <a:pt x="6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6"/>
                <p:cNvSpPr/>
                <p:nvPr/>
              </p:nvSpPr>
              <p:spPr>
                <a:xfrm>
                  <a:off x="759050" y="3895475"/>
                  <a:ext cx="128975" cy="86150"/>
                </a:xfrm>
                <a:custGeom>
                  <a:rect b="b" l="l" r="r" t="t"/>
                  <a:pathLst>
                    <a:path extrusionOk="0" h="3446" w="5159">
                      <a:moveTo>
                        <a:pt x="56" y="0"/>
                      </a:moveTo>
                      <a:cubicBezTo>
                        <a:pt x="27" y="0"/>
                        <a:pt x="0" y="22"/>
                        <a:pt x="11" y="57"/>
                      </a:cubicBezTo>
                      <a:cubicBezTo>
                        <a:pt x="326" y="1095"/>
                        <a:pt x="954" y="1981"/>
                        <a:pt x="1855" y="2595"/>
                      </a:cubicBezTo>
                      <a:cubicBezTo>
                        <a:pt x="2339" y="2924"/>
                        <a:pt x="2889" y="3168"/>
                        <a:pt x="3458" y="3308"/>
                      </a:cubicBezTo>
                      <a:cubicBezTo>
                        <a:pt x="3729" y="3374"/>
                        <a:pt x="4009" y="3413"/>
                        <a:pt x="4288" y="3429"/>
                      </a:cubicBezTo>
                      <a:cubicBezTo>
                        <a:pt x="4397" y="3435"/>
                        <a:pt x="4525" y="3446"/>
                        <a:pt x="4654" y="3446"/>
                      </a:cubicBezTo>
                      <a:cubicBezTo>
                        <a:pt x="4822" y="3446"/>
                        <a:pt x="4991" y="3428"/>
                        <a:pt x="5119" y="3358"/>
                      </a:cubicBezTo>
                      <a:cubicBezTo>
                        <a:pt x="5158" y="3337"/>
                        <a:pt x="5145" y="3283"/>
                        <a:pt x="5109" y="3270"/>
                      </a:cubicBezTo>
                      <a:cubicBezTo>
                        <a:pt x="4992" y="3232"/>
                        <a:pt x="4859" y="3225"/>
                        <a:pt x="4724" y="3225"/>
                      </a:cubicBezTo>
                      <a:cubicBezTo>
                        <a:pt x="4654" y="3225"/>
                        <a:pt x="4584" y="3227"/>
                        <a:pt x="4515" y="3227"/>
                      </a:cubicBezTo>
                      <a:cubicBezTo>
                        <a:pt x="4458" y="3227"/>
                        <a:pt x="4402" y="3226"/>
                        <a:pt x="4349" y="3221"/>
                      </a:cubicBezTo>
                      <a:cubicBezTo>
                        <a:pt x="4071" y="3197"/>
                        <a:pt x="3793" y="3145"/>
                        <a:pt x="3520" y="3077"/>
                      </a:cubicBezTo>
                      <a:cubicBezTo>
                        <a:pt x="2979" y="2945"/>
                        <a:pt x="2461" y="2717"/>
                        <a:pt x="1999" y="2403"/>
                      </a:cubicBezTo>
                      <a:cubicBezTo>
                        <a:pt x="1162" y="1834"/>
                        <a:pt x="472" y="977"/>
                        <a:pt x="103" y="33"/>
                      </a:cubicBezTo>
                      <a:cubicBezTo>
                        <a:pt x="94" y="10"/>
                        <a:pt x="75" y="0"/>
                        <a:pt x="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6"/>
                <p:cNvSpPr/>
                <p:nvPr/>
              </p:nvSpPr>
              <p:spPr>
                <a:xfrm>
                  <a:off x="734400" y="3954775"/>
                  <a:ext cx="71400" cy="38875"/>
                </a:xfrm>
                <a:custGeom>
                  <a:rect b="b" l="l" r="r" t="t"/>
                  <a:pathLst>
                    <a:path extrusionOk="0" h="1555" w="2856">
                      <a:moveTo>
                        <a:pt x="79" y="0"/>
                      </a:moveTo>
                      <a:cubicBezTo>
                        <a:pt x="39" y="0"/>
                        <a:pt x="1" y="39"/>
                        <a:pt x="30" y="83"/>
                      </a:cubicBezTo>
                      <a:cubicBezTo>
                        <a:pt x="335" y="545"/>
                        <a:pt x="743" y="921"/>
                        <a:pt x="1233" y="1184"/>
                      </a:cubicBezTo>
                      <a:cubicBezTo>
                        <a:pt x="1471" y="1310"/>
                        <a:pt x="1726" y="1404"/>
                        <a:pt x="1989" y="1467"/>
                      </a:cubicBezTo>
                      <a:cubicBezTo>
                        <a:pt x="2164" y="1509"/>
                        <a:pt x="2369" y="1555"/>
                        <a:pt x="2563" y="1555"/>
                      </a:cubicBezTo>
                      <a:cubicBezTo>
                        <a:pt x="2647" y="1555"/>
                        <a:pt x="2728" y="1546"/>
                        <a:pt x="2805" y="1525"/>
                      </a:cubicBezTo>
                      <a:cubicBezTo>
                        <a:pt x="2855" y="1511"/>
                        <a:pt x="2855" y="1433"/>
                        <a:pt x="2805" y="1418"/>
                      </a:cubicBezTo>
                      <a:cubicBezTo>
                        <a:pt x="2563" y="1352"/>
                        <a:pt x="2302" y="1354"/>
                        <a:pt x="2057" y="1294"/>
                      </a:cubicBezTo>
                      <a:cubicBezTo>
                        <a:pt x="1805" y="1231"/>
                        <a:pt x="1560" y="1137"/>
                        <a:pt x="1326" y="1022"/>
                      </a:cubicBezTo>
                      <a:cubicBezTo>
                        <a:pt x="858" y="789"/>
                        <a:pt x="436" y="449"/>
                        <a:pt x="126" y="25"/>
                      </a:cubicBezTo>
                      <a:cubicBezTo>
                        <a:pt x="114" y="8"/>
                        <a:pt x="96"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6"/>
                <p:cNvSpPr/>
                <p:nvPr/>
              </p:nvSpPr>
              <p:spPr>
                <a:xfrm>
                  <a:off x="882900" y="4003250"/>
                  <a:ext cx="59575" cy="50550"/>
                </a:xfrm>
                <a:custGeom>
                  <a:rect b="b" l="l" r="r" t="t"/>
                  <a:pathLst>
                    <a:path extrusionOk="0" h="2022" w="2383">
                      <a:moveTo>
                        <a:pt x="69" y="0"/>
                      </a:moveTo>
                      <a:cubicBezTo>
                        <a:pt x="36" y="0"/>
                        <a:pt x="1" y="41"/>
                        <a:pt x="24" y="76"/>
                      </a:cubicBezTo>
                      <a:cubicBezTo>
                        <a:pt x="299" y="505"/>
                        <a:pt x="625" y="897"/>
                        <a:pt x="1014" y="1228"/>
                      </a:cubicBezTo>
                      <a:cubicBezTo>
                        <a:pt x="1201" y="1388"/>
                        <a:pt x="1400" y="1540"/>
                        <a:pt x="1605" y="1675"/>
                      </a:cubicBezTo>
                      <a:cubicBezTo>
                        <a:pt x="1713" y="1746"/>
                        <a:pt x="1822" y="1813"/>
                        <a:pt x="1936" y="1875"/>
                      </a:cubicBezTo>
                      <a:cubicBezTo>
                        <a:pt x="2049" y="1934"/>
                        <a:pt x="2165" y="2004"/>
                        <a:pt x="2291" y="2021"/>
                      </a:cubicBezTo>
                      <a:cubicBezTo>
                        <a:pt x="2293" y="2021"/>
                        <a:pt x="2295" y="2021"/>
                        <a:pt x="2298" y="2021"/>
                      </a:cubicBezTo>
                      <a:cubicBezTo>
                        <a:pt x="2345" y="2021"/>
                        <a:pt x="2382" y="1970"/>
                        <a:pt x="2344" y="1932"/>
                      </a:cubicBezTo>
                      <a:cubicBezTo>
                        <a:pt x="2260" y="1849"/>
                        <a:pt x="2157" y="1796"/>
                        <a:pt x="2059" y="1737"/>
                      </a:cubicBezTo>
                      <a:cubicBezTo>
                        <a:pt x="1955" y="1671"/>
                        <a:pt x="1850" y="1609"/>
                        <a:pt x="1747" y="1540"/>
                      </a:cubicBezTo>
                      <a:cubicBezTo>
                        <a:pt x="1534" y="1398"/>
                        <a:pt x="1330" y="1247"/>
                        <a:pt x="1135" y="1081"/>
                      </a:cubicBezTo>
                      <a:cubicBezTo>
                        <a:pt x="759" y="759"/>
                        <a:pt x="406" y="407"/>
                        <a:pt x="101" y="17"/>
                      </a:cubicBezTo>
                      <a:cubicBezTo>
                        <a:pt x="92" y="5"/>
                        <a:pt x="81"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6"/>
                <p:cNvSpPr/>
                <p:nvPr/>
              </p:nvSpPr>
              <p:spPr>
                <a:xfrm>
                  <a:off x="674550" y="4015400"/>
                  <a:ext cx="140350" cy="75025"/>
                </a:xfrm>
                <a:custGeom>
                  <a:rect b="b" l="l" r="r" t="t"/>
                  <a:pathLst>
                    <a:path extrusionOk="0" h="3001" w="5614">
                      <a:moveTo>
                        <a:pt x="41" y="1"/>
                      </a:moveTo>
                      <a:cubicBezTo>
                        <a:pt x="16" y="1"/>
                        <a:pt x="0" y="42"/>
                        <a:pt x="28" y="55"/>
                      </a:cubicBezTo>
                      <a:cubicBezTo>
                        <a:pt x="549" y="307"/>
                        <a:pt x="1100" y="469"/>
                        <a:pt x="1675" y="541"/>
                      </a:cubicBezTo>
                      <a:cubicBezTo>
                        <a:pt x="1893" y="568"/>
                        <a:pt x="2116" y="582"/>
                        <a:pt x="2337" y="582"/>
                      </a:cubicBezTo>
                      <a:cubicBezTo>
                        <a:pt x="2403" y="582"/>
                        <a:pt x="2469" y="581"/>
                        <a:pt x="2535" y="578"/>
                      </a:cubicBezTo>
                      <a:cubicBezTo>
                        <a:pt x="2755" y="571"/>
                        <a:pt x="3059" y="588"/>
                        <a:pt x="3274" y="492"/>
                      </a:cubicBezTo>
                      <a:cubicBezTo>
                        <a:pt x="3284" y="562"/>
                        <a:pt x="3320" y="636"/>
                        <a:pt x="3340" y="691"/>
                      </a:cubicBezTo>
                      <a:cubicBezTo>
                        <a:pt x="3396" y="835"/>
                        <a:pt x="3457" y="977"/>
                        <a:pt x="3527" y="1114"/>
                      </a:cubicBezTo>
                      <a:cubicBezTo>
                        <a:pt x="3673" y="1392"/>
                        <a:pt x="3853" y="1652"/>
                        <a:pt x="4055" y="1894"/>
                      </a:cubicBezTo>
                      <a:cubicBezTo>
                        <a:pt x="4256" y="2134"/>
                        <a:pt x="4483" y="2356"/>
                        <a:pt x="4730" y="2549"/>
                      </a:cubicBezTo>
                      <a:cubicBezTo>
                        <a:pt x="4974" y="2736"/>
                        <a:pt x="5236" y="2922"/>
                        <a:pt x="5537" y="2999"/>
                      </a:cubicBezTo>
                      <a:cubicBezTo>
                        <a:pt x="5541" y="3000"/>
                        <a:pt x="5545" y="3000"/>
                        <a:pt x="5549" y="3000"/>
                      </a:cubicBezTo>
                      <a:cubicBezTo>
                        <a:pt x="5585" y="3000"/>
                        <a:pt x="5613" y="2951"/>
                        <a:pt x="5582" y="2925"/>
                      </a:cubicBezTo>
                      <a:cubicBezTo>
                        <a:pt x="5349" y="2725"/>
                        <a:pt x="5079" y="2571"/>
                        <a:pt x="4846" y="2370"/>
                      </a:cubicBezTo>
                      <a:cubicBezTo>
                        <a:pt x="4608" y="2169"/>
                        <a:pt x="4385" y="1951"/>
                        <a:pt x="4189" y="1708"/>
                      </a:cubicBezTo>
                      <a:cubicBezTo>
                        <a:pt x="3994" y="1469"/>
                        <a:pt x="3824" y="1205"/>
                        <a:pt x="3677" y="936"/>
                      </a:cubicBezTo>
                      <a:cubicBezTo>
                        <a:pt x="3601" y="794"/>
                        <a:pt x="3530" y="655"/>
                        <a:pt x="3465" y="509"/>
                      </a:cubicBezTo>
                      <a:cubicBezTo>
                        <a:pt x="3457" y="487"/>
                        <a:pt x="3395" y="348"/>
                        <a:pt x="3338" y="348"/>
                      </a:cubicBezTo>
                      <a:cubicBezTo>
                        <a:pt x="3329" y="348"/>
                        <a:pt x="3320" y="351"/>
                        <a:pt x="3311" y="359"/>
                      </a:cubicBezTo>
                      <a:cubicBezTo>
                        <a:pt x="3307" y="362"/>
                        <a:pt x="3304" y="368"/>
                        <a:pt x="3300" y="372"/>
                      </a:cubicBezTo>
                      <a:cubicBezTo>
                        <a:pt x="3268" y="367"/>
                        <a:pt x="3237" y="365"/>
                        <a:pt x="3206" y="365"/>
                      </a:cubicBezTo>
                      <a:cubicBezTo>
                        <a:pt x="3129" y="365"/>
                        <a:pt x="3052" y="378"/>
                        <a:pt x="2974" y="388"/>
                      </a:cubicBezTo>
                      <a:cubicBezTo>
                        <a:pt x="2837" y="404"/>
                        <a:pt x="2700" y="415"/>
                        <a:pt x="2564" y="420"/>
                      </a:cubicBezTo>
                      <a:cubicBezTo>
                        <a:pt x="2478" y="424"/>
                        <a:pt x="2392" y="426"/>
                        <a:pt x="2306" y="426"/>
                      </a:cubicBezTo>
                      <a:cubicBezTo>
                        <a:pt x="2108" y="426"/>
                        <a:pt x="1911" y="415"/>
                        <a:pt x="1712" y="395"/>
                      </a:cubicBezTo>
                      <a:cubicBezTo>
                        <a:pt x="1143" y="339"/>
                        <a:pt x="585" y="201"/>
                        <a:pt x="49" y="2"/>
                      </a:cubicBezTo>
                      <a:cubicBezTo>
                        <a:pt x="47" y="1"/>
                        <a:pt x="44"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16"/>
              <p:cNvGrpSpPr/>
              <p:nvPr/>
            </p:nvGrpSpPr>
            <p:grpSpPr>
              <a:xfrm flipH="1">
                <a:off x="-356119" y="4107861"/>
                <a:ext cx="2206425" cy="1219173"/>
                <a:chOff x="1399675" y="3622200"/>
                <a:chExt cx="1511250" cy="835050"/>
              </a:xfrm>
            </p:grpSpPr>
            <p:sp>
              <p:nvSpPr>
                <p:cNvPr id="826" name="Google Shape;826;p16"/>
                <p:cNvSpPr/>
                <p:nvPr/>
              </p:nvSpPr>
              <p:spPr>
                <a:xfrm>
                  <a:off x="1399675" y="3622200"/>
                  <a:ext cx="1511250" cy="835050"/>
                </a:xfrm>
                <a:custGeom>
                  <a:rect b="b" l="l" r="r" t="t"/>
                  <a:pathLst>
                    <a:path extrusionOk="0" h="33402" w="60450">
                      <a:moveTo>
                        <a:pt x="36343" y="0"/>
                      </a:moveTo>
                      <a:cubicBezTo>
                        <a:pt x="34929" y="0"/>
                        <a:pt x="33420" y="582"/>
                        <a:pt x="32439" y="1379"/>
                      </a:cubicBezTo>
                      <a:cubicBezTo>
                        <a:pt x="30820" y="2694"/>
                        <a:pt x="29975" y="4898"/>
                        <a:pt x="30302" y="6959"/>
                      </a:cubicBezTo>
                      <a:cubicBezTo>
                        <a:pt x="29820" y="6695"/>
                        <a:pt x="29266" y="6583"/>
                        <a:pt x="28690" y="6583"/>
                      </a:cubicBezTo>
                      <a:cubicBezTo>
                        <a:pt x="27361" y="6583"/>
                        <a:pt x="25912" y="7178"/>
                        <a:pt x="24948" y="7874"/>
                      </a:cubicBezTo>
                      <a:cubicBezTo>
                        <a:pt x="23178" y="9149"/>
                        <a:pt x="22223" y="11292"/>
                        <a:pt x="22338" y="13472"/>
                      </a:cubicBezTo>
                      <a:cubicBezTo>
                        <a:pt x="21349" y="12850"/>
                        <a:pt x="20179" y="12525"/>
                        <a:pt x="19010" y="12525"/>
                      </a:cubicBezTo>
                      <a:cubicBezTo>
                        <a:pt x="18435" y="12525"/>
                        <a:pt x="17859" y="12604"/>
                        <a:pt x="17305" y="12765"/>
                      </a:cubicBezTo>
                      <a:cubicBezTo>
                        <a:pt x="15872" y="13180"/>
                        <a:pt x="14277" y="14292"/>
                        <a:pt x="13003" y="15700"/>
                      </a:cubicBezTo>
                      <a:cubicBezTo>
                        <a:pt x="11482" y="17384"/>
                        <a:pt x="10420" y="19495"/>
                        <a:pt x="10636" y="21362"/>
                      </a:cubicBezTo>
                      <a:cubicBezTo>
                        <a:pt x="9670" y="20930"/>
                        <a:pt x="8615" y="20720"/>
                        <a:pt x="7559" y="20720"/>
                      </a:cubicBezTo>
                      <a:cubicBezTo>
                        <a:pt x="5769" y="20720"/>
                        <a:pt x="3973" y="21322"/>
                        <a:pt x="2595" y="22468"/>
                      </a:cubicBezTo>
                      <a:cubicBezTo>
                        <a:pt x="1032" y="23768"/>
                        <a:pt x="1" y="25909"/>
                        <a:pt x="570" y="27861"/>
                      </a:cubicBezTo>
                      <a:cubicBezTo>
                        <a:pt x="1264" y="30244"/>
                        <a:pt x="3911" y="31424"/>
                        <a:pt x="6314" y="32038"/>
                      </a:cubicBezTo>
                      <a:cubicBezTo>
                        <a:pt x="10510" y="33111"/>
                        <a:pt x="14860" y="33401"/>
                        <a:pt x="19198" y="33401"/>
                      </a:cubicBezTo>
                      <a:cubicBezTo>
                        <a:pt x="19950" y="33401"/>
                        <a:pt x="20702" y="33392"/>
                        <a:pt x="21453" y="33378"/>
                      </a:cubicBezTo>
                      <a:cubicBezTo>
                        <a:pt x="32649" y="33156"/>
                        <a:pt x="43816" y="31592"/>
                        <a:pt x="54642" y="28731"/>
                      </a:cubicBezTo>
                      <a:cubicBezTo>
                        <a:pt x="55994" y="28372"/>
                        <a:pt x="57371" y="27981"/>
                        <a:pt x="58495" y="27152"/>
                      </a:cubicBezTo>
                      <a:cubicBezTo>
                        <a:pt x="59619" y="26324"/>
                        <a:pt x="60450" y="24956"/>
                        <a:pt x="60261" y="23573"/>
                      </a:cubicBezTo>
                      <a:cubicBezTo>
                        <a:pt x="60014" y="21769"/>
                        <a:pt x="58119" y="20699"/>
                        <a:pt x="56261" y="20699"/>
                      </a:cubicBezTo>
                      <a:cubicBezTo>
                        <a:pt x="55788" y="20699"/>
                        <a:pt x="55317" y="20768"/>
                        <a:pt x="54877" y="20912"/>
                      </a:cubicBezTo>
                      <a:cubicBezTo>
                        <a:pt x="56762" y="19747"/>
                        <a:pt x="57272" y="16852"/>
                        <a:pt x="55900" y="15113"/>
                      </a:cubicBezTo>
                      <a:cubicBezTo>
                        <a:pt x="55158" y="14174"/>
                        <a:pt x="53961" y="13690"/>
                        <a:pt x="52770" y="13690"/>
                      </a:cubicBezTo>
                      <a:cubicBezTo>
                        <a:pt x="51842" y="13690"/>
                        <a:pt x="50918" y="13983"/>
                        <a:pt x="50214" y="14583"/>
                      </a:cubicBezTo>
                      <a:lnTo>
                        <a:pt x="50214" y="14583"/>
                      </a:lnTo>
                      <a:cubicBezTo>
                        <a:pt x="52724" y="12175"/>
                        <a:pt x="53137" y="7858"/>
                        <a:pt x="51085" y="5037"/>
                      </a:cubicBezTo>
                      <a:cubicBezTo>
                        <a:pt x="49834" y="3317"/>
                        <a:pt x="47152" y="1900"/>
                        <a:pt x="44765" y="1900"/>
                      </a:cubicBezTo>
                      <a:cubicBezTo>
                        <a:pt x="43990" y="1900"/>
                        <a:pt x="43246" y="2049"/>
                        <a:pt x="42592" y="2386"/>
                      </a:cubicBezTo>
                      <a:cubicBezTo>
                        <a:pt x="41596" y="2898"/>
                        <a:pt x="40821" y="3818"/>
                        <a:pt x="40464" y="4878"/>
                      </a:cubicBezTo>
                      <a:lnTo>
                        <a:pt x="40464" y="4878"/>
                      </a:lnTo>
                      <a:cubicBezTo>
                        <a:pt x="40724" y="3185"/>
                        <a:pt x="39765" y="1294"/>
                        <a:pt x="38277" y="461"/>
                      </a:cubicBezTo>
                      <a:cubicBezTo>
                        <a:pt x="37704" y="139"/>
                        <a:pt x="37035" y="0"/>
                        <a:pt x="36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6"/>
                <p:cNvSpPr/>
                <p:nvPr/>
              </p:nvSpPr>
              <p:spPr>
                <a:xfrm>
                  <a:off x="2173575" y="3667875"/>
                  <a:ext cx="212350" cy="154625"/>
                </a:xfrm>
                <a:custGeom>
                  <a:rect b="b" l="l" r="r" t="t"/>
                  <a:pathLst>
                    <a:path extrusionOk="0" h="6185" w="8494">
                      <a:moveTo>
                        <a:pt x="4913" y="0"/>
                      </a:moveTo>
                      <a:cubicBezTo>
                        <a:pt x="4359" y="0"/>
                        <a:pt x="3815" y="100"/>
                        <a:pt x="3340" y="299"/>
                      </a:cubicBezTo>
                      <a:cubicBezTo>
                        <a:pt x="1023" y="1268"/>
                        <a:pt x="0" y="3766"/>
                        <a:pt x="196" y="6150"/>
                      </a:cubicBezTo>
                      <a:cubicBezTo>
                        <a:pt x="200" y="6173"/>
                        <a:pt x="220" y="6185"/>
                        <a:pt x="238" y="6185"/>
                      </a:cubicBezTo>
                      <a:cubicBezTo>
                        <a:pt x="257" y="6185"/>
                        <a:pt x="274" y="6173"/>
                        <a:pt x="274" y="6149"/>
                      </a:cubicBezTo>
                      <a:cubicBezTo>
                        <a:pt x="283" y="3976"/>
                        <a:pt x="1082" y="1683"/>
                        <a:pt x="3138" y="655"/>
                      </a:cubicBezTo>
                      <a:cubicBezTo>
                        <a:pt x="3703" y="374"/>
                        <a:pt x="4319" y="218"/>
                        <a:pt x="4936" y="218"/>
                      </a:cubicBezTo>
                      <a:cubicBezTo>
                        <a:pt x="5371" y="218"/>
                        <a:pt x="5806" y="295"/>
                        <a:pt x="6223" y="461"/>
                      </a:cubicBezTo>
                      <a:cubicBezTo>
                        <a:pt x="7231" y="861"/>
                        <a:pt x="7793" y="1599"/>
                        <a:pt x="8260" y="2540"/>
                      </a:cubicBezTo>
                      <a:cubicBezTo>
                        <a:pt x="8281" y="2583"/>
                        <a:pt x="8315" y="2601"/>
                        <a:pt x="8350" y="2601"/>
                      </a:cubicBezTo>
                      <a:cubicBezTo>
                        <a:pt x="8420" y="2601"/>
                        <a:pt x="8494" y="2531"/>
                        <a:pt x="8478" y="2448"/>
                      </a:cubicBezTo>
                      <a:cubicBezTo>
                        <a:pt x="8147" y="812"/>
                        <a:pt x="6492" y="0"/>
                        <a:pt x="4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6"/>
                <p:cNvSpPr/>
                <p:nvPr/>
              </p:nvSpPr>
              <p:spPr>
                <a:xfrm>
                  <a:off x="2251625" y="3705375"/>
                  <a:ext cx="104225" cy="41475"/>
                </a:xfrm>
                <a:custGeom>
                  <a:rect b="b" l="l" r="r" t="t"/>
                  <a:pathLst>
                    <a:path extrusionOk="0" h="1659" w="4169">
                      <a:moveTo>
                        <a:pt x="1752" y="0"/>
                      </a:moveTo>
                      <a:cubicBezTo>
                        <a:pt x="1162" y="0"/>
                        <a:pt x="558" y="183"/>
                        <a:pt x="100" y="537"/>
                      </a:cubicBezTo>
                      <a:cubicBezTo>
                        <a:pt x="0" y="615"/>
                        <a:pt x="42" y="645"/>
                        <a:pt x="108" y="645"/>
                      </a:cubicBezTo>
                      <a:cubicBezTo>
                        <a:pt x="144" y="645"/>
                        <a:pt x="187" y="637"/>
                        <a:pt x="219" y="622"/>
                      </a:cubicBezTo>
                      <a:cubicBezTo>
                        <a:pt x="343" y="566"/>
                        <a:pt x="469" y="514"/>
                        <a:pt x="598" y="472"/>
                      </a:cubicBezTo>
                      <a:cubicBezTo>
                        <a:pt x="858" y="389"/>
                        <a:pt x="1129" y="337"/>
                        <a:pt x="1401" y="319"/>
                      </a:cubicBezTo>
                      <a:cubicBezTo>
                        <a:pt x="1477" y="314"/>
                        <a:pt x="1553" y="312"/>
                        <a:pt x="1629" y="312"/>
                      </a:cubicBezTo>
                      <a:cubicBezTo>
                        <a:pt x="2001" y="312"/>
                        <a:pt x="2373" y="373"/>
                        <a:pt x="2726" y="495"/>
                      </a:cubicBezTo>
                      <a:cubicBezTo>
                        <a:pt x="3195" y="659"/>
                        <a:pt x="3612" y="1110"/>
                        <a:pt x="3899" y="1504"/>
                      </a:cubicBezTo>
                      <a:cubicBezTo>
                        <a:pt x="3932" y="1551"/>
                        <a:pt x="3967" y="1602"/>
                        <a:pt x="4019" y="1628"/>
                      </a:cubicBezTo>
                      <a:cubicBezTo>
                        <a:pt x="4059" y="1649"/>
                        <a:pt x="4089" y="1659"/>
                        <a:pt x="4109" y="1659"/>
                      </a:cubicBezTo>
                      <a:cubicBezTo>
                        <a:pt x="4131" y="1659"/>
                        <a:pt x="4143" y="1648"/>
                        <a:pt x="4147" y="1630"/>
                      </a:cubicBezTo>
                      <a:cubicBezTo>
                        <a:pt x="4169" y="1557"/>
                        <a:pt x="4055" y="1358"/>
                        <a:pt x="4024" y="1314"/>
                      </a:cubicBezTo>
                      <a:cubicBezTo>
                        <a:pt x="3929" y="1180"/>
                        <a:pt x="3821" y="1057"/>
                        <a:pt x="3716" y="932"/>
                      </a:cubicBezTo>
                      <a:cubicBezTo>
                        <a:pt x="3376" y="512"/>
                        <a:pt x="2938" y="213"/>
                        <a:pt x="2411" y="80"/>
                      </a:cubicBezTo>
                      <a:cubicBezTo>
                        <a:pt x="2199" y="27"/>
                        <a:pt x="1977" y="0"/>
                        <a:pt x="1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6"/>
                <p:cNvSpPr/>
                <p:nvPr/>
              </p:nvSpPr>
              <p:spPr>
                <a:xfrm>
                  <a:off x="1990050" y="3839600"/>
                  <a:ext cx="150375" cy="151375"/>
                </a:xfrm>
                <a:custGeom>
                  <a:rect b="b" l="l" r="r" t="t"/>
                  <a:pathLst>
                    <a:path extrusionOk="0" h="6055" w="6015">
                      <a:moveTo>
                        <a:pt x="5155" y="1"/>
                      </a:moveTo>
                      <a:cubicBezTo>
                        <a:pt x="4771" y="1"/>
                        <a:pt x="4381" y="59"/>
                        <a:pt x="4020" y="139"/>
                      </a:cubicBezTo>
                      <a:cubicBezTo>
                        <a:pt x="3395" y="280"/>
                        <a:pt x="2796" y="532"/>
                        <a:pt x="2266" y="889"/>
                      </a:cubicBezTo>
                      <a:cubicBezTo>
                        <a:pt x="1204" y="1607"/>
                        <a:pt x="475" y="2681"/>
                        <a:pt x="187" y="3928"/>
                      </a:cubicBezTo>
                      <a:cubicBezTo>
                        <a:pt x="28" y="4613"/>
                        <a:pt x="1" y="5341"/>
                        <a:pt x="158" y="6030"/>
                      </a:cubicBezTo>
                      <a:cubicBezTo>
                        <a:pt x="162" y="6046"/>
                        <a:pt x="177" y="6054"/>
                        <a:pt x="192" y="6054"/>
                      </a:cubicBezTo>
                      <a:cubicBezTo>
                        <a:pt x="211" y="6054"/>
                        <a:pt x="231" y="6042"/>
                        <a:pt x="228" y="6020"/>
                      </a:cubicBezTo>
                      <a:cubicBezTo>
                        <a:pt x="87" y="4795"/>
                        <a:pt x="326" y="3585"/>
                        <a:pt x="993" y="2543"/>
                      </a:cubicBezTo>
                      <a:cubicBezTo>
                        <a:pt x="1652" y="1510"/>
                        <a:pt x="2659" y="774"/>
                        <a:pt x="3840" y="447"/>
                      </a:cubicBezTo>
                      <a:cubicBezTo>
                        <a:pt x="4170" y="355"/>
                        <a:pt x="4506" y="296"/>
                        <a:pt x="4847" y="275"/>
                      </a:cubicBezTo>
                      <a:cubicBezTo>
                        <a:pt x="4927" y="271"/>
                        <a:pt x="5006" y="269"/>
                        <a:pt x="5085" y="269"/>
                      </a:cubicBezTo>
                      <a:cubicBezTo>
                        <a:pt x="5348" y="269"/>
                        <a:pt x="5608" y="290"/>
                        <a:pt x="5872" y="298"/>
                      </a:cubicBezTo>
                      <a:cubicBezTo>
                        <a:pt x="5873" y="298"/>
                        <a:pt x="5875" y="299"/>
                        <a:pt x="5876" y="299"/>
                      </a:cubicBezTo>
                      <a:cubicBezTo>
                        <a:pt x="5992" y="299"/>
                        <a:pt x="6015" y="117"/>
                        <a:pt x="5899" y="87"/>
                      </a:cubicBezTo>
                      <a:cubicBezTo>
                        <a:pt x="5660" y="26"/>
                        <a:pt x="5409" y="1"/>
                        <a:pt x="5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6"/>
                <p:cNvSpPr/>
                <p:nvPr/>
              </p:nvSpPr>
              <p:spPr>
                <a:xfrm>
                  <a:off x="2067850" y="3890550"/>
                  <a:ext cx="70775" cy="27600"/>
                </a:xfrm>
                <a:custGeom>
                  <a:rect b="b" l="l" r="r" t="t"/>
                  <a:pathLst>
                    <a:path extrusionOk="0" h="1104" w="2831">
                      <a:moveTo>
                        <a:pt x="2560" y="0"/>
                      </a:moveTo>
                      <a:cubicBezTo>
                        <a:pt x="2524" y="0"/>
                        <a:pt x="2489" y="2"/>
                        <a:pt x="2456" y="2"/>
                      </a:cubicBezTo>
                      <a:cubicBezTo>
                        <a:pt x="2328" y="4"/>
                        <a:pt x="2199" y="14"/>
                        <a:pt x="2073" y="30"/>
                      </a:cubicBezTo>
                      <a:cubicBezTo>
                        <a:pt x="1816" y="61"/>
                        <a:pt x="1565" y="119"/>
                        <a:pt x="1322" y="205"/>
                      </a:cubicBezTo>
                      <a:cubicBezTo>
                        <a:pt x="845" y="375"/>
                        <a:pt x="411" y="643"/>
                        <a:pt x="47" y="996"/>
                      </a:cubicBezTo>
                      <a:cubicBezTo>
                        <a:pt x="1" y="1040"/>
                        <a:pt x="46" y="1104"/>
                        <a:pt x="96" y="1104"/>
                      </a:cubicBezTo>
                      <a:cubicBezTo>
                        <a:pt x="110" y="1104"/>
                        <a:pt x="125" y="1099"/>
                        <a:pt x="138" y="1087"/>
                      </a:cubicBezTo>
                      <a:cubicBezTo>
                        <a:pt x="499" y="750"/>
                        <a:pt x="933" y="496"/>
                        <a:pt x="1406" y="345"/>
                      </a:cubicBezTo>
                      <a:cubicBezTo>
                        <a:pt x="1636" y="270"/>
                        <a:pt x="1874" y="220"/>
                        <a:pt x="2114" y="197"/>
                      </a:cubicBezTo>
                      <a:cubicBezTo>
                        <a:pt x="2228" y="187"/>
                        <a:pt x="2342" y="182"/>
                        <a:pt x="2457" y="182"/>
                      </a:cubicBezTo>
                      <a:cubicBezTo>
                        <a:pt x="2514" y="183"/>
                        <a:pt x="2572" y="190"/>
                        <a:pt x="2630" y="190"/>
                      </a:cubicBezTo>
                      <a:cubicBezTo>
                        <a:pt x="2685" y="190"/>
                        <a:pt x="2738" y="184"/>
                        <a:pt x="2787" y="159"/>
                      </a:cubicBezTo>
                      <a:cubicBezTo>
                        <a:pt x="2830" y="136"/>
                        <a:pt x="2819" y="76"/>
                        <a:pt x="2786" y="53"/>
                      </a:cubicBezTo>
                      <a:cubicBezTo>
                        <a:pt x="2723" y="8"/>
                        <a:pt x="2641" y="0"/>
                        <a:pt x="2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6"/>
                <p:cNvSpPr/>
                <p:nvPr/>
              </p:nvSpPr>
              <p:spPr>
                <a:xfrm>
                  <a:off x="2377000" y="3771625"/>
                  <a:ext cx="199425" cy="126575"/>
                </a:xfrm>
                <a:custGeom>
                  <a:rect b="b" l="l" r="r" t="t"/>
                  <a:pathLst>
                    <a:path extrusionOk="0" h="5063" w="7977">
                      <a:moveTo>
                        <a:pt x="6714" y="0"/>
                      </a:moveTo>
                      <a:cubicBezTo>
                        <a:pt x="6519" y="0"/>
                        <a:pt x="6324" y="17"/>
                        <a:pt x="6131" y="45"/>
                      </a:cubicBezTo>
                      <a:cubicBezTo>
                        <a:pt x="5464" y="142"/>
                        <a:pt x="4820" y="391"/>
                        <a:pt x="4228" y="709"/>
                      </a:cubicBezTo>
                      <a:cubicBezTo>
                        <a:pt x="3087" y="1327"/>
                        <a:pt x="2058" y="2182"/>
                        <a:pt x="1233" y="3183"/>
                      </a:cubicBezTo>
                      <a:cubicBezTo>
                        <a:pt x="770" y="3742"/>
                        <a:pt x="368" y="4350"/>
                        <a:pt x="22" y="4987"/>
                      </a:cubicBezTo>
                      <a:cubicBezTo>
                        <a:pt x="0" y="5026"/>
                        <a:pt x="35" y="5063"/>
                        <a:pt x="70" y="5063"/>
                      </a:cubicBezTo>
                      <a:cubicBezTo>
                        <a:pt x="85" y="5063"/>
                        <a:pt x="100" y="5056"/>
                        <a:pt x="110" y="5039"/>
                      </a:cubicBezTo>
                      <a:cubicBezTo>
                        <a:pt x="731" y="3970"/>
                        <a:pt x="1551" y="3033"/>
                        <a:pt x="2489" y="2232"/>
                      </a:cubicBezTo>
                      <a:cubicBezTo>
                        <a:pt x="3434" y="1425"/>
                        <a:pt x="4564" y="698"/>
                        <a:pt x="5785" y="404"/>
                      </a:cubicBezTo>
                      <a:cubicBezTo>
                        <a:pt x="6080" y="333"/>
                        <a:pt x="6382" y="291"/>
                        <a:pt x="6685" y="291"/>
                      </a:cubicBezTo>
                      <a:cubicBezTo>
                        <a:pt x="6733" y="291"/>
                        <a:pt x="6782" y="292"/>
                        <a:pt x="6830" y="294"/>
                      </a:cubicBezTo>
                      <a:cubicBezTo>
                        <a:pt x="7186" y="310"/>
                        <a:pt x="7524" y="457"/>
                        <a:pt x="7877" y="460"/>
                      </a:cubicBezTo>
                      <a:cubicBezTo>
                        <a:pt x="7944" y="459"/>
                        <a:pt x="7977" y="377"/>
                        <a:pt x="7932" y="329"/>
                      </a:cubicBezTo>
                      <a:cubicBezTo>
                        <a:pt x="7712" y="104"/>
                        <a:pt x="7372" y="52"/>
                        <a:pt x="7069" y="19"/>
                      </a:cubicBezTo>
                      <a:cubicBezTo>
                        <a:pt x="6951" y="6"/>
                        <a:pt x="6833" y="0"/>
                        <a:pt x="67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6"/>
                <p:cNvSpPr/>
                <p:nvPr/>
              </p:nvSpPr>
              <p:spPr>
                <a:xfrm>
                  <a:off x="2462325" y="3828000"/>
                  <a:ext cx="111725" cy="52650"/>
                </a:xfrm>
                <a:custGeom>
                  <a:rect b="b" l="l" r="r" t="t"/>
                  <a:pathLst>
                    <a:path extrusionOk="0" h="2106" w="4469">
                      <a:moveTo>
                        <a:pt x="3983" y="1"/>
                      </a:moveTo>
                      <a:cubicBezTo>
                        <a:pt x="3738" y="1"/>
                        <a:pt x="3481" y="77"/>
                        <a:pt x="3258" y="134"/>
                      </a:cubicBezTo>
                      <a:cubicBezTo>
                        <a:pt x="2852" y="237"/>
                        <a:pt x="2454" y="375"/>
                        <a:pt x="2074" y="552"/>
                      </a:cubicBezTo>
                      <a:cubicBezTo>
                        <a:pt x="1318" y="901"/>
                        <a:pt x="633" y="1408"/>
                        <a:pt x="47" y="1994"/>
                      </a:cubicBezTo>
                      <a:cubicBezTo>
                        <a:pt x="0" y="2041"/>
                        <a:pt x="44" y="2105"/>
                        <a:pt x="95" y="2105"/>
                      </a:cubicBezTo>
                      <a:cubicBezTo>
                        <a:pt x="110" y="2105"/>
                        <a:pt x="125" y="2100"/>
                        <a:pt x="139" y="2086"/>
                      </a:cubicBezTo>
                      <a:cubicBezTo>
                        <a:pt x="704" y="1546"/>
                        <a:pt x="1365" y="1111"/>
                        <a:pt x="2080" y="796"/>
                      </a:cubicBezTo>
                      <a:cubicBezTo>
                        <a:pt x="2437" y="637"/>
                        <a:pt x="2800" y="500"/>
                        <a:pt x="3176" y="399"/>
                      </a:cubicBezTo>
                      <a:cubicBezTo>
                        <a:pt x="3504" y="311"/>
                        <a:pt x="3845" y="229"/>
                        <a:pt x="4185" y="229"/>
                      </a:cubicBezTo>
                      <a:cubicBezTo>
                        <a:pt x="4254" y="229"/>
                        <a:pt x="4322" y="232"/>
                        <a:pt x="4391" y="239"/>
                      </a:cubicBezTo>
                      <a:cubicBezTo>
                        <a:pt x="4392" y="240"/>
                        <a:pt x="4394" y="240"/>
                        <a:pt x="4395" y="240"/>
                      </a:cubicBezTo>
                      <a:cubicBezTo>
                        <a:pt x="4458" y="240"/>
                        <a:pt x="4469" y="147"/>
                        <a:pt x="4421" y="117"/>
                      </a:cubicBezTo>
                      <a:cubicBezTo>
                        <a:pt x="4289" y="31"/>
                        <a:pt x="4138" y="1"/>
                        <a:pt x="39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6"/>
                <p:cNvSpPr/>
                <p:nvPr/>
              </p:nvSpPr>
              <p:spPr>
                <a:xfrm>
                  <a:off x="2043950" y="3973500"/>
                  <a:ext cx="204325" cy="137125"/>
                </a:xfrm>
                <a:custGeom>
                  <a:rect b="b" l="l" r="r" t="t"/>
                  <a:pathLst>
                    <a:path extrusionOk="0" h="5485" w="8173">
                      <a:moveTo>
                        <a:pt x="7448" y="1"/>
                      </a:moveTo>
                      <a:cubicBezTo>
                        <a:pt x="7301" y="1"/>
                        <a:pt x="7154" y="8"/>
                        <a:pt x="7014" y="14"/>
                      </a:cubicBezTo>
                      <a:cubicBezTo>
                        <a:pt x="6661" y="28"/>
                        <a:pt x="6306" y="63"/>
                        <a:pt x="5961" y="129"/>
                      </a:cubicBezTo>
                      <a:cubicBezTo>
                        <a:pt x="5257" y="263"/>
                        <a:pt x="4573" y="495"/>
                        <a:pt x="3932" y="812"/>
                      </a:cubicBezTo>
                      <a:cubicBezTo>
                        <a:pt x="2730" y="1406"/>
                        <a:pt x="1705" y="2309"/>
                        <a:pt x="965" y="3426"/>
                      </a:cubicBezTo>
                      <a:cubicBezTo>
                        <a:pt x="558" y="4044"/>
                        <a:pt x="236" y="4718"/>
                        <a:pt x="13" y="5424"/>
                      </a:cubicBezTo>
                      <a:cubicBezTo>
                        <a:pt x="1" y="5461"/>
                        <a:pt x="31" y="5485"/>
                        <a:pt x="61" y="5485"/>
                      </a:cubicBezTo>
                      <a:cubicBezTo>
                        <a:pt x="81" y="5485"/>
                        <a:pt x="101" y="5475"/>
                        <a:pt x="108" y="5451"/>
                      </a:cubicBezTo>
                      <a:cubicBezTo>
                        <a:pt x="973" y="2947"/>
                        <a:pt x="3140" y="1014"/>
                        <a:pt x="5727" y="450"/>
                      </a:cubicBezTo>
                      <a:cubicBezTo>
                        <a:pt x="6100" y="370"/>
                        <a:pt x="6481" y="309"/>
                        <a:pt x="6860" y="279"/>
                      </a:cubicBezTo>
                      <a:cubicBezTo>
                        <a:pt x="6974" y="270"/>
                        <a:pt x="7088" y="268"/>
                        <a:pt x="7203" y="268"/>
                      </a:cubicBezTo>
                      <a:cubicBezTo>
                        <a:pt x="7350" y="268"/>
                        <a:pt x="7498" y="272"/>
                        <a:pt x="7645" y="272"/>
                      </a:cubicBezTo>
                      <a:cubicBezTo>
                        <a:pt x="7777" y="272"/>
                        <a:pt x="7909" y="268"/>
                        <a:pt x="8040" y="256"/>
                      </a:cubicBezTo>
                      <a:cubicBezTo>
                        <a:pt x="8137" y="243"/>
                        <a:pt x="8172" y="99"/>
                        <a:pt x="8064" y="69"/>
                      </a:cubicBezTo>
                      <a:cubicBezTo>
                        <a:pt x="7869" y="15"/>
                        <a:pt x="7658" y="1"/>
                        <a:pt x="7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6"/>
                <p:cNvSpPr/>
                <p:nvPr/>
              </p:nvSpPr>
              <p:spPr>
                <a:xfrm>
                  <a:off x="2401450" y="3921200"/>
                  <a:ext cx="195175" cy="43075"/>
                </a:xfrm>
                <a:custGeom>
                  <a:rect b="b" l="l" r="r" t="t"/>
                  <a:pathLst>
                    <a:path extrusionOk="0" h="1723" w="7807">
                      <a:moveTo>
                        <a:pt x="4999" y="1"/>
                      </a:moveTo>
                      <a:cubicBezTo>
                        <a:pt x="4881" y="1"/>
                        <a:pt x="4763" y="3"/>
                        <a:pt x="4645" y="8"/>
                      </a:cubicBezTo>
                      <a:cubicBezTo>
                        <a:pt x="3606" y="51"/>
                        <a:pt x="2560" y="295"/>
                        <a:pt x="1612" y="726"/>
                      </a:cubicBezTo>
                      <a:cubicBezTo>
                        <a:pt x="1058" y="975"/>
                        <a:pt x="535" y="1270"/>
                        <a:pt x="43" y="1629"/>
                      </a:cubicBezTo>
                      <a:cubicBezTo>
                        <a:pt x="1" y="1659"/>
                        <a:pt x="27" y="1723"/>
                        <a:pt x="67" y="1723"/>
                      </a:cubicBezTo>
                      <a:cubicBezTo>
                        <a:pt x="75" y="1723"/>
                        <a:pt x="84" y="1720"/>
                        <a:pt x="93" y="1714"/>
                      </a:cubicBezTo>
                      <a:cubicBezTo>
                        <a:pt x="1506" y="771"/>
                        <a:pt x="3234" y="273"/>
                        <a:pt x="4941" y="273"/>
                      </a:cubicBezTo>
                      <a:cubicBezTo>
                        <a:pt x="5292" y="273"/>
                        <a:pt x="5643" y="294"/>
                        <a:pt x="5990" y="337"/>
                      </a:cubicBezTo>
                      <a:cubicBezTo>
                        <a:pt x="6278" y="373"/>
                        <a:pt x="6562" y="423"/>
                        <a:pt x="6843" y="489"/>
                      </a:cubicBezTo>
                      <a:cubicBezTo>
                        <a:pt x="7112" y="552"/>
                        <a:pt x="7389" y="677"/>
                        <a:pt x="7667" y="677"/>
                      </a:cubicBezTo>
                      <a:cubicBezTo>
                        <a:pt x="7668" y="677"/>
                        <a:pt x="7670" y="677"/>
                        <a:pt x="7672" y="677"/>
                      </a:cubicBezTo>
                      <a:cubicBezTo>
                        <a:pt x="7787" y="677"/>
                        <a:pt x="7807" y="535"/>
                        <a:pt x="7726" y="475"/>
                      </a:cubicBezTo>
                      <a:cubicBezTo>
                        <a:pt x="7526" y="324"/>
                        <a:pt x="7245" y="280"/>
                        <a:pt x="7007" y="224"/>
                      </a:cubicBezTo>
                      <a:cubicBezTo>
                        <a:pt x="6744" y="164"/>
                        <a:pt x="6479" y="116"/>
                        <a:pt x="6212" y="82"/>
                      </a:cubicBezTo>
                      <a:cubicBezTo>
                        <a:pt x="5810" y="29"/>
                        <a:pt x="5405" y="1"/>
                        <a:pt x="4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16"/>
              <p:cNvGrpSpPr/>
              <p:nvPr/>
            </p:nvGrpSpPr>
            <p:grpSpPr>
              <a:xfrm flipH="1">
                <a:off x="19137" y="4862097"/>
                <a:ext cx="1364078" cy="608674"/>
                <a:chOff x="1719600" y="4138800"/>
                <a:chExt cx="934300" cy="416900"/>
              </a:xfrm>
            </p:grpSpPr>
            <p:sp>
              <p:nvSpPr>
                <p:cNvPr id="836" name="Google Shape;836;p16"/>
                <p:cNvSpPr/>
                <p:nvPr/>
              </p:nvSpPr>
              <p:spPr>
                <a:xfrm>
                  <a:off x="1719600" y="4138800"/>
                  <a:ext cx="934300" cy="416900"/>
                </a:xfrm>
                <a:custGeom>
                  <a:rect b="b" l="l" r="r" t="t"/>
                  <a:pathLst>
                    <a:path extrusionOk="0" h="16676" w="37372">
                      <a:moveTo>
                        <a:pt x="25036" y="0"/>
                      </a:moveTo>
                      <a:cubicBezTo>
                        <a:pt x="23147" y="2031"/>
                        <a:pt x="20386" y="3115"/>
                        <a:pt x="17626" y="3115"/>
                      </a:cubicBezTo>
                      <a:cubicBezTo>
                        <a:pt x="16340" y="3115"/>
                        <a:pt x="15055" y="2880"/>
                        <a:pt x="13857" y="2396"/>
                      </a:cubicBezTo>
                      <a:cubicBezTo>
                        <a:pt x="12674" y="4190"/>
                        <a:pt x="10840" y="5544"/>
                        <a:pt x="8779" y="6147"/>
                      </a:cubicBezTo>
                      <a:cubicBezTo>
                        <a:pt x="7947" y="6390"/>
                        <a:pt x="7080" y="6511"/>
                        <a:pt x="6213" y="6511"/>
                      </a:cubicBezTo>
                      <a:cubicBezTo>
                        <a:pt x="4932" y="6511"/>
                        <a:pt x="3650" y="6247"/>
                        <a:pt x="2478" y="5727"/>
                      </a:cubicBezTo>
                      <a:cubicBezTo>
                        <a:pt x="310" y="7243"/>
                        <a:pt x="0" y="10999"/>
                        <a:pt x="2092" y="12747"/>
                      </a:cubicBezTo>
                      <a:cubicBezTo>
                        <a:pt x="4392" y="14669"/>
                        <a:pt x="7391" y="15622"/>
                        <a:pt x="10312" y="16069"/>
                      </a:cubicBezTo>
                      <a:cubicBezTo>
                        <a:pt x="12961" y="16473"/>
                        <a:pt x="15642" y="16676"/>
                        <a:pt x="18322" y="16676"/>
                      </a:cubicBezTo>
                      <a:cubicBezTo>
                        <a:pt x="20782" y="16676"/>
                        <a:pt x="23241" y="16505"/>
                        <a:pt x="25677" y="16164"/>
                      </a:cubicBezTo>
                      <a:cubicBezTo>
                        <a:pt x="28229" y="15805"/>
                        <a:pt x="30837" y="15228"/>
                        <a:pt x="32941" y="13742"/>
                      </a:cubicBezTo>
                      <a:cubicBezTo>
                        <a:pt x="37372" y="10617"/>
                        <a:pt x="35996" y="5281"/>
                        <a:pt x="35368" y="676"/>
                      </a:cubicBezTo>
                      <a:lnTo>
                        <a:pt x="35368" y="676"/>
                      </a:lnTo>
                      <a:cubicBezTo>
                        <a:pt x="33974" y="1543"/>
                        <a:pt x="32479" y="1929"/>
                        <a:pt x="30980" y="1929"/>
                      </a:cubicBezTo>
                      <a:cubicBezTo>
                        <a:pt x="28929" y="1929"/>
                        <a:pt x="26867" y="1206"/>
                        <a:pt x="25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6"/>
                <p:cNvSpPr/>
                <p:nvPr/>
              </p:nvSpPr>
              <p:spPr>
                <a:xfrm>
                  <a:off x="2091300" y="4177025"/>
                  <a:ext cx="249650" cy="70425"/>
                </a:xfrm>
                <a:custGeom>
                  <a:rect b="b" l="l" r="r" t="t"/>
                  <a:pathLst>
                    <a:path extrusionOk="0" h="2817" w="9986">
                      <a:moveTo>
                        <a:pt x="9939" y="1"/>
                      </a:moveTo>
                      <a:cubicBezTo>
                        <a:pt x="9935" y="1"/>
                        <a:pt x="9931" y="2"/>
                        <a:pt x="9927" y="3"/>
                      </a:cubicBezTo>
                      <a:cubicBezTo>
                        <a:pt x="9631" y="104"/>
                        <a:pt x="9364" y="357"/>
                        <a:pt x="9103" y="527"/>
                      </a:cubicBezTo>
                      <a:cubicBezTo>
                        <a:pt x="8824" y="709"/>
                        <a:pt x="8537" y="883"/>
                        <a:pt x="8246" y="1043"/>
                      </a:cubicBezTo>
                      <a:cubicBezTo>
                        <a:pt x="7644" y="1377"/>
                        <a:pt x="7014" y="1661"/>
                        <a:pt x="6366" y="1889"/>
                      </a:cubicBezTo>
                      <a:cubicBezTo>
                        <a:pt x="5075" y="2343"/>
                        <a:pt x="3715" y="2585"/>
                        <a:pt x="2346" y="2596"/>
                      </a:cubicBezTo>
                      <a:cubicBezTo>
                        <a:pt x="2319" y="2596"/>
                        <a:pt x="2291" y="2597"/>
                        <a:pt x="2264" y="2597"/>
                      </a:cubicBezTo>
                      <a:cubicBezTo>
                        <a:pt x="1527" y="2597"/>
                        <a:pt x="792" y="2541"/>
                        <a:pt x="61" y="2442"/>
                      </a:cubicBezTo>
                      <a:cubicBezTo>
                        <a:pt x="59" y="2442"/>
                        <a:pt x="58" y="2442"/>
                        <a:pt x="56" y="2442"/>
                      </a:cubicBezTo>
                      <a:cubicBezTo>
                        <a:pt x="7" y="2442"/>
                        <a:pt x="1" y="2520"/>
                        <a:pt x="48" y="2533"/>
                      </a:cubicBezTo>
                      <a:cubicBezTo>
                        <a:pt x="822" y="2726"/>
                        <a:pt x="1623" y="2817"/>
                        <a:pt x="2428" y="2817"/>
                      </a:cubicBezTo>
                      <a:cubicBezTo>
                        <a:pt x="4397" y="2817"/>
                        <a:pt x="6394" y="2276"/>
                        <a:pt x="8098" y="1375"/>
                      </a:cubicBezTo>
                      <a:cubicBezTo>
                        <a:pt x="8446" y="1192"/>
                        <a:pt x="8785" y="991"/>
                        <a:pt x="9111" y="769"/>
                      </a:cubicBezTo>
                      <a:cubicBezTo>
                        <a:pt x="9268" y="661"/>
                        <a:pt x="9426" y="552"/>
                        <a:pt x="9574" y="435"/>
                      </a:cubicBezTo>
                      <a:cubicBezTo>
                        <a:pt x="9717" y="323"/>
                        <a:pt x="9876" y="212"/>
                        <a:pt x="9971" y="56"/>
                      </a:cubicBezTo>
                      <a:cubicBezTo>
                        <a:pt x="9986" y="35"/>
                        <a:pt x="9967" y="1"/>
                        <a:pt x="99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6"/>
                <p:cNvSpPr/>
                <p:nvPr/>
              </p:nvSpPr>
              <p:spPr>
                <a:xfrm>
                  <a:off x="2179125" y="4235200"/>
                  <a:ext cx="119775" cy="41950"/>
                </a:xfrm>
                <a:custGeom>
                  <a:rect b="b" l="l" r="r" t="t"/>
                  <a:pathLst>
                    <a:path extrusionOk="0" h="1678" w="4791">
                      <a:moveTo>
                        <a:pt x="4721" y="0"/>
                      </a:moveTo>
                      <a:cubicBezTo>
                        <a:pt x="4717" y="0"/>
                        <a:pt x="4712" y="1"/>
                        <a:pt x="4707" y="3"/>
                      </a:cubicBezTo>
                      <a:cubicBezTo>
                        <a:pt x="4344" y="140"/>
                        <a:pt x="4023" y="412"/>
                        <a:pt x="3681" y="595"/>
                      </a:cubicBezTo>
                      <a:cubicBezTo>
                        <a:pt x="3308" y="797"/>
                        <a:pt x="2919" y="964"/>
                        <a:pt x="2522" y="1106"/>
                      </a:cubicBezTo>
                      <a:cubicBezTo>
                        <a:pt x="1736" y="1387"/>
                        <a:pt x="896" y="1546"/>
                        <a:pt x="64" y="1576"/>
                      </a:cubicBezTo>
                      <a:cubicBezTo>
                        <a:pt x="0" y="1579"/>
                        <a:pt x="0" y="1674"/>
                        <a:pt x="64" y="1675"/>
                      </a:cubicBezTo>
                      <a:cubicBezTo>
                        <a:pt x="128" y="1677"/>
                        <a:pt x="192" y="1678"/>
                        <a:pt x="256" y="1678"/>
                      </a:cubicBezTo>
                      <a:cubicBezTo>
                        <a:pt x="1057" y="1678"/>
                        <a:pt x="1842" y="1553"/>
                        <a:pt x="2607" y="1299"/>
                      </a:cubicBezTo>
                      <a:cubicBezTo>
                        <a:pt x="3006" y="1168"/>
                        <a:pt x="3393" y="995"/>
                        <a:pt x="3762" y="797"/>
                      </a:cubicBezTo>
                      <a:cubicBezTo>
                        <a:pt x="4108" y="611"/>
                        <a:pt x="4527" y="402"/>
                        <a:pt x="4768" y="82"/>
                      </a:cubicBezTo>
                      <a:cubicBezTo>
                        <a:pt x="4791" y="47"/>
                        <a:pt x="4758" y="0"/>
                        <a:pt x="47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6"/>
                <p:cNvSpPr/>
                <p:nvPr/>
              </p:nvSpPr>
              <p:spPr>
                <a:xfrm>
                  <a:off x="2384400" y="4203650"/>
                  <a:ext cx="150475" cy="27950"/>
                </a:xfrm>
                <a:custGeom>
                  <a:rect b="b" l="l" r="r" t="t"/>
                  <a:pathLst>
                    <a:path extrusionOk="0" h="1118" w="6019">
                      <a:moveTo>
                        <a:pt x="72" y="0"/>
                      </a:moveTo>
                      <a:cubicBezTo>
                        <a:pt x="18" y="0"/>
                        <a:pt x="0" y="87"/>
                        <a:pt x="61" y="106"/>
                      </a:cubicBezTo>
                      <a:cubicBezTo>
                        <a:pt x="1030" y="425"/>
                        <a:pt x="2006" y="696"/>
                        <a:pt x="3013" y="864"/>
                      </a:cubicBezTo>
                      <a:cubicBezTo>
                        <a:pt x="3500" y="948"/>
                        <a:pt x="3994" y="1007"/>
                        <a:pt x="4487" y="1052"/>
                      </a:cubicBezTo>
                      <a:cubicBezTo>
                        <a:pt x="4729" y="1073"/>
                        <a:pt x="4972" y="1089"/>
                        <a:pt x="5213" y="1101"/>
                      </a:cubicBezTo>
                      <a:cubicBezTo>
                        <a:pt x="5341" y="1107"/>
                        <a:pt x="5476" y="1118"/>
                        <a:pt x="5609" y="1118"/>
                      </a:cubicBezTo>
                      <a:cubicBezTo>
                        <a:pt x="5728" y="1118"/>
                        <a:pt x="5845" y="1109"/>
                        <a:pt x="5956" y="1080"/>
                      </a:cubicBezTo>
                      <a:cubicBezTo>
                        <a:pt x="6018" y="1064"/>
                        <a:pt x="6015" y="977"/>
                        <a:pt x="5958" y="958"/>
                      </a:cubicBezTo>
                      <a:cubicBezTo>
                        <a:pt x="5731" y="892"/>
                        <a:pt x="5479" y="900"/>
                        <a:pt x="5247" y="886"/>
                      </a:cubicBezTo>
                      <a:cubicBezTo>
                        <a:pt x="5004" y="871"/>
                        <a:pt x="4763" y="853"/>
                        <a:pt x="4521" y="831"/>
                      </a:cubicBezTo>
                      <a:cubicBezTo>
                        <a:pt x="4014" y="785"/>
                        <a:pt x="3508" y="719"/>
                        <a:pt x="3004" y="639"/>
                      </a:cubicBezTo>
                      <a:cubicBezTo>
                        <a:pt x="2024" y="484"/>
                        <a:pt x="1042" y="286"/>
                        <a:pt x="89" y="3"/>
                      </a:cubicBezTo>
                      <a:cubicBezTo>
                        <a:pt x="83" y="1"/>
                        <a:pt x="78" y="0"/>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6"/>
                <p:cNvSpPr/>
                <p:nvPr/>
              </p:nvSpPr>
              <p:spPr>
                <a:xfrm>
                  <a:off x="1795050" y="4277500"/>
                  <a:ext cx="262600" cy="57675"/>
                </a:xfrm>
                <a:custGeom>
                  <a:rect b="b" l="l" r="r" t="t"/>
                  <a:pathLst>
                    <a:path extrusionOk="0" h="2307" w="10504">
                      <a:moveTo>
                        <a:pt x="10422" y="1"/>
                      </a:moveTo>
                      <a:cubicBezTo>
                        <a:pt x="10415" y="1"/>
                        <a:pt x="10409" y="2"/>
                        <a:pt x="10401" y="4"/>
                      </a:cubicBezTo>
                      <a:cubicBezTo>
                        <a:pt x="10081" y="99"/>
                        <a:pt x="9773" y="257"/>
                        <a:pt x="9465" y="387"/>
                      </a:cubicBezTo>
                      <a:cubicBezTo>
                        <a:pt x="9139" y="524"/>
                        <a:pt x="8811" y="656"/>
                        <a:pt x="8478" y="779"/>
                      </a:cubicBezTo>
                      <a:cubicBezTo>
                        <a:pt x="7828" y="1021"/>
                        <a:pt x="7168" y="1231"/>
                        <a:pt x="6498" y="1411"/>
                      </a:cubicBezTo>
                      <a:cubicBezTo>
                        <a:pt x="5157" y="1773"/>
                        <a:pt x="3785" y="2015"/>
                        <a:pt x="2399" y="2129"/>
                      </a:cubicBezTo>
                      <a:cubicBezTo>
                        <a:pt x="1794" y="2177"/>
                        <a:pt x="1186" y="2201"/>
                        <a:pt x="577" y="2201"/>
                      </a:cubicBezTo>
                      <a:cubicBezTo>
                        <a:pt x="404" y="2201"/>
                        <a:pt x="231" y="2199"/>
                        <a:pt x="58" y="2195"/>
                      </a:cubicBezTo>
                      <a:cubicBezTo>
                        <a:pt x="58" y="2195"/>
                        <a:pt x="57" y="2195"/>
                        <a:pt x="57" y="2195"/>
                      </a:cubicBezTo>
                      <a:cubicBezTo>
                        <a:pt x="1" y="2195"/>
                        <a:pt x="1" y="2281"/>
                        <a:pt x="58" y="2283"/>
                      </a:cubicBezTo>
                      <a:cubicBezTo>
                        <a:pt x="397" y="2299"/>
                        <a:pt x="735" y="2306"/>
                        <a:pt x="1074" y="2306"/>
                      </a:cubicBezTo>
                      <a:cubicBezTo>
                        <a:pt x="3537" y="2306"/>
                        <a:pt x="5996" y="1892"/>
                        <a:pt x="8317" y="1058"/>
                      </a:cubicBezTo>
                      <a:cubicBezTo>
                        <a:pt x="8678" y="929"/>
                        <a:pt x="9037" y="789"/>
                        <a:pt x="9391" y="640"/>
                      </a:cubicBezTo>
                      <a:cubicBezTo>
                        <a:pt x="9747" y="491"/>
                        <a:pt x="10130" y="344"/>
                        <a:pt x="10447" y="122"/>
                      </a:cubicBezTo>
                      <a:cubicBezTo>
                        <a:pt x="10504" y="87"/>
                        <a:pt x="10483" y="1"/>
                        <a:pt x="10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6"/>
                <p:cNvSpPr/>
                <p:nvPr/>
              </p:nvSpPr>
              <p:spPr>
                <a:xfrm>
                  <a:off x="1902725" y="4329050"/>
                  <a:ext cx="110050" cy="34875"/>
                </a:xfrm>
                <a:custGeom>
                  <a:rect b="b" l="l" r="r" t="t"/>
                  <a:pathLst>
                    <a:path extrusionOk="0" h="1395" w="4402">
                      <a:moveTo>
                        <a:pt x="4302" y="0"/>
                      </a:moveTo>
                      <a:cubicBezTo>
                        <a:pt x="4297" y="0"/>
                        <a:pt x="4292" y="1"/>
                        <a:pt x="4288" y="2"/>
                      </a:cubicBezTo>
                      <a:cubicBezTo>
                        <a:pt x="3945" y="90"/>
                        <a:pt x="3613" y="284"/>
                        <a:pt x="3282" y="414"/>
                      </a:cubicBezTo>
                      <a:cubicBezTo>
                        <a:pt x="2932" y="551"/>
                        <a:pt x="2579" y="678"/>
                        <a:pt x="2220" y="789"/>
                      </a:cubicBezTo>
                      <a:cubicBezTo>
                        <a:pt x="1514" y="1010"/>
                        <a:pt x="797" y="1179"/>
                        <a:pt x="63" y="1280"/>
                      </a:cubicBezTo>
                      <a:cubicBezTo>
                        <a:pt x="1" y="1288"/>
                        <a:pt x="12" y="1394"/>
                        <a:pt x="72" y="1394"/>
                      </a:cubicBezTo>
                      <a:cubicBezTo>
                        <a:pt x="74" y="1394"/>
                        <a:pt x="77" y="1394"/>
                        <a:pt x="79" y="1394"/>
                      </a:cubicBezTo>
                      <a:cubicBezTo>
                        <a:pt x="828" y="1301"/>
                        <a:pt x="1575" y="1163"/>
                        <a:pt x="2299" y="950"/>
                      </a:cubicBezTo>
                      <a:cubicBezTo>
                        <a:pt x="2660" y="846"/>
                        <a:pt x="3015" y="725"/>
                        <a:pt x="3363" y="585"/>
                      </a:cubicBezTo>
                      <a:cubicBezTo>
                        <a:pt x="3693" y="453"/>
                        <a:pt x="4069" y="327"/>
                        <a:pt x="4350" y="107"/>
                      </a:cubicBezTo>
                      <a:cubicBezTo>
                        <a:pt x="4401" y="71"/>
                        <a:pt x="4354" y="0"/>
                        <a:pt x="4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6"/>
                <p:cNvSpPr/>
                <p:nvPr/>
              </p:nvSpPr>
              <p:spPr>
                <a:xfrm>
                  <a:off x="2114225" y="4304100"/>
                  <a:ext cx="409125" cy="134225"/>
                </a:xfrm>
                <a:custGeom>
                  <a:rect b="b" l="l" r="r" t="t"/>
                  <a:pathLst>
                    <a:path extrusionOk="0" h="5369" w="16365">
                      <a:moveTo>
                        <a:pt x="16272" y="0"/>
                      </a:moveTo>
                      <a:cubicBezTo>
                        <a:pt x="16264" y="0"/>
                        <a:pt x="16255" y="2"/>
                        <a:pt x="16247" y="6"/>
                      </a:cubicBezTo>
                      <a:cubicBezTo>
                        <a:pt x="15379" y="411"/>
                        <a:pt x="14503" y="785"/>
                        <a:pt x="13556" y="970"/>
                      </a:cubicBezTo>
                      <a:cubicBezTo>
                        <a:pt x="13091" y="1059"/>
                        <a:pt x="12612" y="1111"/>
                        <a:pt x="12137" y="1124"/>
                      </a:cubicBezTo>
                      <a:cubicBezTo>
                        <a:pt x="12090" y="1125"/>
                        <a:pt x="12037" y="1126"/>
                        <a:pt x="11980" y="1126"/>
                      </a:cubicBezTo>
                      <a:cubicBezTo>
                        <a:pt x="11650" y="1126"/>
                        <a:pt x="11179" y="1107"/>
                        <a:pt x="10947" y="1107"/>
                      </a:cubicBezTo>
                      <a:cubicBezTo>
                        <a:pt x="10868" y="1107"/>
                        <a:pt x="10816" y="1109"/>
                        <a:pt x="10809" y="1115"/>
                      </a:cubicBezTo>
                      <a:cubicBezTo>
                        <a:pt x="10797" y="1124"/>
                        <a:pt x="10785" y="1131"/>
                        <a:pt x="10774" y="1140"/>
                      </a:cubicBezTo>
                      <a:lnTo>
                        <a:pt x="10771" y="1140"/>
                      </a:lnTo>
                      <a:cubicBezTo>
                        <a:pt x="10768" y="1140"/>
                        <a:pt x="10767" y="1143"/>
                        <a:pt x="10767" y="1144"/>
                      </a:cubicBezTo>
                      <a:cubicBezTo>
                        <a:pt x="10358" y="1445"/>
                        <a:pt x="9983" y="1759"/>
                        <a:pt x="9525" y="1988"/>
                      </a:cubicBezTo>
                      <a:cubicBezTo>
                        <a:pt x="9058" y="2220"/>
                        <a:pt x="8557" y="2382"/>
                        <a:pt x="8044" y="2472"/>
                      </a:cubicBezTo>
                      <a:cubicBezTo>
                        <a:pt x="7719" y="2530"/>
                        <a:pt x="7388" y="2560"/>
                        <a:pt x="7057" y="2560"/>
                      </a:cubicBezTo>
                      <a:cubicBezTo>
                        <a:pt x="6868" y="2560"/>
                        <a:pt x="6678" y="2550"/>
                        <a:pt x="6489" y="2530"/>
                      </a:cubicBezTo>
                      <a:cubicBezTo>
                        <a:pt x="6233" y="2504"/>
                        <a:pt x="5976" y="2458"/>
                        <a:pt x="5726" y="2393"/>
                      </a:cubicBezTo>
                      <a:cubicBezTo>
                        <a:pt x="5495" y="2334"/>
                        <a:pt x="5254" y="2226"/>
                        <a:pt x="5012" y="2226"/>
                      </a:cubicBezTo>
                      <a:cubicBezTo>
                        <a:pt x="5004" y="2222"/>
                        <a:pt x="4994" y="2219"/>
                        <a:pt x="4984" y="2219"/>
                      </a:cubicBezTo>
                      <a:cubicBezTo>
                        <a:pt x="4973" y="2219"/>
                        <a:pt x="4962" y="2223"/>
                        <a:pt x="4950" y="2230"/>
                      </a:cubicBezTo>
                      <a:cubicBezTo>
                        <a:pt x="4770" y="2357"/>
                        <a:pt x="4641" y="2577"/>
                        <a:pt x="4497" y="2743"/>
                      </a:cubicBezTo>
                      <a:cubicBezTo>
                        <a:pt x="4335" y="2926"/>
                        <a:pt x="4174" y="3106"/>
                        <a:pt x="4000" y="3276"/>
                      </a:cubicBezTo>
                      <a:cubicBezTo>
                        <a:pt x="3636" y="3628"/>
                        <a:pt x="3239" y="3940"/>
                        <a:pt x="2812" y="4208"/>
                      </a:cubicBezTo>
                      <a:cubicBezTo>
                        <a:pt x="1975" y="4734"/>
                        <a:pt x="1032" y="5102"/>
                        <a:pt x="55" y="5267"/>
                      </a:cubicBezTo>
                      <a:cubicBezTo>
                        <a:pt x="0" y="5277"/>
                        <a:pt x="11" y="5368"/>
                        <a:pt x="64" y="5368"/>
                      </a:cubicBezTo>
                      <a:cubicBezTo>
                        <a:pt x="66" y="5368"/>
                        <a:pt x="68" y="5368"/>
                        <a:pt x="69" y="5368"/>
                      </a:cubicBezTo>
                      <a:cubicBezTo>
                        <a:pt x="1083" y="5260"/>
                        <a:pt x="2055" y="4935"/>
                        <a:pt x="2923" y="4400"/>
                      </a:cubicBezTo>
                      <a:cubicBezTo>
                        <a:pt x="3354" y="4135"/>
                        <a:pt x="3758" y="3827"/>
                        <a:pt x="4123" y="3479"/>
                      </a:cubicBezTo>
                      <a:cubicBezTo>
                        <a:pt x="4312" y="3299"/>
                        <a:pt x="4497" y="3112"/>
                        <a:pt x="4659" y="2909"/>
                      </a:cubicBezTo>
                      <a:cubicBezTo>
                        <a:pt x="4792" y="2745"/>
                        <a:pt x="4973" y="2549"/>
                        <a:pt x="5040" y="2341"/>
                      </a:cubicBezTo>
                      <a:cubicBezTo>
                        <a:pt x="5213" y="2484"/>
                        <a:pt x="5456" y="2547"/>
                        <a:pt x="5665" y="2605"/>
                      </a:cubicBezTo>
                      <a:cubicBezTo>
                        <a:pt x="5917" y="2673"/>
                        <a:pt x="6175" y="2722"/>
                        <a:pt x="6434" y="2752"/>
                      </a:cubicBezTo>
                      <a:cubicBezTo>
                        <a:pt x="6644" y="2777"/>
                        <a:pt x="6855" y="2789"/>
                        <a:pt x="7066" y="2789"/>
                      </a:cubicBezTo>
                      <a:cubicBezTo>
                        <a:pt x="7395" y="2789"/>
                        <a:pt x="7725" y="2759"/>
                        <a:pt x="8049" y="2701"/>
                      </a:cubicBezTo>
                      <a:cubicBezTo>
                        <a:pt x="8581" y="2606"/>
                        <a:pt x="9097" y="2435"/>
                        <a:pt x="9582" y="2196"/>
                      </a:cubicBezTo>
                      <a:cubicBezTo>
                        <a:pt x="10052" y="1961"/>
                        <a:pt x="10571" y="1650"/>
                        <a:pt x="10901" y="1233"/>
                      </a:cubicBezTo>
                      <a:cubicBezTo>
                        <a:pt x="10905" y="1229"/>
                        <a:pt x="10908" y="1222"/>
                        <a:pt x="10911" y="1215"/>
                      </a:cubicBezTo>
                      <a:cubicBezTo>
                        <a:pt x="11285" y="1367"/>
                        <a:pt x="11741" y="1367"/>
                        <a:pt x="12137" y="1367"/>
                      </a:cubicBezTo>
                      <a:cubicBezTo>
                        <a:pt x="12638" y="1367"/>
                        <a:pt x="13135" y="1318"/>
                        <a:pt x="13627" y="1223"/>
                      </a:cubicBezTo>
                      <a:cubicBezTo>
                        <a:pt x="14583" y="1037"/>
                        <a:pt x="15541" y="696"/>
                        <a:pt x="16318" y="95"/>
                      </a:cubicBezTo>
                      <a:cubicBezTo>
                        <a:pt x="16365" y="60"/>
                        <a:pt x="16321" y="0"/>
                        <a:pt x="16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16"/>
              <p:cNvGrpSpPr/>
              <p:nvPr/>
            </p:nvGrpSpPr>
            <p:grpSpPr>
              <a:xfrm flipH="1">
                <a:off x="6214041" y="4690611"/>
                <a:ext cx="3061827" cy="1391476"/>
                <a:chOff x="657225" y="3846275"/>
                <a:chExt cx="1425100" cy="647650"/>
              </a:xfrm>
            </p:grpSpPr>
            <p:sp>
              <p:nvSpPr>
                <p:cNvPr id="844" name="Google Shape;844;p16"/>
                <p:cNvSpPr/>
                <p:nvPr/>
              </p:nvSpPr>
              <p:spPr>
                <a:xfrm>
                  <a:off x="657225" y="3846275"/>
                  <a:ext cx="1425100" cy="647650"/>
                </a:xfrm>
                <a:custGeom>
                  <a:rect b="b" l="l" r="r" t="t"/>
                  <a:pathLst>
                    <a:path extrusionOk="0" h="25906" w="57004">
                      <a:moveTo>
                        <a:pt x="39819" y="1"/>
                      </a:moveTo>
                      <a:cubicBezTo>
                        <a:pt x="39634" y="1"/>
                        <a:pt x="39449" y="9"/>
                        <a:pt x="39267" y="24"/>
                      </a:cubicBezTo>
                      <a:cubicBezTo>
                        <a:pt x="37124" y="209"/>
                        <a:pt x="35183" y="1275"/>
                        <a:pt x="33287" y="2291"/>
                      </a:cubicBezTo>
                      <a:cubicBezTo>
                        <a:pt x="32306" y="1696"/>
                        <a:pt x="31158" y="1381"/>
                        <a:pt x="30011" y="1381"/>
                      </a:cubicBezTo>
                      <a:cubicBezTo>
                        <a:pt x="29727" y="1381"/>
                        <a:pt x="29443" y="1400"/>
                        <a:pt x="29161" y="1439"/>
                      </a:cubicBezTo>
                      <a:cubicBezTo>
                        <a:pt x="27745" y="1635"/>
                        <a:pt x="26265" y="2203"/>
                        <a:pt x="25288" y="3249"/>
                      </a:cubicBezTo>
                      <a:cubicBezTo>
                        <a:pt x="24925" y="2440"/>
                        <a:pt x="23719" y="1792"/>
                        <a:pt x="22846" y="1651"/>
                      </a:cubicBezTo>
                      <a:cubicBezTo>
                        <a:pt x="22640" y="1618"/>
                        <a:pt x="22432" y="1603"/>
                        <a:pt x="22224" y="1603"/>
                      </a:cubicBezTo>
                      <a:cubicBezTo>
                        <a:pt x="21551" y="1603"/>
                        <a:pt x="20877" y="1760"/>
                        <a:pt x="20234" y="1974"/>
                      </a:cubicBezTo>
                      <a:cubicBezTo>
                        <a:pt x="17945" y="2733"/>
                        <a:pt x="15954" y="4169"/>
                        <a:pt x="13987" y="5568"/>
                      </a:cubicBezTo>
                      <a:cubicBezTo>
                        <a:pt x="12022" y="6966"/>
                        <a:pt x="9996" y="8369"/>
                        <a:pt x="7683" y="9043"/>
                      </a:cubicBezTo>
                      <a:cubicBezTo>
                        <a:pt x="6845" y="9288"/>
                        <a:pt x="5958" y="9422"/>
                        <a:pt x="5079" y="9422"/>
                      </a:cubicBezTo>
                      <a:cubicBezTo>
                        <a:pt x="3525" y="9422"/>
                        <a:pt x="1995" y="9003"/>
                        <a:pt x="800" y="8030"/>
                      </a:cubicBezTo>
                      <a:cubicBezTo>
                        <a:pt x="508" y="12572"/>
                        <a:pt x="1" y="17061"/>
                        <a:pt x="329" y="21602"/>
                      </a:cubicBezTo>
                      <a:cubicBezTo>
                        <a:pt x="401" y="22606"/>
                        <a:pt x="519" y="23686"/>
                        <a:pt x="1186" y="24442"/>
                      </a:cubicBezTo>
                      <a:cubicBezTo>
                        <a:pt x="2067" y="25439"/>
                        <a:pt x="3565" y="25522"/>
                        <a:pt x="4896" y="25535"/>
                      </a:cubicBezTo>
                      <a:cubicBezTo>
                        <a:pt x="19759" y="25658"/>
                        <a:pt x="34622" y="25780"/>
                        <a:pt x="49487" y="25904"/>
                      </a:cubicBezTo>
                      <a:cubicBezTo>
                        <a:pt x="49565" y="25905"/>
                        <a:pt x="49643" y="25905"/>
                        <a:pt x="49721" y="25905"/>
                      </a:cubicBezTo>
                      <a:cubicBezTo>
                        <a:pt x="52244" y="25905"/>
                        <a:pt x="55004" y="25555"/>
                        <a:pt x="57004" y="24046"/>
                      </a:cubicBezTo>
                      <a:cubicBezTo>
                        <a:pt x="55628" y="23278"/>
                        <a:pt x="54098" y="22843"/>
                        <a:pt x="52598" y="22360"/>
                      </a:cubicBezTo>
                      <a:cubicBezTo>
                        <a:pt x="51096" y="21879"/>
                        <a:pt x="49588" y="21331"/>
                        <a:pt x="48330" y="20380"/>
                      </a:cubicBezTo>
                      <a:cubicBezTo>
                        <a:pt x="47074" y="19431"/>
                        <a:pt x="46087" y="18010"/>
                        <a:pt x="46006" y="16439"/>
                      </a:cubicBezTo>
                      <a:cubicBezTo>
                        <a:pt x="45924" y="14864"/>
                        <a:pt x="46784" y="13210"/>
                        <a:pt x="48322" y="12871"/>
                      </a:cubicBezTo>
                      <a:cubicBezTo>
                        <a:pt x="48691" y="13001"/>
                        <a:pt x="49077" y="13062"/>
                        <a:pt x="49465" y="13062"/>
                      </a:cubicBezTo>
                      <a:cubicBezTo>
                        <a:pt x="50466" y="13062"/>
                        <a:pt x="51479" y="12659"/>
                        <a:pt x="52253" y="12008"/>
                      </a:cubicBezTo>
                      <a:cubicBezTo>
                        <a:pt x="53328" y="11106"/>
                        <a:pt x="53991" y="9791"/>
                        <a:pt x="54357" y="8435"/>
                      </a:cubicBezTo>
                      <a:cubicBezTo>
                        <a:pt x="54654" y="7332"/>
                        <a:pt x="54763" y="6121"/>
                        <a:pt x="54309" y="5073"/>
                      </a:cubicBezTo>
                      <a:cubicBezTo>
                        <a:pt x="53776" y="3845"/>
                        <a:pt x="52555" y="3047"/>
                        <a:pt x="51294" y="2592"/>
                      </a:cubicBezTo>
                      <a:cubicBezTo>
                        <a:pt x="50304" y="2234"/>
                        <a:pt x="49235" y="2060"/>
                        <a:pt x="48163" y="2060"/>
                      </a:cubicBezTo>
                      <a:cubicBezTo>
                        <a:pt x="46983" y="2060"/>
                        <a:pt x="45800" y="2270"/>
                        <a:pt x="44714" y="2678"/>
                      </a:cubicBezTo>
                      <a:cubicBezTo>
                        <a:pt x="43876" y="899"/>
                        <a:pt x="41806" y="1"/>
                        <a:pt x="39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6"/>
                <p:cNvSpPr/>
                <p:nvPr/>
              </p:nvSpPr>
              <p:spPr>
                <a:xfrm>
                  <a:off x="662850" y="3909775"/>
                  <a:ext cx="1293675" cy="558325"/>
                </a:xfrm>
                <a:custGeom>
                  <a:rect b="b" l="l" r="r" t="t"/>
                  <a:pathLst>
                    <a:path extrusionOk="0" h="22333" w="51747">
                      <a:moveTo>
                        <a:pt x="44704" y="488"/>
                      </a:moveTo>
                      <a:cubicBezTo>
                        <a:pt x="44677" y="488"/>
                        <a:pt x="44650" y="510"/>
                        <a:pt x="44658" y="546"/>
                      </a:cubicBezTo>
                      <a:cubicBezTo>
                        <a:pt x="44839" y="1399"/>
                        <a:pt x="45034" y="2244"/>
                        <a:pt x="45085" y="3116"/>
                      </a:cubicBezTo>
                      <a:cubicBezTo>
                        <a:pt x="45130" y="3888"/>
                        <a:pt x="45068" y="4666"/>
                        <a:pt x="44846" y="5408"/>
                      </a:cubicBezTo>
                      <a:cubicBezTo>
                        <a:pt x="44437" y="6780"/>
                        <a:pt x="43391" y="7986"/>
                        <a:pt x="41932" y="8236"/>
                      </a:cubicBezTo>
                      <a:cubicBezTo>
                        <a:pt x="41782" y="8262"/>
                        <a:pt x="41631" y="8275"/>
                        <a:pt x="41481" y="8275"/>
                      </a:cubicBezTo>
                      <a:cubicBezTo>
                        <a:pt x="40320" y="8275"/>
                        <a:pt x="39208" y="7526"/>
                        <a:pt x="38725" y="6467"/>
                      </a:cubicBezTo>
                      <a:cubicBezTo>
                        <a:pt x="38141" y="5192"/>
                        <a:pt x="38506" y="3576"/>
                        <a:pt x="39521" y="2623"/>
                      </a:cubicBezTo>
                      <a:cubicBezTo>
                        <a:pt x="39883" y="2283"/>
                        <a:pt x="40377" y="2030"/>
                        <a:pt x="40866" y="2030"/>
                      </a:cubicBezTo>
                      <a:cubicBezTo>
                        <a:pt x="41129" y="2030"/>
                        <a:pt x="41390" y="2103"/>
                        <a:pt x="41628" y="2275"/>
                      </a:cubicBezTo>
                      <a:cubicBezTo>
                        <a:pt x="41903" y="2475"/>
                        <a:pt x="42073" y="2786"/>
                        <a:pt x="42037" y="3130"/>
                      </a:cubicBezTo>
                      <a:cubicBezTo>
                        <a:pt x="42004" y="3443"/>
                        <a:pt x="41811" y="3767"/>
                        <a:pt x="41518" y="3896"/>
                      </a:cubicBezTo>
                      <a:cubicBezTo>
                        <a:pt x="41447" y="3928"/>
                        <a:pt x="41490" y="4030"/>
                        <a:pt x="41557" y="4030"/>
                      </a:cubicBezTo>
                      <a:cubicBezTo>
                        <a:pt x="41562" y="4030"/>
                        <a:pt x="41568" y="4029"/>
                        <a:pt x="41573" y="4028"/>
                      </a:cubicBezTo>
                      <a:cubicBezTo>
                        <a:pt x="42178" y="3877"/>
                        <a:pt x="42429" y="3174"/>
                        <a:pt x="42217" y="2619"/>
                      </a:cubicBezTo>
                      <a:cubicBezTo>
                        <a:pt x="42003" y="2062"/>
                        <a:pt x="41405" y="1783"/>
                        <a:pt x="40831" y="1783"/>
                      </a:cubicBezTo>
                      <a:cubicBezTo>
                        <a:pt x="40730" y="1783"/>
                        <a:pt x="40630" y="1792"/>
                        <a:pt x="40533" y="1809"/>
                      </a:cubicBezTo>
                      <a:cubicBezTo>
                        <a:pt x="39765" y="1943"/>
                        <a:pt x="39134" y="2560"/>
                        <a:pt x="38745" y="3204"/>
                      </a:cubicBezTo>
                      <a:cubicBezTo>
                        <a:pt x="38349" y="3858"/>
                        <a:pt x="38158" y="4650"/>
                        <a:pt x="38212" y="5413"/>
                      </a:cubicBezTo>
                      <a:cubicBezTo>
                        <a:pt x="38313" y="6888"/>
                        <a:pt x="39444" y="8203"/>
                        <a:pt x="40910" y="8474"/>
                      </a:cubicBezTo>
                      <a:cubicBezTo>
                        <a:pt x="41095" y="8508"/>
                        <a:pt x="41279" y="8524"/>
                        <a:pt x="41461" y="8524"/>
                      </a:cubicBezTo>
                      <a:cubicBezTo>
                        <a:pt x="42817" y="8524"/>
                        <a:pt x="44055" y="7622"/>
                        <a:pt x="44695" y="6434"/>
                      </a:cubicBezTo>
                      <a:cubicBezTo>
                        <a:pt x="45669" y="4623"/>
                        <a:pt x="45408" y="2389"/>
                        <a:pt x="44748" y="521"/>
                      </a:cubicBezTo>
                      <a:cubicBezTo>
                        <a:pt x="44741" y="498"/>
                        <a:pt x="44722" y="488"/>
                        <a:pt x="44704" y="488"/>
                      </a:cubicBezTo>
                      <a:close/>
                      <a:moveTo>
                        <a:pt x="49143" y="3264"/>
                      </a:moveTo>
                      <a:cubicBezTo>
                        <a:pt x="48682" y="3264"/>
                        <a:pt x="48213" y="3367"/>
                        <a:pt x="47788" y="3563"/>
                      </a:cubicBezTo>
                      <a:cubicBezTo>
                        <a:pt x="46660" y="4080"/>
                        <a:pt x="45918" y="5263"/>
                        <a:pt x="45832" y="6486"/>
                      </a:cubicBezTo>
                      <a:cubicBezTo>
                        <a:pt x="45784" y="7156"/>
                        <a:pt x="45959" y="7871"/>
                        <a:pt x="46314" y="8441"/>
                      </a:cubicBezTo>
                      <a:cubicBezTo>
                        <a:pt x="46689" y="9043"/>
                        <a:pt x="47188" y="9503"/>
                        <a:pt x="47850" y="9759"/>
                      </a:cubicBezTo>
                      <a:cubicBezTo>
                        <a:pt x="47861" y="9764"/>
                        <a:pt x="47872" y="9766"/>
                        <a:pt x="47882" y="9766"/>
                      </a:cubicBezTo>
                      <a:cubicBezTo>
                        <a:pt x="47963" y="9766"/>
                        <a:pt x="48002" y="9635"/>
                        <a:pt x="47922" y="9589"/>
                      </a:cubicBezTo>
                      <a:cubicBezTo>
                        <a:pt x="47015" y="9063"/>
                        <a:pt x="46329" y="8159"/>
                        <a:pt x="46163" y="7114"/>
                      </a:cubicBezTo>
                      <a:cubicBezTo>
                        <a:pt x="45997" y="6074"/>
                        <a:pt x="46453" y="4982"/>
                        <a:pt x="47234" y="4295"/>
                      </a:cubicBezTo>
                      <a:cubicBezTo>
                        <a:pt x="47760" y="3832"/>
                        <a:pt x="48479" y="3546"/>
                        <a:pt x="49185" y="3546"/>
                      </a:cubicBezTo>
                      <a:cubicBezTo>
                        <a:pt x="49627" y="3546"/>
                        <a:pt x="50065" y="3659"/>
                        <a:pt x="50446" y="3910"/>
                      </a:cubicBezTo>
                      <a:cubicBezTo>
                        <a:pt x="50896" y="4205"/>
                        <a:pt x="51250" y="4640"/>
                        <a:pt x="51379" y="5168"/>
                      </a:cubicBezTo>
                      <a:cubicBezTo>
                        <a:pt x="51505" y="5702"/>
                        <a:pt x="51369" y="6270"/>
                        <a:pt x="51049" y="6711"/>
                      </a:cubicBezTo>
                      <a:cubicBezTo>
                        <a:pt x="50755" y="7113"/>
                        <a:pt x="50265" y="7402"/>
                        <a:pt x="49766" y="7402"/>
                      </a:cubicBezTo>
                      <a:cubicBezTo>
                        <a:pt x="49634" y="7402"/>
                        <a:pt x="49501" y="7382"/>
                        <a:pt x="49370" y="7337"/>
                      </a:cubicBezTo>
                      <a:cubicBezTo>
                        <a:pt x="48808" y="7147"/>
                        <a:pt x="48574" y="6531"/>
                        <a:pt x="48731" y="5985"/>
                      </a:cubicBezTo>
                      <a:cubicBezTo>
                        <a:pt x="48740" y="5951"/>
                        <a:pt x="48708" y="5918"/>
                        <a:pt x="48677" y="5918"/>
                      </a:cubicBezTo>
                      <a:cubicBezTo>
                        <a:pt x="48665" y="5918"/>
                        <a:pt x="48654" y="5923"/>
                        <a:pt x="48644" y="5934"/>
                      </a:cubicBezTo>
                      <a:cubicBezTo>
                        <a:pt x="48318" y="6348"/>
                        <a:pt x="48514" y="6946"/>
                        <a:pt x="48872" y="7277"/>
                      </a:cubicBezTo>
                      <a:cubicBezTo>
                        <a:pt x="49117" y="7506"/>
                        <a:pt x="49431" y="7603"/>
                        <a:pt x="49752" y="7603"/>
                      </a:cubicBezTo>
                      <a:cubicBezTo>
                        <a:pt x="49992" y="7603"/>
                        <a:pt x="50236" y="7548"/>
                        <a:pt x="50458" y="7453"/>
                      </a:cubicBezTo>
                      <a:cubicBezTo>
                        <a:pt x="51018" y="7209"/>
                        <a:pt x="51426" y="6693"/>
                        <a:pt x="51585" y="6110"/>
                      </a:cubicBezTo>
                      <a:cubicBezTo>
                        <a:pt x="51746" y="5509"/>
                        <a:pt x="51634" y="4893"/>
                        <a:pt x="51299" y="4371"/>
                      </a:cubicBezTo>
                      <a:cubicBezTo>
                        <a:pt x="50808" y="3610"/>
                        <a:pt x="49987" y="3264"/>
                        <a:pt x="49143" y="3264"/>
                      </a:cubicBezTo>
                      <a:close/>
                      <a:moveTo>
                        <a:pt x="7885" y="14508"/>
                      </a:moveTo>
                      <a:cubicBezTo>
                        <a:pt x="7735" y="14508"/>
                        <a:pt x="7592" y="14576"/>
                        <a:pt x="7453" y="14626"/>
                      </a:cubicBezTo>
                      <a:cubicBezTo>
                        <a:pt x="7282" y="14687"/>
                        <a:pt x="7109" y="14747"/>
                        <a:pt x="6936" y="14805"/>
                      </a:cubicBezTo>
                      <a:cubicBezTo>
                        <a:pt x="6590" y="14920"/>
                        <a:pt x="6243" y="15025"/>
                        <a:pt x="5893" y="15125"/>
                      </a:cubicBezTo>
                      <a:cubicBezTo>
                        <a:pt x="5216" y="15319"/>
                        <a:pt x="4530" y="15483"/>
                        <a:pt x="3837" y="15617"/>
                      </a:cubicBezTo>
                      <a:cubicBezTo>
                        <a:pt x="2569" y="15865"/>
                        <a:pt x="1288" y="16001"/>
                        <a:pt x="0" y="16073"/>
                      </a:cubicBezTo>
                      <a:lnTo>
                        <a:pt x="0" y="16156"/>
                      </a:lnTo>
                      <a:cubicBezTo>
                        <a:pt x="2104" y="16156"/>
                        <a:pt x="4222" y="15806"/>
                        <a:pt x="6236" y="15213"/>
                      </a:cubicBezTo>
                      <a:cubicBezTo>
                        <a:pt x="6540" y="15123"/>
                        <a:pt x="6845" y="15025"/>
                        <a:pt x="7145" y="14923"/>
                      </a:cubicBezTo>
                      <a:cubicBezTo>
                        <a:pt x="7396" y="14838"/>
                        <a:pt x="7764" y="14772"/>
                        <a:pt x="7952" y="14576"/>
                      </a:cubicBezTo>
                      <a:cubicBezTo>
                        <a:pt x="7978" y="14548"/>
                        <a:pt x="7957" y="14511"/>
                        <a:pt x="7926" y="14509"/>
                      </a:cubicBezTo>
                      <a:cubicBezTo>
                        <a:pt x="7912" y="14508"/>
                        <a:pt x="7898" y="14508"/>
                        <a:pt x="7885" y="14508"/>
                      </a:cubicBezTo>
                      <a:close/>
                      <a:moveTo>
                        <a:pt x="33476" y="1"/>
                      </a:moveTo>
                      <a:cubicBezTo>
                        <a:pt x="33426" y="1"/>
                        <a:pt x="33381" y="67"/>
                        <a:pt x="33430" y="105"/>
                      </a:cubicBezTo>
                      <a:cubicBezTo>
                        <a:pt x="34309" y="789"/>
                        <a:pt x="35072" y="1559"/>
                        <a:pt x="35581" y="2563"/>
                      </a:cubicBezTo>
                      <a:cubicBezTo>
                        <a:pt x="36095" y="3583"/>
                        <a:pt x="36294" y="4746"/>
                        <a:pt x="36123" y="5877"/>
                      </a:cubicBezTo>
                      <a:cubicBezTo>
                        <a:pt x="35951" y="7005"/>
                        <a:pt x="35430" y="8077"/>
                        <a:pt x="34591" y="8857"/>
                      </a:cubicBezTo>
                      <a:cubicBezTo>
                        <a:pt x="33780" y="9615"/>
                        <a:pt x="32688" y="10089"/>
                        <a:pt x="31576" y="10133"/>
                      </a:cubicBezTo>
                      <a:cubicBezTo>
                        <a:pt x="31525" y="10134"/>
                        <a:pt x="31475" y="10135"/>
                        <a:pt x="31424" y="10135"/>
                      </a:cubicBezTo>
                      <a:cubicBezTo>
                        <a:pt x="29362" y="10135"/>
                        <a:pt x="27398" y="8539"/>
                        <a:pt x="27246" y="6427"/>
                      </a:cubicBezTo>
                      <a:cubicBezTo>
                        <a:pt x="27174" y="5416"/>
                        <a:pt x="27514" y="4364"/>
                        <a:pt x="28180" y="3599"/>
                      </a:cubicBezTo>
                      <a:cubicBezTo>
                        <a:pt x="28778" y="2911"/>
                        <a:pt x="29709" y="2450"/>
                        <a:pt x="30634" y="2450"/>
                      </a:cubicBezTo>
                      <a:cubicBezTo>
                        <a:pt x="30862" y="2450"/>
                        <a:pt x="31091" y="2478"/>
                        <a:pt x="31313" y="2538"/>
                      </a:cubicBezTo>
                      <a:cubicBezTo>
                        <a:pt x="32342" y="2815"/>
                        <a:pt x="33207" y="3750"/>
                        <a:pt x="33034" y="4865"/>
                      </a:cubicBezTo>
                      <a:cubicBezTo>
                        <a:pt x="32959" y="5349"/>
                        <a:pt x="32694" y="5823"/>
                        <a:pt x="32254" y="6064"/>
                      </a:cubicBezTo>
                      <a:cubicBezTo>
                        <a:pt x="32031" y="6188"/>
                        <a:pt x="31773" y="6249"/>
                        <a:pt x="31516" y="6249"/>
                      </a:cubicBezTo>
                      <a:cubicBezTo>
                        <a:pt x="31299" y="6249"/>
                        <a:pt x="31083" y="6206"/>
                        <a:pt x="30887" y="6120"/>
                      </a:cubicBezTo>
                      <a:cubicBezTo>
                        <a:pt x="30682" y="6031"/>
                        <a:pt x="30484" y="5887"/>
                        <a:pt x="30332" y="5724"/>
                      </a:cubicBezTo>
                      <a:cubicBezTo>
                        <a:pt x="30318" y="5708"/>
                        <a:pt x="30300" y="5702"/>
                        <a:pt x="30284" y="5702"/>
                      </a:cubicBezTo>
                      <a:cubicBezTo>
                        <a:pt x="30234" y="5702"/>
                        <a:pt x="30188" y="5758"/>
                        <a:pt x="30217" y="5812"/>
                      </a:cubicBezTo>
                      <a:cubicBezTo>
                        <a:pt x="30477" y="6285"/>
                        <a:pt x="30974" y="6498"/>
                        <a:pt x="31484" y="6498"/>
                      </a:cubicBezTo>
                      <a:cubicBezTo>
                        <a:pt x="31968" y="6498"/>
                        <a:pt x="32464" y="6307"/>
                        <a:pt x="32783" y="5966"/>
                      </a:cubicBezTo>
                      <a:cubicBezTo>
                        <a:pt x="33552" y="5145"/>
                        <a:pt x="33431" y="3816"/>
                        <a:pt x="32679" y="3035"/>
                      </a:cubicBezTo>
                      <a:cubicBezTo>
                        <a:pt x="32137" y="2472"/>
                        <a:pt x="31385" y="2208"/>
                        <a:pt x="30626" y="2208"/>
                      </a:cubicBezTo>
                      <a:cubicBezTo>
                        <a:pt x="30179" y="2208"/>
                        <a:pt x="29729" y="2300"/>
                        <a:pt x="29318" y="2476"/>
                      </a:cubicBezTo>
                      <a:cubicBezTo>
                        <a:pt x="28250" y="2936"/>
                        <a:pt x="27469" y="3901"/>
                        <a:pt x="27157" y="5012"/>
                      </a:cubicBezTo>
                      <a:cubicBezTo>
                        <a:pt x="26853" y="6097"/>
                        <a:pt x="26995" y="7260"/>
                        <a:pt x="27586" y="8222"/>
                      </a:cubicBezTo>
                      <a:cubicBezTo>
                        <a:pt x="28077" y="9023"/>
                        <a:pt x="28835" y="9661"/>
                        <a:pt x="29704" y="10024"/>
                      </a:cubicBezTo>
                      <a:cubicBezTo>
                        <a:pt x="29546" y="10184"/>
                        <a:pt x="29430" y="10398"/>
                        <a:pt x="29317" y="10588"/>
                      </a:cubicBezTo>
                      <a:cubicBezTo>
                        <a:pt x="29180" y="10817"/>
                        <a:pt x="29063" y="11056"/>
                        <a:pt x="28956" y="11301"/>
                      </a:cubicBezTo>
                      <a:cubicBezTo>
                        <a:pt x="28746" y="11779"/>
                        <a:pt x="28577" y="12272"/>
                        <a:pt x="28458" y="12778"/>
                      </a:cubicBezTo>
                      <a:cubicBezTo>
                        <a:pt x="28337" y="13285"/>
                        <a:pt x="28256" y="13804"/>
                        <a:pt x="28229" y="14322"/>
                      </a:cubicBezTo>
                      <a:cubicBezTo>
                        <a:pt x="28201" y="14822"/>
                        <a:pt x="28184" y="15384"/>
                        <a:pt x="28328" y="15868"/>
                      </a:cubicBezTo>
                      <a:cubicBezTo>
                        <a:pt x="28335" y="15891"/>
                        <a:pt x="28353" y="15901"/>
                        <a:pt x="28371" y="15901"/>
                      </a:cubicBezTo>
                      <a:cubicBezTo>
                        <a:pt x="28394" y="15901"/>
                        <a:pt x="28417" y="15885"/>
                        <a:pt x="28417" y="15857"/>
                      </a:cubicBezTo>
                      <a:cubicBezTo>
                        <a:pt x="28442" y="15345"/>
                        <a:pt x="28384" y="14835"/>
                        <a:pt x="28416" y="14321"/>
                      </a:cubicBezTo>
                      <a:cubicBezTo>
                        <a:pt x="28449" y="13806"/>
                        <a:pt x="28521" y="13296"/>
                        <a:pt x="28644" y="12796"/>
                      </a:cubicBezTo>
                      <a:cubicBezTo>
                        <a:pt x="28763" y="12295"/>
                        <a:pt x="28928" y="11804"/>
                        <a:pt x="29135" y="11331"/>
                      </a:cubicBezTo>
                      <a:cubicBezTo>
                        <a:pt x="29234" y="11106"/>
                        <a:pt x="29344" y="10886"/>
                        <a:pt x="29455" y="10667"/>
                      </a:cubicBezTo>
                      <a:cubicBezTo>
                        <a:pt x="29560" y="10464"/>
                        <a:pt x="29695" y="10268"/>
                        <a:pt x="29779" y="10055"/>
                      </a:cubicBezTo>
                      <a:cubicBezTo>
                        <a:pt x="29919" y="10111"/>
                        <a:pt x="30059" y="10160"/>
                        <a:pt x="30201" y="10199"/>
                      </a:cubicBezTo>
                      <a:cubicBezTo>
                        <a:pt x="30499" y="10285"/>
                        <a:pt x="30806" y="10334"/>
                        <a:pt x="31112" y="10354"/>
                      </a:cubicBezTo>
                      <a:cubicBezTo>
                        <a:pt x="30862" y="10801"/>
                        <a:pt x="30714" y="11330"/>
                        <a:pt x="30579" y="11817"/>
                      </a:cubicBezTo>
                      <a:cubicBezTo>
                        <a:pt x="30432" y="12351"/>
                        <a:pt x="30329" y="12896"/>
                        <a:pt x="30259" y="13445"/>
                      </a:cubicBezTo>
                      <a:cubicBezTo>
                        <a:pt x="30118" y="14557"/>
                        <a:pt x="30135" y="15685"/>
                        <a:pt x="30308" y="16794"/>
                      </a:cubicBezTo>
                      <a:cubicBezTo>
                        <a:pt x="30403" y="17398"/>
                        <a:pt x="30518" y="18049"/>
                        <a:pt x="30788" y="18603"/>
                      </a:cubicBezTo>
                      <a:cubicBezTo>
                        <a:pt x="30799" y="18624"/>
                        <a:pt x="30816" y="18633"/>
                        <a:pt x="30833" y="18633"/>
                      </a:cubicBezTo>
                      <a:cubicBezTo>
                        <a:pt x="30868" y="18633"/>
                        <a:pt x="30905" y="18597"/>
                        <a:pt x="30898" y="18555"/>
                      </a:cubicBezTo>
                      <a:cubicBezTo>
                        <a:pt x="30805" y="18019"/>
                        <a:pt x="30636" y="17498"/>
                        <a:pt x="30541" y="16960"/>
                      </a:cubicBezTo>
                      <a:cubicBezTo>
                        <a:pt x="30446" y="16421"/>
                        <a:pt x="30391" y="15877"/>
                        <a:pt x="30373" y="15332"/>
                      </a:cubicBezTo>
                      <a:cubicBezTo>
                        <a:pt x="30334" y="14239"/>
                        <a:pt x="30452" y="13149"/>
                        <a:pt x="30711" y="12086"/>
                      </a:cubicBezTo>
                      <a:cubicBezTo>
                        <a:pt x="30785" y="11785"/>
                        <a:pt x="30870" y="11487"/>
                        <a:pt x="30966" y="11193"/>
                      </a:cubicBezTo>
                      <a:cubicBezTo>
                        <a:pt x="31058" y="10916"/>
                        <a:pt x="31172" y="10643"/>
                        <a:pt x="31251" y="10362"/>
                      </a:cubicBezTo>
                      <a:cubicBezTo>
                        <a:pt x="31296" y="10363"/>
                        <a:pt x="31341" y="10364"/>
                        <a:pt x="31386" y="10364"/>
                      </a:cubicBezTo>
                      <a:cubicBezTo>
                        <a:pt x="32173" y="10364"/>
                        <a:pt x="32963" y="10161"/>
                        <a:pt x="33665" y="9797"/>
                      </a:cubicBezTo>
                      <a:cubicBezTo>
                        <a:pt x="34755" y="9233"/>
                        <a:pt x="35591" y="8284"/>
                        <a:pt x="36038" y="7142"/>
                      </a:cubicBezTo>
                      <a:cubicBezTo>
                        <a:pt x="36958" y="4779"/>
                        <a:pt x="36121" y="2102"/>
                        <a:pt x="34209" y="498"/>
                      </a:cubicBezTo>
                      <a:cubicBezTo>
                        <a:pt x="33989" y="311"/>
                        <a:pt x="33758" y="148"/>
                        <a:pt x="33503" y="8"/>
                      </a:cubicBezTo>
                      <a:cubicBezTo>
                        <a:pt x="33494" y="3"/>
                        <a:pt x="33485" y="1"/>
                        <a:pt x="33476" y="1"/>
                      </a:cubicBezTo>
                      <a:close/>
                      <a:moveTo>
                        <a:pt x="25163" y="9326"/>
                      </a:moveTo>
                      <a:cubicBezTo>
                        <a:pt x="25151" y="9326"/>
                        <a:pt x="25140" y="9332"/>
                        <a:pt x="25133" y="9346"/>
                      </a:cubicBezTo>
                      <a:cubicBezTo>
                        <a:pt x="23941" y="11609"/>
                        <a:pt x="23323" y="14156"/>
                        <a:pt x="23250" y="16711"/>
                      </a:cubicBezTo>
                      <a:cubicBezTo>
                        <a:pt x="23228" y="17423"/>
                        <a:pt x="23214" y="18175"/>
                        <a:pt x="23349" y="18878"/>
                      </a:cubicBezTo>
                      <a:cubicBezTo>
                        <a:pt x="23355" y="18910"/>
                        <a:pt x="23380" y="18924"/>
                        <a:pt x="23406" y="18924"/>
                      </a:cubicBezTo>
                      <a:cubicBezTo>
                        <a:pt x="23440" y="18924"/>
                        <a:pt x="23476" y="18900"/>
                        <a:pt x="23476" y="18859"/>
                      </a:cubicBezTo>
                      <a:cubicBezTo>
                        <a:pt x="23479" y="18231"/>
                        <a:pt x="23417" y="17603"/>
                        <a:pt x="23424" y="16973"/>
                      </a:cubicBezTo>
                      <a:cubicBezTo>
                        <a:pt x="23431" y="16354"/>
                        <a:pt x="23473" y="15736"/>
                        <a:pt x="23545" y="15119"/>
                      </a:cubicBezTo>
                      <a:cubicBezTo>
                        <a:pt x="23692" y="13863"/>
                        <a:pt x="23986" y="12631"/>
                        <a:pt x="24385" y="11429"/>
                      </a:cubicBezTo>
                      <a:cubicBezTo>
                        <a:pt x="24618" y="10735"/>
                        <a:pt x="24893" y="10052"/>
                        <a:pt x="25202" y="9385"/>
                      </a:cubicBezTo>
                      <a:cubicBezTo>
                        <a:pt x="25216" y="9354"/>
                        <a:pt x="25189" y="9326"/>
                        <a:pt x="25163" y="9326"/>
                      </a:cubicBezTo>
                      <a:close/>
                      <a:moveTo>
                        <a:pt x="14073" y="12592"/>
                      </a:moveTo>
                      <a:cubicBezTo>
                        <a:pt x="14063" y="12592"/>
                        <a:pt x="14053" y="12596"/>
                        <a:pt x="14043" y="12603"/>
                      </a:cubicBezTo>
                      <a:cubicBezTo>
                        <a:pt x="10915" y="15213"/>
                        <a:pt x="7445" y="17513"/>
                        <a:pt x="3419" y="18424"/>
                      </a:cubicBezTo>
                      <a:cubicBezTo>
                        <a:pt x="2317" y="18673"/>
                        <a:pt x="1215" y="18764"/>
                        <a:pt x="92" y="18836"/>
                      </a:cubicBezTo>
                      <a:cubicBezTo>
                        <a:pt x="97" y="18886"/>
                        <a:pt x="98" y="18935"/>
                        <a:pt x="101" y="18986"/>
                      </a:cubicBezTo>
                      <a:cubicBezTo>
                        <a:pt x="206" y="18990"/>
                        <a:pt x="311" y="18992"/>
                        <a:pt x="417" y="18992"/>
                      </a:cubicBezTo>
                      <a:cubicBezTo>
                        <a:pt x="1308" y="18992"/>
                        <a:pt x="2212" y="18856"/>
                        <a:pt x="3079" y="18682"/>
                      </a:cubicBezTo>
                      <a:cubicBezTo>
                        <a:pt x="4098" y="18476"/>
                        <a:pt x="5099" y="18179"/>
                        <a:pt x="6069" y="17806"/>
                      </a:cubicBezTo>
                      <a:cubicBezTo>
                        <a:pt x="7978" y="17071"/>
                        <a:pt x="9780" y="16047"/>
                        <a:pt x="11435" y="14845"/>
                      </a:cubicBezTo>
                      <a:cubicBezTo>
                        <a:pt x="12366" y="14168"/>
                        <a:pt x="13255" y="13440"/>
                        <a:pt x="14105" y="12667"/>
                      </a:cubicBezTo>
                      <a:cubicBezTo>
                        <a:pt x="14138" y="12635"/>
                        <a:pt x="14108" y="12592"/>
                        <a:pt x="14073" y="12592"/>
                      </a:cubicBezTo>
                      <a:close/>
                      <a:moveTo>
                        <a:pt x="38571" y="8701"/>
                      </a:moveTo>
                      <a:cubicBezTo>
                        <a:pt x="38559" y="8701"/>
                        <a:pt x="38546" y="8706"/>
                        <a:pt x="38536" y="8719"/>
                      </a:cubicBezTo>
                      <a:cubicBezTo>
                        <a:pt x="36784" y="11040"/>
                        <a:pt x="36232" y="14174"/>
                        <a:pt x="36794" y="17002"/>
                      </a:cubicBezTo>
                      <a:cubicBezTo>
                        <a:pt x="36875" y="17413"/>
                        <a:pt x="36981" y="17819"/>
                        <a:pt x="37112" y="18217"/>
                      </a:cubicBezTo>
                      <a:cubicBezTo>
                        <a:pt x="37238" y="18594"/>
                        <a:pt x="37367" y="19013"/>
                        <a:pt x="37605" y="19333"/>
                      </a:cubicBezTo>
                      <a:cubicBezTo>
                        <a:pt x="37618" y="19350"/>
                        <a:pt x="37636" y="19358"/>
                        <a:pt x="37654" y="19358"/>
                      </a:cubicBezTo>
                      <a:cubicBezTo>
                        <a:pt x="37687" y="19358"/>
                        <a:pt x="37718" y="19332"/>
                        <a:pt x="37707" y="19290"/>
                      </a:cubicBezTo>
                      <a:cubicBezTo>
                        <a:pt x="37624" y="18941"/>
                        <a:pt x="37458" y="18611"/>
                        <a:pt x="37341" y="18271"/>
                      </a:cubicBezTo>
                      <a:cubicBezTo>
                        <a:pt x="37226" y="17938"/>
                        <a:pt x="37128" y="17600"/>
                        <a:pt x="37050" y="17256"/>
                      </a:cubicBezTo>
                      <a:cubicBezTo>
                        <a:pt x="36888" y="16558"/>
                        <a:pt x="36800" y="15845"/>
                        <a:pt x="36780" y="15130"/>
                      </a:cubicBezTo>
                      <a:cubicBezTo>
                        <a:pt x="36742" y="13700"/>
                        <a:pt x="36990" y="12262"/>
                        <a:pt x="37501" y="10926"/>
                      </a:cubicBezTo>
                      <a:cubicBezTo>
                        <a:pt x="37792" y="10173"/>
                        <a:pt x="38167" y="9440"/>
                        <a:pt x="38604" y="8761"/>
                      </a:cubicBezTo>
                      <a:cubicBezTo>
                        <a:pt x="38627" y="8729"/>
                        <a:pt x="38600" y="8701"/>
                        <a:pt x="38571" y="8701"/>
                      </a:cubicBezTo>
                      <a:close/>
                      <a:moveTo>
                        <a:pt x="44956" y="9525"/>
                      </a:moveTo>
                      <a:cubicBezTo>
                        <a:pt x="44946" y="9525"/>
                        <a:pt x="44935" y="9529"/>
                        <a:pt x="44926" y="9537"/>
                      </a:cubicBezTo>
                      <a:cubicBezTo>
                        <a:pt x="43495" y="10841"/>
                        <a:pt x="43017" y="12966"/>
                        <a:pt x="43335" y="14824"/>
                      </a:cubicBezTo>
                      <a:cubicBezTo>
                        <a:pt x="43679" y="16832"/>
                        <a:pt x="44881" y="18604"/>
                        <a:pt x="46427" y="19892"/>
                      </a:cubicBezTo>
                      <a:cubicBezTo>
                        <a:pt x="46865" y="20257"/>
                        <a:pt x="47332" y="20588"/>
                        <a:pt x="47816" y="20888"/>
                      </a:cubicBezTo>
                      <a:cubicBezTo>
                        <a:pt x="48300" y="21186"/>
                        <a:pt x="48818" y="21494"/>
                        <a:pt x="49363" y="21669"/>
                      </a:cubicBezTo>
                      <a:cubicBezTo>
                        <a:pt x="49370" y="21671"/>
                        <a:pt x="49377" y="21673"/>
                        <a:pt x="49383" y="21673"/>
                      </a:cubicBezTo>
                      <a:cubicBezTo>
                        <a:pt x="49428" y="21673"/>
                        <a:pt x="49447" y="21606"/>
                        <a:pt x="49405" y="21579"/>
                      </a:cubicBezTo>
                      <a:cubicBezTo>
                        <a:pt x="48988" y="21318"/>
                        <a:pt x="48540" y="21112"/>
                        <a:pt x="48120" y="20859"/>
                      </a:cubicBezTo>
                      <a:cubicBezTo>
                        <a:pt x="47699" y="20605"/>
                        <a:pt x="47290" y="20334"/>
                        <a:pt x="46899" y="20036"/>
                      </a:cubicBezTo>
                      <a:cubicBezTo>
                        <a:pt x="46104" y="19427"/>
                        <a:pt x="45388" y="18708"/>
                        <a:pt x="44816" y="17885"/>
                      </a:cubicBezTo>
                      <a:cubicBezTo>
                        <a:pt x="43710" y="16297"/>
                        <a:pt x="43151" y="14328"/>
                        <a:pt x="43553" y="12409"/>
                      </a:cubicBezTo>
                      <a:cubicBezTo>
                        <a:pt x="43773" y="11359"/>
                        <a:pt x="44277" y="10402"/>
                        <a:pt x="44990" y="9602"/>
                      </a:cubicBezTo>
                      <a:cubicBezTo>
                        <a:pt x="45020" y="9568"/>
                        <a:pt x="44991" y="9525"/>
                        <a:pt x="44956" y="9525"/>
                      </a:cubicBezTo>
                      <a:close/>
                      <a:moveTo>
                        <a:pt x="41656" y="15582"/>
                      </a:moveTo>
                      <a:cubicBezTo>
                        <a:pt x="41629" y="15582"/>
                        <a:pt x="41599" y="15605"/>
                        <a:pt x="41605" y="15640"/>
                      </a:cubicBezTo>
                      <a:cubicBezTo>
                        <a:pt x="41913" y="17812"/>
                        <a:pt x="43090" y="19807"/>
                        <a:pt x="44806" y="21167"/>
                      </a:cubicBezTo>
                      <a:cubicBezTo>
                        <a:pt x="45279" y="21542"/>
                        <a:pt x="45797" y="21898"/>
                        <a:pt x="46368" y="22104"/>
                      </a:cubicBezTo>
                      <a:cubicBezTo>
                        <a:pt x="46374" y="22106"/>
                        <a:pt x="46380" y="22107"/>
                        <a:pt x="46386" y="22107"/>
                      </a:cubicBezTo>
                      <a:cubicBezTo>
                        <a:pt x="46433" y="22107"/>
                        <a:pt x="46453" y="22035"/>
                        <a:pt x="46410" y="22006"/>
                      </a:cubicBezTo>
                      <a:cubicBezTo>
                        <a:pt x="45969" y="21723"/>
                        <a:pt x="45512" y="21468"/>
                        <a:pt x="45091" y="21153"/>
                      </a:cubicBezTo>
                      <a:cubicBezTo>
                        <a:pt x="44658" y="20829"/>
                        <a:pt x="44254" y="20460"/>
                        <a:pt x="43888" y="20058"/>
                      </a:cubicBezTo>
                      <a:cubicBezTo>
                        <a:pt x="43162" y="19264"/>
                        <a:pt x="42577" y="18330"/>
                        <a:pt x="42179" y="17330"/>
                      </a:cubicBezTo>
                      <a:cubicBezTo>
                        <a:pt x="41958" y="16776"/>
                        <a:pt x="41795" y="16202"/>
                        <a:pt x="41693" y="15615"/>
                      </a:cubicBezTo>
                      <a:cubicBezTo>
                        <a:pt x="41689" y="15591"/>
                        <a:pt x="41673" y="15582"/>
                        <a:pt x="41656" y="15582"/>
                      </a:cubicBezTo>
                      <a:close/>
                      <a:moveTo>
                        <a:pt x="25243" y="1270"/>
                      </a:moveTo>
                      <a:cubicBezTo>
                        <a:pt x="25221" y="1270"/>
                        <a:pt x="25199" y="1289"/>
                        <a:pt x="25205" y="1319"/>
                      </a:cubicBezTo>
                      <a:cubicBezTo>
                        <a:pt x="25318" y="1907"/>
                        <a:pt x="25431" y="2495"/>
                        <a:pt x="25452" y="3096"/>
                      </a:cubicBezTo>
                      <a:cubicBezTo>
                        <a:pt x="25473" y="3692"/>
                        <a:pt x="25431" y="4292"/>
                        <a:pt x="25316" y="4878"/>
                      </a:cubicBezTo>
                      <a:cubicBezTo>
                        <a:pt x="25104" y="5939"/>
                        <a:pt x="24657" y="6933"/>
                        <a:pt x="24023" y="7806"/>
                      </a:cubicBezTo>
                      <a:cubicBezTo>
                        <a:pt x="22989" y="9231"/>
                        <a:pt x="21268" y="10465"/>
                        <a:pt x="19459" y="10465"/>
                      </a:cubicBezTo>
                      <a:cubicBezTo>
                        <a:pt x="19119" y="10465"/>
                        <a:pt x="18776" y="10421"/>
                        <a:pt x="18433" y="10327"/>
                      </a:cubicBezTo>
                      <a:cubicBezTo>
                        <a:pt x="17394" y="10043"/>
                        <a:pt x="16585" y="9290"/>
                        <a:pt x="16224" y="8273"/>
                      </a:cubicBezTo>
                      <a:cubicBezTo>
                        <a:pt x="15857" y="7231"/>
                        <a:pt x="15984" y="6088"/>
                        <a:pt x="16436" y="5096"/>
                      </a:cubicBezTo>
                      <a:cubicBezTo>
                        <a:pt x="16867" y="4152"/>
                        <a:pt x="17566" y="3257"/>
                        <a:pt x="18489" y="2757"/>
                      </a:cubicBezTo>
                      <a:cubicBezTo>
                        <a:pt x="18900" y="2537"/>
                        <a:pt x="19356" y="2416"/>
                        <a:pt x="19808" y="2416"/>
                      </a:cubicBezTo>
                      <a:cubicBezTo>
                        <a:pt x="20275" y="2416"/>
                        <a:pt x="20738" y="2545"/>
                        <a:pt x="21142" y="2827"/>
                      </a:cubicBezTo>
                      <a:cubicBezTo>
                        <a:pt x="21516" y="3087"/>
                        <a:pt x="21790" y="3471"/>
                        <a:pt x="21882" y="3921"/>
                      </a:cubicBezTo>
                      <a:cubicBezTo>
                        <a:pt x="21987" y="4433"/>
                        <a:pt x="21852" y="4972"/>
                        <a:pt x="21607" y="5426"/>
                      </a:cubicBezTo>
                      <a:cubicBezTo>
                        <a:pt x="21288" y="6018"/>
                        <a:pt x="20549" y="6775"/>
                        <a:pt x="19823" y="6775"/>
                      </a:cubicBezTo>
                      <a:cubicBezTo>
                        <a:pt x="19578" y="6775"/>
                        <a:pt x="19334" y="6689"/>
                        <a:pt x="19109" y="6480"/>
                      </a:cubicBezTo>
                      <a:cubicBezTo>
                        <a:pt x="18949" y="6333"/>
                        <a:pt x="18837" y="6121"/>
                        <a:pt x="18808" y="5905"/>
                      </a:cubicBezTo>
                      <a:cubicBezTo>
                        <a:pt x="18802" y="5868"/>
                        <a:pt x="18775" y="5851"/>
                        <a:pt x="18746" y="5851"/>
                      </a:cubicBezTo>
                      <a:cubicBezTo>
                        <a:pt x="18707" y="5851"/>
                        <a:pt x="18663" y="5880"/>
                        <a:pt x="18661" y="5926"/>
                      </a:cubicBezTo>
                      <a:cubicBezTo>
                        <a:pt x="18628" y="6402"/>
                        <a:pt x="18996" y="6765"/>
                        <a:pt x="19426" y="6911"/>
                      </a:cubicBezTo>
                      <a:cubicBezTo>
                        <a:pt x="19556" y="6955"/>
                        <a:pt x="19689" y="6975"/>
                        <a:pt x="19822" y="6975"/>
                      </a:cubicBezTo>
                      <a:cubicBezTo>
                        <a:pt x="20209" y="6975"/>
                        <a:pt x="20592" y="6804"/>
                        <a:pt x="20901" y="6571"/>
                      </a:cubicBezTo>
                      <a:cubicBezTo>
                        <a:pt x="21737" y="5941"/>
                        <a:pt x="22366" y="4784"/>
                        <a:pt x="22070" y="3726"/>
                      </a:cubicBezTo>
                      <a:cubicBezTo>
                        <a:pt x="21804" y="2775"/>
                        <a:pt x="20833" y="2220"/>
                        <a:pt x="19893" y="2178"/>
                      </a:cubicBezTo>
                      <a:cubicBezTo>
                        <a:pt x="19856" y="2177"/>
                        <a:pt x="19819" y="2176"/>
                        <a:pt x="19783" y="2176"/>
                      </a:cubicBezTo>
                      <a:cubicBezTo>
                        <a:pt x="18727" y="2176"/>
                        <a:pt x="17773" y="2830"/>
                        <a:pt x="17113" y="3612"/>
                      </a:cubicBezTo>
                      <a:cubicBezTo>
                        <a:pt x="16645" y="4166"/>
                        <a:pt x="16266" y="4818"/>
                        <a:pt x="16034" y="5513"/>
                      </a:cubicBezTo>
                      <a:cubicBezTo>
                        <a:pt x="14177" y="6741"/>
                        <a:pt x="12159" y="7676"/>
                        <a:pt x="9996" y="8222"/>
                      </a:cubicBezTo>
                      <a:cubicBezTo>
                        <a:pt x="8550" y="8586"/>
                        <a:pt x="7069" y="8759"/>
                        <a:pt x="5585" y="8759"/>
                      </a:cubicBezTo>
                      <a:cubicBezTo>
                        <a:pt x="4748" y="8759"/>
                        <a:pt x="3910" y="8704"/>
                        <a:pt x="3076" y="8597"/>
                      </a:cubicBezTo>
                      <a:cubicBezTo>
                        <a:pt x="2171" y="8480"/>
                        <a:pt x="1274" y="8290"/>
                        <a:pt x="394" y="8048"/>
                      </a:cubicBezTo>
                      <a:cubicBezTo>
                        <a:pt x="389" y="8088"/>
                        <a:pt x="388" y="8128"/>
                        <a:pt x="385" y="8170"/>
                      </a:cubicBezTo>
                      <a:cubicBezTo>
                        <a:pt x="2068" y="8692"/>
                        <a:pt x="3835" y="8944"/>
                        <a:pt x="5599" y="8944"/>
                      </a:cubicBezTo>
                      <a:cubicBezTo>
                        <a:pt x="5787" y="8944"/>
                        <a:pt x="5975" y="8941"/>
                        <a:pt x="6162" y="8935"/>
                      </a:cubicBezTo>
                      <a:cubicBezTo>
                        <a:pt x="8439" y="8865"/>
                        <a:pt x="10705" y="8372"/>
                        <a:pt x="12801" y="7480"/>
                      </a:cubicBezTo>
                      <a:cubicBezTo>
                        <a:pt x="13906" y="7010"/>
                        <a:pt x="14977" y="6436"/>
                        <a:pt x="15962" y="5747"/>
                      </a:cubicBezTo>
                      <a:lnTo>
                        <a:pt x="15962" y="5747"/>
                      </a:lnTo>
                      <a:cubicBezTo>
                        <a:pt x="15860" y="6110"/>
                        <a:pt x="15798" y="6480"/>
                        <a:pt x="15786" y="6855"/>
                      </a:cubicBezTo>
                      <a:cubicBezTo>
                        <a:pt x="15781" y="7025"/>
                        <a:pt x="15786" y="7193"/>
                        <a:pt x="15802" y="7363"/>
                      </a:cubicBezTo>
                      <a:cubicBezTo>
                        <a:pt x="13687" y="8735"/>
                        <a:pt x="11335" y="9709"/>
                        <a:pt x="8858" y="10194"/>
                      </a:cubicBezTo>
                      <a:cubicBezTo>
                        <a:pt x="8515" y="10261"/>
                        <a:pt x="8172" y="10320"/>
                        <a:pt x="7828" y="10370"/>
                      </a:cubicBezTo>
                      <a:cubicBezTo>
                        <a:pt x="7478" y="10421"/>
                        <a:pt x="7110" y="10442"/>
                        <a:pt x="6770" y="10537"/>
                      </a:cubicBezTo>
                      <a:cubicBezTo>
                        <a:pt x="6753" y="10543"/>
                        <a:pt x="6757" y="10566"/>
                        <a:pt x="6775" y="10569"/>
                      </a:cubicBezTo>
                      <a:cubicBezTo>
                        <a:pt x="6857" y="10579"/>
                        <a:pt x="6941" y="10583"/>
                        <a:pt x="7025" y="10583"/>
                      </a:cubicBezTo>
                      <a:cubicBezTo>
                        <a:pt x="7257" y="10583"/>
                        <a:pt x="7493" y="10552"/>
                        <a:pt x="7721" y="10526"/>
                      </a:cubicBezTo>
                      <a:cubicBezTo>
                        <a:pt x="8022" y="10490"/>
                        <a:pt x="8321" y="10449"/>
                        <a:pt x="8620" y="10398"/>
                      </a:cubicBezTo>
                      <a:cubicBezTo>
                        <a:pt x="9256" y="10288"/>
                        <a:pt x="9887" y="10145"/>
                        <a:pt x="10506" y="9971"/>
                      </a:cubicBezTo>
                      <a:cubicBezTo>
                        <a:pt x="11724" y="9627"/>
                        <a:pt x="12906" y="9161"/>
                        <a:pt x="14032" y="8584"/>
                      </a:cubicBezTo>
                      <a:cubicBezTo>
                        <a:pt x="14650" y="8267"/>
                        <a:pt x="15243" y="7914"/>
                        <a:pt x="15820" y="7526"/>
                      </a:cubicBezTo>
                      <a:cubicBezTo>
                        <a:pt x="15938" y="8415"/>
                        <a:pt x="16344" y="9274"/>
                        <a:pt x="17036" y="9852"/>
                      </a:cubicBezTo>
                      <a:cubicBezTo>
                        <a:pt x="17712" y="10418"/>
                        <a:pt x="18584" y="10680"/>
                        <a:pt x="19456" y="10680"/>
                      </a:cubicBezTo>
                      <a:cubicBezTo>
                        <a:pt x="19513" y="10680"/>
                        <a:pt x="19570" y="10679"/>
                        <a:pt x="19626" y="10677"/>
                      </a:cubicBezTo>
                      <a:lnTo>
                        <a:pt x="19626" y="10677"/>
                      </a:lnTo>
                      <a:cubicBezTo>
                        <a:pt x="19061" y="12075"/>
                        <a:pt x="18813" y="13623"/>
                        <a:pt x="18705" y="15119"/>
                      </a:cubicBezTo>
                      <a:cubicBezTo>
                        <a:pt x="18593" y="16656"/>
                        <a:pt x="18678" y="18209"/>
                        <a:pt x="18947" y="19726"/>
                      </a:cubicBezTo>
                      <a:cubicBezTo>
                        <a:pt x="19099" y="20585"/>
                        <a:pt x="19288" y="21475"/>
                        <a:pt x="19613" y="22285"/>
                      </a:cubicBezTo>
                      <a:cubicBezTo>
                        <a:pt x="19626" y="22318"/>
                        <a:pt x="19654" y="22333"/>
                        <a:pt x="19682" y="22333"/>
                      </a:cubicBezTo>
                      <a:cubicBezTo>
                        <a:pt x="19723" y="22333"/>
                        <a:pt x="19762" y="22301"/>
                        <a:pt x="19749" y="22248"/>
                      </a:cubicBezTo>
                      <a:cubicBezTo>
                        <a:pt x="19557" y="21509"/>
                        <a:pt x="19335" y="20785"/>
                        <a:pt x="19190" y="20035"/>
                      </a:cubicBezTo>
                      <a:cubicBezTo>
                        <a:pt x="19043" y="19273"/>
                        <a:pt x="18942" y="18503"/>
                        <a:pt x="18888" y="17731"/>
                      </a:cubicBezTo>
                      <a:cubicBezTo>
                        <a:pt x="18786" y="16199"/>
                        <a:pt x="18873" y="14651"/>
                        <a:pt x="19146" y="13142"/>
                      </a:cubicBezTo>
                      <a:cubicBezTo>
                        <a:pt x="19298" y="12308"/>
                        <a:pt x="19518" y="11491"/>
                        <a:pt x="19727" y="10670"/>
                      </a:cubicBezTo>
                      <a:cubicBezTo>
                        <a:pt x="19894" y="10658"/>
                        <a:pt x="20061" y="10641"/>
                        <a:pt x="20227" y="10609"/>
                      </a:cubicBezTo>
                      <a:cubicBezTo>
                        <a:pt x="21414" y="10398"/>
                        <a:pt x="22493" y="9729"/>
                        <a:pt x="23349" y="8899"/>
                      </a:cubicBezTo>
                      <a:cubicBezTo>
                        <a:pt x="25117" y="7185"/>
                        <a:pt x="25964" y="4685"/>
                        <a:pt x="25548" y="2250"/>
                      </a:cubicBezTo>
                      <a:cubicBezTo>
                        <a:pt x="25490" y="1920"/>
                        <a:pt x="25406" y="1608"/>
                        <a:pt x="25281" y="1298"/>
                      </a:cubicBezTo>
                      <a:cubicBezTo>
                        <a:pt x="25273" y="1279"/>
                        <a:pt x="25258" y="1270"/>
                        <a:pt x="25243" y="1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 name="Google Shape;846;p16"/>
            <p:cNvGrpSpPr/>
            <p:nvPr/>
          </p:nvGrpSpPr>
          <p:grpSpPr>
            <a:xfrm>
              <a:off x="8062875" y="2356250"/>
              <a:ext cx="1195900" cy="541775"/>
              <a:chOff x="5595675" y="1084200"/>
              <a:chExt cx="1195900" cy="541775"/>
            </a:xfrm>
          </p:grpSpPr>
          <p:sp>
            <p:nvSpPr>
              <p:cNvPr id="847" name="Google Shape;847;p16"/>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6"/>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6"/>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6"/>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6"/>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6"/>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6"/>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6"/>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6"/>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6"/>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6"/>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2_1">
    <p:spTree>
      <p:nvGrpSpPr>
        <p:cNvPr id="858" name="Shape 858"/>
        <p:cNvGrpSpPr/>
        <p:nvPr/>
      </p:nvGrpSpPr>
      <p:grpSpPr>
        <a:xfrm>
          <a:off x="0" y="0"/>
          <a:ext cx="0" cy="0"/>
          <a:chOff x="0" y="0"/>
          <a:chExt cx="0" cy="0"/>
        </a:xfrm>
      </p:grpSpPr>
      <p:sp>
        <p:nvSpPr>
          <p:cNvPr id="859" name="Google Shape;859;p17"/>
          <p:cNvSpPr txBox="1"/>
          <p:nvPr>
            <p:ph idx="1" type="subTitle"/>
          </p:nvPr>
        </p:nvSpPr>
        <p:spPr>
          <a:xfrm>
            <a:off x="1302863" y="2788500"/>
            <a:ext cx="2669700" cy="105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60" name="Google Shape;860;p17"/>
          <p:cNvSpPr txBox="1"/>
          <p:nvPr>
            <p:ph type="title"/>
          </p:nvPr>
        </p:nvSpPr>
        <p:spPr>
          <a:xfrm>
            <a:off x="1805188" y="1302275"/>
            <a:ext cx="2167200" cy="1564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grpSp>
        <p:nvGrpSpPr>
          <p:cNvPr id="861" name="Google Shape;861;p17"/>
          <p:cNvGrpSpPr/>
          <p:nvPr/>
        </p:nvGrpSpPr>
        <p:grpSpPr>
          <a:xfrm>
            <a:off x="5540225" y="229125"/>
            <a:ext cx="545475" cy="180275"/>
            <a:chOff x="6417800" y="2661150"/>
            <a:chExt cx="545475" cy="180275"/>
          </a:xfrm>
        </p:grpSpPr>
        <p:sp>
          <p:nvSpPr>
            <p:cNvPr id="862" name="Google Shape;862;p17"/>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7"/>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7"/>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7"/>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7"/>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7"/>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17"/>
          <p:cNvGrpSpPr/>
          <p:nvPr/>
        </p:nvGrpSpPr>
        <p:grpSpPr>
          <a:xfrm>
            <a:off x="7893800" y="1031125"/>
            <a:ext cx="1011900" cy="244475"/>
            <a:chOff x="5272425" y="2835250"/>
            <a:chExt cx="1011900" cy="244475"/>
          </a:xfrm>
        </p:grpSpPr>
        <p:sp>
          <p:nvSpPr>
            <p:cNvPr id="869" name="Google Shape;869;p17"/>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7"/>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7"/>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7"/>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7"/>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7"/>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7"/>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7"/>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7"/>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17"/>
          <p:cNvGrpSpPr/>
          <p:nvPr/>
        </p:nvGrpSpPr>
        <p:grpSpPr>
          <a:xfrm>
            <a:off x="1164025" y="1455250"/>
            <a:ext cx="363825" cy="96975"/>
            <a:chOff x="1955600" y="1609450"/>
            <a:chExt cx="363825" cy="96975"/>
          </a:xfrm>
        </p:grpSpPr>
        <p:sp>
          <p:nvSpPr>
            <p:cNvPr id="879" name="Google Shape;879;p17"/>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7"/>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7"/>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7"/>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7"/>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7"/>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7"/>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7"/>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7"/>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7"/>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7"/>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7"/>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7"/>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17"/>
          <p:cNvGrpSpPr/>
          <p:nvPr/>
        </p:nvGrpSpPr>
        <p:grpSpPr>
          <a:xfrm>
            <a:off x="451338" y="895325"/>
            <a:ext cx="537325" cy="192025"/>
            <a:chOff x="2714500" y="1614925"/>
            <a:chExt cx="537325" cy="192025"/>
          </a:xfrm>
        </p:grpSpPr>
        <p:sp>
          <p:nvSpPr>
            <p:cNvPr id="893" name="Google Shape;893;p17"/>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7"/>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7"/>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7"/>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7"/>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7"/>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7"/>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7"/>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7"/>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7"/>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7"/>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7"/>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7"/>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7"/>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17"/>
          <p:cNvGrpSpPr/>
          <p:nvPr/>
        </p:nvGrpSpPr>
        <p:grpSpPr>
          <a:xfrm>
            <a:off x="234675" y="1803425"/>
            <a:ext cx="1195900" cy="541775"/>
            <a:chOff x="5595675" y="1084200"/>
            <a:chExt cx="1195900" cy="541775"/>
          </a:xfrm>
        </p:grpSpPr>
        <p:sp>
          <p:nvSpPr>
            <p:cNvPr id="908" name="Google Shape;908;p17"/>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7"/>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7"/>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7"/>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7"/>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7"/>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7"/>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7"/>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7"/>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7"/>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7"/>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919" name="Shape 919"/>
        <p:cNvGrpSpPr/>
        <p:nvPr/>
      </p:nvGrpSpPr>
      <p:grpSpPr>
        <a:xfrm>
          <a:off x="0" y="0"/>
          <a:ext cx="0" cy="0"/>
          <a:chOff x="0" y="0"/>
          <a:chExt cx="0" cy="0"/>
        </a:xfrm>
      </p:grpSpPr>
      <p:sp>
        <p:nvSpPr>
          <p:cNvPr id="920" name="Google Shape;920;p18"/>
          <p:cNvSpPr txBox="1"/>
          <p:nvPr>
            <p:ph type="title"/>
          </p:nvPr>
        </p:nvSpPr>
        <p:spPr>
          <a:xfrm>
            <a:off x="5242200" y="1917110"/>
            <a:ext cx="3181800" cy="2313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21" name="Google Shape;921;p18"/>
          <p:cNvSpPr txBox="1"/>
          <p:nvPr>
            <p:ph hasCustomPrompt="1" idx="2" type="title"/>
          </p:nvPr>
        </p:nvSpPr>
        <p:spPr>
          <a:xfrm>
            <a:off x="7039300" y="708400"/>
            <a:ext cx="1281900" cy="961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000"/>
              <a:buNone/>
              <a:defRPr sz="7500">
                <a:solidFill>
                  <a:schemeClr val="accen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22" name="Google Shape;922;p18"/>
          <p:cNvSpPr txBox="1"/>
          <p:nvPr>
            <p:ph idx="1" type="subTitle"/>
          </p:nvPr>
        </p:nvSpPr>
        <p:spPr>
          <a:xfrm rot="497">
            <a:off x="4276500" y="4146900"/>
            <a:ext cx="4147500" cy="456300"/>
          </a:xfrm>
          <a:prstGeom prst="rect">
            <a:avLst/>
          </a:prstGeom>
          <a:noFill/>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923" name="Google Shape;923;p18"/>
          <p:cNvGrpSpPr/>
          <p:nvPr/>
        </p:nvGrpSpPr>
        <p:grpSpPr>
          <a:xfrm>
            <a:off x="8424000" y="1669600"/>
            <a:ext cx="1541025" cy="858750"/>
            <a:chOff x="8424000" y="1669600"/>
            <a:chExt cx="1541025" cy="858750"/>
          </a:xfrm>
        </p:grpSpPr>
        <p:grpSp>
          <p:nvGrpSpPr>
            <p:cNvPr id="924" name="Google Shape;924;p18"/>
            <p:cNvGrpSpPr/>
            <p:nvPr/>
          </p:nvGrpSpPr>
          <p:grpSpPr>
            <a:xfrm>
              <a:off x="8683025" y="2001950"/>
              <a:ext cx="1282000" cy="526400"/>
              <a:chOff x="3450550" y="1144050"/>
              <a:chExt cx="1282000" cy="526400"/>
            </a:xfrm>
          </p:grpSpPr>
          <p:sp>
            <p:nvSpPr>
              <p:cNvPr id="925" name="Google Shape;925;p18"/>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8"/>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8"/>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8"/>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8"/>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8"/>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18"/>
            <p:cNvGrpSpPr/>
            <p:nvPr/>
          </p:nvGrpSpPr>
          <p:grpSpPr>
            <a:xfrm>
              <a:off x="8424000" y="1669600"/>
              <a:ext cx="1011900" cy="244475"/>
              <a:chOff x="5272425" y="2835250"/>
              <a:chExt cx="1011900" cy="244475"/>
            </a:xfrm>
          </p:grpSpPr>
          <p:sp>
            <p:nvSpPr>
              <p:cNvPr id="932" name="Google Shape;932;p18"/>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8"/>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8"/>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8"/>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8"/>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8"/>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8"/>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8"/>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8"/>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2">
    <p:spTree>
      <p:nvGrpSpPr>
        <p:cNvPr id="941" name="Shape 941"/>
        <p:cNvGrpSpPr/>
        <p:nvPr/>
      </p:nvGrpSpPr>
      <p:grpSpPr>
        <a:xfrm>
          <a:off x="0" y="0"/>
          <a:ext cx="0" cy="0"/>
          <a:chOff x="0" y="0"/>
          <a:chExt cx="0" cy="0"/>
        </a:xfrm>
      </p:grpSpPr>
      <p:sp>
        <p:nvSpPr>
          <p:cNvPr id="942" name="Google Shape;942;p19"/>
          <p:cNvSpPr txBox="1"/>
          <p:nvPr>
            <p:ph type="title"/>
          </p:nvPr>
        </p:nvSpPr>
        <p:spPr>
          <a:xfrm>
            <a:off x="3948550" y="540000"/>
            <a:ext cx="2779800" cy="1585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43" name="Google Shape;943;p19"/>
          <p:cNvSpPr txBox="1"/>
          <p:nvPr>
            <p:ph hasCustomPrompt="1" idx="2" type="title"/>
          </p:nvPr>
        </p:nvSpPr>
        <p:spPr>
          <a:xfrm>
            <a:off x="2415650" y="1231750"/>
            <a:ext cx="1281900" cy="961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000"/>
              <a:buNone/>
              <a:defRPr sz="7500">
                <a:solidFill>
                  <a:schemeClr val="accen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44" name="Google Shape;944;p19"/>
          <p:cNvSpPr txBox="1"/>
          <p:nvPr>
            <p:ph idx="1" type="subTitle"/>
          </p:nvPr>
        </p:nvSpPr>
        <p:spPr>
          <a:xfrm rot="398">
            <a:off x="3948550" y="2125650"/>
            <a:ext cx="2590500" cy="7428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AND_TWO_COLUMNS_1_1">
    <p:spTree>
      <p:nvGrpSpPr>
        <p:cNvPr id="945" name="Shape 945"/>
        <p:cNvGrpSpPr/>
        <p:nvPr/>
      </p:nvGrpSpPr>
      <p:grpSpPr>
        <a:xfrm>
          <a:off x="0" y="0"/>
          <a:ext cx="0" cy="0"/>
          <a:chOff x="0" y="0"/>
          <a:chExt cx="0" cy="0"/>
        </a:xfrm>
      </p:grpSpPr>
      <p:sp>
        <p:nvSpPr>
          <p:cNvPr id="946" name="Google Shape;946;p20"/>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grpSp>
        <p:nvGrpSpPr>
          <p:cNvPr id="947" name="Google Shape;947;p20"/>
          <p:cNvGrpSpPr/>
          <p:nvPr/>
        </p:nvGrpSpPr>
        <p:grpSpPr>
          <a:xfrm flipH="1">
            <a:off x="4" y="4391216"/>
            <a:ext cx="9144014" cy="2035097"/>
            <a:chOff x="609975" y="2032925"/>
            <a:chExt cx="2729475" cy="706950"/>
          </a:xfrm>
        </p:grpSpPr>
        <p:sp>
          <p:nvSpPr>
            <p:cNvPr id="948" name="Google Shape;948;p20"/>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0"/>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0"/>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0"/>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0"/>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 name="Google Shape;953;p20"/>
          <p:cNvGrpSpPr/>
          <p:nvPr/>
        </p:nvGrpSpPr>
        <p:grpSpPr>
          <a:xfrm>
            <a:off x="-667970" y="4506002"/>
            <a:ext cx="3750658" cy="950331"/>
            <a:chOff x="365750" y="2226825"/>
            <a:chExt cx="1302900" cy="330125"/>
          </a:xfrm>
        </p:grpSpPr>
        <p:sp>
          <p:nvSpPr>
            <p:cNvPr id="954" name="Google Shape;954;p20"/>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0"/>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0"/>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0"/>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0"/>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0"/>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0"/>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20"/>
          <p:cNvGrpSpPr/>
          <p:nvPr/>
        </p:nvGrpSpPr>
        <p:grpSpPr>
          <a:xfrm>
            <a:off x="4732114" y="4291235"/>
            <a:ext cx="4498041" cy="1561623"/>
            <a:chOff x="1786325" y="2127525"/>
            <a:chExt cx="1562525" cy="542475"/>
          </a:xfrm>
        </p:grpSpPr>
        <p:sp>
          <p:nvSpPr>
            <p:cNvPr id="962" name="Google Shape;962;p20"/>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0"/>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20"/>
          <p:cNvGrpSpPr/>
          <p:nvPr/>
        </p:nvGrpSpPr>
        <p:grpSpPr>
          <a:xfrm>
            <a:off x="-869775" y="3143575"/>
            <a:ext cx="1527500" cy="719225"/>
            <a:chOff x="5155200" y="1824900"/>
            <a:chExt cx="1527500" cy="719225"/>
          </a:xfrm>
        </p:grpSpPr>
        <p:sp>
          <p:nvSpPr>
            <p:cNvPr id="965" name="Google Shape;965;p20"/>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0"/>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0"/>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0"/>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0"/>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0"/>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20"/>
          <p:cNvGrpSpPr/>
          <p:nvPr/>
        </p:nvGrpSpPr>
        <p:grpSpPr>
          <a:xfrm>
            <a:off x="-599925" y="1767700"/>
            <a:ext cx="1195900" cy="541775"/>
            <a:chOff x="5595675" y="1084200"/>
            <a:chExt cx="1195900" cy="541775"/>
          </a:xfrm>
        </p:grpSpPr>
        <p:sp>
          <p:nvSpPr>
            <p:cNvPr id="972" name="Google Shape;972;p20"/>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0"/>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0"/>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0"/>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0"/>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0"/>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0"/>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0"/>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0"/>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0"/>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0"/>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20"/>
          <p:cNvGrpSpPr/>
          <p:nvPr/>
        </p:nvGrpSpPr>
        <p:grpSpPr>
          <a:xfrm>
            <a:off x="8385925" y="1291625"/>
            <a:ext cx="1089150" cy="571075"/>
            <a:chOff x="6195700" y="3234125"/>
            <a:chExt cx="1089150" cy="571075"/>
          </a:xfrm>
        </p:grpSpPr>
        <p:sp>
          <p:nvSpPr>
            <p:cNvPr id="984" name="Google Shape;984;p20"/>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0"/>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0"/>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0"/>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0"/>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0"/>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0"/>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0"/>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20"/>
          <p:cNvGrpSpPr/>
          <p:nvPr/>
        </p:nvGrpSpPr>
        <p:grpSpPr>
          <a:xfrm>
            <a:off x="7810925" y="1000925"/>
            <a:ext cx="545475" cy="180275"/>
            <a:chOff x="6417800" y="2661150"/>
            <a:chExt cx="545475" cy="180275"/>
          </a:xfrm>
        </p:grpSpPr>
        <p:sp>
          <p:nvSpPr>
            <p:cNvPr id="993" name="Google Shape;993;p20"/>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0"/>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0"/>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0"/>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0"/>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0"/>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20"/>
          <p:cNvGrpSpPr/>
          <p:nvPr/>
        </p:nvGrpSpPr>
        <p:grpSpPr>
          <a:xfrm>
            <a:off x="8524775" y="2520825"/>
            <a:ext cx="1011900" cy="244475"/>
            <a:chOff x="5272425" y="2835250"/>
            <a:chExt cx="1011900" cy="244475"/>
          </a:xfrm>
        </p:grpSpPr>
        <p:sp>
          <p:nvSpPr>
            <p:cNvPr id="1000" name="Google Shape;1000;p20"/>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0"/>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0"/>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0"/>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0"/>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0"/>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0"/>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0"/>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0"/>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AND_TWO_COLUMNS_2">
    <p:spTree>
      <p:nvGrpSpPr>
        <p:cNvPr id="1009" name="Shape 1009"/>
        <p:cNvGrpSpPr/>
        <p:nvPr/>
      </p:nvGrpSpPr>
      <p:grpSpPr>
        <a:xfrm>
          <a:off x="0" y="0"/>
          <a:ext cx="0" cy="0"/>
          <a:chOff x="0" y="0"/>
          <a:chExt cx="0" cy="0"/>
        </a:xfrm>
      </p:grpSpPr>
      <p:grpSp>
        <p:nvGrpSpPr>
          <p:cNvPr id="1010" name="Google Shape;1010;p21"/>
          <p:cNvGrpSpPr/>
          <p:nvPr/>
        </p:nvGrpSpPr>
        <p:grpSpPr>
          <a:xfrm>
            <a:off x="7965750" y="4272800"/>
            <a:ext cx="1282000" cy="526400"/>
            <a:chOff x="3450550" y="1144050"/>
            <a:chExt cx="1282000" cy="526400"/>
          </a:xfrm>
        </p:grpSpPr>
        <p:sp>
          <p:nvSpPr>
            <p:cNvPr id="1011" name="Google Shape;1011;p21"/>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1"/>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1"/>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1"/>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1"/>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1"/>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21"/>
          <p:cNvGrpSpPr/>
          <p:nvPr/>
        </p:nvGrpSpPr>
        <p:grpSpPr>
          <a:xfrm>
            <a:off x="6752250" y="4644000"/>
            <a:ext cx="2729475" cy="706950"/>
            <a:chOff x="609975" y="2032925"/>
            <a:chExt cx="2729475" cy="706950"/>
          </a:xfrm>
        </p:grpSpPr>
        <p:sp>
          <p:nvSpPr>
            <p:cNvPr id="1018" name="Google Shape;1018;p21"/>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1"/>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1"/>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1"/>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1"/>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21"/>
          <p:cNvGrpSpPr/>
          <p:nvPr/>
        </p:nvGrpSpPr>
        <p:grpSpPr>
          <a:xfrm>
            <a:off x="120475" y="4564000"/>
            <a:ext cx="1050000" cy="694200"/>
            <a:chOff x="3829175" y="1857800"/>
            <a:chExt cx="1050000" cy="694200"/>
          </a:xfrm>
        </p:grpSpPr>
        <p:sp>
          <p:nvSpPr>
            <p:cNvPr id="1024" name="Google Shape;1024;p21"/>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1"/>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1"/>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1"/>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1"/>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1"/>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21"/>
          <p:cNvGrpSpPr/>
          <p:nvPr/>
        </p:nvGrpSpPr>
        <p:grpSpPr>
          <a:xfrm>
            <a:off x="-424550" y="4056963"/>
            <a:ext cx="1179175" cy="1093075"/>
            <a:chOff x="19675" y="3203850"/>
            <a:chExt cx="1179175" cy="1093075"/>
          </a:xfrm>
        </p:grpSpPr>
        <p:grpSp>
          <p:nvGrpSpPr>
            <p:cNvPr id="1031" name="Google Shape;1031;p21"/>
            <p:cNvGrpSpPr/>
            <p:nvPr/>
          </p:nvGrpSpPr>
          <p:grpSpPr>
            <a:xfrm>
              <a:off x="166675" y="3203850"/>
              <a:ext cx="497000" cy="242175"/>
              <a:chOff x="3514550" y="3481400"/>
              <a:chExt cx="497000" cy="242175"/>
            </a:xfrm>
          </p:grpSpPr>
          <p:sp>
            <p:nvSpPr>
              <p:cNvPr id="1032" name="Google Shape;1032;p21"/>
              <p:cNvSpPr/>
              <p:nvPr/>
            </p:nvSpPr>
            <p:spPr>
              <a:xfrm>
                <a:off x="3514550" y="3481400"/>
                <a:ext cx="497000" cy="242175"/>
              </a:xfrm>
              <a:custGeom>
                <a:rect b="b" l="l" r="r" t="t"/>
                <a:pathLst>
                  <a:path extrusionOk="0" h="9687" w="19880">
                    <a:moveTo>
                      <a:pt x="17657" y="0"/>
                    </a:moveTo>
                    <a:cubicBezTo>
                      <a:pt x="16572" y="13"/>
                      <a:pt x="15439" y="18"/>
                      <a:pt x="14281" y="18"/>
                    </a:cubicBezTo>
                    <a:cubicBezTo>
                      <a:pt x="12179" y="18"/>
                      <a:pt x="9999" y="3"/>
                      <a:pt x="7899" y="3"/>
                    </a:cubicBezTo>
                    <a:cubicBezTo>
                      <a:pt x="6767" y="3"/>
                      <a:pt x="5659" y="8"/>
                      <a:pt x="4598" y="20"/>
                    </a:cubicBezTo>
                    <a:cubicBezTo>
                      <a:pt x="3880" y="29"/>
                      <a:pt x="3186" y="117"/>
                      <a:pt x="2493" y="308"/>
                    </a:cubicBezTo>
                    <a:cubicBezTo>
                      <a:pt x="1945" y="1141"/>
                      <a:pt x="1398" y="1974"/>
                      <a:pt x="850" y="2808"/>
                    </a:cubicBezTo>
                    <a:cubicBezTo>
                      <a:pt x="562" y="2841"/>
                      <a:pt x="280" y="2902"/>
                      <a:pt x="0" y="3005"/>
                    </a:cubicBezTo>
                    <a:lnTo>
                      <a:pt x="0" y="3756"/>
                    </a:lnTo>
                    <a:cubicBezTo>
                      <a:pt x="180" y="3762"/>
                      <a:pt x="360" y="3763"/>
                      <a:pt x="541" y="3769"/>
                    </a:cubicBezTo>
                    <a:cubicBezTo>
                      <a:pt x="559" y="5282"/>
                      <a:pt x="578" y="6793"/>
                      <a:pt x="597" y="8306"/>
                    </a:cubicBezTo>
                    <a:cubicBezTo>
                      <a:pt x="600" y="8617"/>
                      <a:pt x="605" y="9227"/>
                      <a:pt x="706" y="9495"/>
                    </a:cubicBezTo>
                    <a:cubicBezTo>
                      <a:pt x="750" y="9611"/>
                      <a:pt x="818" y="9655"/>
                      <a:pt x="895" y="9655"/>
                    </a:cubicBezTo>
                    <a:cubicBezTo>
                      <a:pt x="994" y="9655"/>
                      <a:pt x="1108" y="9582"/>
                      <a:pt x="1202" y="9495"/>
                    </a:cubicBezTo>
                    <a:cubicBezTo>
                      <a:pt x="1255" y="7616"/>
                      <a:pt x="1193" y="5734"/>
                      <a:pt x="1130" y="3855"/>
                    </a:cubicBezTo>
                    <a:cubicBezTo>
                      <a:pt x="1130" y="3832"/>
                      <a:pt x="1128" y="3808"/>
                      <a:pt x="1126" y="3785"/>
                    </a:cubicBezTo>
                    <a:lnTo>
                      <a:pt x="1126" y="3785"/>
                    </a:lnTo>
                    <a:cubicBezTo>
                      <a:pt x="1369" y="3791"/>
                      <a:pt x="1612" y="3798"/>
                      <a:pt x="1857" y="3801"/>
                    </a:cubicBezTo>
                    <a:cubicBezTo>
                      <a:pt x="1875" y="5303"/>
                      <a:pt x="1895" y="6805"/>
                      <a:pt x="1914" y="8307"/>
                    </a:cubicBezTo>
                    <a:cubicBezTo>
                      <a:pt x="1916" y="8619"/>
                      <a:pt x="1922" y="9228"/>
                      <a:pt x="2023" y="9496"/>
                    </a:cubicBezTo>
                    <a:cubicBezTo>
                      <a:pt x="2067" y="9613"/>
                      <a:pt x="2135" y="9657"/>
                      <a:pt x="2212" y="9657"/>
                    </a:cubicBezTo>
                    <a:cubicBezTo>
                      <a:pt x="2311" y="9657"/>
                      <a:pt x="2424" y="9584"/>
                      <a:pt x="2519" y="9496"/>
                    </a:cubicBezTo>
                    <a:cubicBezTo>
                      <a:pt x="2572" y="7617"/>
                      <a:pt x="2509" y="5736"/>
                      <a:pt x="2447" y="3857"/>
                    </a:cubicBezTo>
                    <a:cubicBezTo>
                      <a:pt x="2447" y="3844"/>
                      <a:pt x="2444" y="3830"/>
                      <a:pt x="2444" y="3818"/>
                    </a:cubicBezTo>
                    <a:lnTo>
                      <a:pt x="2444" y="3818"/>
                    </a:lnTo>
                    <a:cubicBezTo>
                      <a:pt x="2687" y="3821"/>
                      <a:pt x="2931" y="3822"/>
                      <a:pt x="3174" y="3827"/>
                    </a:cubicBezTo>
                    <a:cubicBezTo>
                      <a:pt x="3192" y="5321"/>
                      <a:pt x="3210" y="6816"/>
                      <a:pt x="3229" y="8310"/>
                    </a:cubicBezTo>
                    <a:cubicBezTo>
                      <a:pt x="3233" y="8623"/>
                      <a:pt x="3239" y="9231"/>
                      <a:pt x="3340" y="9499"/>
                    </a:cubicBezTo>
                    <a:cubicBezTo>
                      <a:pt x="3383" y="9616"/>
                      <a:pt x="3451" y="9660"/>
                      <a:pt x="3528" y="9660"/>
                    </a:cubicBezTo>
                    <a:cubicBezTo>
                      <a:pt x="3627" y="9660"/>
                      <a:pt x="3740" y="9587"/>
                      <a:pt x="3834" y="9499"/>
                    </a:cubicBezTo>
                    <a:cubicBezTo>
                      <a:pt x="3889" y="7622"/>
                      <a:pt x="3825" y="5739"/>
                      <a:pt x="3762" y="3861"/>
                    </a:cubicBezTo>
                    <a:cubicBezTo>
                      <a:pt x="3762" y="3851"/>
                      <a:pt x="3762" y="3844"/>
                      <a:pt x="3761" y="3835"/>
                    </a:cubicBezTo>
                    <a:lnTo>
                      <a:pt x="3761" y="3835"/>
                    </a:lnTo>
                    <a:cubicBezTo>
                      <a:pt x="4004" y="3837"/>
                      <a:pt x="4248" y="3842"/>
                      <a:pt x="4490" y="3844"/>
                    </a:cubicBezTo>
                    <a:cubicBezTo>
                      <a:pt x="4508" y="5334"/>
                      <a:pt x="4526" y="6823"/>
                      <a:pt x="4546" y="8315"/>
                    </a:cubicBezTo>
                    <a:cubicBezTo>
                      <a:pt x="4550" y="8626"/>
                      <a:pt x="4554" y="9235"/>
                      <a:pt x="4655" y="9503"/>
                    </a:cubicBezTo>
                    <a:cubicBezTo>
                      <a:pt x="4699" y="9620"/>
                      <a:pt x="4767" y="9665"/>
                      <a:pt x="4845" y="9665"/>
                    </a:cubicBezTo>
                    <a:cubicBezTo>
                      <a:pt x="4944" y="9665"/>
                      <a:pt x="5057" y="9591"/>
                      <a:pt x="5151" y="9503"/>
                    </a:cubicBezTo>
                    <a:cubicBezTo>
                      <a:pt x="5206" y="7624"/>
                      <a:pt x="5142" y="5743"/>
                      <a:pt x="5079" y="3864"/>
                    </a:cubicBezTo>
                    <a:lnTo>
                      <a:pt x="5079" y="3851"/>
                    </a:lnTo>
                    <a:cubicBezTo>
                      <a:pt x="5160" y="3852"/>
                      <a:pt x="5241" y="3852"/>
                      <a:pt x="5322" y="3852"/>
                    </a:cubicBezTo>
                    <a:cubicBezTo>
                      <a:pt x="5485" y="3852"/>
                      <a:pt x="5647" y="3851"/>
                      <a:pt x="5808" y="3851"/>
                    </a:cubicBezTo>
                    <a:cubicBezTo>
                      <a:pt x="5827" y="5339"/>
                      <a:pt x="5844" y="6826"/>
                      <a:pt x="5864" y="8316"/>
                    </a:cubicBezTo>
                    <a:cubicBezTo>
                      <a:pt x="5868" y="8627"/>
                      <a:pt x="5873" y="9237"/>
                      <a:pt x="5974" y="9505"/>
                    </a:cubicBezTo>
                    <a:cubicBezTo>
                      <a:pt x="6017" y="9621"/>
                      <a:pt x="6086" y="9666"/>
                      <a:pt x="6163" y="9666"/>
                    </a:cubicBezTo>
                    <a:cubicBezTo>
                      <a:pt x="6262" y="9666"/>
                      <a:pt x="6375" y="9593"/>
                      <a:pt x="6469" y="9505"/>
                    </a:cubicBezTo>
                    <a:cubicBezTo>
                      <a:pt x="6524" y="7626"/>
                      <a:pt x="6461" y="5744"/>
                      <a:pt x="6397" y="3866"/>
                    </a:cubicBezTo>
                    <a:lnTo>
                      <a:pt x="6397" y="3855"/>
                    </a:lnTo>
                    <a:cubicBezTo>
                      <a:pt x="6560" y="3855"/>
                      <a:pt x="6722" y="3856"/>
                      <a:pt x="6884" y="3856"/>
                    </a:cubicBezTo>
                    <a:cubicBezTo>
                      <a:pt x="6965" y="3856"/>
                      <a:pt x="7046" y="3856"/>
                      <a:pt x="7126" y="3855"/>
                    </a:cubicBezTo>
                    <a:lnTo>
                      <a:pt x="7181" y="8317"/>
                    </a:lnTo>
                    <a:cubicBezTo>
                      <a:pt x="7184" y="8630"/>
                      <a:pt x="7190" y="9238"/>
                      <a:pt x="7290" y="9506"/>
                    </a:cubicBezTo>
                    <a:cubicBezTo>
                      <a:pt x="7334" y="9623"/>
                      <a:pt x="7403" y="9667"/>
                      <a:pt x="7480" y="9667"/>
                    </a:cubicBezTo>
                    <a:cubicBezTo>
                      <a:pt x="7579" y="9667"/>
                      <a:pt x="7692" y="9594"/>
                      <a:pt x="7786" y="9506"/>
                    </a:cubicBezTo>
                    <a:cubicBezTo>
                      <a:pt x="7839" y="7629"/>
                      <a:pt x="7777" y="5746"/>
                      <a:pt x="7714" y="3868"/>
                    </a:cubicBezTo>
                    <a:lnTo>
                      <a:pt x="7714" y="3855"/>
                    </a:lnTo>
                    <a:lnTo>
                      <a:pt x="8443" y="3850"/>
                    </a:lnTo>
                    <a:cubicBezTo>
                      <a:pt x="8462" y="5339"/>
                      <a:pt x="8479" y="6831"/>
                      <a:pt x="8499" y="8320"/>
                    </a:cubicBezTo>
                    <a:cubicBezTo>
                      <a:pt x="8502" y="8632"/>
                      <a:pt x="8508" y="9240"/>
                      <a:pt x="8609" y="9509"/>
                    </a:cubicBezTo>
                    <a:cubicBezTo>
                      <a:pt x="8652" y="9626"/>
                      <a:pt x="8721" y="9670"/>
                      <a:pt x="8798" y="9670"/>
                    </a:cubicBezTo>
                    <a:cubicBezTo>
                      <a:pt x="8897" y="9670"/>
                      <a:pt x="9010" y="9596"/>
                      <a:pt x="9104" y="9509"/>
                    </a:cubicBezTo>
                    <a:cubicBezTo>
                      <a:pt x="9158" y="7630"/>
                      <a:pt x="9096" y="5749"/>
                      <a:pt x="9032" y="3870"/>
                    </a:cubicBezTo>
                    <a:cubicBezTo>
                      <a:pt x="9032" y="3863"/>
                      <a:pt x="9032" y="3854"/>
                      <a:pt x="9031" y="3847"/>
                    </a:cubicBezTo>
                    <a:lnTo>
                      <a:pt x="9760" y="3841"/>
                    </a:lnTo>
                    <a:cubicBezTo>
                      <a:pt x="9777" y="5334"/>
                      <a:pt x="9796" y="6829"/>
                      <a:pt x="9816" y="8322"/>
                    </a:cubicBezTo>
                    <a:cubicBezTo>
                      <a:pt x="9819" y="8633"/>
                      <a:pt x="9825" y="9242"/>
                      <a:pt x="9926" y="9510"/>
                    </a:cubicBezTo>
                    <a:cubicBezTo>
                      <a:pt x="9969" y="9627"/>
                      <a:pt x="10037" y="9672"/>
                      <a:pt x="10114" y="9672"/>
                    </a:cubicBezTo>
                    <a:cubicBezTo>
                      <a:pt x="10213" y="9672"/>
                      <a:pt x="10327" y="9599"/>
                      <a:pt x="10421" y="9510"/>
                    </a:cubicBezTo>
                    <a:cubicBezTo>
                      <a:pt x="10475" y="7632"/>
                      <a:pt x="10411" y="5750"/>
                      <a:pt x="10349" y="3871"/>
                    </a:cubicBezTo>
                    <a:cubicBezTo>
                      <a:pt x="10349" y="3858"/>
                      <a:pt x="10346" y="3847"/>
                      <a:pt x="10346" y="3835"/>
                    </a:cubicBezTo>
                    <a:lnTo>
                      <a:pt x="11077" y="3825"/>
                    </a:lnTo>
                    <a:cubicBezTo>
                      <a:pt x="11094" y="5325"/>
                      <a:pt x="11114" y="6825"/>
                      <a:pt x="11131" y="8323"/>
                    </a:cubicBezTo>
                    <a:cubicBezTo>
                      <a:pt x="11136" y="8634"/>
                      <a:pt x="11142" y="9244"/>
                      <a:pt x="11242" y="9512"/>
                    </a:cubicBezTo>
                    <a:cubicBezTo>
                      <a:pt x="11285" y="9629"/>
                      <a:pt x="11354" y="9673"/>
                      <a:pt x="11431" y="9673"/>
                    </a:cubicBezTo>
                    <a:cubicBezTo>
                      <a:pt x="11529" y="9673"/>
                      <a:pt x="11643" y="9600"/>
                      <a:pt x="11737" y="9512"/>
                    </a:cubicBezTo>
                    <a:cubicBezTo>
                      <a:pt x="11791" y="7633"/>
                      <a:pt x="11728" y="5751"/>
                      <a:pt x="11665" y="3873"/>
                    </a:cubicBezTo>
                    <a:cubicBezTo>
                      <a:pt x="11665" y="3855"/>
                      <a:pt x="11663" y="3835"/>
                      <a:pt x="11663" y="3818"/>
                    </a:cubicBezTo>
                    <a:lnTo>
                      <a:pt x="12392" y="3806"/>
                    </a:lnTo>
                    <a:cubicBezTo>
                      <a:pt x="12411" y="5312"/>
                      <a:pt x="12431" y="6819"/>
                      <a:pt x="12448" y="8325"/>
                    </a:cubicBezTo>
                    <a:cubicBezTo>
                      <a:pt x="12453" y="8637"/>
                      <a:pt x="12457" y="9245"/>
                      <a:pt x="12558" y="9513"/>
                    </a:cubicBezTo>
                    <a:cubicBezTo>
                      <a:pt x="12601" y="9630"/>
                      <a:pt x="12670" y="9675"/>
                      <a:pt x="12747" y="9675"/>
                    </a:cubicBezTo>
                    <a:cubicBezTo>
                      <a:pt x="12846" y="9675"/>
                      <a:pt x="12960" y="9601"/>
                      <a:pt x="13053" y="9513"/>
                    </a:cubicBezTo>
                    <a:cubicBezTo>
                      <a:pt x="13108" y="7636"/>
                      <a:pt x="13045" y="5753"/>
                      <a:pt x="12981" y="3876"/>
                    </a:cubicBezTo>
                    <a:cubicBezTo>
                      <a:pt x="12981" y="3848"/>
                      <a:pt x="12980" y="3822"/>
                      <a:pt x="12979" y="3796"/>
                    </a:cubicBezTo>
                    <a:cubicBezTo>
                      <a:pt x="13221" y="3791"/>
                      <a:pt x="13464" y="3785"/>
                      <a:pt x="13709" y="3782"/>
                    </a:cubicBezTo>
                    <a:cubicBezTo>
                      <a:pt x="13728" y="5296"/>
                      <a:pt x="13746" y="6812"/>
                      <a:pt x="13765" y="8328"/>
                    </a:cubicBezTo>
                    <a:cubicBezTo>
                      <a:pt x="13768" y="8639"/>
                      <a:pt x="13774" y="9247"/>
                      <a:pt x="13875" y="9516"/>
                    </a:cubicBezTo>
                    <a:cubicBezTo>
                      <a:pt x="13918" y="9633"/>
                      <a:pt x="13986" y="9677"/>
                      <a:pt x="14064" y="9677"/>
                    </a:cubicBezTo>
                    <a:cubicBezTo>
                      <a:pt x="14163" y="9677"/>
                      <a:pt x="14276" y="9604"/>
                      <a:pt x="14370" y="9516"/>
                    </a:cubicBezTo>
                    <a:cubicBezTo>
                      <a:pt x="14424" y="7637"/>
                      <a:pt x="14362" y="5756"/>
                      <a:pt x="14298" y="3877"/>
                    </a:cubicBezTo>
                    <a:cubicBezTo>
                      <a:pt x="14297" y="3841"/>
                      <a:pt x="14294" y="3806"/>
                      <a:pt x="14294" y="3770"/>
                    </a:cubicBezTo>
                    <a:cubicBezTo>
                      <a:pt x="14537" y="3765"/>
                      <a:pt x="14782" y="3760"/>
                      <a:pt x="15026" y="3755"/>
                    </a:cubicBezTo>
                    <a:cubicBezTo>
                      <a:pt x="15043" y="5280"/>
                      <a:pt x="15063" y="6803"/>
                      <a:pt x="15082" y="8329"/>
                    </a:cubicBezTo>
                    <a:cubicBezTo>
                      <a:pt x="15085" y="8640"/>
                      <a:pt x="15091" y="9250"/>
                      <a:pt x="15192" y="9518"/>
                    </a:cubicBezTo>
                    <a:cubicBezTo>
                      <a:pt x="15235" y="9634"/>
                      <a:pt x="15303" y="9679"/>
                      <a:pt x="15380" y="9679"/>
                    </a:cubicBezTo>
                    <a:cubicBezTo>
                      <a:pt x="15479" y="9679"/>
                      <a:pt x="15592" y="9606"/>
                      <a:pt x="15687" y="9518"/>
                    </a:cubicBezTo>
                    <a:cubicBezTo>
                      <a:pt x="15740" y="7639"/>
                      <a:pt x="15677" y="5757"/>
                      <a:pt x="15615" y="3879"/>
                    </a:cubicBezTo>
                    <a:cubicBezTo>
                      <a:pt x="15612" y="3834"/>
                      <a:pt x="15611" y="3786"/>
                      <a:pt x="15609" y="3742"/>
                    </a:cubicBezTo>
                    <a:cubicBezTo>
                      <a:pt x="15854" y="3736"/>
                      <a:pt x="16098" y="3729"/>
                      <a:pt x="16343" y="3724"/>
                    </a:cubicBezTo>
                    <a:cubicBezTo>
                      <a:pt x="16360" y="5260"/>
                      <a:pt x="16380" y="6795"/>
                      <a:pt x="16397" y="8330"/>
                    </a:cubicBezTo>
                    <a:cubicBezTo>
                      <a:pt x="16402" y="8642"/>
                      <a:pt x="16407" y="9251"/>
                      <a:pt x="16508" y="9519"/>
                    </a:cubicBezTo>
                    <a:cubicBezTo>
                      <a:pt x="16551" y="9636"/>
                      <a:pt x="16619" y="9680"/>
                      <a:pt x="16696" y="9680"/>
                    </a:cubicBezTo>
                    <a:cubicBezTo>
                      <a:pt x="16795" y="9680"/>
                      <a:pt x="16909" y="9607"/>
                      <a:pt x="17003" y="9519"/>
                    </a:cubicBezTo>
                    <a:cubicBezTo>
                      <a:pt x="17057" y="7640"/>
                      <a:pt x="16994" y="5759"/>
                      <a:pt x="16930" y="3880"/>
                    </a:cubicBezTo>
                    <a:cubicBezTo>
                      <a:pt x="16929" y="3825"/>
                      <a:pt x="16928" y="3768"/>
                      <a:pt x="16923" y="3711"/>
                    </a:cubicBezTo>
                    <a:cubicBezTo>
                      <a:pt x="17168" y="3704"/>
                      <a:pt x="17413" y="3698"/>
                      <a:pt x="17657" y="3691"/>
                    </a:cubicBezTo>
                    <a:cubicBezTo>
                      <a:pt x="17677" y="5239"/>
                      <a:pt x="17694" y="6786"/>
                      <a:pt x="17714" y="8332"/>
                    </a:cubicBezTo>
                    <a:cubicBezTo>
                      <a:pt x="17719" y="8644"/>
                      <a:pt x="17723" y="9252"/>
                      <a:pt x="17824" y="9520"/>
                    </a:cubicBezTo>
                    <a:cubicBezTo>
                      <a:pt x="17867" y="9637"/>
                      <a:pt x="17936" y="9682"/>
                      <a:pt x="18013" y="9682"/>
                    </a:cubicBezTo>
                    <a:cubicBezTo>
                      <a:pt x="18112" y="9682"/>
                      <a:pt x="18225" y="9609"/>
                      <a:pt x="18319" y="9520"/>
                    </a:cubicBezTo>
                    <a:cubicBezTo>
                      <a:pt x="18374" y="7643"/>
                      <a:pt x="18311" y="5760"/>
                      <a:pt x="18247" y="3883"/>
                    </a:cubicBezTo>
                    <a:cubicBezTo>
                      <a:pt x="18246" y="3814"/>
                      <a:pt x="18242" y="3746"/>
                      <a:pt x="18237" y="3678"/>
                    </a:cubicBezTo>
                    <a:cubicBezTo>
                      <a:pt x="18482" y="3671"/>
                      <a:pt x="18727" y="3667"/>
                      <a:pt x="18973" y="3660"/>
                    </a:cubicBezTo>
                    <a:cubicBezTo>
                      <a:pt x="18994" y="5218"/>
                      <a:pt x="19011" y="6776"/>
                      <a:pt x="19031" y="8336"/>
                    </a:cubicBezTo>
                    <a:cubicBezTo>
                      <a:pt x="19034" y="8647"/>
                      <a:pt x="19040" y="9257"/>
                      <a:pt x="19141" y="9525"/>
                    </a:cubicBezTo>
                    <a:cubicBezTo>
                      <a:pt x="19184" y="9642"/>
                      <a:pt x="19253" y="9686"/>
                      <a:pt x="19330" y="9686"/>
                    </a:cubicBezTo>
                    <a:cubicBezTo>
                      <a:pt x="19429" y="9686"/>
                      <a:pt x="19542" y="9613"/>
                      <a:pt x="19636" y="9525"/>
                    </a:cubicBezTo>
                    <a:cubicBezTo>
                      <a:pt x="19690" y="7646"/>
                      <a:pt x="19628" y="5764"/>
                      <a:pt x="19564" y="3886"/>
                    </a:cubicBezTo>
                    <a:cubicBezTo>
                      <a:pt x="19563" y="3806"/>
                      <a:pt x="19557" y="3726"/>
                      <a:pt x="19551" y="3645"/>
                    </a:cubicBezTo>
                    <a:cubicBezTo>
                      <a:pt x="19630" y="3642"/>
                      <a:pt x="19710" y="3641"/>
                      <a:pt x="19789" y="3638"/>
                    </a:cubicBezTo>
                    <a:cubicBezTo>
                      <a:pt x="19795" y="3461"/>
                      <a:pt x="19880" y="3046"/>
                      <a:pt x="19844" y="2902"/>
                    </a:cubicBezTo>
                    <a:cubicBezTo>
                      <a:pt x="19808" y="2758"/>
                      <a:pt x="19682" y="2668"/>
                      <a:pt x="19535" y="2667"/>
                    </a:cubicBezTo>
                    <a:lnTo>
                      <a:pt x="19239" y="2661"/>
                    </a:lnTo>
                    <a:cubicBezTo>
                      <a:pt x="18717" y="1655"/>
                      <a:pt x="18283" y="939"/>
                      <a:pt x="17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1"/>
              <p:cNvSpPr/>
              <p:nvPr/>
            </p:nvSpPr>
            <p:spPr>
              <a:xfrm>
                <a:off x="3547800" y="3549300"/>
                <a:ext cx="438250" cy="5750"/>
              </a:xfrm>
              <a:custGeom>
                <a:rect b="b" l="l" r="r" t="t"/>
                <a:pathLst>
                  <a:path extrusionOk="0" h="230" w="17530">
                    <a:moveTo>
                      <a:pt x="16857" y="0"/>
                    </a:moveTo>
                    <a:cubicBezTo>
                      <a:pt x="14796" y="0"/>
                      <a:pt x="12737" y="35"/>
                      <a:pt x="10677" y="42"/>
                    </a:cubicBezTo>
                    <a:cubicBezTo>
                      <a:pt x="8407" y="49"/>
                      <a:pt x="6135" y="70"/>
                      <a:pt x="3864" y="86"/>
                    </a:cubicBezTo>
                    <a:cubicBezTo>
                      <a:pt x="3236" y="89"/>
                      <a:pt x="2608" y="95"/>
                      <a:pt x="1981" y="104"/>
                    </a:cubicBezTo>
                    <a:cubicBezTo>
                      <a:pt x="1915" y="104"/>
                      <a:pt x="1848" y="105"/>
                      <a:pt x="1780" y="105"/>
                    </a:cubicBezTo>
                    <a:cubicBezTo>
                      <a:pt x="1566" y="105"/>
                      <a:pt x="1350" y="102"/>
                      <a:pt x="1134" y="102"/>
                    </a:cubicBezTo>
                    <a:cubicBezTo>
                      <a:pt x="761" y="102"/>
                      <a:pt x="387" y="110"/>
                      <a:pt x="23" y="157"/>
                    </a:cubicBezTo>
                    <a:cubicBezTo>
                      <a:pt x="0" y="160"/>
                      <a:pt x="0" y="190"/>
                      <a:pt x="23" y="194"/>
                    </a:cubicBezTo>
                    <a:cubicBezTo>
                      <a:pt x="270" y="222"/>
                      <a:pt x="522" y="230"/>
                      <a:pt x="775" y="230"/>
                    </a:cubicBezTo>
                    <a:cubicBezTo>
                      <a:pt x="1105" y="230"/>
                      <a:pt x="1437" y="216"/>
                      <a:pt x="1762" y="214"/>
                    </a:cubicBezTo>
                    <a:cubicBezTo>
                      <a:pt x="2320" y="212"/>
                      <a:pt x="2874" y="210"/>
                      <a:pt x="3431" y="204"/>
                    </a:cubicBezTo>
                    <a:cubicBezTo>
                      <a:pt x="4567" y="194"/>
                      <a:pt x="5701" y="183"/>
                      <a:pt x="6838" y="174"/>
                    </a:cubicBezTo>
                    <a:cubicBezTo>
                      <a:pt x="9108" y="153"/>
                      <a:pt x="11379" y="121"/>
                      <a:pt x="13651" y="102"/>
                    </a:cubicBezTo>
                    <a:cubicBezTo>
                      <a:pt x="14931" y="92"/>
                      <a:pt x="16211" y="92"/>
                      <a:pt x="17492" y="66"/>
                    </a:cubicBezTo>
                    <a:cubicBezTo>
                      <a:pt x="17530" y="63"/>
                      <a:pt x="17530" y="1"/>
                      <a:pt x="17491" y="1"/>
                    </a:cubicBezTo>
                    <a:cubicBezTo>
                      <a:pt x="17279" y="0"/>
                      <a:pt x="17068" y="0"/>
                      <a:pt x="168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1"/>
              <p:cNvSpPr/>
              <p:nvPr/>
            </p:nvSpPr>
            <p:spPr>
              <a:xfrm>
                <a:off x="3901175" y="3487600"/>
                <a:ext cx="46325" cy="64200"/>
              </a:xfrm>
              <a:custGeom>
                <a:rect b="b" l="l" r="r" t="t"/>
                <a:pathLst>
                  <a:path extrusionOk="0" h="2568" w="1853">
                    <a:moveTo>
                      <a:pt x="1790" y="0"/>
                    </a:moveTo>
                    <a:cubicBezTo>
                      <a:pt x="1779" y="0"/>
                      <a:pt x="1768" y="4"/>
                      <a:pt x="1758" y="13"/>
                    </a:cubicBezTo>
                    <a:cubicBezTo>
                      <a:pt x="1660" y="93"/>
                      <a:pt x="1585" y="212"/>
                      <a:pt x="1506" y="310"/>
                    </a:cubicBezTo>
                    <a:cubicBezTo>
                      <a:pt x="1435" y="399"/>
                      <a:pt x="1366" y="487"/>
                      <a:pt x="1298" y="575"/>
                    </a:cubicBezTo>
                    <a:cubicBezTo>
                      <a:pt x="1140" y="782"/>
                      <a:pt x="987" y="993"/>
                      <a:pt x="839" y="1207"/>
                    </a:cubicBezTo>
                    <a:cubicBezTo>
                      <a:pt x="546" y="1628"/>
                      <a:pt x="268" y="2060"/>
                      <a:pt x="18" y="2510"/>
                    </a:cubicBezTo>
                    <a:cubicBezTo>
                      <a:pt x="1" y="2540"/>
                      <a:pt x="27" y="2568"/>
                      <a:pt x="54" y="2568"/>
                    </a:cubicBezTo>
                    <a:cubicBezTo>
                      <a:pt x="66" y="2568"/>
                      <a:pt x="78" y="2562"/>
                      <a:pt x="87" y="2549"/>
                    </a:cubicBezTo>
                    <a:cubicBezTo>
                      <a:pt x="356" y="2122"/>
                      <a:pt x="633" y="1696"/>
                      <a:pt x="924" y="1282"/>
                    </a:cubicBezTo>
                    <a:cubicBezTo>
                      <a:pt x="1066" y="1083"/>
                      <a:pt x="1212" y="884"/>
                      <a:pt x="1360" y="689"/>
                    </a:cubicBezTo>
                    <a:cubicBezTo>
                      <a:pt x="1444" y="576"/>
                      <a:pt x="1529" y="465"/>
                      <a:pt x="1617" y="353"/>
                    </a:cubicBezTo>
                    <a:cubicBezTo>
                      <a:pt x="1689" y="262"/>
                      <a:pt x="1777" y="171"/>
                      <a:pt x="1833" y="69"/>
                    </a:cubicBezTo>
                    <a:cubicBezTo>
                      <a:pt x="1852" y="33"/>
                      <a:pt x="1823" y="0"/>
                      <a:pt x="17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1"/>
              <p:cNvSpPr/>
              <p:nvPr/>
            </p:nvSpPr>
            <p:spPr>
              <a:xfrm>
                <a:off x="3943275" y="3504750"/>
                <a:ext cx="18075" cy="33100"/>
              </a:xfrm>
              <a:custGeom>
                <a:rect b="b" l="l" r="r" t="t"/>
                <a:pathLst>
                  <a:path extrusionOk="0" h="1324" w="723">
                    <a:moveTo>
                      <a:pt x="403" y="73"/>
                    </a:moveTo>
                    <a:cubicBezTo>
                      <a:pt x="467" y="73"/>
                      <a:pt x="528" y="113"/>
                      <a:pt x="567" y="177"/>
                    </a:cubicBezTo>
                    <a:cubicBezTo>
                      <a:pt x="623" y="269"/>
                      <a:pt x="637" y="393"/>
                      <a:pt x="644" y="498"/>
                    </a:cubicBezTo>
                    <a:cubicBezTo>
                      <a:pt x="660" y="696"/>
                      <a:pt x="642" y="933"/>
                      <a:pt x="547" y="1115"/>
                    </a:cubicBezTo>
                    <a:cubicBezTo>
                      <a:pt x="506" y="1197"/>
                      <a:pt x="424" y="1274"/>
                      <a:pt x="328" y="1274"/>
                    </a:cubicBezTo>
                    <a:cubicBezTo>
                      <a:pt x="309" y="1274"/>
                      <a:pt x="290" y="1271"/>
                      <a:pt x="270" y="1265"/>
                    </a:cubicBezTo>
                    <a:lnTo>
                      <a:pt x="258" y="1259"/>
                    </a:lnTo>
                    <a:cubicBezTo>
                      <a:pt x="90" y="1144"/>
                      <a:pt x="106" y="889"/>
                      <a:pt x="120" y="708"/>
                    </a:cubicBezTo>
                    <a:cubicBezTo>
                      <a:pt x="132" y="598"/>
                      <a:pt x="147" y="487"/>
                      <a:pt x="170" y="379"/>
                    </a:cubicBezTo>
                    <a:cubicBezTo>
                      <a:pt x="192" y="283"/>
                      <a:pt x="218" y="175"/>
                      <a:pt x="297" y="112"/>
                    </a:cubicBezTo>
                    <a:cubicBezTo>
                      <a:pt x="331" y="85"/>
                      <a:pt x="367" y="73"/>
                      <a:pt x="403" y="73"/>
                    </a:cubicBezTo>
                    <a:close/>
                    <a:moveTo>
                      <a:pt x="405" y="1"/>
                    </a:moveTo>
                    <a:cubicBezTo>
                      <a:pt x="144" y="1"/>
                      <a:pt x="84" y="374"/>
                      <a:pt x="58" y="566"/>
                    </a:cubicBezTo>
                    <a:cubicBezTo>
                      <a:pt x="31" y="750"/>
                      <a:pt x="0" y="1011"/>
                      <a:pt x="109" y="1177"/>
                    </a:cubicBezTo>
                    <a:cubicBezTo>
                      <a:pt x="126" y="1210"/>
                      <a:pt x="146" y="1242"/>
                      <a:pt x="178" y="1270"/>
                    </a:cubicBezTo>
                    <a:cubicBezTo>
                      <a:pt x="223" y="1307"/>
                      <a:pt x="275" y="1324"/>
                      <a:pt x="329" y="1324"/>
                    </a:cubicBezTo>
                    <a:cubicBezTo>
                      <a:pt x="375" y="1324"/>
                      <a:pt x="422" y="1311"/>
                      <a:pt x="464" y="1288"/>
                    </a:cubicBezTo>
                    <a:cubicBezTo>
                      <a:pt x="565" y="1230"/>
                      <a:pt x="621" y="1123"/>
                      <a:pt x="657" y="1018"/>
                    </a:cubicBezTo>
                    <a:cubicBezTo>
                      <a:pt x="702" y="884"/>
                      <a:pt x="722" y="740"/>
                      <a:pt x="721" y="600"/>
                    </a:cubicBezTo>
                    <a:cubicBezTo>
                      <a:pt x="721" y="400"/>
                      <a:pt x="688" y="11"/>
                      <a:pt x="415" y="1"/>
                    </a:cubicBezTo>
                    <a:cubicBezTo>
                      <a:pt x="412" y="1"/>
                      <a:pt x="408"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21"/>
            <p:cNvGrpSpPr/>
            <p:nvPr/>
          </p:nvGrpSpPr>
          <p:grpSpPr>
            <a:xfrm>
              <a:off x="729600" y="3289550"/>
              <a:ext cx="153100" cy="120225"/>
              <a:chOff x="4077475" y="3567100"/>
              <a:chExt cx="153100" cy="120225"/>
            </a:xfrm>
          </p:grpSpPr>
          <p:sp>
            <p:nvSpPr>
              <p:cNvPr id="1037" name="Google Shape;1037;p21"/>
              <p:cNvSpPr/>
              <p:nvPr/>
            </p:nvSpPr>
            <p:spPr>
              <a:xfrm>
                <a:off x="4077475" y="3567100"/>
                <a:ext cx="153100" cy="120225"/>
              </a:xfrm>
              <a:custGeom>
                <a:rect b="b" l="l" r="r" t="t"/>
                <a:pathLst>
                  <a:path extrusionOk="0" h="4809" w="6124">
                    <a:moveTo>
                      <a:pt x="2731" y="1"/>
                    </a:moveTo>
                    <a:cubicBezTo>
                      <a:pt x="2276" y="1"/>
                      <a:pt x="1821" y="7"/>
                      <a:pt x="1365" y="17"/>
                    </a:cubicBezTo>
                    <a:cubicBezTo>
                      <a:pt x="1205" y="21"/>
                      <a:pt x="1011" y="14"/>
                      <a:pt x="903" y="183"/>
                    </a:cubicBezTo>
                    <a:cubicBezTo>
                      <a:pt x="676" y="540"/>
                      <a:pt x="469" y="919"/>
                      <a:pt x="283" y="1315"/>
                    </a:cubicBezTo>
                    <a:cubicBezTo>
                      <a:pt x="237" y="1318"/>
                      <a:pt x="191" y="1318"/>
                      <a:pt x="145" y="1319"/>
                    </a:cubicBezTo>
                    <a:cubicBezTo>
                      <a:pt x="97" y="1321"/>
                      <a:pt x="54" y="1371"/>
                      <a:pt x="50" y="1435"/>
                    </a:cubicBezTo>
                    <a:cubicBezTo>
                      <a:pt x="35" y="1574"/>
                      <a:pt x="18" y="1715"/>
                      <a:pt x="4" y="1855"/>
                    </a:cubicBezTo>
                    <a:cubicBezTo>
                      <a:pt x="0" y="1900"/>
                      <a:pt x="59" y="1907"/>
                      <a:pt x="104" y="1907"/>
                    </a:cubicBezTo>
                    <a:cubicBezTo>
                      <a:pt x="118" y="1907"/>
                      <a:pt x="130" y="1906"/>
                      <a:pt x="139" y="1906"/>
                    </a:cubicBezTo>
                    <a:cubicBezTo>
                      <a:pt x="201" y="1902"/>
                      <a:pt x="267" y="1900"/>
                      <a:pt x="335" y="1900"/>
                    </a:cubicBezTo>
                    <a:cubicBezTo>
                      <a:pt x="411" y="1900"/>
                      <a:pt x="489" y="1902"/>
                      <a:pt x="564" y="1904"/>
                    </a:cubicBezTo>
                    <a:cubicBezTo>
                      <a:pt x="515" y="2839"/>
                      <a:pt x="491" y="3776"/>
                      <a:pt x="489" y="4709"/>
                    </a:cubicBezTo>
                    <a:cubicBezTo>
                      <a:pt x="562" y="4754"/>
                      <a:pt x="644" y="4808"/>
                      <a:pt x="720" y="4808"/>
                    </a:cubicBezTo>
                    <a:cubicBezTo>
                      <a:pt x="749" y="4808"/>
                      <a:pt x="777" y="4800"/>
                      <a:pt x="803" y="4781"/>
                    </a:cubicBezTo>
                    <a:cubicBezTo>
                      <a:pt x="887" y="4724"/>
                      <a:pt x="894" y="4608"/>
                      <a:pt x="894" y="4508"/>
                    </a:cubicBezTo>
                    <a:cubicBezTo>
                      <a:pt x="890" y="3679"/>
                      <a:pt x="887" y="2851"/>
                      <a:pt x="881" y="2022"/>
                    </a:cubicBezTo>
                    <a:cubicBezTo>
                      <a:pt x="881" y="1983"/>
                      <a:pt x="880" y="1943"/>
                      <a:pt x="874" y="1904"/>
                    </a:cubicBezTo>
                    <a:cubicBezTo>
                      <a:pt x="1034" y="1904"/>
                      <a:pt x="1192" y="1903"/>
                      <a:pt x="1354" y="1903"/>
                    </a:cubicBezTo>
                    <a:cubicBezTo>
                      <a:pt x="1305" y="2836"/>
                      <a:pt x="1279" y="3773"/>
                      <a:pt x="1277" y="4708"/>
                    </a:cubicBezTo>
                    <a:cubicBezTo>
                      <a:pt x="1350" y="4753"/>
                      <a:pt x="1432" y="4807"/>
                      <a:pt x="1508" y="4807"/>
                    </a:cubicBezTo>
                    <a:cubicBezTo>
                      <a:pt x="1537" y="4807"/>
                      <a:pt x="1566" y="4799"/>
                      <a:pt x="1593" y="4780"/>
                    </a:cubicBezTo>
                    <a:cubicBezTo>
                      <a:pt x="1675" y="4722"/>
                      <a:pt x="1682" y="4607"/>
                      <a:pt x="1682" y="4506"/>
                    </a:cubicBezTo>
                    <a:cubicBezTo>
                      <a:pt x="1679" y="3678"/>
                      <a:pt x="1675" y="2849"/>
                      <a:pt x="1669" y="2021"/>
                    </a:cubicBezTo>
                    <a:cubicBezTo>
                      <a:pt x="1669" y="1979"/>
                      <a:pt x="1666" y="1940"/>
                      <a:pt x="1660" y="1900"/>
                    </a:cubicBezTo>
                    <a:cubicBezTo>
                      <a:pt x="1820" y="1900"/>
                      <a:pt x="1982" y="1898"/>
                      <a:pt x="2140" y="1898"/>
                    </a:cubicBezTo>
                    <a:cubicBezTo>
                      <a:pt x="2091" y="2835"/>
                      <a:pt x="2065" y="3771"/>
                      <a:pt x="2064" y="4708"/>
                    </a:cubicBezTo>
                    <a:cubicBezTo>
                      <a:pt x="2137" y="4753"/>
                      <a:pt x="2218" y="4807"/>
                      <a:pt x="2295" y="4807"/>
                    </a:cubicBezTo>
                    <a:cubicBezTo>
                      <a:pt x="2324" y="4807"/>
                      <a:pt x="2352" y="4799"/>
                      <a:pt x="2379" y="4780"/>
                    </a:cubicBezTo>
                    <a:cubicBezTo>
                      <a:pt x="2461" y="4722"/>
                      <a:pt x="2469" y="4607"/>
                      <a:pt x="2469" y="4506"/>
                    </a:cubicBezTo>
                    <a:cubicBezTo>
                      <a:pt x="2466" y="3678"/>
                      <a:pt x="2461" y="2849"/>
                      <a:pt x="2457" y="2021"/>
                    </a:cubicBezTo>
                    <a:cubicBezTo>
                      <a:pt x="2457" y="1979"/>
                      <a:pt x="2453" y="1936"/>
                      <a:pt x="2447" y="1896"/>
                    </a:cubicBezTo>
                    <a:cubicBezTo>
                      <a:pt x="2608" y="1896"/>
                      <a:pt x="2768" y="1893"/>
                      <a:pt x="2928" y="1891"/>
                    </a:cubicBezTo>
                    <a:lnTo>
                      <a:pt x="2928" y="1891"/>
                    </a:lnTo>
                    <a:cubicBezTo>
                      <a:pt x="2879" y="2828"/>
                      <a:pt x="2855" y="3769"/>
                      <a:pt x="2853" y="4706"/>
                    </a:cubicBezTo>
                    <a:cubicBezTo>
                      <a:pt x="2927" y="4751"/>
                      <a:pt x="3009" y="4804"/>
                      <a:pt x="3085" y="4804"/>
                    </a:cubicBezTo>
                    <a:cubicBezTo>
                      <a:pt x="3113" y="4804"/>
                      <a:pt x="3141" y="4797"/>
                      <a:pt x="3167" y="4778"/>
                    </a:cubicBezTo>
                    <a:cubicBezTo>
                      <a:pt x="3251" y="4721"/>
                      <a:pt x="3258" y="4606"/>
                      <a:pt x="3258" y="4505"/>
                    </a:cubicBezTo>
                    <a:cubicBezTo>
                      <a:pt x="3254" y="3676"/>
                      <a:pt x="3251" y="2848"/>
                      <a:pt x="3245" y="2019"/>
                    </a:cubicBezTo>
                    <a:cubicBezTo>
                      <a:pt x="3245" y="1976"/>
                      <a:pt x="3242" y="1933"/>
                      <a:pt x="3235" y="1890"/>
                    </a:cubicBezTo>
                    <a:cubicBezTo>
                      <a:pt x="3395" y="1888"/>
                      <a:pt x="3556" y="1888"/>
                      <a:pt x="3718" y="1885"/>
                    </a:cubicBezTo>
                    <a:lnTo>
                      <a:pt x="3718" y="1885"/>
                    </a:lnTo>
                    <a:cubicBezTo>
                      <a:pt x="3669" y="2825"/>
                      <a:pt x="3643" y="3764"/>
                      <a:pt x="3641" y="4705"/>
                    </a:cubicBezTo>
                    <a:cubicBezTo>
                      <a:pt x="3715" y="4749"/>
                      <a:pt x="3797" y="4803"/>
                      <a:pt x="3874" y="4803"/>
                    </a:cubicBezTo>
                    <a:cubicBezTo>
                      <a:pt x="3902" y="4803"/>
                      <a:pt x="3930" y="4795"/>
                      <a:pt x="3957" y="4777"/>
                    </a:cubicBezTo>
                    <a:cubicBezTo>
                      <a:pt x="4039" y="4719"/>
                      <a:pt x="4046" y="4604"/>
                      <a:pt x="4046" y="4503"/>
                    </a:cubicBezTo>
                    <a:cubicBezTo>
                      <a:pt x="4043" y="3675"/>
                      <a:pt x="4039" y="2846"/>
                      <a:pt x="4035" y="2018"/>
                    </a:cubicBezTo>
                    <a:cubicBezTo>
                      <a:pt x="4035" y="1972"/>
                      <a:pt x="4030" y="1927"/>
                      <a:pt x="4023" y="1883"/>
                    </a:cubicBezTo>
                    <a:cubicBezTo>
                      <a:pt x="4183" y="1881"/>
                      <a:pt x="4346" y="1881"/>
                      <a:pt x="4506" y="1878"/>
                    </a:cubicBezTo>
                    <a:lnTo>
                      <a:pt x="4506" y="1878"/>
                    </a:lnTo>
                    <a:cubicBezTo>
                      <a:pt x="4457" y="2819"/>
                      <a:pt x="4432" y="3761"/>
                      <a:pt x="4431" y="4704"/>
                    </a:cubicBezTo>
                    <a:cubicBezTo>
                      <a:pt x="4504" y="4748"/>
                      <a:pt x="4586" y="4802"/>
                      <a:pt x="4662" y="4802"/>
                    </a:cubicBezTo>
                    <a:cubicBezTo>
                      <a:pt x="4691" y="4802"/>
                      <a:pt x="4719" y="4794"/>
                      <a:pt x="4745" y="4776"/>
                    </a:cubicBezTo>
                    <a:cubicBezTo>
                      <a:pt x="4829" y="4718"/>
                      <a:pt x="4836" y="4601"/>
                      <a:pt x="4836" y="4502"/>
                    </a:cubicBezTo>
                    <a:cubicBezTo>
                      <a:pt x="4832" y="3673"/>
                      <a:pt x="4829" y="2845"/>
                      <a:pt x="4823" y="2017"/>
                    </a:cubicBezTo>
                    <a:cubicBezTo>
                      <a:pt x="4823" y="1969"/>
                      <a:pt x="4820" y="1923"/>
                      <a:pt x="4810" y="1877"/>
                    </a:cubicBezTo>
                    <a:cubicBezTo>
                      <a:pt x="4971" y="1877"/>
                      <a:pt x="5133" y="1875"/>
                      <a:pt x="5295" y="1875"/>
                    </a:cubicBezTo>
                    <a:cubicBezTo>
                      <a:pt x="5246" y="2818"/>
                      <a:pt x="5221" y="3760"/>
                      <a:pt x="5219" y="4704"/>
                    </a:cubicBezTo>
                    <a:cubicBezTo>
                      <a:pt x="5292" y="4748"/>
                      <a:pt x="5374" y="4802"/>
                      <a:pt x="5451" y="4802"/>
                    </a:cubicBezTo>
                    <a:cubicBezTo>
                      <a:pt x="5480" y="4802"/>
                      <a:pt x="5508" y="4794"/>
                      <a:pt x="5535" y="4776"/>
                    </a:cubicBezTo>
                    <a:cubicBezTo>
                      <a:pt x="5617" y="4718"/>
                      <a:pt x="5624" y="4601"/>
                      <a:pt x="5624" y="4502"/>
                    </a:cubicBezTo>
                    <a:cubicBezTo>
                      <a:pt x="5621" y="3673"/>
                      <a:pt x="5617" y="2845"/>
                      <a:pt x="5612" y="2017"/>
                    </a:cubicBezTo>
                    <a:cubicBezTo>
                      <a:pt x="5612" y="1968"/>
                      <a:pt x="5608" y="1920"/>
                      <a:pt x="5599" y="1874"/>
                    </a:cubicBezTo>
                    <a:cubicBezTo>
                      <a:pt x="5764" y="1874"/>
                      <a:pt x="5925" y="1873"/>
                      <a:pt x="6089" y="1873"/>
                    </a:cubicBezTo>
                    <a:cubicBezTo>
                      <a:pt x="6117" y="1751"/>
                      <a:pt x="6124" y="1571"/>
                      <a:pt x="6117" y="1437"/>
                    </a:cubicBezTo>
                    <a:cubicBezTo>
                      <a:pt x="6094" y="1420"/>
                      <a:pt x="6066" y="1383"/>
                      <a:pt x="6039" y="1378"/>
                    </a:cubicBezTo>
                    <a:cubicBezTo>
                      <a:pt x="6016" y="1377"/>
                      <a:pt x="5994" y="1375"/>
                      <a:pt x="5971" y="1373"/>
                    </a:cubicBezTo>
                    <a:cubicBezTo>
                      <a:pt x="5843" y="876"/>
                      <a:pt x="5604" y="448"/>
                      <a:pt x="5327" y="80"/>
                    </a:cubicBezTo>
                    <a:cubicBezTo>
                      <a:pt x="4463" y="23"/>
                      <a:pt x="3598" y="1"/>
                      <a:pt x="2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1"/>
              <p:cNvSpPr/>
              <p:nvPr/>
            </p:nvSpPr>
            <p:spPr>
              <a:xfrm>
                <a:off x="4089450" y="3598325"/>
                <a:ext cx="130425" cy="3600"/>
              </a:xfrm>
              <a:custGeom>
                <a:rect b="b" l="l" r="r" t="t"/>
                <a:pathLst>
                  <a:path extrusionOk="0" h="144" w="5217">
                    <a:moveTo>
                      <a:pt x="2501" y="1"/>
                    </a:moveTo>
                    <a:cubicBezTo>
                      <a:pt x="2094" y="1"/>
                      <a:pt x="1688" y="11"/>
                      <a:pt x="1281" y="16"/>
                    </a:cubicBezTo>
                    <a:cubicBezTo>
                      <a:pt x="860" y="21"/>
                      <a:pt x="438" y="8"/>
                      <a:pt x="19" y="76"/>
                    </a:cubicBezTo>
                    <a:cubicBezTo>
                      <a:pt x="0" y="79"/>
                      <a:pt x="6" y="105"/>
                      <a:pt x="22" y="106"/>
                    </a:cubicBezTo>
                    <a:cubicBezTo>
                      <a:pt x="108" y="111"/>
                      <a:pt x="194" y="113"/>
                      <a:pt x="280" y="113"/>
                    </a:cubicBezTo>
                    <a:cubicBezTo>
                      <a:pt x="626" y="113"/>
                      <a:pt x="971" y="81"/>
                      <a:pt x="1315" y="70"/>
                    </a:cubicBezTo>
                    <a:cubicBezTo>
                      <a:pt x="1541" y="63"/>
                      <a:pt x="1767" y="61"/>
                      <a:pt x="1993" y="61"/>
                    </a:cubicBezTo>
                    <a:cubicBezTo>
                      <a:pt x="2199" y="61"/>
                      <a:pt x="2405" y="63"/>
                      <a:pt x="2611" y="65"/>
                    </a:cubicBezTo>
                    <a:cubicBezTo>
                      <a:pt x="3472" y="73"/>
                      <a:pt x="4335" y="105"/>
                      <a:pt x="5197" y="144"/>
                    </a:cubicBezTo>
                    <a:cubicBezTo>
                      <a:pt x="5197" y="144"/>
                      <a:pt x="5198" y="144"/>
                      <a:pt x="5198" y="144"/>
                    </a:cubicBezTo>
                    <a:cubicBezTo>
                      <a:pt x="5217" y="144"/>
                      <a:pt x="5215" y="115"/>
                      <a:pt x="5198" y="113"/>
                    </a:cubicBezTo>
                    <a:cubicBezTo>
                      <a:pt x="4327" y="37"/>
                      <a:pt x="3449" y="4"/>
                      <a:pt x="2576" y="1"/>
                    </a:cubicBezTo>
                    <a:cubicBezTo>
                      <a:pt x="2551" y="1"/>
                      <a:pt x="2526" y="1"/>
                      <a:pt x="2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1"/>
              <p:cNvSpPr/>
              <p:nvPr/>
            </p:nvSpPr>
            <p:spPr>
              <a:xfrm>
                <a:off x="4106350" y="3571575"/>
                <a:ext cx="12475" cy="28250"/>
              </a:xfrm>
              <a:custGeom>
                <a:rect b="b" l="l" r="r" t="t"/>
                <a:pathLst>
                  <a:path extrusionOk="0" h="1130" w="499">
                    <a:moveTo>
                      <a:pt x="23" y="0"/>
                    </a:moveTo>
                    <a:cubicBezTo>
                      <a:pt x="12" y="0"/>
                      <a:pt x="1" y="10"/>
                      <a:pt x="5" y="22"/>
                    </a:cubicBezTo>
                    <a:lnTo>
                      <a:pt x="232" y="588"/>
                    </a:lnTo>
                    <a:cubicBezTo>
                      <a:pt x="271" y="682"/>
                      <a:pt x="307" y="774"/>
                      <a:pt x="344" y="868"/>
                    </a:cubicBezTo>
                    <a:lnTo>
                      <a:pt x="400" y="1006"/>
                    </a:lnTo>
                    <a:cubicBezTo>
                      <a:pt x="416" y="1047"/>
                      <a:pt x="425" y="1096"/>
                      <a:pt x="459" y="1124"/>
                    </a:cubicBezTo>
                    <a:cubicBezTo>
                      <a:pt x="464" y="1128"/>
                      <a:pt x="469" y="1130"/>
                      <a:pt x="474" y="1130"/>
                    </a:cubicBezTo>
                    <a:cubicBezTo>
                      <a:pt x="486" y="1130"/>
                      <a:pt x="496" y="1121"/>
                      <a:pt x="497" y="1107"/>
                    </a:cubicBezTo>
                    <a:cubicBezTo>
                      <a:pt x="498" y="1070"/>
                      <a:pt x="475" y="1034"/>
                      <a:pt x="459" y="996"/>
                    </a:cubicBezTo>
                    <a:cubicBezTo>
                      <a:pt x="439" y="949"/>
                      <a:pt x="419" y="904"/>
                      <a:pt x="400" y="858"/>
                    </a:cubicBezTo>
                    <a:cubicBezTo>
                      <a:pt x="358" y="761"/>
                      <a:pt x="317" y="666"/>
                      <a:pt x="278" y="571"/>
                    </a:cubicBezTo>
                    <a:cubicBezTo>
                      <a:pt x="196" y="384"/>
                      <a:pt x="115" y="197"/>
                      <a:pt x="36" y="9"/>
                    </a:cubicBezTo>
                    <a:cubicBezTo>
                      <a:pt x="33" y="3"/>
                      <a:pt x="28" y="0"/>
                      <a:pt x="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 name="Google Shape;1040;p21"/>
            <p:cNvSpPr/>
            <p:nvPr/>
          </p:nvSpPr>
          <p:spPr>
            <a:xfrm>
              <a:off x="826175" y="3861975"/>
              <a:ext cx="7800" cy="97125"/>
            </a:xfrm>
            <a:custGeom>
              <a:rect b="b" l="l" r="r" t="t"/>
              <a:pathLst>
                <a:path extrusionOk="0" h="3885" w="312">
                  <a:moveTo>
                    <a:pt x="266" y="0"/>
                  </a:moveTo>
                  <a:cubicBezTo>
                    <a:pt x="248" y="0"/>
                    <a:pt x="230" y="10"/>
                    <a:pt x="224" y="32"/>
                  </a:cubicBezTo>
                  <a:cubicBezTo>
                    <a:pt x="131" y="323"/>
                    <a:pt x="120" y="649"/>
                    <a:pt x="91" y="951"/>
                  </a:cubicBezTo>
                  <a:cubicBezTo>
                    <a:pt x="59" y="1267"/>
                    <a:pt x="38" y="1584"/>
                    <a:pt x="26" y="1901"/>
                  </a:cubicBezTo>
                  <a:cubicBezTo>
                    <a:pt x="0" y="2547"/>
                    <a:pt x="21" y="3194"/>
                    <a:pt x="71" y="3838"/>
                  </a:cubicBezTo>
                  <a:cubicBezTo>
                    <a:pt x="73" y="3869"/>
                    <a:pt x="98" y="3885"/>
                    <a:pt x="122" y="3885"/>
                  </a:cubicBezTo>
                  <a:cubicBezTo>
                    <a:pt x="145" y="3885"/>
                    <a:pt x="168" y="3869"/>
                    <a:pt x="166" y="3838"/>
                  </a:cubicBezTo>
                  <a:cubicBezTo>
                    <a:pt x="129" y="3204"/>
                    <a:pt x="124" y="2571"/>
                    <a:pt x="150" y="1937"/>
                  </a:cubicBezTo>
                  <a:cubicBezTo>
                    <a:pt x="163" y="1633"/>
                    <a:pt x="182" y="1326"/>
                    <a:pt x="211" y="1022"/>
                  </a:cubicBezTo>
                  <a:cubicBezTo>
                    <a:pt x="239" y="698"/>
                    <a:pt x="312" y="366"/>
                    <a:pt x="309" y="42"/>
                  </a:cubicBezTo>
                  <a:cubicBezTo>
                    <a:pt x="309" y="15"/>
                    <a:pt x="287" y="0"/>
                    <a:pt x="266" y="0"/>
                  </a:cubicBezTo>
                  <a:close/>
                </a:path>
              </a:pathLst>
            </a:custGeom>
            <a:solidFill>
              <a:srgbClr val="C259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21"/>
            <p:cNvGrpSpPr/>
            <p:nvPr/>
          </p:nvGrpSpPr>
          <p:grpSpPr>
            <a:xfrm>
              <a:off x="19675" y="3399450"/>
              <a:ext cx="1179175" cy="897475"/>
              <a:chOff x="3367550" y="3677000"/>
              <a:chExt cx="1179175" cy="897475"/>
            </a:xfrm>
          </p:grpSpPr>
          <p:grpSp>
            <p:nvGrpSpPr>
              <p:cNvPr id="1042" name="Google Shape;1042;p21"/>
              <p:cNvGrpSpPr/>
              <p:nvPr/>
            </p:nvGrpSpPr>
            <p:grpSpPr>
              <a:xfrm>
                <a:off x="4304350" y="3727600"/>
                <a:ext cx="75575" cy="73775"/>
                <a:chOff x="4304350" y="3727600"/>
                <a:chExt cx="75575" cy="73775"/>
              </a:xfrm>
            </p:grpSpPr>
            <p:sp>
              <p:nvSpPr>
                <p:cNvPr id="1043" name="Google Shape;1043;p21"/>
                <p:cNvSpPr/>
                <p:nvPr/>
              </p:nvSpPr>
              <p:spPr>
                <a:xfrm>
                  <a:off x="4304350" y="3727600"/>
                  <a:ext cx="75575" cy="73775"/>
                </a:xfrm>
                <a:custGeom>
                  <a:rect b="b" l="l" r="r" t="t"/>
                  <a:pathLst>
                    <a:path extrusionOk="0" h="2951" w="3023">
                      <a:moveTo>
                        <a:pt x="2494" y="0"/>
                      </a:moveTo>
                      <a:cubicBezTo>
                        <a:pt x="2206" y="0"/>
                        <a:pt x="1865" y="71"/>
                        <a:pt x="1675" y="164"/>
                      </a:cubicBezTo>
                      <a:cubicBezTo>
                        <a:pt x="1182" y="399"/>
                        <a:pt x="692" y="690"/>
                        <a:pt x="357" y="1133"/>
                      </a:cubicBezTo>
                      <a:cubicBezTo>
                        <a:pt x="141" y="1420"/>
                        <a:pt x="1" y="1818"/>
                        <a:pt x="167" y="2135"/>
                      </a:cubicBezTo>
                      <a:cubicBezTo>
                        <a:pt x="303" y="2394"/>
                        <a:pt x="599" y="2521"/>
                        <a:pt x="875" y="2616"/>
                      </a:cubicBezTo>
                      <a:cubicBezTo>
                        <a:pt x="1326" y="2773"/>
                        <a:pt x="1790" y="2898"/>
                        <a:pt x="2264" y="2944"/>
                      </a:cubicBezTo>
                      <a:cubicBezTo>
                        <a:pt x="2305" y="2948"/>
                        <a:pt x="2346" y="2950"/>
                        <a:pt x="2387" y="2950"/>
                      </a:cubicBezTo>
                      <a:cubicBezTo>
                        <a:pt x="2493" y="2950"/>
                        <a:pt x="2597" y="2934"/>
                        <a:pt x="2678" y="2869"/>
                      </a:cubicBezTo>
                      <a:cubicBezTo>
                        <a:pt x="2813" y="2764"/>
                        <a:pt x="2836" y="2571"/>
                        <a:pt x="2848" y="2400"/>
                      </a:cubicBezTo>
                      <a:cubicBezTo>
                        <a:pt x="2888" y="1780"/>
                        <a:pt x="2930" y="1162"/>
                        <a:pt x="2972" y="543"/>
                      </a:cubicBezTo>
                      <a:cubicBezTo>
                        <a:pt x="2979" y="432"/>
                        <a:pt x="3022" y="273"/>
                        <a:pt x="2979" y="168"/>
                      </a:cubicBezTo>
                      <a:cubicBezTo>
                        <a:pt x="2928" y="48"/>
                        <a:pt x="2729" y="0"/>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1"/>
                <p:cNvSpPr/>
                <p:nvPr/>
              </p:nvSpPr>
              <p:spPr>
                <a:xfrm>
                  <a:off x="4362600" y="3747725"/>
                  <a:ext cx="5750" cy="41575"/>
                </a:xfrm>
                <a:custGeom>
                  <a:rect b="b" l="l" r="r" t="t"/>
                  <a:pathLst>
                    <a:path extrusionOk="0" h="1663" w="230">
                      <a:moveTo>
                        <a:pt x="203" y="0"/>
                      </a:moveTo>
                      <a:cubicBezTo>
                        <a:pt x="192" y="0"/>
                        <a:pt x="179" y="7"/>
                        <a:pt x="174" y="19"/>
                      </a:cubicBezTo>
                      <a:cubicBezTo>
                        <a:pt x="81" y="275"/>
                        <a:pt x="42" y="547"/>
                        <a:pt x="24" y="817"/>
                      </a:cubicBezTo>
                      <a:cubicBezTo>
                        <a:pt x="6" y="1085"/>
                        <a:pt x="1" y="1363"/>
                        <a:pt x="38" y="1629"/>
                      </a:cubicBezTo>
                      <a:cubicBezTo>
                        <a:pt x="41" y="1653"/>
                        <a:pt x="60" y="1663"/>
                        <a:pt x="79" y="1663"/>
                      </a:cubicBezTo>
                      <a:cubicBezTo>
                        <a:pt x="105" y="1663"/>
                        <a:pt x="133" y="1646"/>
                        <a:pt x="132" y="1616"/>
                      </a:cubicBezTo>
                      <a:cubicBezTo>
                        <a:pt x="123" y="1348"/>
                        <a:pt x="110" y="1085"/>
                        <a:pt x="132" y="817"/>
                      </a:cubicBezTo>
                      <a:cubicBezTo>
                        <a:pt x="153" y="552"/>
                        <a:pt x="197" y="289"/>
                        <a:pt x="228" y="26"/>
                      </a:cubicBezTo>
                      <a:cubicBezTo>
                        <a:pt x="230" y="9"/>
                        <a:pt x="217" y="0"/>
                        <a:pt x="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1"/>
                <p:cNvSpPr/>
                <p:nvPr/>
              </p:nvSpPr>
              <p:spPr>
                <a:xfrm>
                  <a:off x="4351125" y="3755000"/>
                  <a:ext cx="3225" cy="30275"/>
                </a:xfrm>
                <a:custGeom>
                  <a:rect b="b" l="l" r="r" t="t"/>
                  <a:pathLst>
                    <a:path extrusionOk="0" h="1211" w="129">
                      <a:moveTo>
                        <a:pt x="37" y="1"/>
                      </a:moveTo>
                      <a:cubicBezTo>
                        <a:pt x="32" y="1"/>
                        <a:pt x="27" y="3"/>
                        <a:pt x="26" y="7"/>
                      </a:cubicBezTo>
                      <a:cubicBezTo>
                        <a:pt x="6" y="45"/>
                        <a:pt x="12" y="88"/>
                        <a:pt x="10" y="130"/>
                      </a:cubicBezTo>
                      <a:cubicBezTo>
                        <a:pt x="7" y="184"/>
                        <a:pt x="6" y="238"/>
                        <a:pt x="4" y="289"/>
                      </a:cubicBezTo>
                      <a:cubicBezTo>
                        <a:pt x="0" y="393"/>
                        <a:pt x="4" y="497"/>
                        <a:pt x="10" y="599"/>
                      </a:cubicBezTo>
                      <a:cubicBezTo>
                        <a:pt x="13" y="702"/>
                        <a:pt x="20" y="807"/>
                        <a:pt x="27" y="909"/>
                      </a:cubicBezTo>
                      <a:cubicBezTo>
                        <a:pt x="32" y="964"/>
                        <a:pt x="35" y="1016"/>
                        <a:pt x="40" y="1069"/>
                      </a:cubicBezTo>
                      <a:cubicBezTo>
                        <a:pt x="43" y="1112"/>
                        <a:pt x="42" y="1160"/>
                        <a:pt x="65" y="1197"/>
                      </a:cubicBezTo>
                      <a:cubicBezTo>
                        <a:pt x="70" y="1206"/>
                        <a:pt x="79" y="1210"/>
                        <a:pt x="87" y="1210"/>
                      </a:cubicBezTo>
                      <a:cubicBezTo>
                        <a:pt x="98" y="1210"/>
                        <a:pt x="110" y="1203"/>
                        <a:pt x="115" y="1190"/>
                      </a:cubicBezTo>
                      <a:cubicBezTo>
                        <a:pt x="128" y="1150"/>
                        <a:pt x="114" y="1095"/>
                        <a:pt x="111" y="1049"/>
                      </a:cubicBezTo>
                      <a:cubicBezTo>
                        <a:pt x="107" y="994"/>
                        <a:pt x="101" y="942"/>
                        <a:pt x="98" y="887"/>
                      </a:cubicBezTo>
                      <a:cubicBezTo>
                        <a:pt x="91" y="789"/>
                        <a:pt x="85" y="690"/>
                        <a:pt x="81" y="589"/>
                      </a:cubicBezTo>
                      <a:cubicBezTo>
                        <a:pt x="78" y="490"/>
                        <a:pt x="76" y="389"/>
                        <a:pt x="71" y="289"/>
                      </a:cubicBezTo>
                      <a:cubicBezTo>
                        <a:pt x="66" y="236"/>
                        <a:pt x="65" y="181"/>
                        <a:pt x="63" y="130"/>
                      </a:cubicBezTo>
                      <a:cubicBezTo>
                        <a:pt x="62" y="88"/>
                        <a:pt x="68" y="47"/>
                        <a:pt x="49" y="7"/>
                      </a:cubicBezTo>
                      <a:cubicBezTo>
                        <a:pt x="47" y="3"/>
                        <a:pt x="42"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21"/>
              <p:cNvGrpSpPr/>
              <p:nvPr/>
            </p:nvGrpSpPr>
            <p:grpSpPr>
              <a:xfrm>
                <a:off x="4084900" y="3829625"/>
                <a:ext cx="419500" cy="510950"/>
                <a:chOff x="4084900" y="3829625"/>
                <a:chExt cx="419500" cy="510950"/>
              </a:xfrm>
            </p:grpSpPr>
            <p:sp>
              <p:nvSpPr>
                <p:cNvPr id="1047" name="Google Shape;1047;p21"/>
                <p:cNvSpPr/>
                <p:nvPr/>
              </p:nvSpPr>
              <p:spPr>
                <a:xfrm>
                  <a:off x="4084900" y="3829625"/>
                  <a:ext cx="419500" cy="510950"/>
                </a:xfrm>
                <a:custGeom>
                  <a:rect b="b" l="l" r="r" t="t"/>
                  <a:pathLst>
                    <a:path extrusionOk="0" h="20438" w="16780">
                      <a:moveTo>
                        <a:pt x="16526" y="0"/>
                      </a:moveTo>
                      <a:cubicBezTo>
                        <a:pt x="16518" y="0"/>
                        <a:pt x="16510" y="7"/>
                        <a:pt x="16513" y="17"/>
                      </a:cubicBezTo>
                      <a:cubicBezTo>
                        <a:pt x="16519" y="40"/>
                        <a:pt x="16523" y="64"/>
                        <a:pt x="16527" y="89"/>
                      </a:cubicBezTo>
                      <a:cubicBezTo>
                        <a:pt x="16508" y="77"/>
                        <a:pt x="16487" y="72"/>
                        <a:pt x="16465" y="72"/>
                      </a:cubicBezTo>
                      <a:cubicBezTo>
                        <a:pt x="16420" y="72"/>
                        <a:pt x="16376" y="95"/>
                        <a:pt x="16351" y="131"/>
                      </a:cubicBezTo>
                      <a:cubicBezTo>
                        <a:pt x="15258" y="435"/>
                        <a:pt x="14190" y="811"/>
                        <a:pt x="13154" y="1278"/>
                      </a:cubicBezTo>
                      <a:cubicBezTo>
                        <a:pt x="12075" y="1764"/>
                        <a:pt x="11031" y="2317"/>
                        <a:pt x="10027" y="2942"/>
                      </a:cubicBezTo>
                      <a:cubicBezTo>
                        <a:pt x="8005" y="4197"/>
                        <a:pt x="6138" y="5680"/>
                        <a:pt x="4408" y="7309"/>
                      </a:cubicBezTo>
                      <a:cubicBezTo>
                        <a:pt x="3539" y="8124"/>
                        <a:pt x="2702" y="8979"/>
                        <a:pt x="1904" y="9863"/>
                      </a:cubicBezTo>
                      <a:cubicBezTo>
                        <a:pt x="1130" y="10722"/>
                        <a:pt x="359" y="11696"/>
                        <a:pt x="173" y="12870"/>
                      </a:cubicBezTo>
                      <a:cubicBezTo>
                        <a:pt x="0" y="13967"/>
                        <a:pt x="400" y="15060"/>
                        <a:pt x="1070" y="15923"/>
                      </a:cubicBezTo>
                      <a:cubicBezTo>
                        <a:pt x="1803" y="16867"/>
                        <a:pt x="2826" y="17502"/>
                        <a:pt x="3921" y="17949"/>
                      </a:cubicBezTo>
                      <a:cubicBezTo>
                        <a:pt x="5128" y="18443"/>
                        <a:pt x="6410" y="18738"/>
                        <a:pt x="7665" y="19071"/>
                      </a:cubicBezTo>
                      <a:cubicBezTo>
                        <a:pt x="9051" y="19440"/>
                        <a:pt x="10442" y="19802"/>
                        <a:pt x="11830" y="20168"/>
                      </a:cubicBezTo>
                      <a:cubicBezTo>
                        <a:pt x="12168" y="20256"/>
                        <a:pt x="12505" y="20346"/>
                        <a:pt x="12839" y="20436"/>
                      </a:cubicBezTo>
                      <a:cubicBezTo>
                        <a:pt x="12843" y="20437"/>
                        <a:pt x="12847" y="20437"/>
                        <a:pt x="12850" y="20437"/>
                      </a:cubicBezTo>
                      <a:cubicBezTo>
                        <a:pt x="12874" y="20437"/>
                        <a:pt x="12896" y="20418"/>
                        <a:pt x="12895" y="20392"/>
                      </a:cubicBezTo>
                      <a:cubicBezTo>
                        <a:pt x="12812" y="18695"/>
                        <a:pt x="12732" y="16997"/>
                        <a:pt x="12747" y="15296"/>
                      </a:cubicBezTo>
                      <a:cubicBezTo>
                        <a:pt x="12761" y="13592"/>
                        <a:pt x="12869" y="11883"/>
                        <a:pt x="13170" y="10203"/>
                      </a:cubicBezTo>
                      <a:cubicBezTo>
                        <a:pt x="13277" y="9606"/>
                        <a:pt x="13412" y="9015"/>
                        <a:pt x="13564" y="8427"/>
                      </a:cubicBezTo>
                      <a:cubicBezTo>
                        <a:pt x="13564" y="8426"/>
                        <a:pt x="13565" y="8426"/>
                        <a:pt x="13565" y="8426"/>
                      </a:cubicBezTo>
                      <a:cubicBezTo>
                        <a:pt x="13676" y="8148"/>
                        <a:pt x="13754" y="7862"/>
                        <a:pt x="13846" y="7577"/>
                      </a:cubicBezTo>
                      <a:cubicBezTo>
                        <a:pt x="13935" y="7295"/>
                        <a:pt x="14029" y="7012"/>
                        <a:pt x="14128" y="6731"/>
                      </a:cubicBezTo>
                      <a:cubicBezTo>
                        <a:pt x="14324" y="6169"/>
                        <a:pt x="14538" y="5615"/>
                        <a:pt x="14768" y="5064"/>
                      </a:cubicBezTo>
                      <a:cubicBezTo>
                        <a:pt x="15002" y="4507"/>
                        <a:pt x="15252" y="3958"/>
                        <a:pt x="15517" y="3413"/>
                      </a:cubicBezTo>
                      <a:cubicBezTo>
                        <a:pt x="15777" y="2884"/>
                        <a:pt x="16078" y="2374"/>
                        <a:pt x="16327" y="1841"/>
                      </a:cubicBezTo>
                      <a:cubicBezTo>
                        <a:pt x="16588" y="1272"/>
                        <a:pt x="16779" y="617"/>
                        <a:pt x="16540" y="10"/>
                      </a:cubicBezTo>
                      <a:cubicBezTo>
                        <a:pt x="16537" y="4"/>
                        <a:pt x="16531" y="0"/>
                        <a:pt x="16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1"/>
                <p:cNvSpPr/>
                <p:nvPr/>
              </p:nvSpPr>
              <p:spPr>
                <a:xfrm>
                  <a:off x="4368400" y="3961550"/>
                  <a:ext cx="47875" cy="292600"/>
                </a:xfrm>
                <a:custGeom>
                  <a:rect b="b" l="l" r="r" t="t"/>
                  <a:pathLst>
                    <a:path extrusionOk="0" h="11704" w="1915">
                      <a:moveTo>
                        <a:pt x="1845" y="1"/>
                      </a:moveTo>
                      <a:cubicBezTo>
                        <a:pt x="1821" y="1"/>
                        <a:pt x="1798" y="13"/>
                        <a:pt x="1787" y="42"/>
                      </a:cubicBezTo>
                      <a:cubicBezTo>
                        <a:pt x="1534" y="766"/>
                        <a:pt x="1371" y="1535"/>
                        <a:pt x="1196" y="2281"/>
                      </a:cubicBezTo>
                      <a:cubicBezTo>
                        <a:pt x="1021" y="3032"/>
                        <a:pt x="864" y="3788"/>
                        <a:pt x="725" y="4546"/>
                      </a:cubicBezTo>
                      <a:cubicBezTo>
                        <a:pt x="452" y="6046"/>
                        <a:pt x="251" y="7562"/>
                        <a:pt x="129" y="9080"/>
                      </a:cubicBezTo>
                      <a:cubicBezTo>
                        <a:pt x="58" y="9943"/>
                        <a:pt x="19" y="10806"/>
                        <a:pt x="1" y="11672"/>
                      </a:cubicBezTo>
                      <a:cubicBezTo>
                        <a:pt x="1" y="11693"/>
                        <a:pt x="16" y="11703"/>
                        <a:pt x="32" y="11703"/>
                      </a:cubicBezTo>
                      <a:cubicBezTo>
                        <a:pt x="48" y="11703"/>
                        <a:pt x="65" y="11693"/>
                        <a:pt x="65" y="11672"/>
                      </a:cubicBezTo>
                      <a:cubicBezTo>
                        <a:pt x="188" y="8616"/>
                        <a:pt x="574" y="5569"/>
                        <a:pt x="1260" y="2588"/>
                      </a:cubicBezTo>
                      <a:cubicBezTo>
                        <a:pt x="1353" y="2178"/>
                        <a:pt x="1454" y="1768"/>
                        <a:pt x="1558" y="1362"/>
                      </a:cubicBezTo>
                      <a:cubicBezTo>
                        <a:pt x="1670" y="933"/>
                        <a:pt x="1806" y="506"/>
                        <a:pt x="1905" y="74"/>
                      </a:cubicBezTo>
                      <a:cubicBezTo>
                        <a:pt x="1915" y="29"/>
                        <a:pt x="1880" y="1"/>
                        <a:pt x="1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1"/>
                <p:cNvSpPr/>
                <p:nvPr/>
              </p:nvSpPr>
              <p:spPr>
                <a:xfrm>
                  <a:off x="4339150" y="4039875"/>
                  <a:ext cx="19575" cy="122100"/>
                </a:xfrm>
                <a:custGeom>
                  <a:rect b="b" l="l" r="r" t="t"/>
                  <a:pathLst>
                    <a:path extrusionOk="0" h="4884" w="783">
                      <a:moveTo>
                        <a:pt x="735" y="1"/>
                      </a:moveTo>
                      <a:cubicBezTo>
                        <a:pt x="715" y="1"/>
                        <a:pt x="693" y="12"/>
                        <a:pt x="686" y="34"/>
                      </a:cubicBezTo>
                      <a:cubicBezTo>
                        <a:pt x="565" y="419"/>
                        <a:pt x="512" y="827"/>
                        <a:pt x="443" y="1224"/>
                      </a:cubicBezTo>
                      <a:cubicBezTo>
                        <a:pt x="377" y="1619"/>
                        <a:pt x="313" y="2012"/>
                        <a:pt x="261" y="2409"/>
                      </a:cubicBezTo>
                      <a:cubicBezTo>
                        <a:pt x="207" y="2811"/>
                        <a:pt x="161" y="3213"/>
                        <a:pt x="119" y="3616"/>
                      </a:cubicBezTo>
                      <a:cubicBezTo>
                        <a:pt x="79" y="4019"/>
                        <a:pt x="1" y="4454"/>
                        <a:pt x="27" y="4862"/>
                      </a:cubicBezTo>
                      <a:cubicBezTo>
                        <a:pt x="28" y="4875"/>
                        <a:pt x="41" y="4883"/>
                        <a:pt x="52" y="4883"/>
                      </a:cubicBezTo>
                      <a:cubicBezTo>
                        <a:pt x="60" y="4883"/>
                        <a:pt x="68" y="4879"/>
                        <a:pt x="70" y="4868"/>
                      </a:cubicBezTo>
                      <a:cubicBezTo>
                        <a:pt x="159" y="4501"/>
                        <a:pt x="169" y="4099"/>
                        <a:pt x="214" y="3723"/>
                      </a:cubicBezTo>
                      <a:cubicBezTo>
                        <a:pt x="267" y="3290"/>
                        <a:pt x="328" y="2858"/>
                        <a:pt x="393" y="2427"/>
                      </a:cubicBezTo>
                      <a:cubicBezTo>
                        <a:pt x="455" y="2025"/>
                        <a:pt x="515" y="1626"/>
                        <a:pt x="584" y="1226"/>
                      </a:cubicBezTo>
                      <a:cubicBezTo>
                        <a:pt x="652" y="834"/>
                        <a:pt x="743" y="445"/>
                        <a:pt x="779" y="46"/>
                      </a:cubicBezTo>
                      <a:cubicBezTo>
                        <a:pt x="783" y="16"/>
                        <a:pt x="759" y="1"/>
                        <a:pt x="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1"/>
                <p:cNvSpPr/>
                <p:nvPr/>
              </p:nvSpPr>
              <p:spPr>
                <a:xfrm>
                  <a:off x="4209200" y="4152775"/>
                  <a:ext cx="6500" cy="116500"/>
                </a:xfrm>
                <a:custGeom>
                  <a:rect b="b" l="l" r="r" t="t"/>
                  <a:pathLst>
                    <a:path extrusionOk="0" h="4660" w="260">
                      <a:moveTo>
                        <a:pt x="184" y="0"/>
                      </a:moveTo>
                      <a:cubicBezTo>
                        <a:pt x="166" y="0"/>
                        <a:pt x="150" y="9"/>
                        <a:pt x="145" y="29"/>
                      </a:cubicBezTo>
                      <a:cubicBezTo>
                        <a:pt x="64" y="385"/>
                        <a:pt x="54" y="767"/>
                        <a:pt x="34" y="1131"/>
                      </a:cubicBezTo>
                      <a:cubicBezTo>
                        <a:pt x="11" y="1531"/>
                        <a:pt x="0" y="1932"/>
                        <a:pt x="6" y="2333"/>
                      </a:cubicBezTo>
                      <a:cubicBezTo>
                        <a:pt x="15" y="3101"/>
                        <a:pt x="77" y="3870"/>
                        <a:pt x="182" y="4632"/>
                      </a:cubicBezTo>
                      <a:cubicBezTo>
                        <a:pt x="185" y="4651"/>
                        <a:pt x="200" y="4659"/>
                        <a:pt x="216" y="4659"/>
                      </a:cubicBezTo>
                      <a:cubicBezTo>
                        <a:pt x="237" y="4659"/>
                        <a:pt x="259" y="4645"/>
                        <a:pt x="257" y="4621"/>
                      </a:cubicBezTo>
                      <a:cubicBezTo>
                        <a:pt x="158" y="3863"/>
                        <a:pt x="107" y="3098"/>
                        <a:pt x="103" y="2332"/>
                      </a:cubicBezTo>
                      <a:cubicBezTo>
                        <a:pt x="101" y="1956"/>
                        <a:pt x="113" y="1578"/>
                        <a:pt x="134" y="1202"/>
                      </a:cubicBezTo>
                      <a:cubicBezTo>
                        <a:pt x="158" y="814"/>
                        <a:pt x="219" y="427"/>
                        <a:pt x="227" y="39"/>
                      </a:cubicBezTo>
                      <a:cubicBezTo>
                        <a:pt x="227" y="15"/>
                        <a:pt x="205" y="0"/>
                        <a:pt x="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1"/>
                <p:cNvSpPr/>
                <p:nvPr/>
              </p:nvSpPr>
              <p:spPr>
                <a:xfrm>
                  <a:off x="4246475" y="4109250"/>
                  <a:ext cx="8300" cy="91175"/>
                </a:xfrm>
                <a:custGeom>
                  <a:rect b="b" l="l" r="r" t="t"/>
                  <a:pathLst>
                    <a:path extrusionOk="0" h="3647" w="332">
                      <a:moveTo>
                        <a:pt x="308" y="0"/>
                      </a:moveTo>
                      <a:cubicBezTo>
                        <a:pt x="299" y="0"/>
                        <a:pt x="290" y="5"/>
                        <a:pt x="287" y="15"/>
                      </a:cubicBezTo>
                      <a:cubicBezTo>
                        <a:pt x="138" y="589"/>
                        <a:pt x="90" y="1194"/>
                        <a:pt x="47" y="1783"/>
                      </a:cubicBezTo>
                      <a:cubicBezTo>
                        <a:pt x="4" y="2397"/>
                        <a:pt x="1" y="3011"/>
                        <a:pt x="28" y="3624"/>
                      </a:cubicBezTo>
                      <a:cubicBezTo>
                        <a:pt x="29" y="3639"/>
                        <a:pt x="40" y="3646"/>
                        <a:pt x="51" y="3646"/>
                      </a:cubicBezTo>
                      <a:cubicBezTo>
                        <a:pt x="62" y="3646"/>
                        <a:pt x="73" y="3639"/>
                        <a:pt x="73" y="3624"/>
                      </a:cubicBezTo>
                      <a:cubicBezTo>
                        <a:pt x="63" y="3022"/>
                        <a:pt x="83" y="2419"/>
                        <a:pt x="127" y="1816"/>
                      </a:cubicBezTo>
                      <a:cubicBezTo>
                        <a:pt x="171" y="1216"/>
                        <a:pt x="274" y="621"/>
                        <a:pt x="331" y="21"/>
                      </a:cubicBezTo>
                      <a:cubicBezTo>
                        <a:pt x="331" y="8"/>
                        <a:pt x="320"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 name="Google Shape;1052;p21"/>
              <p:cNvSpPr/>
              <p:nvPr/>
            </p:nvSpPr>
            <p:spPr>
              <a:xfrm>
                <a:off x="3367550" y="3677000"/>
                <a:ext cx="1179175" cy="897475"/>
              </a:xfrm>
              <a:custGeom>
                <a:rect b="b" l="l" r="r" t="t"/>
                <a:pathLst>
                  <a:path extrusionOk="0" h="35899" w="47167">
                    <a:moveTo>
                      <a:pt x="31258" y="1"/>
                    </a:moveTo>
                    <a:cubicBezTo>
                      <a:pt x="31128" y="1"/>
                      <a:pt x="30998" y="1"/>
                      <a:pt x="30870" y="4"/>
                    </a:cubicBezTo>
                    <a:cubicBezTo>
                      <a:pt x="30736" y="6"/>
                      <a:pt x="30602" y="8"/>
                      <a:pt x="30468" y="11"/>
                    </a:cubicBezTo>
                    <a:cubicBezTo>
                      <a:pt x="30338" y="14"/>
                      <a:pt x="30209" y="19"/>
                      <a:pt x="30080" y="22"/>
                    </a:cubicBezTo>
                    <a:cubicBezTo>
                      <a:pt x="29948" y="24"/>
                      <a:pt x="29813" y="30"/>
                      <a:pt x="29680" y="35"/>
                    </a:cubicBezTo>
                    <a:cubicBezTo>
                      <a:pt x="29550" y="42"/>
                      <a:pt x="29422" y="45"/>
                      <a:pt x="29292" y="53"/>
                    </a:cubicBezTo>
                    <a:cubicBezTo>
                      <a:pt x="29158" y="58"/>
                      <a:pt x="29022" y="66"/>
                      <a:pt x="28889" y="73"/>
                    </a:cubicBezTo>
                    <a:cubicBezTo>
                      <a:pt x="27751" y="136"/>
                      <a:pt x="26620" y="241"/>
                      <a:pt x="25505" y="382"/>
                    </a:cubicBezTo>
                    <a:cubicBezTo>
                      <a:pt x="25296" y="407"/>
                      <a:pt x="25088" y="436"/>
                      <a:pt x="24882" y="463"/>
                    </a:cubicBezTo>
                    <a:cubicBezTo>
                      <a:pt x="24820" y="472"/>
                      <a:pt x="24760" y="482"/>
                      <a:pt x="24696" y="491"/>
                    </a:cubicBezTo>
                    <a:cubicBezTo>
                      <a:pt x="24529" y="514"/>
                      <a:pt x="24359" y="535"/>
                      <a:pt x="24192" y="555"/>
                    </a:cubicBezTo>
                    <a:cubicBezTo>
                      <a:pt x="23985" y="583"/>
                      <a:pt x="23777" y="606"/>
                      <a:pt x="23571" y="626"/>
                    </a:cubicBezTo>
                    <a:cubicBezTo>
                      <a:pt x="23338" y="650"/>
                      <a:pt x="23107" y="671"/>
                      <a:pt x="22875" y="688"/>
                    </a:cubicBezTo>
                    <a:cubicBezTo>
                      <a:pt x="22671" y="707"/>
                      <a:pt x="22463" y="721"/>
                      <a:pt x="22257" y="734"/>
                    </a:cubicBezTo>
                    <a:cubicBezTo>
                      <a:pt x="22025" y="748"/>
                      <a:pt x="21793" y="760"/>
                      <a:pt x="21561" y="771"/>
                    </a:cubicBezTo>
                    <a:cubicBezTo>
                      <a:pt x="21355" y="782"/>
                      <a:pt x="21148" y="790"/>
                      <a:pt x="20943" y="796"/>
                    </a:cubicBezTo>
                    <a:cubicBezTo>
                      <a:pt x="20829" y="802"/>
                      <a:pt x="20716" y="805"/>
                      <a:pt x="20603" y="808"/>
                    </a:cubicBezTo>
                    <a:lnTo>
                      <a:pt x="20600" y="808"/>
                    </a:lnTo>
                    <a:cubicBezTo>
                      <a:pt x="20484" y="812"/>
                      <a:pt x="20363" y="813"/>
                      <a:pt x="20246" y="815"/>
                    </a:cubicBezTo>
                    <a:cubicBezTo>
                      <a:pt x="20041" y="822"/>
                      <a:pt x="19835" y="823"/>
                      <a:pt x="19631" y="826"/>
                    </a:cubicBezTo>
                    <a:cubicBezTo>
                      <a:pt x="19418" y="829"/>
                      <a:pt x="19207" y="831"/>
                      <a:pt x="18994" y="831"/>
                    </a:cubicBezTo>
                    <a:lnTo>
                      <a:pt x="18929" y="831"/>
                    </a:lnTo>
                    <a:cubicBezTo>
                      <a:pt x="18828" y="832"/>
                      <a:pt x="18726" y="833"/>
                      <a:pt x="18624" y="833"/>
                    </a:cubicBezTo>
                    <a:cubicBezTo>
                      <a:pt x="18521" y="833"/>
                      <a:pt x="18419" y="832"/>
                      <a:pt x="18317" y="831"/>
                    </a:cubicBezTo>
                    <a:cubicBezTo>
                      <a:pt x="18082" y="831"/>
                      <a:pt x="17849" y="831"/>
                      <a:pt x="17615" y="829"/>
                    </a:cubicBezTo>
                    <a:cubicBezTo>
                      <a:pt x="17412" y="828"/>
                      <a:pt x="17206" y="828"/>
                      <a:pt x="17003" y="823"/>
                    </a:cubicBezTo>
                    <a:cubicBezTo>
                      <a:pt x="16768" y="823"/>
                      <a:pt x="16535" y="822"/>
                      <a:pt x="16303" y="820"/>
                    </a:cubicBezTo>
                    <a:cubicBezTo>
                      <a:pt x="16097" y="819"/>
                      <a:pt x="15892" y="816"/>
                      <a:pt x="15686" y="816"/>
                    </a:cubicBezTo>
                    <a:cubicBezTo>
                      <a:pt x="15454" y="815"/>
                      <a:pt x="15219" y="813"/>
                      <a:pt x="14987" y="813"/>
                    </a:cubicBezTo>
                    <a:cubicBezTo>
                      <a:pt x="14783" y="813"/>
                      <a:pt x="14577" y="815"/>
                      <a:pt x="14372" y="815"/>
                    </a:cubicBezTo>
                    <a:cubicBezTo>
                      <a:pt x="14137" y="816"/>
                      <a:pt x="13904" y="819"/>
                      <a:pt x="13670" y="822"/>
                    </a:cubicBezTo>
                    <a:cubicBezTo>
                      <a:pt x="13466" y="823"/>
                      <a:pt x="13263" y="828"/>
                      <a:pt x="13057" y="833"/>
                    </a:cubicBezTo>
                    <a:cubicBezTo>
                      <a:pt x="12820" y="838"/>
                      <a:pt x="12588" y="845"/>
                      <a:pt x="12355" y="855"/>
                    </a:cubicBezTo>
                    <a:cubicBezTo>
                      <a:pt x="12152" y="862"/>
                      <a:pt x="11947" y="871"/>
                      <a:pt x="11744" y="881"/>
                    </a:cubicBezTo>
                    <a:cubicBezTo>
                      <a:pt x="11509" y="893"/>
                      <a:pt x="11276" y="905"/>
                      <a:pt x="11041" y="923"/>
                    </a:cubicBezTo>
                    <a:cubicBezTo>
                      <a:pt x="10841" y="936"/>
                      <a:pt x="10635" y="952"/>
                      <a:pt x="10433" y="970"/>
                    </a:cubicBezTo>
                    <a:cubicBezTo>
                      <a:pt x="10195" y="992"/>
                      <a:pt x="9959" y="1014"/>
                      <a:pt x="9724" y="1039"/>
                    </a:cubicBezTo>
                    <a:cubicBezTo>
                      <a:pt x="9524" y="1061"/>
                      <a:pt x="9325" y="1086"/>
                      <a:pt x="9126" y="1112"/>
                    </a:cubicBezTo>
                    <a:cubicBezTo>
                      <a:pt x="8886" y="1140"/>
                      <a:pt x="8645" y="1175"/>
                      <a:pt x="8406" y="1215"/>
                    </a:cubicBezTo>
                    <a:cubicBezTo>
                      <a:pt x="8314" y="1227"/>
                      <a:pt x="8226" y="1241"/>
                      <a:pt x="8135" y="1256"/>
                    </a:cubicBezTo>
                    <a:cubicBezTo>
                      <a:pt x="8033" y="1274"/>
                      <a:pt x="7929" y="1290"/>
                      <a:pt x="7827" y="1309"/>
                    </a:cubicBezTo>
                    <a:cubicBezTo>
                      <a:pt x="7580" y="1349"/>
                      <a:pt x="7331" y="1392"/>
                      <a:pt x="7085" y="1434"/>
                    </a:cubicBezTo>
                    <a:cubicBezTo>
                      <a:pt x="6905" y="1463"/>
                      <a:pt x="6725" y="1493"/>
                      <a:pt x="6544" y="1525"/>
                    </a:cubicBezTo>
                    <a:cubicBezTo>
                      <a:pt x="4365" y="1892"/>
                      <a:pt x="2183" y="2260"/>
                      <a:pt x="1" y="2627"/>
                    </a:cubicBezTo>
                    <a:lnTo>
                      <a:pt x="1" y="35898"/>
                    </a:lnTo>
                    <a:lnTo>
                      <a:pt x="41941" y="35898"/>
                    </a:lnTo>
                    <a:cubicBezTo>
                      <a:pt x="43338" y="35012"/>
                      <a:pt x="44475" y="33659"/>
                      <a:pt x="44760" y="32043"/>
                    </a:cubicBezTo>
                    <a:cubicBezTo>
                      <a:pt x="45155" y="29827"/>
                      <a:pt x="47166" y="29217"/>
                      <a:pt x="45398" y="27833"/>
                    </a:cubicBezTo>
                    <a:cubicBezTo>
                      <a:pt x="45092" y="27591"/>
                      <a:pt x="44672" y="27321"/>
                      <a:pt x="44177" y="27036"/>
                    </a:cubicBezTo>
                    <a:cubicBezTo>
                      <a:pt x="43428" y="26605"/>
                      <a:pt x="42510" y="26137"/>
                      <a:pt x="41547" y="25683"/>
                    </a:cubicBezTo>
                    <a:lnTo>
                      <a:pt x="41546" y="25683"/>
                    </a:lnTo>
                    <a:cubicBezTo>
                      <a:pt x="39480" y="24711"/>
                      <a:pt x="37211" y="23795"/>
                      <a:pt x="36006" y="23404"/>
                    </a:cubicBezTo>
                    <a:cubicBezTo>
                      <a:pt x="35253" y="23161"/>
                      <a:pt x="34525" y="22841"/>
                      <a:pt x="33808" y="22496"/>
                    </a:cubicBezTo>
                    <a:cubicBezTo>
                      <a:pt x="33776" y="22482"/>
                      <a:pt x="33747" y="22468"/>
                      <a:pt x="33717" y="22453"/>
                    </a:cubicBezTo>
                    <a:cubicBezTo>
                      <a:pt x="33276" y="22240"/>
                      <a:pt x="32838" y="22020"/>
                      <a:pt x="32400" y="21803"/>
                    </a:cubicBezTo>
                    <a:cubicBezTo>
                      <a:pt x="32363" y="21783"/>
                      <a:pt x="32327" y="21767"/>
                      <a:pt x="32291" y="21749"/>
                    </a:cubicBezTo>
                    <a:cubicBezTo>
                      <a:pt x="31410" y="21311"/>
                      <a:pt x="30524" y="20891"/>
                      <a:pt x="29608" y="20579"/>
                    </a:cubicBezTo>
                    <a:cubicBezTo>
                      <a:pt x="29759" y="19546"/>
                      <a:pt x="30412" y="18664"/>
                      <a:pt x="31085" y="17864"/>
                    </a:cubicBezTo>
                    <a:cubicBezTo>
                      <a:pt x="33911" y="14500"/>
                      <a:pt x="38398" y="12820"/>
                      <a:pt x="41364" y="9576"/>
                    </a:cubicBezTo>
                    <a:cubicBezTo>
                      <a:pt x="41957" y="8928"/>
                      <a:pt x="42693" y="8412"/>
                      <a:pt x="43501" y="8073"/>
                    </a:cubicBezTo>
                    <a:cubicBezTo>
                      <a:pt x="43903" y="7903"/>
                      <a:pt x="44329" y="7775"/>
                      <a:pt x="44693" y="7534"/>
                    </a:cubicBezTo>
                    <a:cubicBezTo>
                      <a:pt x="45018" y="7314"/>
                      <a:pt x="45293" y="6978"/>
                      <a:pt x="45337" y="6596"/>
                    </a:cubicBezTo>
                    <a:lnTo>
                      <a:pt x="45337" y="6592"/>
                    </a:lnTo>
                    <a:cubicBezTo>
                      <a:pt x="45342" y="6549"/>
                      <a:pt x="45345" y="6504"/>
                      <a:pt x="45344" y="6461"/>
                    </a:cubicBezTo>
                    <a:cubicBezTo>
                      <a:pt x="45335" y="6096"/>
                      <a:pt x="45107" y="5768"/>
                      <a:pt x="44819" y="5545"/>
                    </a:cubicBezTo>
                    <a:cubicBezTo>
                      <a:pt x="44534" y="5318"/>
                      <a:pt x="44325" y="5052"/>
                      <a:pt x="43974" y="4958"/>
                    </a:cubicBezTo>
                    <a:cubicBezTo>
                      <a:pt x="42773" y="4646"/>
                      <a:pt x="41556" y="4404"/>
                      <a:pt x="40330" y="4235"/>
                    </a:cubicBezTo>
                    <a:cubicBezTo>
                      <a:pt x="40228" y="4221"/>
                      <a:pt x="40125" y="4206"/>
                      <a:pt x="40022" y="4193"/>
                    </a:cubicBezTo>
                    <a:cubicBezTo>
                      <a:pt x="39991" y="4190"/>
                      <a:pt x="39960" y="4185"/>
                      <a:pt x="39927" y="4180"/>
                    </a:cubicBezTo>
                    <a:cubicBezTo>
                      <a:pt x="39891" y="4177"/>
                      <a:pt x="39854" y="4172"/>
                      <a:pt x="39817" y="4166"/>
                    </a:cubicBezTo>
                    <a:cubicBezTo>
                      <a:pt x="39695" y="4149"/>
                      <a:pt x="39571" y="4130"/>
                      <a:pt x="39448" y="4105"/>
                    </a:cubicBezTo>
                    <a:cubicBezTo>
                      <a:pt x="39421" y="4100"/>
                      <a:pt x="39395" y="4094"/>
                      <a:pt x="39370" y="4090"/>
                    </a:cubicBezTo>
                    <a:cubicBezTo>
                      <a:pt x="38869" y="3983"/>
                      <a:pt x="38398" y="3791"/>
                      <a:pt x="38147" y="3363"/>
                    </a:cubicBezTo>
                    <a:cubicBezTo>
                      <a:pt x="38761" y="3118"/>
                      <a:pt x="39378" y="2874"/>
                      <a:pt x="39990" y="2629"/>
                    </a:cubicBezTo>
                    <a:cubicBezTo>
                      <a:pt x="40025" y="2616"/>
                      <a:pt x="40055" y="2601"/>
                      <a:pt x="40089" y="2588"/>
                    </a:cubicBezTo>
                    <a:cubicBezTo>
                      <a:pt x="40202" y="2544"/>
                      <a:pt x="40323" y="2492"/>
                      <a:pt x="40388" y="2389"/>
                    </a:cubicBezTo>
                    <a:cubicBezTo>
                      <a:pt x="40437" y="2312"/>
                      <a:pt x="40445" y="2205"/>
                      <a:pt x="40402" y="2133"/>
                    </a:cubicBezTo>
                    <a:cubicBezTo>
                      <a:pt x="40388" y="2110"/>
                      <a:pt x="40370" y="2088"/>
                      <a:pt x="40344" y="2074"/>
                    </a:cubicBezTo>
                    <a:cubicBezTo>
                      <a:pt x="39239" y="1371"/>
                      <a:pt x="38104" y="574"/>
                      <a:pt x="36809" y="381"/>
                    </a:cubicBezTo>
                    <a:cubicBezTo>
                      <a:pt x="35892" y="246"/>
                      <a:pt x="34963" y="149"/>
                      <a:pt x="34025" y="87"/>
                    </a:cubicBezTo>
                    <a:cubicBezTo>
                      <a:pt x="33891" y="78"/>
                      <a:pt x="33754" y="71"/>
                      <a:pt x="33622" y="64"/>
                    </a:cubicBezTo>
                    <a:cubicBezTo>
                      <a:pt x="33494" y="55"/>
                      <a:pt x="33365" y="48"/>
                      <a:pt x="33236" y="44"/>
                    </a:cubicBezTo>
                    <a:cubicBezTo>
                      <a:pt x="33103" y="37"/>
                      <a:pt x="32968" y="31"/>
                      <a:pt x="32835" y="27"/>
                    </a:cubicBezTo>
                    <a:cubicBezTo>
                      <a:pt x="32707" y="21"/>
                      <a:pt x="32577" y="19"/>
                      <a:pt x="32448" y="15"/>
                    </a:cubicBezTo>
                    <a:cubicBezTo>
                      <a:pt x="32314" y="9"/>
                      <a:pt x="32180" y="8"/>
                      <a:pt x="32046" y="6"/>
                    </a:cubicBezTo>
                    <a:cubicBezTo>
                      <a:pt x="31916" y="5"/>
                      <a:pt x="31788" y="2"/>
                      <a:pt x="31658" y="2"/>
                    </a:cubicBezTo>
                    <a:cubicBezTo>
                      <a:pt x="31524" y="1"/>
                      <a:pt x="31390" y="1"/>
                      <a:pt x="31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1"/>
              <p:cNvSpPr/>
              <p:nvPr/>
            </p:nvSpPr>
            <p:spPr>
              <a:xfrm>
                <a:off x="3387475" y="3733750"/>
                <a:ext cx="433075" cy="42875"/>
              </a:xfrm>
              <a:custGeom>
                <a:rect b="b" l="l" r="r" t="t"/>
                <a:pathLst>
                  <a:path extrusionOk="0" h="1715" w="17323">
                    <a:moveTo>
                      <a:pt x="15244" y="1"/>
                    </a:moveTo>
                    <a:cubicBezTo>
                      <a:pt x="14774" y="1"/>
                      <a:pt x="14305" y="6"/>
                      <a:pt x="13834" y="16"/>
                    </a:cubicBezTo>
                    <a:cubicBezTo>
                      <a:pt x="12699" y="42"/>
                      <a:pt x="11567" y="88"/>
                      <a:pt x="10434" y="164"/>
                    </a:cubicBezTo>
                    <a:cubicBezTo>
                      <a:pt x="8211" y="311"/>
                      <a:pt x="5995" y="562"/>
                      <a:pt x="3795" y="912"/>
                    </a:cubicBezTo>
                    <a:cubicBezTo>
                      <a:pt x="2540" y="1111"/>
                      <a:pt x="1273" y="1322"/>
                      <a:pt x="42" y="1648"/>
                    </a:cubicBezTo>
                    <a:cubicBezTo>
                      <a:pt x="1" y="1658"/>
                      <a:pt x="17" y="1715"/>
                      <a:pt x="55" y="1715"/>
                    </a:cubicBezTo>
                    <a:cubicBezTo>
                      <a:pt x="57" y="1715"/>
                      <a:pt x="59" y="1715"/>
                      <a:pt x="61" y="1714"/>
                    </a:cubicBezTo>
                    <a:cubicBezTo>
                      <a:pt x="1180" y="1533"/>
                      <a:pt x="2294" y="1302"/>
                      <a:pt x="3413" y="1118"/>
                    </a:cubicBezTo>
                    <a:cubicBezTo>
                      <a:pt x="4527" y="935"/>
                      <a:pt x="5644" y="776"/>
                      <a:pt x="6763" y="647"/>
                    </a:cubicBezTo>
                    <a:cubicBezTo>
                      <a:pt x="8993" y="386"/>
                      <a:pt x="11235" y="225"/>
                      <a:pt x="13480" y="179"/>
                    </a:cubicBezTo>
                    <a:cubicBezTo>
                      <a:pt x="14094" y="166"/>
                      <a:pt x="14707" y="163"/>
                      <a:pt x="15321" y="163"/>
                    </a:cubicBezTo>
                    <a:cubicBezTo>
                      <a:pt x="15795" y="163"/>
                      <a:pt x="16272" y="188"/>
                      <a:pt x="16747" y="188"/>
                    </a:cubicBezTo>
                    <a:cubicBezTo>
                      <a:pt x="16910" y="188"/>
                      <a:pt x="17073" y="185"/>
                      <a:pt x="17236" y="177"/>
                    </a:cubicBezTo>
                    <a:cubicBezTo>
                      <a:pt x="17322" y="171"/>
                      <a:pt x="17320" y="55"/>
                      <a:pt x="17237" y="45"/>
                    </a:cubicBezTo>
                    <a:cubicBezTo>
                      <a:pt x="16877" y="6"/>
                      <a:pt x="16509" y="1"/>
                      <a:pt x="16141" y="1"/>
                    </a:cubicBezTo>
                    <a:cubicBezTo>
                      <a:pt x="16006" y="1"/>
                      <a:pt x="15871" y="2"/>
                      <a:pt x="15736" y="2"/>
                    </a:cubicBezTo>
                    <a:cubicBezTo>
                      <a:pt x="15669" y="2"/>
                      <a:pt x="15602" y="2"/>
                      <a:pt x="15536" y="1"/>
                    </a:cubicBezTo>
                    <a:cubicBezTo>
                      <a:pt x="15439" y="1"/>
                      <a:pt x="15341" y="1"/>
                      <a:pt x="15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1"/>
              <p:cNvSpPr/>
              <p:nvPr/>
            </p:nvSpPr>
            <p:spPr>
              <a:xfrm>
                <a:off x="3559175" y="3762925"/>
                <a:ext cx="156700" cy="9225"/>
              </a:xfrm>
              <a:custGeom>
                <a:rect b="b" l="l" r="r" t="t"/>
                <a:pathLst>
                  <a:path extrusionOk="0" h="369" w="6268">
                    <a:moveTo>
                      <a:pt x="5927" y="1"/>
                    </a:moveTo>
                    <a:cubicBezTo>
                      <a:pt x="5773" y="1"/>
                      <a:pt x="5610" y="26"/>
                      <a:pt x="5475" y="30"/>
                    </a:cubicBezTo>
                    <a:cubicBezTo>
                      <a:pt x="5223" y="40"/>
                      <a:pt x="4970" y="49"/>
                      <a:pt x="4717" y="57"/>
                    </a:cubicBezTo>
                    <a:cubicBezTo>
                      <a:pt x="4199" y="76"/>
                      <a:pt x="3681" y="102"/>
                      <a:pt x="3164" y="128"/>
                    </a:cubicBezTo>
                    <a:cubicBezTo>
                      <a:pt x="2128" y="174"/>
                      <a:pt x="1094" y="228"/>
                      <a:pt x="58" y="281"/>
                    </a:cubicBezTo>
                    <a:cubicBezTo>
                      <a:pt x="3" y="285"/>
                      <a:pt x="0" y="369"/>
                      <a:pt x="55" y="369"/>
                    </a:cubicBezTo>
                    <a:cubicBezTo>
                      <a:pt x="56" y="369"/>
                      <a:pt x="57" y="369"/>
                      <a:pt x="58" y="369"/>
                    </a:cubicBezTo>
                    <a:cubicBezTo>
                      <a:pt x="1105" y="346"/>
                      <a:pt x="2153" y="321"/>
                      <a:pt x="3200" y="289"/>
                    </a:cubicBezTo>
                    <a:cubicBezTo>
                      <a:pt x="3718" y="275"/>
                      <a:pt x="4236" y="264"/>
                      <a:pt x="4753" y="243"/>
                    </a:cubicBezTo>
                    <a:cubicBezTo>
                      <a:pt x="5017" y="232"/>
                      <a:pt x="5282" y="222"/>
                      <a:pt x="5547" y="213"/>
                    </a:cubicBezTo>
                    <a:cubicBezTo>
                      <a:pt x="5577" y="212"/>
                      <a:pt x="5608" y="211"/>
                      <a:pt x="5640" y="211"/>
                    </a:cubicBezTo>
                    <a:cubicBezTo>
                      <a:pt x="5694" y="211"/>
                      <a:pt x="5749" y="212"/>
                      <a:pt x="5805" y="212"/>
                    </a:cubicBezTo>
                    <a:cubicBezTo>
                      <a:pt x="5952" y="212"/>
                      <a:pt x="6103" y="204"/>
                      <a:pt x="6223" y="141"/>
                    </a:cubicBezTo>
                    <a:cubicBezTo>
                      <a:pt x="6268" y="119"/>
                      <a:pt x="6249" y="63"/>
                      <a:pt x="6211" y="47"/>
                    </a:cubicBezTo>
                    <a:cubicBezTo>
                      <a:pt x="6127" y="12"/>
                      <a:pt x="6029" y="1"/>
                      <a:pt x="59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1"/>
              <p:cNvSpPr/>
              <p:nvPr/>
            </p:nvSpPr>
            <p:spPr>
              <a:xfrm>
                <a:off x="4080900" y="3711000"/>
                <a:ext cx="178225" cy="14400"/>
              </a:xfrm>
              <a:custGeom>
                <a:rect b="b" l="l" r="r" t="t"/>
                <a:pathLst>
                  <a:path extrusionOk="0" h="576" w="7129">
                    <a:moveTo>
                      <a:pt x="209" y="0"/>
                    </a:moveTo>
                    <a:cubicBezTo>
                      <a:pt x="152" y="0"/>
                      <a:pt x="94" y="1"/>
                      <a:pt x="37" y="1"/>
                    </a:cubicBezTo>
                    <a:cubicBezTo>
                      <a:pt x="1" y="1"/>
                      <a:pt x="2" y="53"/>
                      <a:pt x="37" y="54"/>
                    </a:cubicBezTo>
                    <a:cubicBezTo>
                      <a:pt x="1204" y="107"/>
                      <a:pt x="2371" y="169"/>
                      <a:pt x="3536" y="256"/>
                    </a:cubicBezTo>
                    <a:cubicBezTo>
                      <a:pt x="4700" y="342"/>
                      <a:pt x="5860" y="470"/>
                      <a:pt x="7024" y="576"/>
                    </a:cubicBezTo>
                    <a:cubicBezTo>
                      <a:pt x="7026" y="576"/>
                      <a:pt x="7028" y="576"/>
                      <a:pt x="7030" y="576"/>
                    </a:cubicBezTo>
                    <a:cubicBezTo>
                      <a:pt x="7109" y="576"/>
                      <a:pt x="7129" y="434"/>
                      <a:pt x="7044" y="424"/>
                    </a:cubicBezTo>
                    <a:cubicBezTo>
                      <a:pt x="5895" y="266"/>
                      <a:pt x="4729" y="179"/>
                      <a:pt x="3572" y="109"/>
                    </a:cubicBezTo>
                    <a:cubicBezTo>
                      <a:pt x="2451" y="40"/>
                      <a:pt x="1333" y="0"/>
                      <a:pt x="2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1"/>
              <p:cNvSpPr/>
              <p:nvPr/>
            </p:nvSpPr>
            <p:spPr>
              <a:xfrm>
                <a:off x="4173225" y="3733575"/>
                <a:ext cx="40975" cy="5775"/>
              </a:xfrm>
              <a:custGeom>
                <a:rect b="b" l="l" r="r" t="t"/>
                <a:pathLst>
                  <a:path extrusionOk="0" h="231" w="1639">
                    <a:moveTo>
                      <a:pt x="64" y="0"/>
                    </a:moveTo>
                    <a:cubicBezTo>
                      <a:pt x="17" y="0"/>
                      <a:pt x="0" y="71"/>
                      <a:pt x="49" y="85"/>
                    </a:cubicBezTo>
                    <a:cubicBezTo>
                      <a:pt x="301" y="145"/>
                      <a:pt x="559" y="188"/>
                      <a:pt x="817" y="213"/>
                    </a:cubicBezTo>
                    <a:cubicBezTo>
                      <a:pt x="947" y="223"/>
                      <a:pt x="1076" y="230"/>
                      <a:pt x="1206" y="230"/>
                    </a:cubicBezTo>
                    <a:cubicBezTo>
                      <a:pt x="1229" y="230"/>
                      <a:pt x="1253" y="230"/>
                      <a:pt x="1277" y="230"/>
                    </a:cubicBezTo>
                    <a:cubicBezTo>
                      <a:pt x="1383" y="230"/>
                      <a:pt x="1491" y="227"/>
                      <a:pt x="1591" y="196"/>
                    </a:cubicBezTo>
                    <a:cubicBezTo>
                      <a:pt x="1631" y="181"/>
                      <a:pt x="1638" y="121"/>
                      <a:pt x="1595" y="115"/>
                    </a:cubicBezTo>
                    <a:cubicBezTo>
                      <a:pt x="1551" y="109"/>
                      <a:pt x="1506" y="107"/>
                      <a:pt x="1462" y="107"/>
                    </a:cubicBezTo>
                    <a:cubicBezTo>
                      <a:pt x="1387" y="107"/>
                      <a:pt x="1313" y="113"/>
                      <a:pt x="1238" y="113"/>
                    </a:cubicBezTo>
                    <a:cubicBezTo>
                      <a:pt x="1197" y="114"/>
                      <a:pt x="1156" y="115"/>
                      <a:pt x="1115" y="115"/>
                    </a:cubicBezTo>
                    <a:cubicBezTo>
                      <a:pt x="1026" y="115"/>
                      <a:pt x="937" y="113"/>
                      <a:pt x="847" y="108"/>
                    </a:cubicBezTo>
                    <a:cubicBezTo>
                      <a:pt x="587" y="93"/>
                      <a:pt x="329" y="57"/>
                      <a:pt x="74" y="1"/>
                    </a:cubicBezTo>
                    <a:cubicBezTo>
                      <a:pt x="70" y="1"/>
                      <a:pt x="67" y="0"/>
                      <a:pt x="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1"/>
              <p:cNvSpPr/>
              <p:nvPr/>
            </p:nvSpPr>
            <p:spPr>
              <a:xfrm>
                <a:off x="4120200" y="3861300"/>
                <a:ext cx="283325" cy="211150"/>
              </a:xfrm>
              <a:custGeom>
                <a:rect b="b" l="l" r="r" t="t"/>
                <a:pathLst>
                  <a:path extrusionOk="0" h="8446" w="11333">
                    <a:moveTo>
                      <a:pt x="11297" y="0"/>
                    </a:moveTo>
                    <a:cubicBezTo>
                      <a:pt x="11293" y="0"/>
                      <a:pt x="11290" y="1"/>
                      <a:pt x="11286" y="2"/>
                    </a:cubicBezTo>
                    <a:cubicBezTo>
                      <a:pt x="10875" y="161"/>
                      <a:pt x="10505" y="459"/>
                      <a:pt x="10142" y="701"/>
                    </a:cubicBezTo>
                    <a:cubicBezTo>
                      <a:pt x="9761" y="953"/>
                      <a:pt x="9384" y="1208"/>
                      <a:pt x="9007" y="1466"/>
                    </a:cubicBezTo>
                    <a:cubicBezTo>
                      <a:pt x="8243" y="1986"/>
                      <a:pt x="7487" y="2518"/>
                      <a:pt x="6740" y="3061"/>
                    </a:cubicBezTo>
                    <a:cubicBezTo>
                      <a:pt x="5278" y="4124"/>
                      <a:pt x="3840" y="5221"/>
                      <a:pt x="2437" y="6365"/>
                    </a:cubicBezTo>
                    <a:cubicBezTo>
                      <a:pt x="1626" y="7027"/>
                      <a:pt x="822" y="7703"/>
                      <a:pt x="28" y="8389"/>
                    </a:cubicBezTo>
                    <a:cubicBezTo>
                      <a:pt x="0" y="8412"/>
                      <a:pt x="26" y="8446"/>
                      <a:pt x="54" y="8446"/>
                    </a:cubicBezTo>
                    <a:cubicBezTo>
                      <a:pt x="62" y="8446"/>
                      <a:pt x="70" y="8443"/>
                      <a:pt x="77" y="8438"/>
                    </a:cubicBezTo>
                    <a:cubicBezTo>
                      <a:pt x="2882" y="6075"/>
                      <a:pt x="5805" y="3849"/>
                      <a:pt x="8825" y="1767"/>
                    </a:cubicBezTo>
                    <a:cubicBezTo>
                      <a:pt x="9240" y="1482"/>
                      <a:pt x="9653" y="1200"/>
                      <a:pt x="10071" y="922"/>
                    </a:cubicBezTo>
                    <a:lnTo>
                      <a:pt x="10698" y="507"/>
                    </a:lnTo>
                    <a:cubicBezTo>
                      <a:pt x="10911" y="365"/>
                      <a:pt x="11134" y="234"/>
                      <a:pt x="11315" y="54"/>
                    </a:cubicBezTo>
                    <a:cubicBezTo>
                      <a:pt x="11332" y="35"/>
                      <a:pt x="11320" y="0"/>
                      <a:pt x="1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1"/>
              <p:cNvSpPr/>
              <p:nvPr/>
            </p:nvSpPr>
            <p:spPr>
              <a:xfrm>
                <a:off x="4250825" y="3875975"/>
                <a:ext cx="80050" cy="46000"/>
              </a:xfrm>
              <a:custGeom>
                <a:rect b="b" l="l" r="r" t="t"/>
                <a:pathLst>
                  <a:path extrusionOk="0" h="1840" w="3202">
                    <a:moveTo>
                      <a:pt x="3158" y="1"/>
                    </a:moveTo>
                    <a:cubicBezTo>
                      <a:pt x="3154" y="1"/>
                      <a:pt x="3151" y="1"/>
                      <a:pt x="3148" y="2"/>
                    </a:cubicBezTo>
                    <a:cubicBezTo>
                      <a:pt x="2865" y="80"/>
                      <a:pt x="2610" y="225"/>
                      <a:pt x="2352" y="361"/>
                    </a:cubicBezTo>
                    <a:cubicBezTo>
                      <a:pt x="2089" y="497"/>
                      <a:pt x="1828" y="640"/>
                      <a:pt x="1571" y="787"/>
                    </a:cubicBezTo>
                    <a:cubicBezTo>
                      <a:pt x="1050" y="1090"/>
                      <a:pt x="540" y="1412"/>
                      <a:pt x="41" y="1752"/>
                    </a:cubicBezTo>
                    <a:cubicBezTo>
                      <a:pt x="1" y="1780"/>
                      <a:pt x="25" y="1839"/>
                      <a:pt x="64" y="1839"/>
                    </a:cubicBezTo>
                    <a:cubicBezTo>
                      <a:pt x="72" y="1839"/>
                      <a:pt x="80" y="1837"/>
                      <a:pt x="89" y="1832"/>
                    </a:cubicBezTo>
                    <a:cubicBezTo>
                      <a:pt x="586" y="1507"/>
                      <a:pt x="1093" y="1199"/>
                      <a:pt x="1612" y="911"/>
                    </a:cubicBezTo>
                    <a:cubicBezTo>
                      <a:pt x="1862" y="773"/>
                      <a:pt x="2116" y="636"/>
                      <a:pt x="2370" y="503"/>
                    </a:cubicBezTo>
                    <a:cubicBezTo>
                      <a:pt x="2642" y="362"/>
                      <a:pt x="2927" y="241"/>
                      <a:pt x="3175" y="65"/>
                    </a:cubicBezTo>
                    <a:cubicBezTo>
                      <a:pt x="3201" y="45"/>
                      <a:pt x="3190" y="1"/>
                      <a:pt x="3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1"/>
              <p:cNvSpPr/>
              <p:nvPr/>
            </p:nvSpPr>
            <p:spPr>
              <a:xfrm>
                <a:off x="4081625" y="4256775"/>
                <a:ext cx="327525" cy="152125"/>
              </a:xfrm>
              <a:custGeom>
                <a:rect b="b" l="l" r="r" t="t"/>
                <a:pathLst>
                  <a:path extrusionOk="0" h="6085" w="13101">
                    <a:moveTo>
                      <a:pt x="53" y="0"/>
                    </a:moveTo>
                    <a:cubicBezTo>
                      <a:pt x="13" y="0"/>
                      <a:pt x="1" y="65"/>
                      <a:pt x="45" y="82"/>
                    </a:cubicBezTo>
                    <a:cubicBezTo>
                      <a:pt x="3569" y="1328"/>
                      <a:pt x="7017" y="2814"/>
                      <a:pt x="10312" y="4579"/>
                    </a:cubicBezTo>
                    <a:cubicBezTo>
                      <a:pt x="10770" y="4823"/>
                      <a:pt x="11224" y="5074"/>
                      <a:pt x="11676" y="5328"/>
                    </a:cubicBezTo>
                    <a:cubicBezTo>
                      <a:pt x="12126" y="5581"/>
                      <a:pt x="12569" y="5882"/>
                      <a:pt x="13048" y="6083"/>
                    </a:cubicBezTo>
                    <a:cubicBezTo>
                      <a:pt x="13051" y="6084"/>
                      <a:pt x="13053" y="6084"/>
                      <a:pt x="13056" y="6084"/>
                    </a:cubicBezTo>
                    <a:cubicBezTo>
                      <a:pt x="13081" y="6084"/>
                      <a:pt x="13100" y="6046"/>
                      <a:pt x="13078" y="6029"/>
                    </a:cubicBezTo>
                    <a:cubicBezTo>
                      <a:pt x="12728" y="5747"/>
                      <a:pt x="12312" y="5538"/>
                      <a:pt x="11918" y="5315"/>
                    </a:cubicBezTo>
                    <a:cubicBezTo>
                      <a:pt x="11506" y="5081"/>
                      <a:pt x="11093" y="4851"/>
                      <a:pt x="10676" y="4625"/>
                    </a:cubicBezTo>
                    <a:cubicBezTo>
                      <a:pt x="9842" y="4174"/>
                      <a:pt x="8999" y="3741"/>
                      <a:pt x="8149" y="3324"/>
                    </a:cubicBezTo>
                    <a:cubicBezTo>
                      <a:pt x="6484" y="2505"/>
                      <a:pt x="4787" y="1750"/>
                      <a:pt x="3058" y="1076"/>
                    </a:cubicBezTo>
                    <a:cubicBezTo>
                      <a:pt x="2071" y="689"/>
                      <a:pt x="1072" y="336"/>
                      <a:pt x="67" y="3"/>
                    </a:cubicBezTo>
                    <a:cubicBezTo>
                      <a:pt x="62" y="1"/>
                      <a:pt x="57"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1"/>
              <p:cNvSpPr/>
              <p:nvPr/>
            </p:nvSpPr>
            <p:spPr>
              <a:xfrm>
                <a:off x="4114750" y="4304375"/>
                <a:ext cx="255700" cy="123675"/>
              </a:xfrm>
              <a:custGeom>
                <a:rect b="b" l="l" r="r" t="t"/>
                <a:pathLst>
                  <a:path extrusionOk="0" h="4947" w="10228">
                    <a:moveTo>
                      <a:pt x="63" y="1"/>
                    </a:moveTo>
                    <a:cubicBezTo>
                      <a:pt x="17" y="1"/>
                      <a:pt x="1" y="76"/>
                      <a:pt x="53" y="96"/>
                    </a:cubicBezTo>
                    <a:cubicBezTo>
                      <a:pt x="2784" y="1098"/>
                      <a:pt x="5428" y="2319"/>
                      <a:pt x="7981" y="3718"/>
                    </a:cubicBezTo>
                    <a:cubicBezTo>
                      <a:pt x="8702" y="4111"/>
                      <a:pt x="9409" y="4527"/>
                      <a:pt x="10121" y="4938"/>
                    </a:cubicBezTo>
                    <a:cubicBezTo>
                      <a:pt x="10131" y="4944"/>
                      <a:pt x="10140" y="4947"/>
                      <a:pt x="10149" y="4947"/>
                    </a:cubicBezTo>
                    <a:cubicBezTo>
                      <a:pt x="10197" y="4947"/>
                      <a:pt x="10228" y="4874"/>
                      <a:pt x="10178" y="4840"/>
                    </a:cubicBezTo>
                    <a:cubicBezTo>
                      <a:pt x="7741" y="3270"/>
                      <a:pt x="5094" y="1979"/>
                      <a:pt x="2410" y="889"/>
                    </a:cubicBezTo>
                    <a:cubicBezTo>
                      <a:pt x="1639" y="577"/>
                      <a:pt x="861" y="281"/>
                      <a:pt x="79" y="3"/>
                    </a:cubicBezTo>
                    <a:cubicBezTo>
                      <a:pt x="73" y="1"/>
                      <a:pt x="68" y="1"/>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61" name="Google Shape;1061;p21"/>
          <p:cNvSpPr/>
          <p:nvPr/>
        </p:nvSpPr>
        <p:spPr>
          <a:xfrm>
            <a:off x="-274355" y="4289405"/>
            <a:ext cx="2742371" cy="985415"/>
          </a:xfrm>
          <a:custGeom>
            <a:rect b="b" l="l" r="r" t="t"/>
            <a:pathLst>
              <a:path extrusionOk="0" h="35090" w="103515">
                <a:moveTo>
                  <a:pt x="14935" y="1"/>
                </a:moveTo>
                <a:cubicBezTo>
                  <a:pt x="14818" y="3"/>
                  <a:pt x="14697" y="6"/>
                  <a:pt x="14581" y="8"/>
                </a:cubicBezTo>
                <a:cubicBezTo>
                  <a:pt x="14376" y="15"/>
                  <a:pt x="14170" y="16"/>
                  <a:pt x="13965" y="18"/>
                </a:cubicBezTo>
                <a:cubicBezTo>
                  <a:pt x="13752" y="22"/>
                  <a:pt x="13542" y="24"/>
                  <a:pt x="13329" y="24"/>
                </a:cubicBezTo>
                <a:cubicBezTo>
                  <a:pt x="13536" y="65"/>
                  <a:pt x="13751" y="109"/>
                  <a:pt x="13970" y="150"/>
                </a:cubicBezTo>
                <a:cubicBezTo>
                  <a:pt x="14168" y="189"/>
                  <a:pt x="14370" y="227"/>
                  <a:pt x="14578" y="268"/>
                </a:cubicBezTo>
                <a:cubicBezTo>
                  <a:pt x="14815" y="316"/>
                  <a:pt x="15056" y="362"/>
                  <a:pt x="15302" y="411"/>
                </a:cubicBezTo>
                <a:cubicBezTo>
                  <a:pt x="15495" y="449"/>
                  <a:pt x="15690" y="486"/>
                  <a:pt x="15886" y="528"/>
                </a:cubicBezTo>
                <a:cubicBezTo>
                  <a:pt x="16141" y="578"/>
                  <a:pt x="16396" y="633"/>
                  <a:pt x="16654" y="686"/>
                </a:cubicBezTo>
                <a:cubicBezTo>
                  <a:pt x="16835" y="725"/>
                  <a:pt x="17015" y="764"/>
                  <a:pt x="17195" y="803"/>
                </a:cubicBezTo>
                <a:cubicBezTo>
                  <a:pt x="18424" y="1074"/>
                  <a:pt x="19656" y="1379"/>
                  <a:pt x="20751" y="1739"/>
                </a:cubicBezTo>
                <a:cubicBezTo>
                  <a:pt x="22208" y="2221"/>
                  <a:pt x="23418" y="2796"/>
                  <a:pt x="24051" y="3509"/>
                </a:cubicBezTo>
                <a:cubicBezTo>
                  <a:pt x="24912" y="4483"/>
                  <a:pt x="25241" y="5978"/>
                  <a:pt x="24379" y="6955"/>
                </a:cubicBezTo>
                <a:cubicBezTo>
                  <a:pt x="23519" y="7933"/>
                  <a:pt x="20825" y="9401"/>
                  <a:pt x="19649" y="9962"/>
                </a:cubicBezTo>
                <a:cubicBezTo>
                  <a:pt x="13281" y="13003"/>
                  <a:pt x="7727" y="16591"/>
                  <a:pt x="3142" y="21957"/>
                </a:cubicBezTo>
                <a:cubicBezTo>
                  <a:pt x="1563" y="23809"/>
                  <a:pt x="49" y="25961"/>
                  <a:pt x="26" y="28396"/>
                </a:cubicBezTo>
                <a:cubicBezTo>
                  <a:pt x="0" y="31034"/>
                  <a:pt x="1807" y="33431"/>
                  <a:pt x="4075" y="34781"/>
                </a:cubicBezTo>
                <a:cubicBezTo>
                  <a:pt x="4256" y="34888"/>
                  <a:pt x="4442" y="34993"/>
                  <a:pt x="4626" y="35090"/>
                </a:cubicBezTo>
                <a:lnTo>
                  <a:pt x="103515" y="35090"/>
                </a:lnTo>
                <a:lnTo>
                  <a:pt x="103515" y="15683"/>
                </a:lnTo>
                <a:cubicBezTo>
                  <a:pt x="85415" y="17510"/>
                  <a:pt x="67544" y="21015"/>
                  <a:pt x="49631" y="24263"/>
                </a:cubicBezTo>
                <a:cubicBezTo>
                  <a:pt x="48471" y="24473"/>
                  <a:pt x="47308" y="24682"/>
                  <a:pt x="46147" y="24889"/>
                </a:cubicBezTo>
                <a:cubicBezTo>
                  <a:pt x="45839" y="24944"/>
                  <a:pt x="45535" y="24999"/>
                  <a:pt x="45227" y="25054"/>
                </a:cubicBezTo>
                <a:cubicBezTo>
                  <a:pt x="43879" y="25293"/>
                  <a:pt x="42531" y="25530"/>
                  <a:pt x="41184" y="25762"/>
                </a:cubicBezTo>
                <a:cubicBezTo>
                  <a:pt x="40296" y="25918"/>
                  <a:pt x="39406" y="26071"/>
                  <a:pt x="38514" y="26222"/>
                </a:cubicBezTo>
                <a:cubicBezTo>
                  <a:pt x="36888" y="26500"/>
                  <a:pt x="35257" y="26771"/>
                  <a:pt x="33627" y="27036"/>
                </a:cubicBezTo>
                <a:cubicBezTo>
                  <a:pt x="33557" y="27049"/>
                  <a:pt x="33486" y="27059"/>
                  <a:pt x="33417" y="27071"/>
                </a:cubicBezTo>
                <a:lnTo>
                  <a:pt x="33414" y="27071"/>
                </a:lnTo>
                <a:cubicBezTo>
                  <a:pt x="32750" y="27179"/>
                  <a:pt x="32086" y="27287"/>
                  <a:pt x="31419" y="27390"/>
                </a:cubicBezTo>
                <a:cubicBezTo>
                  <a:pt x="31323" y="27405"/>
                  <a:pt x="31231" y="27419"/>
                  <a:pt x="31136" y="27434"/>
                </a:cubicBezTo>
                <a:lnTo>
                  <a:pt x="31135" y="27434"/>
                </a:lnTo>
                <a:cubicBezTo>
                  <a:pt x="29920" y="27627"/>
                  <a:pt x="28707" y="27814"/>
                  <a:pt x="27490" y="27996"/>
                </a:cubicBezTo>
                <a:cubicBezTo>
                  <a:pt x="25676" y="28268"/>
                  <a:pt x="22711" y="28438"/>
                  <a:pt x="19866" y="28438"/>
                </a:cubicBezTo>
                <a:cubicBezTo>
                  <a:pt x="17408" y="28438"/>
                  <a:pt x="15040" y="28312"/>
                  <a:pt x="13581" y="28016"/>
                </a:cubicBezTo>
                <a:cubicBezTo>
                  <a:pt x="11518" y="27598"/>
                  <a:pt x="9306" y="26684"/>
                  <a:pt x="8459" y="24760"/>
                </a:cubicBezTo>
                <a:cubicBezTo>
                  <a:pt x="7988" y="23685"/>
                  <a:pt x="8027" y="22431"/>
                  <a:pt x="8400" y="21318"/>
                </a:cubicBezTo>
                <a:cubicBezTo>
                  <a:pt x="8773" y="20205"/>
                  <a:pt x="9456" y="19219"/>
                  <a:pt x="10234" y="18341"/>
                </a:cubicBezTo>
                <a:cubicBezTo>
                  <a:pt x="14206" y="13860"/>
                  <a:pt x="20499" y="12132"/>
                  <a:pt x="24839" y="8018"/>
                </a:cubicBezTo>
                <a:cubicBezTo>
                  <a:pt x="25660" y="7242"/>
                  <a:pt x="26457" y="6220"/>
                  <a:pt x="26288" y="5104"/>
                </a:cubicBezTo>
                <a:cubicBezTo>
                  <a:pt x="26140" y="4108"/>
                  <a:pt x="25269" y="3392"/>
                  <a:pt x="24412" y="2866"/>
                </a:cubicBezTo>
                <a:cubicBezTo>
                  <a:pt x="23712" y="2434"/>
                  <a:pt x="22980" y="2068"/>
                  <a:pt x="22228" y="1752"/>
                </a:cubicBezTo>
                <a:cubicBezTo>
                  <a:pt x="21428" y="1420"/>
                  <a:pt x="20603" y="1144"/>
                  <a:pt x="19761" y="914"/>
                </a:cubicBezTo>
                <a:lnTo>
                  <a:pt x="19760" y="914"/>
                </a:lnTo>
                <a:cubicBezTo>
                  <a:pt x="19609" y="871"/>
                  <a:pt x="19456" y="829"/>
                  <a:pt x="19300" y="791"/>
                </a:cubicBezTo>
                <a:cubicBezTo>
                  <a:pt x="19038" y="724"/>
                  <a:pt x="18775" y="662"/>
                  <a:pt x="18511" y="604"/>
                </a:cubicBezTo>
                <a:cubicBezTo>
                  <a:pt x="18319" y="561"/>
                  <a:pt x="18129" y="521"/>
                  <a:pt x="17936" y="482"/>
                </a:cubicBezTo>
                <a:cubicBezTo>
                  <a:pt x="17693" y="431"/>
                  <a:pt x="17449" y="384"/>
                  <a:pt x="17203" y="342"/>
                </a:cubicBezTo>
                <a:cubicBezTo>
                  <a:pt x="17002" y="305"/>
                  <a:pt x="16805" y="273"/>
                  <a:pt x="16603" y="240"/>
                </a:cubicBezTo>
                <a:cubicBezTo>
                  <a:pt x="16368" y="201"/>
                  <a:pt x="16131" y="165"/>
                  <a:pt x="15893" y="130"/>
                </a:cubicBezTo>
                <a:cubicBezTo>
                  <a:pt x="15690" y="100"/>
                  <a:pt x="15485" y="73"/>
                  <a:pt x="15279" y="45"/>
                </a:cubicBezTo>
                <a:cubicBezTo>
                  <a:pt x="15165" y="29"/>
                  <a:pt x="15050" y="15"/>
                  <a:pt x="14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21"/>
          <p:cNvGrpSpPr/>
          <p:nvPr/>
        </p:nvGrpSpPr>
        <p:grpSpPr>
          <a:xfrm flipH="1">
            <a:off x="1348273" y="4700718"/>
            <a:ext cx="3449250" cy="971677"/>
            <a:chOff x="609975" y="2365950"/>
            <a:chExt cx="2812500" cy="792300"/>
          </a:xfrm>
        </p:grpSpPr>
        <p:sp>
          <p:nvSpPr>
            <p:cNvPr id="1063" name="Google Shape;1063;p21"/>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1"/>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1"/>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1"/>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1"/>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1"/>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21"/>
          <p:cNvGrpSpPr/>
          <p:nvPr/>
        </p:nvGrpSpPr>
        <p:grpSpPr>
          <a:xfrm>
            <a:off x="3732734" y="4700724"/>
            <a:ext cx="4281022" cy="1087641"/>
            <a:chOff x="371175" y="2623925"/>
            <a:chExt cx="2093000" cy="531750"/>
          </a:xfrm>
        </p:grpSpPr>
        <p:sp>
          <p:nvSpPr>
            <p:cNvPr id="1070" name="Google Shape;1070;p21"/>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1"/>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1"/>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1"/>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1"/>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1"/>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1"/>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1"/>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1"/>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1"/>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1"/>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1"/>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1"/>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1"/>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1"/>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1"/>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1"/>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1"/>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1"/>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21"/>
          <p:cNvGrpSpPr/>
          <p:nvPr/>
        </p:nvGrpSpPr>
        <p:grpSpPr>
          <a:xfrm>
            <a:off x="-287532" y="4935841"/>
            <a:ext cx="2742370" cy="1143021"/>
            <a:chOff x="2081725" y="2409550"/>
            <a:chExt cx="1340750" cy="558825"/>
          </a:xfrm>
        </p:grpSpPr>
        <p:sp>
          <p:nvSpPr>
            <p:cNvPr id="1090" name="Google Shape;1090;p21"/>
            <p:cNvSpPr/>
            <p:nvPr/>
          </p:nvSpPr>
          <p:spPr>
            <a:xfrm>
              <a:off x="2081725" y="2409550"/>
              <a:ext cx="1340750" cy="558825"/>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1"/>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1"/>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1"/>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1"/>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1"/>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1"/>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1"/>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21"/>
          <p:cNvGrpSpPr/>
          <p:nvPr/>
        </p:nvGrpSpPr>
        <p:grpSpPr>
          <a:xfrm>
            <a:off x="-807500" y="2612900"/>
            <a:ext cx="1527500" cy="719225"/>
            <a:chOff x="5155200" y="1824900"/>
            <a:chExt cx="1527500" cy="719225"/>
          </a:xfrm>
        </p:grpSpPr>
        <p:sp>
          <p:nvSpPr>
            <p:cNvPr id="1099" name="Google Shape;1099;p21"/>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1"/>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1"/>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1"/>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1"/>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1"/>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21"/>
          <p:cNvGrpSpPr/>
          <p:nvPr/>
        </p:nvGrpSpPr>
        <p:grpSpPr>
          <a:xfrm>
            <a:off x="-112050" y="220425"/>
            <a:ext cx="1195900" cy="541775"/>
            <a:chOff x="5595675" y="1084200"/>
            <a:chExt cx="1195900" cy="541775"/>
          </a:xfrm>
        </p:grpSpPr>
        <p:sp>
          <p:nvSpPr>
            <p:cNvPr id="1106" name="Google Shape;1106;p21"/>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1"/>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1"/>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1"/>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1"/>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1"/>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1"/>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1"/>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1"/>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1"/>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1"/>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21"/>
          <p:cNvGrpSpPr/>
          <p:nvPr/>
        </p:nvGrpSpPr>
        <p:grpSpPr>
          <a:xfrm>
            <a:off x="8424000" y="1586738"/>
            <a:ext cx="1089150" cy="571075"/>
            <a:chOff x="6195700" y="3234125"/>
            <a:chExt cx="1089150" cy="571075"/>
          </a:xfrm>
        </p:grpSpPr>
        <p:sp>
          <p:nvSpPr>
            <p:cNvPr id="1118" name="Google Shape;1118;p21"/>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1"/>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1"/>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1"/>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1"/>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1"/>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1"/>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1"/>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 name="Google Shape;1126;p21"/>
          <p:cNvGrpSpPr/>
          <p:nvPr/>
        </p:nvGrpSpPr>
        <p:grpSpPr>
          <a:xfrm>
            <a:off x="61963" y="2172150"/>
            <a:ext cx="545475" cy="180275"/>
            <a:chOff x="6417800" y="2661150"/>
            <a:chExt cx="545475" cy="180275"/>
          </a:xfrm>
        </p:grpSpPr>
        <p:sp>
          <p:nvSpPr>
            <p:cNvPr id="1127" name="Google Shape;1127;p21"/>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1"/>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1"/>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1"/>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1"/>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1"/>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21"/>
          <p:cNvGrpSpPr/>
          <p:nvPr/>
        </p:nvGrpSpPr>
        <p:grpSpPr>
          <a:xfrm>
            <a:off x="8013750" y="867025"/>
            <a:ext cx="1011900" cy="244475"/>
            <a:chOff x="5272425" y="2835250"/>
            <a:chExt cx="1011900" cy="244475"/>
          </a:xfrm>
        </p:grpSpPr>
        <p:sp>
          <p:nvSpPr>
            <p:cNvPr id="1134" name="Google Shape;1134;p21"/>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1"/>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1"/>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1"/>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1"/>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1"/>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1"/>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1"/>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1"/>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 name="Google Shape;1143;p21"/>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BODY_1_1">
    <p:spTree>
      <p:nvGrpSpPr>
        <p:cNvPr id="1144" name="Shape 1144"/>
        <p:cNvGrpSpPr/>
        <p:nvPr/>
      </p:nvGrpSpPr>
      <p:grpSpPr>
        <a:xfrm>
          <a:off x="0" y="0"/>
          <a:ext cx="0" cy="0"/>
          <a:chOff x="0" y="0"/>
          <a:chExt cx="0" cy="0"/>
        </a:xfrm>
      </p:grpSpPr>
      <p:sp>
        <p:nvSpPr>
          <p:cNvPr id="1145" name="Google Shape;1145;p22"/>
          <p:cNvSpPr txBox="1"/>
          <p:nvPr>
            <p:ph idx="1" type="body"/>
          </p:nvPr>
        </p:nvSpPr>
        <p:spPr>
          <a:xfrm>
            <a:off x="720000" y="1174500"/>
            <a:ext cx="3753300" cy="34290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lt2"/>
              </a:buClr>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sp>
        <p:nvSpPr>
          <p:cNvPr id="1146" name="Google Shape;1146;p22"/>
          <p:cNvSpPr txBox="1"/>
          <p:nvPr>
            <p:ph idx="2" type="body"/>
          </p:nvPr>
        </p:nvSpPr>
        <p:spPr>
          <a:xfrm>
            <a:off x="4670700" y="1174500"/>
            <a:ext cx="3753300" cy="34290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lt2"/>
              </a:buClr>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sp>
        <p:nvSpPr>
          <p:cNvPr id="1147" name="Google Shape;1147;p22"/>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grpSp>
        <p:nvGrpSpPr>
          <p:cNvPr id="1148" name="Google Shape;1148;p22"/>
          <p:cNvGrpSpPr/>
          <p:nvPr/>
        </p:nvGrpSpPr>
        <p:grpSpPr>
          <a:xfrm>
            <a:off x="-674550" y="468825"/>
            <a:ext cx="11594729" cy="6668296"/>
            <a:chOff x="-674550" y="240225"/>
            <a:chExt cx="11594729" cy="6668296"/>
          </a:xfrm>
        </p:grpSpPr>
        <p:grpSp>
          <p:nvGrpSpPr>
            <p:cNvPr id="1149" name="Google Shape;1149;p22"/>
            <p:cNvGrpSpPr/>
            <p:nvPr/>
          </p:nvGrpSpPr>
          <p:grpSpPr>
            <a:xfrm>
              <a:off x="-582025" y="1491138"/>
              <a:ext cx="1050000" cy="694200"/>
              <a:chOff x="3829175" y="1857800"/>
              <a:chExt cx="1050000" cy="694200"/>
            </a:xfrm>
          </p:grpSpPr>
          <p:sp>
            <p:nvSpPr>
              <p:cNvPr id="1150" name="Google Shape;1150;p22"/>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2"/>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2"/>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2"/>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2"/>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2"/>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22"/>
            <p:cNvGrpSpPr/>
            <p:nvPr/>
          </p:nvGrpSpPr>
          <p:grpSpPr>
            <a:xfrm>
              <a:off x="243225" y="276800"/>
              <a:ext cx="1282000" cy="526400"/>
              <a:chOff x="3450550" y="1144050"/>
              <a:chExt cx="1282000" cy="526400"/>
            </a:xfrm>
          </p:grpSpPr>
          <p:sp>
            <p:nvSpPr>
              <p:cNvPr id="1157" name="Google Shape;1157;p22"/>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2"/>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2"/>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2"/>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2"/>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2"/>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22"/>
            <p:cNvGrpSpPr/>
            <p:nvPr/>
          </p:nvGrpSpPr>
          <p:grpSpPr>
            <a:xfrm>
              <a:off x="-674550" y="2329825"/>
              <a:ext cx="1527500" cy="719225"/>
              <a:chOff x="5155200" y="1824900"/>
              <a:chExt cx="1527500" cy="719225"/>
            </a:xfrm>
          </p:grpSpPr>
          <p:sp>
            <p:nvSpPr>
              <p:cNvPr id="1164" name="Google Shape;1164;p22"/>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2"/>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2"/>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2"/>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2"/>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2"/>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22"/>
            <p:cNvGrpSpPr/>
            <p:nvPr/>
          </p:nvGrpSpPr>
          <p:grpSpPr>
            <a:xfrm>
              <a:off x="4" y="567200"/>
              <a:ext cx="10920175" cy="6341321"/>
              <a:chOff x="4" y="567200"/>
              <a:chExt cx="10920175" cy="6341321"/>
            </a:xfrm>
          </p:grpSpPr>
          <p:grpSp>
            <p:nvGrpSpPr>
              <p:cNvPr id="1171" name="Google Shape;1171;p22"/>
              <p:cNvGrpSpPr/>
              <p:nvPr/>
            </p:nvGrpSpPr>
            <p:grpSpPr>
              <a:xfrm>
                <a:off x="4" y="3746091"/>
                <a:ext cx="9144014" cy="2035097"/>
                <a:chOff x="609975" y="2032925"/>
                <a:chExt cx="2729475" cy="706950"/>
              </a:xfrm>
            </p:grpSpPr>
            <p:sp>
              <p:nvSpPr>
                <p:cNvPr id="1172" name="Google Shape;1172;p22"/>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2"/>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2"/>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2"/>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2"/>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22"/>
              <p:cNvGrpSpPr/>
              <p:nvPr/>
            </p:nvGrpSpPr>
            <p:grpSpPr>
              <a:xfrm>
                <a:off x="375455" y="4267377"/>
                <a:ext cx="3750658" cy="950331"/>
                <a:chOff x="365750" y="2226825"/>
                <a:chExt cx="1302900" cy="330125"/>
              </a:xfrm>
            </p:grpSpPr>
            <p:sp>
              <p:nvSpPr>
                <p:cNvPr id="1178" name="Google Shape;1178;p22"/>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2"/>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2"/>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2"/>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2"/>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2"/>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2"/>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22"/>
              <p:cNvGrpSpPr/>
              <p:nvPr/>
            </p:nvGrpSpPr>
            <p:grpSpPr>
              <a:xfrm>
                <a:off x="4732114" y="3982835"/>
                <a:ext cx="4498041" cy="1561623"/>
                <a:chOff x="1786325" y="2127525"/>
                <a:chExt cx="1562525" cy="542475"/>
              </a:xfrm>
            </p:grpSpPr>
            <p:sp>
              <p:nvSpPr>
                <p:cNvPr id="1186" name="Google Shape;1186;p22"/>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2"/>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22"/>
              <p:cNvGrpSpPr/>
              <p:nvPr/>
            </p:nvGrpSpPr>
            <p:grpSpPr>
              <a:xfrm>
                <a:off x="6" y="4627727"/>
                <a:ext cx="8096344" cy="2280794"/>
                <a:chOff x="609975" y="2365950"/>
                <a:chExt cx="2812500" cy="792300"/>
              </a:xfrm>
            </p:grpSpPr>
            <p:sp>
              <p:nvSpPr>
                <p:cNvPr id="1189" name="Google Shape;1189;p22"/>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2"/>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2"/>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2"/>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2"/>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2"/>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22"/>
              <p:cNvGrpSpPr/>
              <p:nvPr/>
            </p:nvGrpSpPr>
            <p:grpSpPr>
              <a:xfrm>
                <a:off x="2136410" y="3951534"/>
                <a:ext cx="8783769" cy="2147874"/>
                <a:chOff x="360222" y="4137309"/>
                <a:chExt cx="8783769" cy="2147874"/>
              </a:xfrm>
            </p:grpSpPr>
            <p:sp>
              <p:nvSpPr>
                <p:cNvPr id="1196" name="Google Shape;1196;p22"/>
                <p:cNvSpPr/>
                <p:nvPr/>
              </p:nvSpPr>
              <p:spPr>
                <a:xfrm>
                  <a:off x="5284374" y="4137309"/>
                  <a:ext cx="3859617" cy="1608690"/>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 name="Google Shape;1197;p22"/>
                <p:cNvGrpSpPr/>
                <p:nvPr/>
              </p:nvGrpSpPr>
              <p:grpSpPr>
                <a:xfrm>
                  <a:off x="360222" y="4330977"/>
                  <a:ext cx="8653084" cy="1954205"/>
                  <a:chOff x="371175" y="2476825"/>
                  <a:chExt cx="3005900" cy="678850"/>
                </a:xfrm>
              </p:grpSpPr>
              <p:sp>
                <p:nvSpPr>
                  <p:cNvPr id="1198" name="Google Shape;1198;p22"/>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2"/>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2"/>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2"/>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2"/>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2"/>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2"/>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2"/>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2"/>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2"/>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2"/>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2"/>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2"/>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2"/>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2"/>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2"/>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2"/>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2"/>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2"/>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2"/>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2"/>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2"/>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2"/>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2"/>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2"/>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2"/>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 name="Google Shape;1224;p22"/>
              <p:cNvGrpSpPr/>
              <p:nvPr/>
            </p:nvGrpSpPr>
            <p:grpSpPr>
              <a:xfrm>
                <a:off x="8096350" y="567200"/>
                <a:ext cx="1538225" cy="703675"/>
                <a:chOff x="3504250" y="2617325"/>
                <a:chExt cx="1538225" cy="703675"/>
              </a:xfrm>
            </p:grpSpPr>
            <p:sp>
              <p:nvSpPr>
                <p:cNvPr id="1225" name="Google Shape;1225;p22"/>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2"/>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2"/>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2"/>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2"/>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2"/>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2"/>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2"/>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2"/>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2"/>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2"/>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2"/>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22"/>
              <p:cNvGrpSpPr/>
              <p:nvPr/>
            </p:nvGrpSpPr>
            <p:grpSpPr>
              <a:xfrm>
                <a:off x="8499775" y="1567350"/>
                <a:ext cx="1195900" cy="541775"/>
                <a:chOff x="5595675" y="1084200"/>
                <a:chExt cx="1195900" cy="541775"/>
              </a:xfrm>
            </p:grpSpPr>
            <p:sp>
              <p:nvSpPr>
                <p:cNvPr id="1238" name="Google Shape;1238;p22"/>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2"/>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2"/>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2"/>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2"/>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2"/>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2"/>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2"/>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2"/>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2"/>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2"/>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 name="Google Shape;1249;p22"/>
            <p:cNvGrpSpPr/>
            <p:nvPr/>
          </p:nvGrpSpPr>
          <p:grpSpPr>
            <a:xfrm>
              <a:off x="1533238" y="240225"/>
              <a:ext cx="545475" cy="180275"/>
              <a:chOff x="6417800" y="2661150"/>
              <a:chExt cx="545475" cy="180275"/>
            </a:xfrm>
          </p:grpSpPr>
          <p:sp>
            <p:nvSpPr>
              <p:cNvPr id="1250" name="Google Shape;1250;p22"/>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2"/>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2"/>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2"/>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2"/>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2"/>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256" name="Shape 1256"/>
        <p:cNvGrpSpPr/>
        <p:nvPr/>
      </p:nvGrpSpPr>
      <p:grpSpPr>
        <a:xfrm>
          <a:off x="0" y="0"/>
          <a:ext cx="0" cy="0"/>
          <a:chOff x="0" y="0"/>
          <a:chExt cx="0" cy="0"/>
        </a:xfrm>
      </p:grpSpPr>
      <p:sp>
        <p:nvSpPr>
          <p:cNvPr id="1257" name="Google Shape;1257;p23"/>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1258" name="Google Shape;1258;p23"/>
          <p:cNvSpPr txBox="1"/>
          <p:nvPr>
            <p:ph idx="2" type="title"/>
          </p:nvPr>
        </p:nvSpPr>
        <p:spPr>
          <a:xfrm>
            <a:off x="720000" y="3022475"/>
            <a:ext cx="2336400" cy="441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59" name="Google Shape;1259;p23"/>
          <p:cNvSpPr txBox="1"/>
          <p:nvPr>
            <p:ph idx="1" type="subTitle"/>
          </p:nvPr>
        </p:nvSpPr>
        <p:spPr>
          <a:xfrm>
            <a:off x="720000" y="3405275"/>
            <a:ext cx="2336400" cy="81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60" name="Google Shape;1260;p23"/>
          <p:cNvSpPr txBox="1"/>
          <p:nvPr>
            <p:ph idx="3" type="title"/>
          </p:nvPr>
        </p:nvSpPr>
        <p:spPr>
          <a:xfrm>
            <a:off x="3403800" y="3022485"/>
            <a:ext cx="2336400" cy="441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61" name="Google Shape;1261;p23"/>
          <p:cNvSpPr txBox="1"/>
          <p:nvPr>
            <p:ph idx="4" type="subTitle"/>
          </p:nvPr>
        </p:nvSpPr>
        <p:spPr>
          <a:xfrm>
            <a:off x="3403800" y="3405292"/>
            <a:ext cx="2336400" cy="81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62" name="Google Shape;1262;p23"/>
          <p:cNvSpPr txBox="1"/>
          <p:nvPr>
            <p:ph idx="5" type="title"/>
          </p:nvPr>
        </p:nvSpPr>
        <p:spPr>
          <a:xfrm>
            <a:off x="6087600" y="3022475"/>
            <a:ext cx="2336400" cy="441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63" name="Google Shape;1263;p23"/>
          <p:cNvSpPr txBox="1"/>
          <p:nvPr>
            <p:ph idx="6" type="subTitle"/>
          </p:nvPr>
        </p:nvSpPr>
        <p:spPr>
          <a:xfrm>
            <a:off x="6087600" y="3405275"/>
            <a:ext cx="2336400" cy="81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264" name="Google Shape;1264;p23"/>
          <p:cNvGrpSpPr/>
          <p:nvPr/>
        </p:nvGrpSpPr>
        <p:grpSpPr>
          <a:xfrm>
            <a:off x="-1076431" y="723182"/>
            <a:ext cx="12325710" cy="6185338"/>
            <a:chOff x="-1076431" y="723182"/>
            <a:chExt cx="12325710" cy="6185338"/>
          </a:xfrm>
        </p:grpSpPr>
        <p:grpSp>
          <p:nvGrpSpPr>
            <p:cNvPr id="1265" name="Google Shape;1265;p23"/>
            <p:cNvGrpSpPr/>
            <p:nvPr/>
          </p:nvGrpSpPr>
          <p:grpSpPr>
            <a:xfrm>
              <a:off x="-1076431" y="723182"/>
              <a:ext cx="2604888" cy="659986"/>
              <a:chOff x="365750" y="2226825"/>
              <a:chExt cx="1302900" cy="330125"/>
            </a:xfrm>
          </p:grpSpPr>
          <p:sp>
            <p:nvSpPr>
              <p:cNvPr id="1266" name="Google Shape;1266;p23"/>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3"/>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3"/>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3"/>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3"/>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3"/>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3"/>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23"/>
            <p:cNvGrpSpPr/>
            <p:nvPr/>
          </p:nvGrpSpPr>
          <p:grpSpPr>
            <a:xfrm>
              <a:off x="4732114" y="4363185"/>
              <a:ext cx="4498041" cy="1561623"/>
              <a:chOff x="1786325" y="2127525"/>
              <a:chExt cx="1562525" cy="542475"/>
            </a:xfrm>
          </p:grpSpPr>
          <p:sp>
            <p:nvSpPr>
              <p:cNvPr id="1274" name="Google Shape;1274;p23"/>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3"/>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23"/>
            <p:cNvGrpSpPr/>
            <p:nvPr/>
          </p:nvGrpSpPr>
          <p:grpSpPr>
            <a:xfrm>
              <a:off x="6" y="4627727"/>
              <a:ext cx="8096344" cy="2280794"/>
              <a:chOff x="609975" y="2365950"/>
              <a:chExt cx="2812500" cy="792300"/>
            </a:xfrm>
          </p:grpSpPr>
          <p:sp>
            <p:nvSpPr>
              <p:cNvPr id="1277" name="Google Shape;1277;p23"/>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3"/>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3"/>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3"/>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3"/>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3"/>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23"/>
            <p:cNvGrpSpPr/>
            <p:nvPr/>
          </p:nvGrpSpPr>
          <p:grpSpPr>
            <a:xfrm>
              <a:off x="524212" y="4603484"/>
              <a:ext cx="3859617" cy="1608690"/>
              <a:chOff x="2179837" y="4802559"/>
              <a:chExt cx="3859617" cy="1608690"/>
            </a:xfrm>
          </p:grpSpPr>
          <p:sp>
            <p:nvSpPr>
              <p:cNvPr id="1284" name="Google Shape;1284;p23"/>
              <p:cNvSpPr/>
              <p:nvPr/>
            </p:nvSpPr>
            <p:spPr>
              <a:xfrm>
                <a:off x="2179837" y="4802559"/>
                <a:ext cx="3859617" cy="1608690"/>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3"/>
              <p:cNvSpPr/>
              <p:nvPr/>
            </p:nvSpPr>
            <p:spPr>
              <a:xfrm>
                <a:off x="3006104" y="5508564"/>
                <a:ext cx="133932" cy="253038"/>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3"/>
              <p:cNvSpPr/>
              <p:nvPr/>
            </p:nvSpPr>
            <p:spPr>
              <a:xfrm>
                <a:off x="3112903" y="5574774"/>
                <a:ext cx="71536" cy="98667"/>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3"/>
              <p:cNvSpPr/>
              <p:nvPr/>
            </p:nvSpPr>
            <p:spPr>
              <a:xfrm>
                <a:off x="4445598" y="4996227"/>
                <a:ext cx="270814" cy="129613"/>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3"/>
              <p:cNvSpPr/>
              <p:nvPr/>
            </p:nvSpPr>
            <p:spPr>
              <a:xfrm>
                <a:off x="5311223" y="5322312"/>
                <a:ext cx="597546" cy="200933"/>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3"/>
              <p:cNvSpPr/>
              <p:nvPr/>
            </p:nvSpPr>
            <p:spPr>
              <a:xfrm>
                <a:off x="5501361" y="5467758"/>
                <a:ext cx="337240" cy="64627"/>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3"/>
              <p:cNvSpPr/>
              <p:nvPr/>
            </p:nvSpPr>
            <p:spPr>
              <a:xfrm>
                <a:off x="4958942" y="5360815"/>
                <a:ext cx="188771" cy="99243"/>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3"/>
              <p:cNvSpPr/>
              <p:nvPr/>
            </p:nvSpPr>
            <p:spPr>
              <a:xfrm>
                <a:off x="4743903" y="5191475"/>
                <a:ext cx="194456" cy="7571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 name="Google Shape;1292;p23"/>
            <p:cNvGrpSpPr/>
            <p:nvPr/>
          </p:nvGrpSpPr>
          <p:grpSpPr>
            <a:xfrm>
              <a:off x="7389662" y="3935284"/>
              <a:ext cx="3859617" cy="1608690"/>
              <a:chOff x="2179837" y="4802559"/>
              <a:chExt cx="3859617" cy="1608690"/>
            </a:xfrm>
          </p:grpSpPr>
          <p:sp>
            <p:nvSpPr>
              <p:cNvPr id="1293" name="Google Shape;1293;p23"/>
              <p:cNvSpPr/>
              <p:nvPr/>
            </p:nvSpPr>
            <p:spPr>
              <a:xfrm>
                <a:off x="2179837" y="4802559"/>
                <a:ext cx="3859617" cy="1608690"/>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3"/>
              <p:cNvSpPr/>
              <p:nvPr/>
            </p:nvSpPr>
            <p:spPr>
              <a:xfrm>
                <a:off x="3006104" y="5508564"/>
                <a:ext cx="133932" cy="253038"/>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3"/>
              <p:cNvSpPr/>
              <p:nvPr/>
            </p:nvSpPr>
            <p:spPr>
              <a:xfrm>
                <a:off x="3112903" y="5574774"/>
                <a:ext cx="71536" cy="98667"/>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3"/>
              <p:cNvSpPr/>
              <p:nvPr/>
            </p:nvSpPr>
            <p:spPr>
              <a:xfrm>
                <a:off x="4445598" y="4996227"/>
                <a:ext cx="270814" cy="129613"/>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3"/>
              <p:cNvSpPr/>
              <p:nvPr/>
            </p:nvSpPr>
            <p:spPr>
              <a:xfrm>
                <a:off x="5311223" y="5322312"/>
                <a:ext cx="597546" cy="200933"/>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3"/>
              <p:cNvSpPr/>
              <p:nvPr/>
            </p:nvSpPr>
            <p:spPr>
              <a:xfrm>
                <a:off x="5501361" y="5467758"/>
                <a:ext cx="337240" cy="64627"/>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3"/>
              <p:cNvSpPr/>
              <p:nvPr/>
            </p:nvSpPr>
            <p:spPr>
              <a:xfrm>
                <a:off x="4958942" y="5360815"/>
                <a:ext cx="188771" cy="99243"/>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3"/>
              <p:cNvSpPr/>
              <p:nvPr/>
            </p:nvSpPr>
            <p:spPr>
              <a:xfrm>
                <a:off x="4743903" y="5191475"/>
                <a:ext cx="194456" cy="7571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23"/>
            <p:cNvGrpSpPr/>
            <p:nvPr/>
          </p:nvGrpSpPr>
          <p:grpSpPr>
            <a:xfrm flipH="1">
              <a:off x="8222325" y="2596775"/>
              <a:ext cx="1282000" cy="526400"/>
              <a:chOff x="3450550" y="1144050"/>
              <a:chExt cx="1282000" cy="526400"/>
            </a:xfrm>
          </p:grpSpPr>
          <p:sp>
            <p:nvSpPr>
              <p:cNvPr id="1302" name="Google Shape;1302;p23"/>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3"/>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3"/>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3"/>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3"/>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3"/>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23"/>
            <p:cNvGrpSpPr/>
            <p:nvPr/>
          </p:nvGrpSpPr>
          <p:grpSpPr>
            <a:xfrm>
              <a:off x="182325" y="1645425"/>
              <a:ext cx="363825" cy="96975"/>
              <a:chOff x="1955600" y="1609450"/>
              <a:chExt cx="363825" cy="96975"/>
            </a:xfrm>
          </p:grpSpPr>
          <p:sp>
            <p:nvSpPr>
              <p:cNvPr id="1309" name="Google Shape;1309;p23"/>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3"/>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3"/>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3"/>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3"/>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3"/>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3"/>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3"/>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3"/>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3"/>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3"/>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3"/>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3"/>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23"/>
            <p:cNvGrpSpPr/>
            <p:nvPr/>
          </p:nvGrpSpPr>
          <p:grpSpPr>
            <a:xfrm>
              <a:off x="8563775" y="2069275"/>
              <a:ext cx="537325" cy="192025"/>
              <a:chOff x="2714500" y="1614925"/>
              <a:chExt cx="537325" cy="192025"/>
            </a:xfrm>
          </p:grpSpPr>
          <p:sp>
            <p:nvSpPr>
              <p:cNvPr id="1323" name="Google Shape;1323;p23"/>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3"/>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3"/>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3"/>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3"/>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3"/>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3"/>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3"/>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3"/>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3"/>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3"/>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3"/>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3"/>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3"/>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337" name="Shape 1337"/>
        <p:cNvGrpSpPr/>
        <p:nvPr/>
      </p:nvGrpSpPr>
      <p:grpSpPr>
        <a:xfrm>
          <a:off x="0" y="0"/>
          <a:ext cx="0" cy="0"/>
          <a:chOff x="0" y="0"/>
          <a:chExt cx="0" cy="0"/>
        </a:xfrm>
      </p:grpSpPr>
      <p:sp>
        <p:nvSpPr>
          <p:cNvPr id="1338" name="Google Shape;1338;p24"/>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1339" name="Google Shape;1339;p24"/>
          <p:cNvSpPr txBox="1"/>
          <p:nvPr>
            <p:ph idx="2" type="title"/>
          </p:nvPr>
        </p:nvSpPr>
        <p:spPr>
          <a:xfrm>
            <a:off x="720018" y="1374395"/>
            <a:ext cx="2086500" cy="4353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40" name="Google Shape;1340;p24"/>
          <p:cNvSpPr txBox="1"/>
          <p:nvPr>
            <p:ph idx="1" type="subTitle"/>
          </p:nvPr>
        </p:nvSpPr>
        <p:spPr>
          <a:xfrm>
            <a:off x="720025" y="1675195"/>
            <a:ext cx="2086500" cy="831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41" name="Google Shape;1341;p24"/>
          <p:cNvSpPr txBox="1"/>
          <p:nvPr>
            <p:ph idx="3" type="title"/>
          </p:nvPr>
        </p:nvSpPr>
        <p:spPr>
          <a:xfrm>
            <a:off x="6337593" y="1374395"/>
            <a:ext cx="2086500" cy="435300"/>
          </a:xfrm>
          <a:prstGeom prst="rect">
            <a:avLst/>
          </a:prstGeom>
          <a:noFill/>
          <a:ln>
            <a:noFill/>
          </a:ln>
        </p:spPr>
        <p:txBody>
          <a:bodyPr anchorCtr="0" anchor="t" bIns="91425" lIns="91425" spcFirstLastPara="1" rIns="91425" wrap="square" tIns="91425">
            <a:noAutofit/>
          </a:bodyPr>
          <a:lstStyle>
            <a:lvl1pPr lvl="0" rtl="0" algn="l">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42" name="Google Shape;1342;p24"/>
          <p:cNvSpPr txBox="1"/>
          <p:nvPr>
            <p:ph idx="4" type="subTitle"/>
          </p:nvPr>
        </p:nvSpPr>
        <p:spPr>
          <a:xfrm>
            <a:off x="6337600" y="1675197"/>
            <a:ext cx="2086500" cy="83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43" name="Google Shape;1343;p24"/>
          <p:cNvSpPr txBox="1"/>
          <p:nvPr>
            <p:ph idx="5" type="title"/>
          </p:nvPr>
        </p:nvSpPr>
        <p:spPr>
          <a:xfrm>
            <a:off x="720000" y="3182970"/>
            <a:ext cx="2086500" cy="4353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44" name="Google Shape;1344;p24"/>
          <p:cNvSpPr txBox="1"/>
          <p:nvPr>
            <p:ph idx="6" type="subTitle"/>
          </p:nvPr>
        </p:nvSpPr>
        <p:spPr>
          <a:xfrm>
            <a:off x="720025" y="3483495"/>
            <a:ext cx="2086500" cy="831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45" name="Google Shape;1345;p24"/>
          <p:cNvSpPr txBox="1"/>
          <p:nvPr>
            <p:ph idx="7" type="title"/>
          </p:nvPr>
        </p:nvSpPr>
        <p:spPr>
          <a:xfrm>
            <a:off x="6337576" y="3182977"/>
            <a:ext cx="2086500" cy="435300"/>
          </a:xfrm>
          <a:prstGeom prst="rect">
            <a:avLst/>
          </a:prstGeom>
          <a:noFill/>
          <a:ln>
            <a:noFill/>
          </a:ln>
        </p:spPr>
        <p:txBody>
          <a:bodyPr anchorCtr="0" anchor="t" bIns="91425" lIns="91425" spcFirstLastPara="1" rIns="91425" wrap="square" tIns="91425">
            <a:noAutofit/>
          </a:bodyPr>
          <a:lstStyle>
            <a:lvl1pPr lvl="0" rtl="0" algn="l">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46" name="Google Shape;1346;p24"/>
          <p:cNvSpPr txBox="1"/>
          <p:nvPr>
            <p:ph idx="8" type="subTitle"/>
          </p:nvPr>
        </p:nvSpPr>
        <p:spPr>
          <a:xfrm>
            <a:off x="6337600" y="3483506"/>
            <a:ext cx="2086500" cy="83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347" name="Google Shape;1347;p24"/>
          <p:cNvGrpSpPr/>
          <p:nvPr/>
        </p:nvGrpSpPr>
        <p:grpSpPr>
          <a:xfrm>
            <a:off x="-418236" y="177350"/>
            <a:ext cx="9938811" cy="6952140"/>
            <a:chOff x="-418236" y="177350"/>
            <a:chExt cx="9938811" cy="6952140"/>
          </a:xfrm>
        </p:grpSpPr>
        <p:grpSp>
          <p:nvGrpSpPr>
            <p:cNvPr id="1348" name="Google Shape;1348;p24"/>
            <p:cNvGrpSpPr/>
            <p:nvPr/>
          </p:nvGrpSpPr>
          <p:grpSpPr>
            <a:xfrm>
              <a:off x="458268" y="4466912"/>
              <a:ext cx="4208367" cy="1066304"/>
              <a:chOff x="365750" y="2226825"/>
              <a:chExt cx="1302900" cy="330125"/>
            </a:xfrm>
          </p:grpSpPr>
          <p:sp>
            <p:nvSpPr>
              <p:cNvPr id="1349" name="Google Shape;1349;p24"/>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4"/>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4"/>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4"/>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4"/>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4"/>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4"/>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24"/>
            <p:cNvGrpSpPr/>
            <p:nvPr/>
          </p:nvGrpSpPr>
          <p:grpSpPr>
            <a:xfrm>
              <a:off x="4269625" y="4098898"/>
              <a:ext cx="5046956" cy="1752194"/>
              <a:chOff x="1786325" y="2127525"/>
              <a:chExt cx="1562525" cy="542475"/>
            </a:xfrm>
          </p:grpSpPr>
          <p:sp>
            <p:nvSpPr>
              <p:cNvPr id="1357" name="Google Shape;1357;p24"/>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4"/>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24"/>
            <p:cNvGrpSpPr/>
            <p:nvPr/>
          </p:nvGrpSpPr>
          <p:grpSpPr>
            <a:xfrm>
              <a:off x="-418236" y="4570361"/>
              <a:ext cx="9084375" cy="2559129"/>
              <a:chOff x="609975" y="2365950"/>
              <a:chExt cx="2812500" cy="792300"/>
            </a:xfrm>
          </p:grpSpPr>
          <p:sp>
            <p:nvSpPr>
              <p:cNvPr id="1360" name="Google Shape;1360;p24"/>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4"/>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4"/>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4"/>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4"/>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4"/>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24"/>
            <p:cNvGrpSpPr/>
            <p:nvPr/>
          </p:nvGrpSpPr>
          <p:grpSpPr>
            <a:xfrm flipH="1">
              <a:off x="4765568" y="4662887"/>
              <a:ext cx="4208367" cy="1066304"/>
              <a:chOff x="365750" y="2226825"/>
              <a:chExt cx="1302900" cy="330125"/>
            </a:xfrm>
          </p:grpSpPr>
          <p:sp>
            <p:nvSpPr>
              <p:cNvPr id="1367" name="Google Shape;1367;p24"/>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4"/>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4"/>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4"/>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4"/>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4"/>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4"/>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24"/>
            <p:cNvGrpSpPr/>
            <p:nvPr/>
          </p:nvGrpSpPr>
          <p:grpSpPr>
            <a:xfrm>
              <a:off x="8470575" y="2385525"/>
              <a:ext cx="1050000" cy="694200"/>
              <a:chOff x="3829175" y="1857800"/>
              <a:chExt cx="1050000" cy="694200"/>
            </a:xfrm>
          </p:grpSpPr>
          <p:sp>
            <p:nvSpPr>
              <p:cNvPr id="1375" name="Google Shape;1375;p24"/>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4"/>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4"/>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4"/>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4"/>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4"/>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24"/>
            <p:cNvGrpSpPr/>
            <p:nvPr/>
          </p:nvGrpSpPr>
          <p:grpSpPr>
            <a:xfrm>
              <a:off x="155825" y="650625"/>
              <a:ext cx="1282000" cy="526400"/>
              <a:chOff x="3450550" y="1144050"/>
              <a:chExt cx="1282000" cy="526400"/>
            </a:xfrm>
          </p:grpSpPr>
          <p:sp>
            <p:nvSpPr>
              <p:cNvPr id="1382" name="Google Shape;1382;p24"/>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4"/>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4"/>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4"/>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4"/>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4"/>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24"/>
            <p:cNvGrpSpPr/>
            <p:nvPr/>
          </p:nvGrpSpPr>
          <p:grpSpPr>
            <a:xfrm>
              <a:off x="1092317" y="287885"/>
              <a:ext cx="559017" cy="149002"/>
              <a:chOff x="1955600" y="1609450"/>
              <a:chExt cx="363825" cy="96975"/>
            </a:xfrm>
          </p:grpSpPr>
          <p:sp>
            <p:nvSpPr>
              <p:cNvPr id="1389" name="Google Shape;1389;p24"/>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4"/>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4"/>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4"/>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4"/>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4"/>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4"/>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4"/>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4"/>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4"/>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4"/>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4"/>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4"/>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24"/>
            <p:cNvGrpSpPr/>
            <p:nvPr/>
          </p:nvGrpSpPr>
          <p:grpSpPr>
            <a:xfrm>
              <a:off x="8702925" y="1878175"/>
              <a:ext cx="537325" cy="192025"/>
              <a:chOff x="2714500" y="1614925"/>
              <a:chExt cx="537325" cy="192025"/>
            </a:xfrm>
          </p:grpSpPr>
          <p:sp>
            <p:nvSpPr>
              <p:cNvPr id="1403" name="Google Shape;1403;p24"/>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4"/>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4"/>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4"/>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4"/>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4"/>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4"/>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4"/>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4"/>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4"/>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4"/>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4"/>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4"/>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4"/>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24"/>
            <p:cNvGrpSpPr/>
            <p:nvPr/>
          </p:nvGrpSpPr>
          <p:grpSpPr>
            <a:xfrm>
              <a:off x="2116475" y="177350"/>
              <a:ext cx="1011900" cy="244475"/>
              <a:chOff x="5272425" y="2835250"/>
              <a:chExt cx="1011900" cy="244475"/>
            </a:xfrm>
          </p:grpSpPr>
          <p:sp>
            <p:nvSpPr>
              <p:cNvPr id="1418" name="Google Shape;1418;p24"/>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4"/>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4"/>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4"/>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4"/>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4"/>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4"/>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4"/>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4"/>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427" name="Shape 1427"/>
        <p:cNvGrpSpPr/>
        <p:nvPr/>
      </p:nvGrpSpPr>
      <p:grpSpPr>
        <a:xfrm>
          <a:off x="0" y="0"/>
          <a:ext cx="0" cy="0"/>
          <a:chOff x="0" y="0"/>
          <a:chExt cx="0" cy="0"/>
        </a:xfrm>
      </p:grpSpPr>
      <p:grpSp>
        <p:nvGrpSpPr>
          <p:cNvPr id="1428" name="Google Shape;1428;p25"/>
          <p:cNvGrpSpPr/>
          <p:nvPr/>
        </p:nvGrpSpPr>
        <p:grpSpPr>
          <a:xfrm>
            <a:off x="-418236" y="177350"/>
            <a:ext cx="9938811" cy="6952140"/>
            <a:chOff x="-418236" y="177350"/>
            <a:chExt cx="9938811" cy="6952140"/>
          </a:xfrm>
        </p:grpSpPr>
        <p:grpSp>
          <p:nvGrpSpPr>
            <p:cNvPr id="1429" name="Google Shape;1429;p25"/>
            <p:cNvGrpSpPr/>
            <p:nvPr/>
          </p:nvGrpSpPr>
          <p:grpSpPr>
            <a:xfrm>
              <a:off x="458268" y="4466912"/>
              <a:ext cx="4208367" cy="1066304"/>
              <a:chOff x="365750" y="2226825"/>
              <a:chExt cx="1302900" cy="330125"/>
            </a:xfrm>
          </p:grpSpPr>
          <p:sp>
            <p:nvSpPr>
              <p:cNvPr id="1430" name="Google Shape;1430;p25"/>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5"/>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5"/>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5"/>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5"/>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5"/>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5"/>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 name="Google Shape;1437;p25"/>
            <p:cNvGrpSpPr/>
            <p:nvPr/>
          </p:nvGrpSpPr>
          <p:grpSpPr>
            <a:xfrm>
              <a:off x="4269625" y="4098898"/>
              <a:ext cx="5046956" cy="1752194"/>
              <a:chOff x="1786325" y="2127525"/>
              <a:chExt cx="1562525" cy="542475"/>
            </a:xfrm>
          </p:grpSpPr>
          <p:sp>
            <p:nvSpPr>
              <p:cNvPr id="1438" name="Google Shape;1438;p25"/>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5"/>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25"/>
            <p:cNvGrpSpPr/>
            <p:nvPr/>
          </p:nvGrpSpPr>
          <p:grpSpPr>
            <a:xfrm>
              <a:off x="-418236" y="4570361"/>
              <a:ext cx="9084375" cy="2559129"/>
              <a:chOff x="609975" y="2365950"/>
              <a:chExt cx="2812500" cy="792300"/>
            </a:xfrm>
          </p:grpSpPr>
          <p:sp>
            <p:nvSpPr>
              <p:cNvPr id="1441" name="Google Shape;1441;p25"/>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5"/>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5"/>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5"/>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5"/>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5"/>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25"/>
            <p:cNvGrpSpPr/>
            <p:nvPr/>
          </p:nvGrpSpPr>
          <p:grpSpPr>
            <a:xfrm flipH="1">
              <a:off x="4765568" y="4662887"/>
              <a:ext cx="4208367" cy="1066304"/>
              <a:chOff x="365750" y="2226825"/>
              <a:chExt cx="1302900" cy="330125"/>
            </a:xfrm>
          </p:grpSpPr>
          <p:sp>
            <p:nvSpPr>
              <p:cNvPr id="1448" name="Google Shape;1448;p25"/>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5"/>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5"/>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5"/>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5"/>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5"/>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5"/>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25"/>
            <p:cNvGrpSpPr/>
            <p:nvPr/>
          </p:nvGrpSpPr>
          <p:grpSpPr>
            <a:xfrm>
              <a:off x="8470575" y="2385525"/>
              <a:ext cx="1050000" cy="694200"/>
              <a:chOff x="3829175" y="1857800"/>
              <a:chExt cx="1050000" cy="694200"/>
            </a:xfrm>
          </p:grpSpPr>
          <p:sp>
            <p:nvSpPr>
              <p:cNvPr id="1456" name="Google Shape;1456;p25"/>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5"/>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5"/>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5"/>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5"/>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5"/>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25"/>
            <p:cNvGrpSpPr/>
            <p:nvPr/>
          </p:nvGrpSpPr>
          <p:grpSpPr>
            <a:xfrm>
              <a:off x="155825" y="650625"/>
              <a:ext cx="1282000" cy="526400"/>
              <a:chOff x="3450550" y="1144050"/>
              <a:chExt cx="1282000" cy="526400"/>
            </a:xfrm>
          </p:grpSpPr>
          <p:sp>
            <p:nvSpPr>
              <p:cNvPr id="1463" name="Google Shape;1463;p25"/>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5"/>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5"/>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5"/>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5"/>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5"/>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 name="Google Shape;1469;p25"/>
            <p:cNvGrpSpPr/>
            <p:nvPr/>
          </p:nvGrpSpPr>
          <p:grpSpPr>
            <a:xfrm>
              <a:off x="1092317" y="287885"/>
              <a:ext cx="559017" cy="149002"/>
              <a:chOff x="1955600" y="1609450"/>
              <a:chExt cx="363825" cy="96975"/>
            </a:xfrm>
          </p:grpSpPr>
          <p:sp>
            <p:nvSpPr>
              <p:cNvPr id="1470" name="Google Shape;1470;p25"/>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5"/>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5"/>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5"/>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5"/>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5"/>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5"/>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5"/>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5"/>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5"/>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5"/>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5"/>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5"/>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 name="Google Shape;1483;p25"/>
            <p:cNvGrpSpPr/>
            <p:nvPr/>
          </p:nvGrpSpPr>
          <p:grpSpPr>
            <a:xfrm>
              <a:off x="8702925" y="1878175"/>
              <a:ext cx="537325" cy="192025"/>
              <a:chOff x="2714500" y="1614925"/>
              <a:chExt cx="537325" cy="192025"/>
            </a:xfrm>
          </p:grpSpPr>
          <p:sp>
            <p:nvSpPr>
              <p:cNvPr id="1484" name="Google Shape;1484;p25"/>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5"/>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5"/>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5"/>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5"/>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5"/>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5"/>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5"/>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5"/>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5"/>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5"/>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5"/>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5"/>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5"/>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25"/>
            <p:cNvGrpSpPr/>
            <p:nvPr/>
          </p:nvGrpSpPr>
          <p:grpSpPr>
            <a:xfrm>
              <a:off x="2116475" y="177350"/>
              <a:ext cx="1011900" cy="244475"/>
              <a:chOff x="5272425" y="2835250"/>
              <a:chExt cx="1011900" cy="244475"/>
            </a:xfrm>
          </p:grpSpPr>
          <p:sp>
            <p:nvSpPr>
              <p:cNvPr id="1499" name="Google Shape;1499;p25"/>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5"/>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5"/>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5"/>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5"/>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5"/>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5"/>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5"/>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5"/>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08" name="Google Shape;1508;p25"/>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1509" name="Google Shape;1509;p25"/>
          <p:cNvSpPr txBox="1"/>
          <p:nvPr>
            <p:ph idx="2" type="title"/>
          </p:nvPr>
        </p:nvSpPr>
        <p:spPr>
          <a:xfrm>
            <a:off x="720000" y="1902925"/>
            <a:ext cx="2305500" cy="414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10" name="Google Shape;1510;p25"/>
          <p:cNvSpPr txBox="1"/>
          <p:nvPr>
            <p:ph idx="1" type="subTitle"/>
          </p:nvPr>
        </p:nvSpPr>
        <p:spPr>
          <a:xfrm>
            <a:off x="720000" y="2232300"/>
            <a:ext cx="23055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11" name="Google Shape;1511;p25"/>
          <p:cNvSpPr txBox="1"/>
          <p:nvPr>
            <p:ph idx="3" type="title"/>
          </p:nvPr>
        </p:nvSpPr>
        <p:spPr>
          <a:xfrm>
            <a:off x="3419271" y="1902925"/>
            <a:ext cx="2305500" cy="414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12" name="Google Shape;1512;p25"/>
          <p:cNvSpPr txBox="1"/>
          <p:nvPr>
            <p:ph idx="4" type="subTitle"/>
          </p:nvPr>
        </p:nvSpPr>
        <p:spPr>
          <a:xfrm>
            <a:off x="3419271" y="2232300"/>
            <a:ext cx="23055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13" name="Google Shape;1513;p25"/>
          <p:cNvSpPr txBox="1"/>
          <p:nvPr>
            <p:ph idx="5" type="title"/>
          </p:nvPr>
        </p:nvSpPr>
        <p:spPr>
          <a:xfrm>
            <a:off x="720000" y="3648925"/>
            <a:ext cx="2305500" cy="414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14" name="Google Shape;1514;p25"/>
          <p:cNvSpPr txBox="1"/>
          <p:nvPr>
            <p:ph idx="6" type="subTitle"/>
          </p:nvPr>
        </p:nvSpPr>
        <p:spPr>
          <a:xfrm>
            <a:off x="720000" y="3978325"/>
            <a:ext cx="23055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15" name="Google Shape;1515;p25"/>
          <p:cNvSpPr txBox="1"/>
          <p:nvPr>
            <p:ph idx="7" type="title"/>
          </p:nvPr>
        </p:nvSpPr>
        <p:spPr>
          <a:xfrm>
            <a:off x="3419271" y="3648925"/>
            <a:ext cx="2305500" cy="414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16" name="Google Shape;1516;p25"/>
          <p:cNvSpPr txBox="1"/>
          <p:nvPr>
            <p:ph idx="8" type="subTitle"/>
          </p:nvPr>
        </p:nvSpPr>
        <p:spPr>
          <a:xfrm>
            <a:off x="3419271" y="3978325"/>
            <a:ext cx="23055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17" name="Google Shape;1517;p25"/>
          <p:cNvSpPr txBox="1"/>
          <p:nvPr>
            <p:ph idx="9" type="title"/>
          </p:nvPr>
        </p:nvSpPr>
        <p:spPr>
          <a:xfrm>
            <a:off x="6118549" y="1902925"/>
            <a:ext cx="2305500" cy="414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18" name="Google Shape;1518;p25"/>
          <p:cNvSpPr txBox="1"/>
          <p:nvPr>
            <p:ph idx="13" type="subTitle"/>
          </p:nvPr>
        </p:nvSpPr>
        <p:spPr>
          <a:xfrm>
            <a:off x="6118550" y="2232300"/>
            <a:ext cx="23055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19" name="Google Shape;1519;p25"/>
          <p:cNvSpPr txBox="1"/>
          <p:nvPr>
            <p:ph idx="14" type="title"/>
          </p:nvPr>
        </p:nvSpPr>
        <p:spPr>
          <a:xfrm>
            <a:off x="6118549" y="3648925"/>
            <a:ext cx="2305500" cy="414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20" name="Google Shape;1520;p25"/>
          <p:cNvSpPr txBox="1"/>
          <p:nvPr>
            <p:ph idx="15" type="subTitle"/>
          </p:nvPr>
        </p:nvSpPr>
        <p:spPr>
          <a:xfrm>
            <a:off x="6118550" y="3978325"/>
            <a:ext cx="23055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521" name="Shape 1521"/>
        <p:cNvGrpSpPr/>
        <p:nvPr/>
      </p:nvGrpSpPr>
      <p:grpSpPr>
        <a:xfrm>
          <a:off x="0" y="0"/>
          <a:ext cx="0" cy="0"/>
          <a:chOff x="0" y="0"/>
          <a:chExt cx="0" cy="0"/>
        </a:xfrm>
      </p:grpSpPr>
      <p:sp>
        <p:nvSpPr>
          <p:cNvPr id="1522" name="Google Shape;1522;p26"/>
          <p:cNvSpPr txBox="1"/>
          <p:nvPr>
            <p:ph hasCustomPrompt="1" type="title"/>
          </p:nvPr>
        </p:nvSpPr>
        <p:spPr>
          <a:xfrm rot="-323">
            <a:off x="2975026" y="728563"/>
            <a:ext cx="3192900" cy="991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200"/>
              <a:buNone/>
              <a:defRPr sz="7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23" name="Google Shape;1523;p26"/>
          <p:cNvSpPr txBox="1"/>
          <p:nvPr>
            <p:ph idx="1" type="subTitle"/>
          </p:nvPr>
        </p:nvSpPr>
        <p:spPr>
          <a:xfrm>
            <a:off x="2975025" y="1645401"/>
            <a:ext cx="3192900" cy="6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24" name="Google Shape;1524;p26"/>
          <p:cNvSpPr txBox="1"/>
          <p:nvPr>
            <p:ph hasCustomPrompt="1" idx="2" type="title"/>
          </p:nvPr>
        </p:nvSpPr>
        <p:spPr>
          <a:xfrm>
            <a:off x="2975026" y="2854883"/>
            <a:ext cx="3192900" cy="991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200"/>
              <a:buNone/>
              <a:defRPr sz="7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25" name="Google Shape;1525;p26"/>
          <p:cNvSpPr txBox="1"/>
          <p:nvPr>
            <p:ph idx="3" type="subTitle"/>
          </p:nvPr>
        </p:nvSpPr>
        <p:spPr>
          <a:xfrm>
            <a:off x="2975025" y="3771876"/>
            <a:ext cx="3192900" cy="6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526" name="Google Shape;1526;p26"/>
          <p:cNvGrpSpPr/>
          <p:nvPr/>
        </p:nvGrpSpPr>
        <p:grpSpPr>
          <a:xfrm>
            <a:off x="-717337" y="381300"/>
            <a:ext cx="10741012" cy="5748199"/>
            <a:chOff x="-717337" y="381300"/>
            <a:chExt cx="10741012" cy="5748199"/>
          </a:xfrm>
        </p:grpSpPr>
        <p:grpSp>
          <p:nvGrpSpPr>
            <p:cNvPr id="1527" name="Google Shape;1527;p26"/>
            <p:cNvGrpSpPr/>
            <p:nvPr/>
          </p:nvGrpSpPr>
          <p:grpSpPr>
            <a:xfrm>
              <a:off x="-402175" y="2913000"/>
              <a:ext cx="1050000" cy="694200"/>
              <a:chOff x="3829175" y="1857800"/>
              <a:chExt cx="1050000" cy="694200"/>
            </a:xfrm>
          </p:grpSpPr>
          <p:sp>
            <p:nvSpPr>
              <p:cNvPr id="1528" name="Google Shape;1528;p26"/>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6"/>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6"/>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6"/>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6"/>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6"/>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 name="Google Shape;1534;p26"/>
            <p:cNvGrpSpPr/>
            <p:nvPr/>
          </p:nvGrpSpPr>
          <p:grpSpPr>
            <a:xfrm>
              <a:off x="7607325" y="2322738"/>
              <a:ext cx="1282000" cy="526400"/>
              <a:chOff x="3450550" y="1144050"/>
              <a:chExt cx="1282000" cy="526400"/>
            </a:xfrm>
          </p:grpSpPr>
          <p:sp>
            <p:nvSpPr>
              <p:cNvPr id="1535" name="Google Shape;1535;p26"/>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6"/>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6"/>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6"/>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6"/>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6"/>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26"/>
            <p:cNvGrpSpPr/>
            <p:nvPr/>
          </p:nvGrpSpPr>
          <p:grpSpPr>
            <a:xfrm>
              <a:off x="8496175" y="3356600"/>
              <a:ext cx="1527500" cy="719225"/>
              <a:chOff x="5155200" y="1824900"/>
              <a:chExt cx="1527500" cy="719225"/>
            </a:xfrm>
          </p:grpSpPr>
          <p:sp>
            <p:nvSpPr>
              <p:cNvPr id="1542" name="Google Shape;1542;p26"/>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6"/>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6"/>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6"/>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6"/>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6"/>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26"/>
            <p:cNvGrpSpPr/>
            <p:nvPr/>
          </p:nvGrpSpPr>
          <p:grpSpPr>
            <a:xfrm flipH="1">
              <a:off x="-717337" y="4158082"/>
              <a:ext cx="4094248" cy="1706484"/>
              <a:chOff x="2081725" y="2409550"/>
              <a:chExt cx="1340750" cy="558825"/>
            </a:xfrm>
          </p:grpSpPr>
          <p:sp>
            <p:nvSpPr>
              <p:cNvPr id="1549" name="Google Shape;1549;p26"/>
              <p:cNvSpPr/>
              <p:nvPr/>
            </p:nvSpPr>
            <p:spPr>
              <a:xfrm>
                <a:off x="2081725" y="2409550"/>
                <a:ext cx="1340750" cy="558825"/>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6"/>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6"/>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6"/>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6"/>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6"/>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6"/>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6"/>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26"/>
            <p:cNvGrpSpPr/>
            <p:nvPr/>
          </p:nvGrpSpPr>
          <p:grpSpPr>
            <a:xfrm flipH="1">
              <a:off x="3160974" y="4505694"/>
              <a:ext cx="6391394" cy="1623805"/>
              <a:chOff x="371175" y="2623925"/>
              <a:chExt cx="2093000" cy="531750"/>
            </a:xfrm>
          </p:grpSpPr>
          <p:sp>
            <p:nvSpPr>
              <p:cNvPr id="1558" name="Google Shape;1558;p26"/>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6"/>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6"/>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6"/>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6"/>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6"/>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6"/>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6"/>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6"/>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6"/>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6"/>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6"/>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6"/>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6"/>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6"/>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6"/>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6"/>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6"/>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6"/>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 name="Google Shape;1577;p26"/>
            <p:cNvSpPr/>
            <p:nvPr/>
          </p:nvSpPr>
          <p:spPr>
            <a:xfrm>
              <a:off x="7920863" y="381300"/>
              <a:ext cx="434625" cy="756300"/>
            </a:xfrm>
            <a:custGeom>
              <a:rect b="b" l="l" r="r" t="t"/>
              <a:pathLst>
                <a:path extrusionOk="0" h="30252" w="17385">
                  <a:moveTo>
                    <a:pt x="14240" y="1"/>
                  </a:moveTo>
                  <a:cubicBezTo>
                    <a:pt x="14221" y="1"/>
                    <a:pt x="14202" y="1"/>
                    <a:pt x="14183" y="1"/>
                  </a:cubicBezTo>
                  <a:cubicBezTo>
                    <a:pt x="14155" y="1"/>
                    <a:pt x="14133" y="16"/>
                    <a:pt x="14119" y="34"/>
                  </a:cubicBezTo>
                  <a:cubicBezTo>
                    <a:pt x="14115" y="34"/>
                    <a:pt x="14110" y="34"/>
                    <a:pt x="14106" y="34"/>
                  </a:cubicBezTo>
                  <a:cubicBezTo>
                    <a:pt x="14104" y="34"/>
                    <a:pt x="14102" y="34"/>
                    <a:pt x="14100" y="34"/>
                  </a:cubicBezTo>
                  <a:cubicBezTo>
                    <a:pt x="14062" y="39"/>
                    <a:pt x="14031" y="55"/>
                    <a:pt x="14002" y="76"/>
                  </a:cubicBezTo>
                  <a:cubicBezTo>
                    <a:pt x="13991" y="67"/>
                    <a:pt x="13976" y="61"/>
                    <a:pt x="13960" y="61"/>
                  </a:cubicBezTo>
                  <a:cubicBezTo>
                    <a:pt x="13946" y="61"/>
                    <a:pt x="13932" y="65"/>
                    <a:pt x="13918" y="76"/>
                  </a:cubicBezTo>
                  <a:cubicBezTo>
                    <a:pt x="13505" y="409"/>
                    <a:pt x="13133" y="797"/>
                    <a:pt x="12763" y="1178"/>
                  </a:cubicBezTo>
                  <a:cubicBezTo>
                    <a:pt x="12391" y="1560"/>
                    <a:pt x="6496" y="8862"/>
                    <a:pt x="6517" y="9053"/>
                  </a:cubicBezTo>
                  <a:cubicBezTo>
                    <a:pt x="6525" y="9130"/>
                    <a:pt x="7098" y="9157"/>
                    <a:pt x="7734" y="9157"/>
                  </a:cubicBezTo>
                  <a:cubicBezTo>
                    <a:pt x="8443" y="9157"/>
                    <a:pt x="9229" y="9124"/>
                    <a:pt x="9400" y="9094"/>
                  </a:cubicBezTo>
                  <a:lnTo>
                    <a:pt x="9400" y="9094"/>
                  </a:lnTo>
                  <a:cubicBezTo>
                    <a:pt x="9284" y="9284"/>
                    <a:pt x="7349" y="13551"/>
                    <a:pt x="7444" y="13786"/>
                  </a:cubicBezTo>
                  <a:cubicBezTo>
                    <a:pt x="7446" y="13792"/>
                    <a:pt x="7462" y="13795"/>
                    <a:pt x="7490" y="13795"/>
                  </a:cubicBezTo>
                  <a:cubicBezTo>
                    <a:pt x="7858" y="13795"/>
                    <a:pt x="10280" y="13326"/>
                    <a:pt x="10767" y="13188"/>
                  </a:cubicBezTo>
                  <a:cubicBezTo>
                    <a:pt x="11168" y="13076"/>
                    <a:pt x="11571" y="12968"/>
                    <a:pt x="11975" y="12857"/>
                  </a:cubicBezTo>
                  <a:lnTo>
                    <a:pt x="11975" y="12857"/>
                  </a:lnTo>
                  <a:cubicBezTo>
                    <a:pt x="11473" y="13664"/>
                    <a:pt x="10979" y="14476"/>
                    <a:pt x="10474" y="15280"/>
                  </a:cubicBezTo>
                  <a:cubicBezTo>
                    <a:pt x="9688" y="16527"/>
                    <a:pt x="8887" y="17761"/>
                    <a:pt x="8069" y="18986"/>
                  </a:cubicBezTo>
                  <a:cubicBezTo>
                    <a:pt x="6441" y="21425"/>
                    <a:pt x="4747" y="23822"/>
                    <a:pt x="2995" y="26175"/>
                  </a:cubicBezTo>
                  <a:cubicBezTo>
                    <a:pt x="2008" y="27501"/>
                    <a:pt x="999" y="28810"/>
                    <a:pt x="17" y="30139"/>
                  </a:cubicBezTo>
                  <a:cubicBezTo>
                    <a:pt x="1" y="30163"/>
                    <a:pt x="21" y="30188"/>
                    <a:pt x="44" y="30193"/>
                  </a:cubicBezTo>
                  <a:cubicBezTo>
                    <a:pt x="43" y="30224"/>
                    <a:pt x="68" y="30252"/>
                    <a:pt x="96" y="30252"/>
                  </a:cubicBezTo>
                  <a:cubicBezTo>
                    <a:pt x="107" y="30252"/>
                    <a:pt x="119" y="30247"/>
                    <a:pt x="130" y="30235"/>
                  </a:cubicBezTo>
                  <a:cubicBezTo>
                    <a:pt x="2500" y="27731"/>
                    <a:pt x="4745" y="25106"/>
                    <a:pt x="7024" y="22521"/>
                  </a:cubicBezTo>
                  <a:cubicBezTo>
                    <a:pt x="9307" y="19935"/>
                    <a:pt x="16862" y="10429"/>
                    <a:pt x="16849" y="10412"/>
                  </a:cubicBezTo>
                  <a:cubicBezTo>
                    <a:pt x="16849" y="10408"/>
                    <a:pt x="16825" y="10407"/>
                    <a:pt x="16779" y="10407"/>
                  </a:cubicBezTo>
                  <a:cubicBezTo>
                    <a:pt x="16173" y="10407"/>
                    <a:pt x="11854" y="10694"/>
                    <a:pt x="11800" y="10703"/>
                  </a:cubicBezTo>
                  <a:cubicBezTo>
                    <a:pt x="11891" y="10586"/>
                    <a:pt x="13923" y="7604"/>
                    <a:pt x="14064" y="7356"/>
                  </a:cubicBezTo>
                  <a:cubicBezTo>
                    <a:pt x="14169" y="7173"/>
                    <a:pt x="14261" y="6943"/>
                    <a:pt x="14168" y="6737"/>
                  </a:cubicBezTo>
                  <a:cubicBezTo>
                    <a:pt x="14088" y="6558"/>
                    <a:pt x="13908" y="6485"/>
                    <a:pt x="13725" y="6463"/>
                  </a:cubicBezTo>
                  <a:cubicBezTo>
                    <a:pt x="13670" y="6456"/>
                    <a:pt x="13580" y="6454"/>
                    <a:pt x="13472" y="6454"/>
                  </a:cubicBezTo>
                  <a:cubicBezTo>
                    <a:pt x="13062" y="6454"/>
                    <a:pt x="12378" y="6492"/>
                    <a:pt x="12187" y="6503"/>
                  </a:cubicBezTo>
                  <a:cubicBezTo>
                    <a:pt x="12247" y="6426"/>
                    <a:pt x="13283" y="5292"/>
                    <a:pt x="13735" y="4800"/>
                  </a:cubicBezTo>
                  <a:cubicBezTo>
                    <a:pt x="14637" y="3819"/>
                    <a:pt x="15545" y="2842"/>
                    <a:pt x="16444" y="1858"/>
                  </a:cubicBezTo>
                  <a:cubicBezTo>
                    <a:pt x="16663" y="1616"/>
                    <a:pt x="16891" y="1377"/>
                    <a:pt x="17087" y="1116"/>
                  </a:cubicBezTo>
                  <a:cubicBezTo>
                    <a:pt x="17245" y="903"/>
                    <a:pt x="17385" y="638"/>
                    <a:pt x="17310" y="370"/>
                  </a:cubicBezTo>
                  <a:cubicBezTo>
                    <a:pt x="17306" y="357"/>
                    <a:pt x="17297" y="351"/>
                    <a:pt x="17287" y="348"/>
                  </a:cubicBezTo>
                  <a:cubicBezTo>
                    <a:pt x="17280" y="340"/>
                    <a:pt x="17270" y="330"/>
                    <a:pt x="17259" y="327"/>
                  </a:cubicBezTo>
                  <a:cubicBezTo>
                    <a:pt x="17029" y="236"/>
                    <a:pt x="16749" y="236"/>
                    <a:pt x="16506" y="212"/>
                  </a:cubicBezTo>
                  <a:cubicBezTo>
                    <a:pt x="16251" y="184"/>
                    <a:pt x="15997" y="160"/>
                    <a:pt x="15741" y="135"/>
                  </a:cubicBezTo>
                  <a:cubicBezTo>
                    <a:pt x="15247" y="89"/>
                    <a:pt x="14737" y="1"/>
                    <a:pt x="14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6"/>
            <p:cNvSpPr/>
            <p:nvPr/>
          </p:nvSpPr>
          <p:spPr>
            <a:xfrm>
              <a:off x="1025888" y="812175"/>
              <a:ext cx="196175" cy="325425"/>
            </a:xfrm>
            <a:custGeom>
              <a:rect b="b" l="l" r="r" t="t"/>
              <a:pathLst>
                <a:path extrusionOk="0" h="13017" w="7847">
                  <a:moveTo>
                    <a:pt x="6580" y="1"/>
                  </a:moveTo>
                  <a:cubicBezTo>
                    <a:pt x="5976" y="1"/>
                    <a:pt x="5370" y="37"/>
                    <a:pt x="4767" y="60"/>
                  </a:cubicBezTo>
                  <a:cubicBezTo>
                    <a:pt x="4447" y="73"/>
                    <a:pt x="4128" y="80"/>
                    <a:pt x="3811" y="109"/>
                  </a:cubicBezTo>
                  <a:cubicBezTo>
                    <a:pt x="3726" y="116"/>
                    <a:pt x="3583" y="137"/>
                    <a:pt x="3515" y="204"/>
                  </a:cubicBezTo>
                  <a:cubicBezTo>
                    <a:pt x="3512" y="203"/>
                    <a:pt x="3508" y="202"/>
                    <a:pt x="3505" y="202"/>
                  </a:cubicBezTo>
                  <a:cubicBezTo>
                    <a:pt x="3501" y="202"/>
                    <a:pt x="3496" y="203"/>
                    <a:pt x="3492" y="206"/>
                  </a:cubicBezTo>
                  <a:cubicBezTo>
                    <a:pt x="3292" y="348"/>
                    <a:pt x="3161" y="626"/>
                    <a:pt x="3025" y="828"/>
                  </a:cubicBezTo>
                  <a:cubicBezTo>
                    <a:pt x="2870" y="1056"/>
                    <a:pt x="2716" y="1285"/>
                    <a:pt x="2564" y="1515"/>
                  </a:cubicBezTo>
                  <a:cubicBezTo>
                    <a:pt x="2242" y="2005"/>
                    <a:pt x="1925" y="2499"/>
                    <a:pt x="1622" y="3001"/>
                  </a:cubicBezTo>
                  <a:cubicBezTo>
                    <a:pt x="1325" y="3493"/>
                    <a:pt x="1037" y="3991"/>
                    <a:pt x="762" y="4496"/>
                  </a:cubicBezTo>
                  <a:cubicBezTo>
                    <a:pt x="625" y="4748"/>
                    <a:pt x="484" y="5000"/>
                    <a:pt x="354" y="5255"/>
                  </a:cubicBezTo>
                  <a:cubicBezTo>
                    <a:pt x="232" y="5496"/>
                    <a:pt x="73" y="5763"/>
                    <a:pt x="7" y="6023"/>
                  </a:cubicBezTo>
                  <a:cubicBezTo>
                    <a:pt x="0" y="6049"/>
                    <a:pt x="24" y="6073"/>
                    <a:pt x="48" y="6073"/>
                  </a:cubicBezTo>
                  <a:cubicBezTo>
                    <a:pt x="54" y="6073"/>
                    <a:pt x="59" y="6071"/>
                    <a:pt x="65" y="6068"/>
                  </a:cubicBezTo>
                  <a:cubicBezTo>
                    <a:pt x="71" y="6074"/>
                    <a:pt x="80" y="6078"/>
                    <a:pt x="91" y="6078"/>
                  </a:cubicBezTo>
                  <a:cubicBezTo>
                    <a:pt x="94" y="6078"/>
                    <a:pt x="97" y="6078"/>
                    <a:pt x="101" y="6077"/>
                  </a:cubicBezTo>
                  <a:cubicBezTo>
                    <a:pt x="959" y="5960"/>
                    <a:pt x="1808" y="5806"/>
                    <a:pt x="2651" y="5604"/>
                  </a:cubicBezTo>
                  <a:cubicBezTo>
                    <a:pt x="3060" y="5506"/>
                    <a:pt x="3465" y="5397"/>
                    <a:pt x="3870" y="5289"/>
                  </a:cubicBezTo>
                  <a:cubicBezTo>
                    <a:pt x="3994" y="5254"/>
                    <a:pt x="4119" y="5217"/>
                    <a:pt x="4241" y="5181"/>
                  </a:cubicBezTo>
                  <a:lnTo>
                    <a:pt x="4241" y="5181"/>
                  </a:lnTo>
                  <a:cubicBezTo>
                    <a:pt x="4230" y="5202"/>
                    <a:pt x="4220" y="5225"/>
                    <a:pt x="4207" y="5247"/>
                  </a:cubicBezTo>
                  <a:cubicBezTo>
                    <a:pt x="4066" y="5526"/>
                    <a:pt x="3927" y="5806"/>
                    <a:pt x="3790" y="6084"/>
                  </a:cubicBezTo>
                  <a:cubicBezTo>
                    <a:pt x="3530" y="6624"/>
                    <a:pt x="3273" y="7169"/>
                    <a:pt x="3027" y="7716"/>
                  </a:cubicBezTo>
                  <a:cubicBezTo>
                    <a:pt x="2534" y="8805"/>
                    <a:pt x="2067" y="9908"/>
                    <a:pt x="1635" y="11024"/>
                  </a:cubicBezTo>
                  <a:cubicBezTo>
                    <a:pt x="1508" y="11347"/>
                    <a:pt x="1390" y="11673"/>
                    <a:pt x="1271" y="11997"/>
                  </a:cubicBezTo>
                  <a:cubicBezTo>
                    <a:pt x="1174" y="12265"/>
                    <a:pt x="1062" y="12541"/>
                    <a:pt x="988" y="12819"/>
                  </a:cubicBezTo>
                  <a:cubicBezTo>
                    <a:pt x="961" y="12860"/>
                    <a:pt x="935" y="12897"/>
                    <a:pt x="907" y="12938"/>
                  </a:cubicBezTo>
                  <a:cubicBezTo>
                    <a:pt x="886" y="12971"/>
                    <a:pt x="917" y="13007"/>
                    <a:pt x="950" y="13007"/>
                  </a:cubicBezTo>
                  <a:cubicBezTo>
                    <a:pt x="952" y="13007"/>
                    <a:pt x="954" y="13007"/>
                    <a:pt x="956" y="13007"/>
                  </a:cubicBezTo>
                  <a:cubicBezTo>
                    <a:pt x="962" y="13012"/>
                    <a:pt x="969" y="13016"/>
                    <a:pt x="976" y="13016"/>
                  </a:cubicBezTo>
                  <a:cubicBezTo>
                    <a:pt x="984" y="13016"/>
                    <a:pt x="991" y="13012"/>
                    <a:pt x="995" y="13004"/>
                  </a:cubicBezTo>
                  <a:cubicBezTo>
                    <a:pt x="1004" y="12988"/>
                    <a:pt x="1011" y="12969"/>
                    <a:pt x="1021" y="12953"/>
                  </a:cubicBezTo>
                  <a:cubicBezTo>
                    <a:pt x="1537" y="12406"/>
                    <a:pt x="1984" y="11775"/>
                    <a:pt x="2436" y="11175"/>
                  </a:cubicBezTo>
                  <a:cubicBezTo>
                    <a:pt x="2909" y="10550"/>
                    <a:pt x="3371" y="9921"/>
                    <a:pt x="3824" y="9282"/>
                  </a:cubicBezTo>
                  <a:cubicBezTo>
                    <a:pt x="4736" y="7999"/>
                    <a:pt x="5614" y="6689"/>
                    <a:pt x="6453" y="5355"/>
                  </a:cubicBezTo>
                  <a:cubicBezTo>
                    <a:pt x="6923" y="4606"/>
                    <a:pt x="7378" y="3848"/>
                    <a:pt x="7819" y="3083"/>
                  </a:cubicBezTo>
                  <a:cubicBezTo>
                    <a:pt x="7847" y="3037"/>
                    <a:pt x="7816" y="2965"/>
                    <a:pt x="7758" y="2965"/>
                  </a:cubicBezTo>
                  <a:cubicBezTo>
                    <a:pt x="7756" y="2965"/>
                    <a:pt x="7754" y="2965"/>
                    <a:pt x="7752" y="2965"/>
                  </a:cubicBezTo>
                  <a:cubicBezTo>
                    <a:pt x="7623" y="2978"/>
                    <a:pt x="7487" y="2983"/>
                    <a:pt x="7350" y="2991"/>
                  </a:cubicBezTo>
                  <a:cubicBezTo>
                    <a:pt x="7186" y="2984"/>
                    <a:pt x="7020" y="2981"/>
                    <a:pt x="6854" y="2981"/>
                  </a:cubicBezTo>
                  <a:cubicBezTo>
                    <a:pt x="6048" y="2981"/>
                    <a:pt x="5232" y="3055"/>
                    <a:pt x="4433" y="3185"/>
                  </a:cubicBezTo>
                  <a:cubicBezTo>
                    <a:pt x="4447" y="3166"/>
                    <a:pt x="4460" y="3149"/>
                    <a:pt x="4475" y="3130"/>
                  </a:cubicBezTo>
                  <a:cubicBezTo>
                    <a:pt x="4743" y="2787"/>
                    <a:pt x="5012" y="2445"/>
                    <a:pt x="5282" y="2103"/>
                  </a:cubicBezTo>
                  <a:cubicBezTo>
                    <a:pt x="5545" y="1769"/>
                    <a:pt x="5805" y="1436"/>
                    <a:pt x="6065" y="1102"/>
                  </a:cubicBezTo>
                  <a:cubicBezTo>
                    <a:pt x="6182" y="952"/>
                    <a:pt x="6294" y="796"/>
                    <a:pt x="6407" y="644"/>
                  </a:cubicBezTo>
                  <a:cubicBezTo>
                    <a:pt x="6529" y="478"/>
                    <a:pt x="6669" y="314"/>
                    <a:pt x="6731" y="116"/>
                  </a:cubicBezTo>
                  <a:cubicBezTo>
                    <a:pt x="6734" y="111"/>
                    <a:pt x="6734" y="105"/>
                    <a:pt x="6731" y="102"/>
                  </a:cubicBezTo>
                  <a:cubicBezTo>
                    <a:pt x="6755" y="62"/>
                    <a:pt x="6738" y="1"/>
                    <a:pt x="6679" y="1"/>
                  </a:cubicBezTo>
                  <a:cubicBezTo>
                    <a:pt x="6646" y="1"/>
                    <a:pt x="6613" y="1"/>
                    <a:pt x="6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 name="Google Shape;1579;p26"/>
            <p:cNvGrpSpPr/>
            <p:nvPr/>
          </p:nvGrpSpPr>
          <p:grpSpPr>
            <a:xfrm>
              <a:off x="186575" y="1954438"/>
              <a:ext cx="1195900" cy="541775"/>
              <a:chOff x="5595675" y="1084200"/>
              <a:chExt cx="1195900" cy="541775"/>
            </a:xfrm>
          </p:grpSpPr>
          <p:sp>
            <p:nvSpPr>
              <p:cNvPr id="1580" name="Google Shape;1580;p26"/>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6"/>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6"/>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6"/>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6"/>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6"/>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6"/>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6"/>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6"/>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6"/>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6"/>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TITLE_AND_TWO_COLUMNS_1">
    <p:spTree>
      <p:nvGrpSpPr>
        <p:cNvPr id="1591" name="Shape 1591"/>
        <p:cNvGrpSpPr/>
        <p:nvPr/>
      </p:nvGrpSpPr>
      <p:grpSpPr>
        <a:xfrm>
          <a:off x="0" y="0"/>
          <a:ext cx="0" cy="0"/>
          <a:chOff x="0" y="0"/>
          <a:chExt cx="0" cy="0"/>
        </a:xfrm>
      </p:grpSpPr>
      <p:sp>
        <p:nvSpPr>
          <p:cNvPr id="1592" name="Google Shape;1592;p27"/>
          <p:cNvSpPr txBox="1"/>
          <p:nvPr>
            <p:ph idx="1" type="subTitle"/>
          </p:nvPr>
        </p:nvSpPr>
        <p:spPr>
          <a:xfrm>
            <a:off x="1290775" y="3587675"/>
            <a:ext cx="2907600" cy="64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93" name="Google Shape;1593;p27"/>
          <p:cNvSpPr txBox="1"/>
          <p:nvPr>
            <p:ph idx="2" type="subTitle"/>
          </p:nvPr>
        </p:nvSpPr>
        <p:spPr>
          <a:xfrm>
            <a:off x="4945650" y="3587675"/>
            <a:ext cx="2907600" cy="64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94" name="Google Shape;1594;p27"/>
          <p:cNvSpPr txBox="1"/>
          <p:nvPr>
            <p:ph hasCustomPrompt="1" type="title"/>
          </p:nvPr>
        </p:nvSpPr>
        <p:spPr>
          <a:xfrm>
            <a:off x="1844925" y="2403040"/>
            <a:ext cx="1799400" cy="818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95" name="Google Shape;1595;p27"/>
          <p:cNvSpPr txBox="1"/>
          <p:nvPr>
            <p:ph hasCustomPrompt="1" idx="3" type="title"/>
          </p:nvPr>
        </p:nvSpPr>
        <p:spPr>
          <a:xfrm>
            <a:off x="5499800" y="2403040"/>
            <a:ext cx="1799400" cy="818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96" name="Google Shape;1596;p27"/>
          <p:cNvSpPr txBox="1"/>
          <p:nvPr>
            <p:ph idx="4" type="title"/>
          </p:nvPr>
        </p:nvSpPr>
        <p:spPr>
          <a:xfrm>
            <a:off x="1290763" y="1534825"/>
            <a:ext cx="2907600" cy="4530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97" name="Google Shape;1597;p27"/>
          <p:cNvSpPr txBox="1"/>
          <p:nvPr>
            <p:ph idx="5" type="title"/>
          </p:nvPr>
        </p:nvSpPr>
        <p:spPr>
          <a:xfrm>
            <a:off x="4945638" y="1534825"/>
            <a:ext cx="2907600" cy="4530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98" name="Google Shape;1598;p27"/>
          <p:cNvSpPr txBox="1"/>
          <p:nvPr>
            <p:ph idx="6" type="title"/>
          </p:nvPr>
        </p:nvSpPr>
        <p:spPr>
          <a:xfrm>
            <a:off x="720000" y="540000"/>
            <a:ext cx="7704000" cy="571500"/>
          </a:xfrm>
          <a:prstGeom prst="rect">
            <a:avLst/>
          </a:prstGeom>
        </p:spPr>
        <p:txBody>
          <a:bodyPr anchorCtr="0" anchor="t" bIns="91425" lIns="91425" spcFirstLastPara="1" rIns="91425" wrap="square" tIns="91425">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grpSp>
        <p:nvGrpSpPr>
          <p:cNvPr id="1599" name="Google Shape;1599;p27"/>
          <p:cNvGrpSpPr/>
          <p:nvPr/>
        </p:nvGrpSpPr>
        <p:grpSpPr>
          <a:xfrm>
            <a:off x="-667970" y="4116166"/>
            <a:ext cx="9898125" cy="2035097"/>
            <a:chOff x="-667970" y="4116166"/>
            <a:chExt cx="9898125" cy="2035097"/>
          </a:xfrm>
        </p:grpSpPr>
        <p:grpSp>
          <p:nvGrpSpPr>
            <p:cNvPr id="1600" name="Google Shape;1600;p27"/>
            <p:cNvGrpSpPr/>
            <p:nvPr/>
          </p:nvGrpSpPr>
          <p:grpSpPr>
            <a:xfrm>
              <a:off x="4" y="4116166"/>
              <a:ext cx="9144014" cy="2035097"/>
              <a:chOff x="609975" y="2032925"/>
              <a:chExt cx="2729475" cy="706950"/>
            </a:xfrm>
          </p:grpSpPr>
          <p:sp>
            <p:nvSpPr>
              <p:cNvPr id="1601" name="Google Shape;1601;p27"/>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7"/>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7"/>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7"/>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7"/>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 name="Google Shape;1606;p27"/>
            <p:cNvGrpSpPr/>
            <p:nvPr/>
          </p:nvGrpSpPr>
          <p:grpSpPr>
            <a:xfrm>
              <a:off x="-667970" y="4506002"/>
              <a:ext cx="3750658" cy="950331"/>
              <a:chOff x="365750" y="2226825"/>
              <a:chExt cx="1302900" cy="330125"/>
            </a:xfrm>
          </p:grpSpPr>
          <p:sp>
            <p:nvSpPr>
              <p:cNvPr id="1607" name="Google Shape;1607;p27"/>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7"/>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7"/>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7"/>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7"/>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7"/>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7"/>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 name="Google Shape;1614;p27"/>
            <p:cNvGrpSpPr/>
            <p:nvPr/>
          </p:nvGrpSpPr>
          <p:grpSpPr>
            <a:xfrm>
              <a:off x="4732114" y="4291235"/>
              <a:ext cx="4498041" cy="1561623"/>
              <a:chOff x="1786325" y="2127525"/>
              <a:chExt cx="1562525" cy="542475"/>
            </a:xfrm>
          </p:grpSpPr>
          <p:sp>
            <p:nvSpPr>
              <p:cNvPr id="1615" name="Google Shape;1615;p27"/>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7"/>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7" name="Google Shape;1617;p27"/>
          <p:cNvGrpSpPr/>
          <p:nvPr/>
        </p:nvGrpSpPr>
        <p:grpSpPr>
          <a:xfrm>
            <a:off x="-431925" y="1000925"/>
            <a:ext cx="9800225" cy="2233200"/>
            <a:chOff x="-431925" y="1000925"/>
            <a:chExt cx="9800225" cy="2233200"/>
          </a:xfrm>
        </p:grpSpPr>
        <p:grpSp>
          <p:nvGrpSpPr>
            <p:cNvPr id="1618" name="Google Shape;1618;p27"/>
            <p:cNvGrpSpPr/>
            <p:nvPr/>
          </p:nvGrpSpPr>
          <p:grpSpPr>
            <a:xfrm>
              <a:off x="-431925" y="2514900"/>
              <a:ext cx="1527500" cy="719225"/>
              <a:chOff x="5155200" y="1824900"/>
              <a:chExt cx="1527500" cy="719225"/>
            </a:xfrm>
          </p:grpSpPr>
          <p:sp>
            <p:nvSpPr>
              <p:cNvPr id="1619" name="Google Shape;1619;p27"/>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7"/>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7"/>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7"/>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7"/>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7"/>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 name="Google Shape;1625;p27"/>
            <p:cNvGrpSpPr/>
            <p:nvPr/>
          </p:nvGrpSpPr>
          <p:grpSpPr>
            <a:xfrm>
              <a:off x="-100325" y="1464575"/>
              <a:ext cx="1195900" cy="541775"/>
              <a:chOff x="5595675" y="1084200"/>
              <a:chExt cx="1195900" cy="541775"/>
            </a:xfrm>
          </p:grpSpPr>
          <p:sp>
            <p:nvSpPr>
              <p:cNvPr id="1626" name="Google Shape;1626;p27"/>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7"/>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7"/>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7"/>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7"/>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7"/>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7"/>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7"/>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7"/>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7"/>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7"/>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27"/>
            <p:cNvGrpSpPr/>
            <p:nvPr/>
          </p:nvGrpSpPr>
          <p:grpSpPr>
            <a:xfrm>
              <a:off x="8256825" y="1347750"/>
              <a:ext cx="1089150" cy="571075"/>
              <a:chOff x="6195700" y="3234125"/>
              <a:chExt cx="1089150" cy="571075"/>
            </a:xfrm>
          </p:grpSpPr>
          <p:sp>
            <p:nvSpPr>
              <p:cNvPr id="1638" name="Google Shape;1638;p27"/>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7"/>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7"/>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7"/>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7"/>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7"/>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7"/>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7"/>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27"/>
            <p:cNvGrpSpPr/>
            <p:nvPr/>
          </p:nvGrpSpPr>
          <p:grpSpPr>
            <a:xfrm>
              <a:off x="7810925" y="1000925"/>
              <a:ext cx="545475" cy="180275"/>
              <a:chOff x="6417800" y="2661150"/>
              <a:chExt cx="545475" cy="180275"/>
            </a:xfrm>
          </p:grpSpPr>
          <p:sp>
            <p:nvSpPr>
              <p:cNvPr id="1647" name="Google Shape;1647;p27"/>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7"/>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7"/>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7"/>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7"/>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7"/>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27"/>
            <p:cNvGrpSpPr/>
            <p:nvPr/>
          </p:nvGrpSpPr>
          <p:grpSpPr>
            <a:xfrm>
              <a:off x="8356400" y="2661150"/>
              <a:ext cx="1011900" cy="244475"/>
              <a:chOff x="5272425" y="2835250"/>
              <a:chExt cx="1011900" cy="244475"/>
            </a:xfrm>
          </p:grpSpPr>
          <p:sp>
            <p:nvSpPr>
              <p:cNvPr id="1654" name="Google Shape;1654;p27"/>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7"/>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7"/>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7"/>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7"/>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7"/>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7"/>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7"/>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7"/>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663" name="Shape 1663"/>
        <p:cNvGrpSpPr/>
        <p:nvPr/>
      </p:nvGrpSpPr>
      <p:grpSpPr>
        <a:xfrm>
          <a:off x="0" y="0"/>
          <a:ext cx="0" cy="0"/>
          <a:chOff x="0" y="0"/>
          <a:chExt cx="0" cy="0"/>
        </a:xfrm>
      </p:grpSpPr>
      <p:sp>
        <p:nvSpPr>
          <p:cNvPr id="1664" name="Google Shape;1664;p28"/>
          <p:cNvSpPr txBox="1"/>
          <p:nvPr>
            <p:ph type="ctrTitle"/>
          </p:nvPr>
        </p:nvSpPr>
        <p:spPr>
          <a:xfrm>
            <a:off x="2003425" y="540000"/>
            <a:ext cx="5137200" cy="1819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5200"/>
              <a:buNone/>
              <a:defRPr sz="1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65" name="Google Shape;1665;p28"/>
          <p:cNvSpPr txBox="1"/>
          <p:nvPr>
            <p:ph idx="1" type="subTitle"/>
          </p:nvPr>
        </p:nvSpPr>
        <p:spPr>
          <a:xfrm>
            <a:off x="2963700" y="2358232"/>
            <a:ext cx="3216600" cy="12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800"/>
              <a:buNone/>
              <a:defRPr sz="1800">
                <a:solidFill>
                  <a:schemeClr val="dk1"/>
                </a:solidFill>
              </a:defRPr>
            </a:lvl2pPr>
            <a:lvl3pPr lvl="2" rtl="0" algn="ctr">
              <a:lnSpc>
                <a:spcPct val="100000"/>
              </a:lnSpc>
              <a:spcBef>
                <a:spcPts val="0"/>
              </a:spcBef>
              <a:spcAft>
                <a:spcPts val="0"/>
              </a:spcAft>
              <a:buClr>
                <a:schemeClr val="dk1"/>
              </a:buClr>
              <a:buSzPts val="1800"/>
              <a:buNone/>
              <a:defRPr sz="1800">
                <a:solidFill>
                  <a:schemeClr val="dk1"/>
                </a:solidFill>
              </a:defRPr>
            </a:lvl3pPr>
            <a:lvl4pPr lvl="3" rtl="0" algn="ctr">
              <a:lnSpc>
                <a:spcPct val="100000"/>
              </a:lnSpc>
              <a:spcBef>
                <a:spcPts val="0"/>
              </a:spcBef>
              <a:spcAft>
                <a:spcPts val="0"/>
              </a:spcAft>
              <a:buClr>
                <a:schemeClr val="dk1"/>
              </a:buClr>
              <a:buSzPts val="1800"/>
              <a:buNone/>
              <a:defRPr sz="1800">
                <a:solidFill>
                  <a:schemeClr val="dk1"/>
                </a:solidFill>
              </a:defRPr>
            </a:lvl4pPr>
            <a:lvl5pPr lvl="4" rtl="0" algn="ctr">
              <a:lnSpc>
                <a:spcPct val="100000"/>
              </a:lnSpc>
              <a:spcBef>
                <a:spcPts val="0"/>
              </a:spcBef>
              <a:spcAft>
                <a:spcPts val="0"/>
              </a:spcAft>
              <a:buClr>
                <a:schemeClr val="dk1"/>
              </a:buClr>
              <a:buSzPts val="1800"/>
              <a:buNone/>
              <a:defRPr sz="1800">
                <a:solidFill>
                  <a:schemeClr val="dk1"/>
                </a:solidFill>
              </a:defRPr>
            </a:lvl5pPr>
            <a:lvl6pPr lvl="5" rtl="0" algn="ctr">
              <a:lnSpc>
                <a:spcPct val="100000"/>
              </a:lnSpc>
              <a:spcBef>
                <a:spcPts val="0"/>
              </a:spcBef>
              <a:spcAft>
                <a:spcPts val="0"/>
              </a:spcAft>
              <a:buClr>
                <a:schemeClr val="dk1"/>
              </a:buClr>
              <a:buSzPts val="1800"/>
              <a:buNone/>
              <a:defRPr sz="1800">
                <a:solidFill>
                  <a:schemeClr val="dk1"/>
                </a:solidFill>
              </a:defRPr>
            </a:lvl6pPr>
            <a:lvl7pPr lvl="6" rtl="0" algn="ctr">
              <a:lnSpc>
                <a:spcPct val="100000"/>
              </a:lnSpc>
              <a:spcBef>
                <a:spcPts val="0"/>
              </a:spcBef>
              <a:spcAft>
                <a:spcPts val="0"/>
              </a:spcAft>
              <a:buClr>
                <a:schemeClr val="dk1"/>
              </a:buClr>
              <a:buSzPts val="1800"/>
              <a:buNone/>
              <a:defRPr sz="1800">
                <a:solidFill>
                  <a:schemeClr val="dk1"/>
                </a:solidFill>
              </a:defRPr>
            </a:lvl7pPr>
            <a:lvl8pPr lvl="7" rtl="0" algn="ctr">
              <a:lnSpc>
                <a:spcPct val="100000"/>
              </a:lnSpc>
              <a:spcBef>
                <a:spcPts val="0"/>
              </a:spcBef>
              <a:spcAft>
                <a:spcPts val="0"/>
              </a:spcAft>
              <a:buClr>
                <a:schemeClr val="dk1"/>
              </a:buClr>
              <a:buSzPts val="1800"/>
              <a:buNone/>
              <a:defRPr sz="1800">
                <a:solidFill>
                  <a:schemeClr val="dk1"/>
                </a:solidFill>
              </a:defRPr>
            </a:lvl8pPr>
            <a:lvl9pPr lvl="8" rtl="0" algn="ctr">
              <a:lnSpc>
                <a:spcPct val="100000"/>
              </a:lnSpc>
              <a:spcBef>
                <a:spcPts val="0"/>
              </a:spcBef>
              <a:spcAft>
                <a:spcPts val="0"/>
              </a:spcAft>
              <a:buClr>
                <a:schemeClr val="dk1"/>
              </a:buClr>
              <a:buSzPts val="1800"/>
              <a:buNone/>
              <a:defRPr sz="1800">
                <a:solidFill>
                  <a:schemeClr val="dk1"/>
                </a:solidFill>
              </a:defRPr>
            </a:lvl9pPr>
          </a:lstStyle>
          <a:p/>
        </p:txBody>
      </p:sp>
      <p:sp>
        <p:nvSpPr>
          <p:cNvPr id="1666" name="Google Shape;1666;p28"/>
          <p:cNvSpPr txBox="1"/>
          <p:nvPr>
            <p:ph idx="2" type="subTitle"/>
          </p:nvPr>
        </p:nvSpPr>
        <p:spPr>
          <a:xfrm rot="-1283">
            <a:off x="2963700" y="4184197"/>
            <a:ext cx="3216600" cy="4188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100"/>
              <a:buNone/>
              <a:defRPr/>
            </a:lvl1pPr>
            <a:lvl2pPr lvl="1" rtl="0" algn="ctr">
              <a:lnSpc>
                <a:spcPct val="100000"/>
              </a:lnSpc>
              <a:spcBef>
                <a:spcPts val="0"/>
              </a:spcBef>
              <a:spcAft>
                <a:spcPts val="0"/>
              </a:spcAft>
              <a:buClr>
                <a:schemeClr val="dk1"/>
              </a:buClr>
              <a:buSzPts val="1100"/>
              <a:buNone/>
              <a:defRPr sz="1100">
                <a:solidFill>
                  <a:schemeClr val="dk1"/>
                </a:solidFill>
              </a:defRPr>
            </a:lvl2pPr>
            <a:lvl3pPr lvl="2" rtl="0" algn="ctr">
              <a:lnSpc>
                <a:spcPct val="100000"/>
              </a:lnSpc>
              <a:spcBef>
                <a:spcPts val="0"/>
              </a:spcBef>
              <a:spcAft>
                <a:spcPts val="0"/>
              </a:spcAft>
              <a:buClr>
                <a:schemeClr val="dk1"/>
              </a:buClr>
              <a:buSzPts val="1100"/>
              <a:buNone/>
              <a:defRPr sz="1100">
                <a:solidFill>
                  <a:schemeClr val="dk1"/>
                </a:solidFill>
              </a:defRPr>
            </a:lvl3pPr>
            <a:lvl4pPr lvl="3" rtl="0" algn="ctr">
              <a:lnSpc>
                <a:spcPct val="100000"/>
              </a:lnSpc>
              <a:spcBef>
                <a:spcPts val="0"/>
              </a:spcBef>
              <a:spcAft>
                <a:spcPts val="0"/>
              </a:spcAft>
              <a:buClr>
                <a:schemeClr val="dk1"/>
              </a:buClr>
              <a:buSzPts val="1100"/>
              <a:buNone/>
              <a:defRPr sz="1100">
                <a:solidFill>
                  <a:schemeClr val="dk1"/>
                </a:solidFill>
              </a:defRPr>
            </a:lvl4pPr>
            <a:lvl5pPr lvl="4" rtl="0" algn="ctr">
              <a:lnSpc>
                <a:spcPct val="100000"/>
              </a:lnSpc>
              <a:spcBef>
                <a:spcPts val="0"/>
              </a:spcBef>
              <a:spcAft>
                <a:spcPts val="0"/>
              </a:spcAft>
              <a:buClr>
                <a:schemeClr val="dk1"/>
              </a:buClr>
              <a:buSzPts val="1100"/>
              <a:buNone/>
              <a:defRPr sz="1100">
                <a:solidFill>
                  <a:schemeClr val="dk1"/>
                </a:solidFill>
              </a:defRPr>
            </a:lvl5pPr>
            <a:lvl6pPr lvl="5" rtl="0" algn="ctr">
              <a:lnSpc>
                <a:spcPct val="100000"/>
              </a:lnSpc>
              <a:spcBef>
                <a:spcPts val="0"/>
              </a:spcBef>
              <a:spcAft>
                <a:spcPts val="0"/>
              </a:spcAft>
              <a:buClr>
                <a:schemeClr val="dk1"/>
              </a:buClr>
              <a:buSzPts val="1100"/>
              <a:buNone/>
              <a:defRPr sz="1100">
                <a:solidFill>
                  <a:schemeClr val="dk1"/>
                </a:solidFill>
              </a:defRPr>
            </a:lvl6pPr>
            <a:lvl7pPr lvl="6" rtl="0" algn="ctr">
              <a:lnSpc>
                <a:spcPct val="100000"/>
              </a:lnSpc>
              <a:spcBef>
                <a:spcPts val="0"/>
              </a:spcBef>
              <a:spcAft>
                <a:spcPts val="0"/>
              </a:spcAft>
              <a:buClr>
                <a:schemeClr val="dk1"/>
              </a:buClr>
              <a:buSzPts val="1100"/>
              <a:buNone/>
              <a:defRPr sz="1100">
                <a:solidFill>
                  <a:schemeClr val="dk1"/>
                </a:solidFill>
              </a:defRPr>
            </a:lvl7pPr>
            <a:lvl8pPr lvl="7" rtl="0" algn="ctr">
              <a:lnSpc>
                <a:spcPct val="100000"/>
              </a:lnSpc>
              <a:spcBef>
                <a:spcPts val="0"/>
              </a:spcBef>
              <a:spcAft>
                <a:spcPts val="0"/>
              </a:spcAft>
              <a:buClr>
                <a:schemeClr val="dk1"/>
              </a:buClr>
              <a:buSzPts val="1100"/>
              <a:buNone/>
              <a:defRPr sz="1100">
                <a:solidFill>
                  <a:schemeClr val="dk1"/>
                </a:solidFill>
              </a:defRPr>
            </a:lvl8pPr>
            <a:lvl9pPr lvl="8" rtl="0" algn="ctr">
              <a:lnSpc>
                <a:spcPct val="100000"/>
              </a:lnSpc>
              <a:spcBef>
                <a:spcPts val="0"/>
              </a:spcBef>
              <a:spcAft>
                <a:spcPts val="0"/>
              </a:spcAft>
              <a:buClr>
                <a:schemeClr val="dk1"/>
              </a:buClr>
              <a:buSzPts val="1100"/>
              <a:buNone/>
              <a:defRPr sz="1100">
                <a:solidFill>
                  <a:schemeClr val="dk1"/>
                </a:solidFill>
              </a:defRPr>
            </a:lvl9pPr>
          </a:lstStyle>
          <a:p/>
        </p:txBody>
      </p:sp>
      <p:grpSp>
        <p:nvGrpSpPr>
          <p:cNvPr id="1667" name="Google Shape;1667;p28"/>
          <p:cNvGrpSpPr/>
          <p:nvPr/>
        </p:nvGrpSpPr>
        <p:grpSpPr>
          <a:xfrm>
            <a:off x="-628600" y="1511700"/>
            <a:ext cx="10171050" cy="4351287"/>
            <a:chOff x="-628600" y="1511700"/>
            <a:chExt cx="10171050" cy="4351287"/>
          </a:xfrm>
        </p:grpSpPr>
        <p:grpSp>
          <p:nvGrpSpPr>
            <p:cNvPr id="1668" name="Google Shape;1668;p28"/>
            <p:cNvGrpSpPr/>
            <p:nvPr/>
          </p:nvGrpSpPr>
          <p:grpSpPr>
            <a:xfrm flipH="1">
              <a:off x="-61318" y="4562468"/>
              <a:ext cx="1903468" cy="660843"/>
              <a:chOff x="1786325" y="2127525"/>
              <a:chExt cx="1562525" cy="542475"/>
            </a:xfrm>
          </p:grpSpPr>
          <p:sp>
            <p:nvSpPr>
              <p:cNvPr id="1669" name="Google Shape;1669;p28"/>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8"/>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28"/>
            <p:cNvGrpSpPr/>
            <p:nvPr/>
          </p:nvGrpSpPr>
          <p:grpSpPr>
            <a:xfrm>
              <a:off x="6752250" y="4644000"/>
              <a:ext cx="2729475" cy="706950"/>
              <a:chOff x="609975" y="2032925"/>
              <a:chExt cx="2729475" cy="706950"/>
            </a:xfrm>
          </p:grpSpPr>
          <p:sp>
            <p:nvSpPr>
              <p:cNvPr id="1672" name="Google Shape;1672;p28"/>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8"/>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8"/>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8"/>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8"/>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28"/>
            <p:cNvGrpSpPr/>
            <p:nvPr/>
          </p:nvGrpSpPr>
          <p:grpSpPr>
            <a:xfrm flipH="1">
              <a:off x="1348273" y="4675918"/>
              <a:ext cx="3449250" cy="971677"/>
              <a:chOff x="609975" y="2365950"/>
              <a:chExt cx="2812500" cy="792300"/>
            </a:xfrm>
          </p:grpSpPr>
          <p:sp>
            <p:nvSpPr>
              <p:cNvPr id="1678" name="Google Shape;1678;p28"/>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8"/>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8"/>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8"/>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8"/>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8"/>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28"/>
            <p:cNvGrpSpPr/>
            <p:nvPr/>
          </p:nvGrpSpPr>
          <p:grpSpPr>
            <a:xfrm>
              <a:off x="-200157" y="4719966"/>
              <a:ext cx="2742370" cy="1143021"/>
              <a:chOff x="2081725" y="2409550"/>
              <a:chExt cx="1340750" cy="558825"/>
            </a:xfrm>
          </p:grpSpPr>
          <p:sp>
            <p:nvSpPr>
              <p:cNvPr id="1685" name="Google Shape;1685;p28"/>
              <p:cNvSpPr/>
              <p:nvPr/>
            </p:nvSpPr>
            <p:spPr>
              <a:xfrm>
                <a:off x="2081725" y="2409550"/>
                <a:ext cx="1340750" cy="558825"/>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8"/>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8"/>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8"/>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8"/>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8"/>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8"/>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8"/>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28"/>
            <p:cNvGrpSpPr/>
            <p:nvPr/>
          </p:nvGrpSpPr>
          <p:grpSpPr>
            <a:xfrm>
              <a:off x="8260450" y="2987700"/>
              <a:ext cx="1282000" cy="526400"/>
              <a:chOff x="3450550" y="1144050"/>
              <a:chExt cx="1282000" cy="526400"/>
            </a:xfrm>
          </p:grpSpPr>
          <p:sp>
            <p:nvSpPr>
              <p:cNvPr id="1694" name="Google Shape;1694;p28"/>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8"/>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8"/>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8"/>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8"/>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8"/>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28"/>
            <p:cNvGrpSpPr/>
            <p:nvPr/>
          </p:nvGrpSpPr>
          <p:grpSpPr>
            <a:xfrm>
              <a:off x="-326675" y="2865938"/>
              <a:ext cx="1527500" cy="719225"/>
              <a:chOff x="5155200" y="1824900"/>
              <a:chExt cx="1527500" cy="719225"/>
            </a:xfrm>
          </p:grpSpPr>
          <p:sp>
            <p:nvSpPr>
              <p:cNvPr id="1701" name="Google Shape;1701;p28"/>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8"/>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8"/>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8"/>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8"/>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8"/>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28"/>
            <p:cNvGrpSpPr/>
            <p:nvPr/>
          </p:nvGrpSpPr>
          <p:grpSpPr>
            <a:xfrm>
              <a:off x="-628600" y="1511700"/>
              <a:ext cx="1195900" cy="541775"/>
              <a:chOff x="5595675" y="1084200"/>
              <a:chExt cx="1195900" cy="541775"/>
            </a:xfrm>
          </p:grpSpPr>
          <p:sp>
            <p:nvSpPr>
              <p:cNvPr id="1708" name="Google Shape;1708;p28"/>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8"/>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8"/>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8"/>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8"/>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8"/>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8"/>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8"/>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8"/>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8"/>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8"/>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28"/>
            <p:cNvGrpSpPr/>
            <p:nvPr/>
          </p:nvGrpSpPr>
          <p:grpSpPr>
            <a:xfrm>
              <a:off x="6180300" y="2571750"/>
              <a:ext cx="1089150" cy="571075"/>
              <a:chOff x="6195700" y="3234125"/>
              <a:chExt cx="1089150" cy="571075"/>
            </a:xfrm>
          </p:grpSpPr>
          <p:sp>
            <p:nvSpPr>
              <p:cNvPr id="1720" name="Google Shape;1720;p28"/>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8"/>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8"/>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8"/>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8"/>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8"/>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8"/>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8"/>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28"/>
            <p:cNvGrpSpPr/>
            <p:nvPr/>
          </p:nvGrpSpPr>
          <p:grpSpPr>
            <a:xfrm>
              <a:off x="1870450" y="2882038"/>
              <a:ext cx="545475" cy="180275"/>
              <a:chOff x="6417800" y="2661150"/>
              <a:chExt cx="545475" cy="180275"/>
            </a:xfrm>
          </p:grpSpPr>
          <p:sp>
            <p:nvSpPr>
              <p:cNvPr id="1729" name="Google Shape;1729;p28"/>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8"/>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8"/>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8"/>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8"/>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8"/>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28"/>
            <p:cNvGrpSpPr/>
            <p:nvPr/>
          </p:nvGrpSpPr>
          <p:grpSpPr>
            <a:xfrm>
              <a:off x="8067100" y="1613325"/>
              <a:ext cx="1011900" cy="244475"/>
              <a:chOff x="5272425" y="2835250"/>
              <a:chExt cx="1011900" cy="244475"/>
            </a:xfrm>
          </p:grpSpPr>
          <p:sp>
            <p:nvSpPr>
              <p:cNvPr id="1736" name="Google Shape;1736;p28"/>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8"/>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8"/>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8"/>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8"/>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8"/>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8"/>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8"/>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8"/>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28"/>
            <p:cNvGrpSpPr/>
            <p:nvPr/>
          </p:nvGrpSpPr>
          <p:grpSpPr>
            <a:xfrm>
              <a:off x="3732734" y="4643999"/>
              <a:ext cx="4281022" cy="1087641"/>
              <a:chOff x="371175" y="2623925"/>
              <a:chExt cx="2093000" cy="531750"/>
            </a:xfrm>
          </p:grpSpPr>
          <p:sp>
            <p:nvSpPr>
              <p:cNvPr id="1746" name="Google Shape;1746;p28"/>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8"/>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8"/>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8"/>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8"/>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8"/>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8"/>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8"/>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8"/>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8"/>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8"/>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8"/>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8"/>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8"/>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8"/>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8"/>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8"/>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8"/>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8"/>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65" name="Google Shape;1765;p28"/>
          <p:cNvSpPr txBox="1"/>
          <p:nvPr/>
        </p:nvSpPr>
        <p:spPr>
          <a:xfrm>
            <a:off x="2415925" y="3585165"/>
            <a:ext cx="4312200" cy="5994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100">
                <a:solidFill>
                  <a:schemeClr val="lt2"/>
                </a:solidFill>
                <a:latin typeface="Overpass"/>
                <a:ea typeface="Overpass"/>
                <a:cs typeface="Overpass"/>
                <a:sym typeface="Overpass"/>
              </a:rPr>
              <a:t>CREDITS: </a:t>
            </a:r>
            <a:r>
              <a:rPr lang="en" sz="1100">
                <a:solidFill>
                  <a:schemeClr val="dk1"/>
                </a:solidFill>
                <a:latin typeface="Overpass Light"/>
                <a:ea typeface="Overpass Light"/>
                <a:cs typeface="Overpass Light"/>
                <a:sym typeface="Overpass Light"/>
              </a:rPr>
              <a:t>This presentation template was created by </a:t>
            </a:r>
            <a:r>
              <a:rPr b="1" lang="en" sz="1100">
                <a:solidFill>
                  <a:schemeClr val="lt2"/>
                </a:solidFill>
                <a:uFill>
                  <a:noFill/>
                </a:uFill>
                <a:latin typeface="Overpass"/>
                <a:ea typeface="Overpass"/>
                <a:cs typeface="Overpass"/>
                <a:sym typeface="Overpass"/>
                <a:hlinkClick r:id="rId2">
                  <a:extLst>
                    <a:ext uri="{A12FA001-AC4F-418D-AE19-62706E023703}">
                      <ahyp:hlinkClr val="tx"/>
                    </a:ext>
                  </a:extLst>
                </a:hlinkClick>
              </a:rPr>
              <a:t>Slidesgo</a:t>
            </a:r>
            <a:r>
              <a:rPr b="1" lang="en" sz="1100">
                <a:solidFill>
                  <a:schemeClr val="lt2"/>
                </a:solidFill>
                <a:latin typeface="Overpass"/>
                <a:ea typeface="Overpass"/>
                <a:cs typeface="Overpass"/>
                <a:sym typeface="Overpass"/>
              </a:rPr>
              <a:t>, </a:t>
            </a:r>
            <a:r>
              <a:rPr lang="en" sz="1100">
                <a:solidFill>
                  <a:schemeClr val="dk1"/>
                </a:solidFill>
                <a:latin typeface="Overpass Light"/>
                <a:ea typeface="Overpass Light"/>
                <a:cs typeface="Overpass Light"/>
                <a:sym typeface="Overpass Light"/>
              </a:rPr>
              <a:t>including icons by </a:t>
            </a:r>
            <a:r>
              <a:rPr b="1" lang="en" sz="1100">
                <a:solidFill>
                  <a:schemeClr val="lt2"/>
                </a:solidFill>
                <a:uFill>
                  <a:noFill/>
                </a:uFill>
                <a:latin typeface="Overpass"/>
                <a:ea typeface="Overpass"/>
                <a:cs typeface="Overpass"/>
                <a:sym typeface="Overpass"/>
                <a:hlinkClick r:id="rId3">
                  <a:extLst>
                    <a:ext uri="{A12FA001-AC4F-418D-AE19-62706E023703}">
                      <ahyp:hlinkClr val="tx"/>
                    </a:ext>
                  </a:extLst>
                </a:hlinkClick>
              </a:rPr>
              <a:t>Flaticon</a:t>
            </a:r>
            <a:r>
              <a:rPr b="1" lang="en" sz="1100">
                <a:solidFill>
                  <a:schemeClr val="lt2"/>
                </a:solidFill>
                <a:latin typeface="Overpass"/>
                <a:ea typeface="Overpass"/>
                <a:cs typeface="Overpass"/>
                <a:sym typeface="Overpass"/>
              </a:rPr>
              <a:t>,</a:t>
            </a:r>
            <a:r>
              <a:rPr lang="en" sz="1100">
                <a:solidFill>
                  <a:schemeClr val="dk1"/>
                </a:solidFill>
                <a:latin typeface="Overpass Light"/>
                <a:ea typeface="Overpass Light"/>
                <a:cs typeface="Overpass Light"/>
                <a:sym typeface="Overpass Light"/>
              </a:rPr>
              <a:t> and infographics &amp; images by </a:t>
            </a:r>
            <a:r>
              <a:rPr b="1" lang="en" sz="1100">
                <a:solidFill>
                  <a:schemeClr val="lt2"/>
                </a:solidFill>
                <a:uFill>
                  <a:noFill/>
                </a:uFill>
                <a:latin typeface="Overpass"/>
                <a:ea typeface="Overpass"/>
                <a:cs typeface="Overpass"/>
                <a:sym typeface="Overpass"/>
                <a:hlinkClick r:id="rId4">
                  <a:extLst>
                    <a:ext uri="{A12FA001-AC4F-418D-AE19-62706E023703}">
                      <ahyp:hlinkClr val="tx"/>
                    </a:ext>
                  </a:extLst>
                </a:hlinkClick>
              </a:rPr>
              <a:t>Freepik</a:t>
            </a:r>
            <a:endParaRPr b="1" sz="1100">
              <a:solidFill>
                <a:schemeClr val="lt2"/>
              </a:solidFill>
              <a:latin typeface="Overpass"/>
              <a:ea typeface="Overpass"/>
              <a:cs typeface="Overpass"/>
              <a:sym typeface="Overpass"/>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766" name="Shape 1766"/>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TITLE_AND_BODY_1">
    <p:spTree>
      <p:nvGrpSpPr>
        <p:cNvPr id="1767" name="Shape 1767"/>
        <p:cNvGrpSpPr/>
        <p:nvPr/>
      </p:nvGrpSpPr>
      <p:grpSpPr>
        <a:xfrm>
          <a:off x="0" y="0"/>
          <a:ext cx="0" cy="0"/>
          <a:chOff x="0" y="0"/>
          <a:chExt cx="0" cy="0"/>
        </a:xfrm>
      </p:grpSpPr>
      <p:grpSp>
        <p:nvGrpSpPr>
          <p:cNvPr id="1768" name="Google Shape;1768;p30"/>
          <p:cNvGrpSpPr/>
          <p:nvPr/>
        </p:nvGrpSpPr>
        <p:grpSpPr>
          <a:xfrm>
            <a:off x="458268" y="4590912"/>
            <a:ext cx="4208367" cy="1066304"/>
            <a:chOff x="365750" y="2226825"/>
            <a:chExt cx="1302900" cy="330125"/>
          </a:xfrm>
        </p:grpSpPr>
        <p:sp>
          <p:nvSpPr>
            <p:cNvPr id="1769" name="Google Shape;1769;p30"/>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0"/>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0"/>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0"/>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0"/>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0"/>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0"/>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 name="Google Shape;1776;p30"/>
          <p:cNvGrpSpPr/>
          <p:nvPr/>
        </p:nvGrpSpPr>
        <p:grpSpPr>
          <a:xfrm>
            <a:off x="4269625" y="4222898"/>
            <a:ext cx="5046956" cy="1752194"/>
            <a:chOff x="1786325" y="2127525"/>
            <a:chExt cx="1562525" cy="542475"/>
          </a:xfrm>
        </p:grpSpPr>
        <p:sp>
          <p:nvSpPr>
            <p:cNvPr id="1777" name="Google Shape;1777;p30"/>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0"/>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 name="Google Shape;1779;p30"/>
          <p:cNvGrpSpPr/>
          <p:nvPr/>
        </p:nvGrpSpPr>
        <p:grpSpPr>
          <a:xfrm>
            <a:off x="-418236" y="4694361"/>
            <a:ext cx="9084375" cy="2559129"/>
            <a:chOff x="609975" y="2365950"/>
            <a:chExt cx="2812500" cy="792300"/>
          </a:xfrm>
        </p:grpSpPr>
        <p:sp>
          <p:nvSpPr>
            <p:cNvPr id="1780" name="Google Shape;1780;p30"/>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0"/>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0"/>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0"/>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0"/>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0"/>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30"/>
          <p:cNvGrpSpPr/>
          <p:nvPr/>
        </p:nvGrpSpPr>
        <p:grpSpPr>
          <a:xfrm flipH="1">
            <a:off x="4765568" y="4786887"/>
            <a:ext cx="4208367" cy="1066304"/>
            <a:chOff x="365750" y="2226825"/>
            <a:chExt cx="1302900" cy="330125"/>
          </a:xfrm>
        </p:grpSpPr>
        <p:sp>
          <p:nvSpPr>
            <p:cNvPr id="1787" name="Google Shape;1787;p30"/>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0"/>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0"/>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0"/>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0"/>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0"/>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0"/>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 name="Google Shape;1794;p30"/>
          <p:cNvGrpSpPr/>
          <p:nvPr/>
        </p:nvGrpSpPr>
        <p:grpSpPr>
          <a:xfrm>
            <a:off x="8470575" y="2766525"/>
            <a:ext cx="1050000" cy="694200"/>
            <a:chOff x="3829175" y="1857800"/>
            <a:chExt cx="1050000" cy="694200"/>
          </a:xfrm>
        </p:grpSpPr>
        <p:sp>
          <p:nvSpPr>
            <p:cNvPr id="1795" name="Google Shape;1795;p30"/>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0"/>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0"/>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0"/>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0"/>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0"/>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 name="Google Shape;1801;p30"/>
          <p:cNvGrpSpPr/>
          <p:nvPr/>
        </p:nvGrpSpPr>
        <p:grpSpPr>
          <a:xfrm>
            <a:off x="7516250" y="656975"/>
            <a:ext cx="1282000" cy="526400"/>
            <a:chOff x="3450550" y="1144050"/>
            <a:chExt cx="1282000" cy="526400"/>
          </a:xfrm>
        </p:grpSpPr>
        <p:sp>
          <p:nvSpPr>
            <p:cNvPr id="1802" name="Google Shape;1802;p30"/>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0"/>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0"/>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0"/>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0"/>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0"/>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 name="Google Shape;1808;p30"/>
          <p:cNvGrpSpPr/>
          <p:nvPr/>
        </p:nvGrpSpPr>
        <p:grpSpPr>
          <a:xfrm>
            <a:off x="588617" y="328010"/>
            <a:ext cx="559017" cy="149002"/>
            <a:chOff x="1955600" y="1609450"/>
            <a:chExt cx="363825" cy="96975"/>
          </a:xfrm>
        </p:grpSpPr>
        <p:sp>
          <p:nvSpPr>
            <p:cNvPr id="1809" name="Google Shape;1809;p30"/>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0"/>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0"/>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0"/>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0"/>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0"/>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0"/>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0"/>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0"/>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0"/>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0"/>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0"/>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0"/>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 name="Google Shape;1822;p30"/>
          <p:cNvGrpSpPr/>
          <p:nvPr/>
        </p:nvGrpSpPr>
        <p:grpSpPr>
          <a:xfrm>
            <a:off x="8702925" y="2259175"/>
            <a:ext cx="537325" cy="192025"/>
            <a:chOff x="2714500" y="1614925"/>
            <a:chExt cx="537325" cy="192025"/>
          </a:xfrm>
        </p:grpSpPr>
        <p:sp>
          <p:nvSpPr>
            <p:cNvPr id="1823" name="Google Shape;1823;p30"/>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0"/>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0"/>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0"/>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0"/>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0"/>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0"/>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0"/>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0"/>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0"/>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0"/>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0"/>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0"/>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0"/>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30"/>
          <p:cNvGrpSpPr/>
          <p:nvPr/>
        </p:nvGrpSpPr>
        <p:grpSpPr>
          <a:xfrm>
            <a:off x="1869750" y="160575"/>
            <a:ext cx="1011900" cy="244475"/>
            <a:chOff x="5272425" y="2835250"/>
            <a:chExt cx="1011900" cy="244475"/>
          </a:xfrm>
        </p:grpSpPr>
        <p:sp>
          <p:nvSpPr>
            <p:cNvPr id="1838" name="Google Shape;1838;p30"/>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0"/>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0"/>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0"/>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0"/>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0"/>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0"/>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0"/>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0"/>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3">
    <p:spTree>
      <p:nvGrpSpPr>
        <p:cNvPr id="1847" name="Shape 1847"/>
        <p:cNvGrpSpPr/>
        <p:nvPr/>
      </p:nvGrpSpPr>
      <p:grpSpPr>
        <a:xfrm>
          <a:off x="0" y="0"/>
          <a:ext cx="0" cy="0"/>
          <a:chOff x="0" y="0"/>
          <a:chExt cx="0" cy="0"/>
        </a:xfrm>
      </p:grpSpPr>
      <p:grpSp>
        <p:nvGrpSpPr>
          <p:cNvPr id="1848" name="Google Shape;1848;p31"/>
          <p:cNvGrpSpPr/>
          <p:nvPr/>
        </p:nvGrpSpPr>
        <p:grpSpPr>
          <a:xfrm>
            <a:off x="-582025" y="1491138"/>
            <a:ext cx="1050000" cy="694200"/>
            <a:chOff x="3829175" y="1857800"/>
            <a:chExt cx="1050000" cy="694200"/>
          </a:xfrm>
        </p:grpSpPr>
        <p:sp>
          <p:nvSpPr>
            <p:cNvPr id="1849" name="Google Shape;1849;p31"/>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1"/>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1"/>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1"/>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1"/>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1"/>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31"/>
          <p:cNvGrpSpPr/>
          <p:nvPr/>
        </p:nvGrpSpPr>
        <p:grpSpPr>
          <a:xfrm>
            <a:off x="243225" y="276800"/>
            <a:ext cx="1282000" cy="526400"/>
            <a:chOff x="3450550" y="1144050"/>
            <a:chExt cx="1282000" cy="526400"/>
          </a:xfrm>
        </p:grpSpPr>
        <p:sp>
          <p:nvSpPr>
            <p:cNvPr id="1856" name="Google Shape;1856;p31"/>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1"/>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1"/>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1"/>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1"/>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1"/>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31"/>
          <p:cNvGrpSpPr/>
          <p:nvPr/>
        </p:nvGrpSpPr>
        <p:grpSpPr>
          <a:xfrm>
            <a:off x="-674550" y="2329825"/>
            <a:ext cx="1527500" cy="719225"/>
            <a:chOff x="5155200" y="1824900"/>
            <a:chExt cx="1527500" cy="719225"/>
          </a:xfrm>
        </p:grpSpPr>
        <p:sp>
          <p:nvSpPr>
            <p:cNvPr id="1863" name="Google Shape;1863;p31"/>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1"/>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1"/>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1"/>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1"/>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1"/>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31"/>
          <p:cNvGrpSpPr/>
          <p:nvPr/>
        </p:nvGrpSpPr>
        <p:grpSpPr>
          <a:xfrm>
            <a:off x="8096350" y="567200"/>
            <a:ext cx="1538225" cy="703675"/>
            <a:chOff x="3504250" y="2617325"/>
            <a:chExt cx="1538225" cy="703675"/>
          </a:xfrm>
        </p:grpSpPr>
        <p:sp>
          <p:nvSpPr>
            <p:cNvPr id="1870" name="Google Shape;1870;p31"/>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1"/>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1"/>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1"/>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1"/>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1"/>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1"/>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1"/>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1"/>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1"/>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1"/>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1"/>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 name="Google Shape;1882;p31"/>
          <p:cNvGrpSpPr/>
          <p:nvPr/>
        </p:nvGrpSpPr>
        <p:grpSpPr>
          <a:xfrm>
            <a:off x="8499775" y="1567350"/>
            <a:ext cx="1195900" cy="541775"/>
            <a:chOff x="5595675" y="1084200"/>
            <a:chExt cx="1195900" cy="541775"/>
          </a:xfrm>
        </p:grpSpPr>
        <p:sp>
          <p:nvSpPr>
            <p:cNvPr id="1883" name="Google Shape;1883;p31"/>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1"/>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1"/>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1"/>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1"/>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1"/>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1"/>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1"/>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1"/>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1"/>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1"/>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31"/>
          <p:cNvGrpSpPr/>
          <p:nvPr/>
        </p:nvGrpSpPr>
        <p:grpSpPr>
          <a:xfrm>
            <a:off x="1533238" y="240225"/>
            <a:ext cx="545475" cy="180275"/>
            <a:chOff x="6417800" y="2661150"/>
            <a:chExt cx="545475" cy="180275"/>
          </a:xfrm>
        </p:grpSpPr>
        <p:sp>
          <p:nvSpPr>
            <p:cNvPr id="1895" name="Google Shape;1895;p31"/>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1"/>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1"/>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1"/>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1"/>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1"/>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BLANK_1_1_1">
    <p:spTree>
      <p:nvGrpSpPr>
        <p:cNvPr id="1901" name="Shape 1901"/>
        <p:cNvGrpSpPr/>
        <p:nvPr/>
      </p:nvGrpSpPr>
      <p:grpSpPr>
        <a:xfrm>
          <a:off x="0" y="0"/>
          <a:ext cx="0" cy="0"/>
          <a:chOff x="0" y="0"/>
          <a:chExt cx="0" cy="0"/>
        </a:xfrm>
      </p:grpSpPr>
      <p:grpSp>
        <p:nvGrpSpPr>
          <p:cNvPr id="1902" name="Google Shape;1902;p32"/>
          <p:cNvGrpSpPr/>
          <p:nvPr/>
        </p:nvGrpSpPr>
        <p:grpSpPr>
          <a:xfrm>
            <a:off x="-256522" y="288697"/>
            <a:ext cx="9602234" cy="5250925"/>
            <a:chOff x="-256522" y="288697"/>
            <a:chExt cx="9602234" cy="5250925"/>
          </a:xfrm>
        </p:grpSpPr>
        <p:grpSp>
          <p:nvGrpSpPr>
            <p:cNvPr id="1903" name="Google Shape;1903;p32"/>
            <p:cNvGrpSpPr/>
            <p:nvPr/>
          </p:nvGrpSpPr>
          <p:grpSpPr>
            <a:xfrm>
              <a:off x="3816877" y="3887704"/>
              <a:ext cx="2498580" cy="1651918"/>
              <a:chOff x="3829175" y="1857800"/>
              <a:chExt cx="1050000" cy="694200"/>
            </a:xfrm>
          </p:grpSpPr>
          <p:sp>
            <p:nvSpPr>
              <p:cNvPr id="1904" name="Google Shape;1904;p32"/>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2"/>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2"/>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2"/>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2"/>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2"/>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32"/>
            <p:cNvGrpSpPr/>
            <p:nvPr/>
          </p:nvGrpSpPr>
          <p:grpSpPr>
            <a:xfrm>
              <a:off x="-256522" y="452481"/>
              <a:ext cx="1669549" cy="685531"/>
              <a:chOff x="3450550" y="1144050"/>
              <a:chExt cx="1282000" cy="526400"/>
            </a:xfrm>
          </p:grpSpPr>
          <p:sp>
            <p:nvSpPr>
              <p:cNvPr id="1911" name="Google Shape;1911;p32"/>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2"/>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2"/>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2"/>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2"/>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2"/>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32"/>
            <p:cNvGrpSpPr/>
            <p:nvPr/>
          </p:nvGrpSpPr>
          <p:grpSpPr>
            <a:xfrm>
              <a:off x="1644729" y="288697"/>
              <a:ext cx="473809" cy="126291"/>
              <a:chOff x="1955600" y="1609450"/>
              <a:chExt cx="363825" cy="96975"/>
            </a:xfrm>
          </p:grpSpPr>
          <p:sp>
            <p:nvSpPr>
              <p:cNvPr id="1918" name="Google Shape;1918;p32"/>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2"/>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2"/>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2"/>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2"/>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2"/>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2"/>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2"/>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2"/>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2"/>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2"/>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2"/>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2"/>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 name="Google Shape;1931;p32"/>
            <p:cNvGrpSpPr/>
            <p:nvPr/>
          </p:nvGrpSpPr>
          <p:grpSpPr>
            <a:xfrm>
              <a:off x="2473670" y="646264"/>
              <a:ext cx="699758" cy="250074"/>
              <a:chOff x="2714500" y="1614925"/>
              <a:chExt cx="537325" cy="192025"/>
            </a:xfrm>
          </p:grpSpPr>
          <p:sp>
            <p:nvSpPr>
              <p:cNvPr id="1932" name="Google Shape;1932;p32"/>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2"/>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2"/>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2"/>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2"/>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2"/>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2"/>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2"/>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2"/>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2"/>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2"/>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2"/>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2"/>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2"/>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32"/>
            <p:cNvGrpSpPr/>
            <p:nvPr/>
          </p:nvGrpSpPr>
          <p:grpSpPr>
            <a:xfrm>
              <a:off x="-106036" y="4197586"/>
              <a:ext cx="2741099" cy="1290649"/>
              <a:chOff x="5155200" y="1824900"/>
              <a:chExt cx="1527500" cy="719225"/>
            </a:xfrm>
          </p:grpSpPr>
          <p:sp>
            <p:nvSpPr>
              <p:cNvPr id="1947" name="Google Shape;1947;p32"/>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2"/>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2"/>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2"/>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2"/>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2"/>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32"/>
            <p:cNvGrpSpPr/>
            <p:nvPr/>
          </p:nvGrpSpPr>
          <p:grpSpPr>
            <a:xfrm>
              <a:off x="7300636" y="994127"/>
              <a:ext cx="2003230" cy="916396"/>
              <a:chOff x="3504250" y="2617325"/>
              <a:chExt cx="1538225" cy="703675"/>
            </a:xfrm>
          </p:grpSpPr>
          <p:sp>
            <p:nvSpPr>
              <p:cNvPr id="1954" name="Google Shape;1954;p32"/>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2"/>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2"/>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2"/>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2"/>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2"/>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2"/>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2"/>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2"/>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2"/>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2"/>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2"/>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32"/>
            <p:cNvGrpSpPr/>
            <p:nvPr/>
          </p:nvGrpSpPr>
          <p:grpSpPr>
            <a:xfrm flipH="1">
              <a:off x="6505861" y="3677013"/>
              <a:ext cx="1557421" cy="705554"/>
              <a:chOff x="5595675" y="1084200"/>
              <a:chExt cx="1195900" cy="541775"/>
            </a:xfrm>
          </p:grpSpPr>
          <p:sp>
            <p:nvSpPr>
              <p:cNvPr id="1967" name="Google Shape;1967;p32"/>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2"/>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2"/>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2"/>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2"/>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2"/>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2"/>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2"/>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2"/>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2"/>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2"/>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32"/>
            <p:cNvGrpSpPr/>
            <p:nvPr/>
          </p:nvGrpSpPr>
          <p:grpSpPr>
            <a:xfrm>
              <a:off x="7927312" y="2696436"/>
              <a:ext cx="1418400" cy="743711"/>
              <a:chOff x="6195700" y="3234125"/>
              <a:chExt cx="1089150" cy="571075"/>
            </a:xfrm>
          </p:grpSpPr>
          <p:sp>
            <p:nvSpPr>
              <p:cNvPr id="1979" name="Google Shape;1979;p32"/>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2"/>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2"/>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2"/>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2"/>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2"/>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2"/>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2"/>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32"/>
            <p:cNvGrpSpPr/>
            <p:nvPr/>
          </p:nvGrpSpPr>
          <p:grpSpPr>
            <a:xfrm>
              <a:off x="6976802" y="2676388"/>
              <a:ext cx="710372" cy="234772"/>
              <a:chOff x="6417800" y="2661150"/>
              <a:chExt cx="545475" cy="180275"/>
            </a:xfrm>
          </p:grpSpPr>
          <p:sp>
            <p:nvSpPr>
              <p:cNvPr id="1988" name="Google Shape;1988;p32"/>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2"/>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2"/>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2"/>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2"/>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2"/>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32"/>
            <p:cNvGrpSpPr/>
            <p:nvPr/>
          </p:nvGrpSpPr>
          <p:grpSpPr>
            <a:xfrm>
              <a:off x="6133805" y="714781"/>
              <a:ext cx="1317797" cy="318380"/>
              <a:chOff x="5272425" y="2835250"/>
              <a:chExt cx="1011900" cy="244475"/>
            </a:xfrm>
          </p:grpSpPr>
          <p:sp>
            <p:nvSpPr>
              <p:cNvPr id="1995" name="Google Shape;1995;p32"/>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2"/>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2"/>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2"/>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2"/>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2"/>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2"/>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2"/>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2"/>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BLANK_1_2_2">
    <p:spTree>
      <p:nvGrpSpPr>
        <p:cNvPr id="2004" name="Shape 2004"/>
        <p:cNvGrpSpPr/>
        <p:nvPr/>
      </p:nvGrpSpPr>
      <p:grpSpPr>
        <a:xfrm>
          <a:off x="0" y="0"/>
          <a:ext cx="0" cy="0"/>
          <a:chOff x="0" y="0"/>
          <a:chExt cx="0" cy="0"/>
        </a:xfrm>
      </p:grpSpPr>
      <p:grpSp>
        <p:nvGrpSpPr>
          <p:cNvPr id="2005" name="Google Shape;2005;p33"/>
          <p:cNvGrpSpPr/>
          <p:nvPr/>
        </p:nvGrpSpPr>
        <p:grpSpPr>
          <a:xfrm>
            <a:off x="-622175" y="1662050"/>
            <a:ext cx="9943537" cy="4420037"/>
            <a:chOff x="-622175" y="1662050"/>
            <a:chExt cx="9943537" cy="4420037"/>
          </a:xfrm>
        </p:grpSpPr>
        <p:grpSp>
          <p:nvGrpSpPr>
            <p:cNvPr id="2006" name="Google Shape;2006;p33"/>
            <p:cNvGrpSpPr/>
            <p:nvPr/>
          </p:nvGrpSpPr>
          <p:grpSpPr>
            <a:xfrm>
              <a:off x="97550" y="1662050"/>
              <a:ext cx="1050000" cy="694200"/>
              <a:chOff x="3829175" y="1857800"/>
              <a:chExt cx="1050000" cy="694200"/>
            </a:xfrm>
          </p:grpSpPr>
          <p:sp>
            <p:nvSpPr>
              <p:cNvPr id="2007" name="Google Shape;2007;p33"/>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3"/>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3"/>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3"/>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3"/>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3"/>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33"/>
            <p:cNvGrpSpPr/>
            <p:nvPr/>
          </p:nvGrpSpPr>
          <p:grpSpPr>
            <a:xfrm>
              <a:off x="3597175" y="4759650"/>
              <a:ext cx="1282000" cy="526400"/>
              <a:chOff x="3450550" y="1144050"/>
              <a:chExt cx="1282000" cy="526400"/>
            </a:xfrm>
          </p:grpSpPr>
          <p:sp>
            <p:nvSpPr>
              <p:cNvPr id="2014" name="Google Shape;2014;p33"/>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3"/>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3"/>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3"/>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3"/>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3"/>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33"/>
            <p:cNvGrpSpPr/>
            <p:nvPr/>
          </p:nvGrpSpPr>
          <p:grpSpPr>
            <a:xfrm>
              <a:off x="-622175" y="2793600"/>
              <a:ext cx="1527500" cy="719225"/>
              <a:chOff x="5155200" y="1824900"/>
              <a:chExt cx="1527500" cy="719225"/>
            </a:xfrm>
          </p:grpSpPr>
          <p:sp>
            <p:nvSpPr>
              <p:cNvPr id="2021" name="Google Shape;2021;p33"/>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3"/>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3"/>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3"/>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3"/>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3"/>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33"/>
            <p:cNvGrpSpPr/>
            <p:nvPr/>
          </p:nvGrpSpPr>
          <p:grpSpPr>
            <a:xfrm>
              <a:off x="-356119" y="4002715"/>
              <a:ext cx="9677482" cy="2079372"/>
              <a:chOff x="-356119" y="4002715"/>
              <a:chExt cx="9677482" cy="2079372"/>
            </a:xfrm>
          </p:grpSpPr>
          <p:grpSp>
            <p:nvGrpSpPr>
              <p:cNvPr id="2028" name="Google Shape;2028;p33"/>
              <p:cNvGrpSpPr/>
              <p:nvPr/>
            </p:nvGrpSpPr>
            <p:grpSpPr>
              <a:xfrm flipH="1">
                <a:off x="8034518" y="4002715"/>
                <a:ext cx="1268797" cy="1191128"/>
                <a:chOff x="644450" y="3526100"/>
                <a:chExt cx="590550" cy="554400"/>
              </a:xfrm>
            </p:grpSpPr>
            <p:sp>
              <p:nvSpPr>
                <p:cNvPr id="2029" name="Google Shape;2029;p33"/>
                <p:cNvSpPr/>
                <p:nvPr/>
              </p:nvSpPr>
              <p:spPr>
                <a:xfrm>
                  <a:off x="644450" y="3526100"/>
                  <a:ext cx="590550" cy="554400"/>
                </a:xfrm>
                <a:custGeom>
                  <a:rect b="b" l="l" r="r" t="t"/>
                  <a:pathLst>
                    <a:path extrusionOk="0" h="22176" w="23622">
                      <a:moveTo>
                        <a:pt x="8661" y="0"/>
                      </a:moveTo>
                      <a:cubicBezTo>
                        <a:pt x="8521" y="0"/>
                        <a:pt x="8381" y="5"/>
                        <a:pt x="8243" y="13"/>
                      </a:cubicBezTo>
                      <a:cubicBezTo>
                        <a:pt x="5244" y="192"/>
                        <a:pt x="2397" y="2031"/>
                        <a:pt x="1006" y="4694"/>
                      </a:cubicBezTo>
                      <a:cubicBezTo>
                        <a:pt x="176" y="6279"/>
                        <a:pt x="0" y="8274"/>
                        <a:pt x="95" y="10062"/>
                      </a:cubicBezTo>
                      <a:cubicBezTo>
                        <a:pt x="192" y="11924"/>
                        <a:pt x="303" y="13848"/>
                        <a:pt x="1137" y="15517"/>
                      </a:cubicBezTo>
                      <a:cubicBezTo>
                        <a:pt x="2026" y="17298"/>
                        <a:pt x="3652" y="18601"/>
                        <a:pt x="5364" y="19621"/>
                      </a:cubicBezTo>
                      <a:cubicBezTo>
                        <a:pt x="7934" y="21152"/>
                        <a:pt x="10870" y="22176"/>
                        <a:pt x="13858" y="22176"/>
                      </a:cubicBezTo>
                      <a:cubicBezTo>
                        <a:pt x="13971" y="22176"/>
                        <a:pt x="14083" y="22174"/>
                        <a:pt x="14196" y="22172"/>
                      </a:cubicBezTo>
                      <a:cubicBezTo>
                        <a:pt x="17300" y="22089"/>
                        <a:pt x="20438" y="20790"/>
                        <a:pt x="22376" y="18364"/>
                      </a:cubicBezTo>
                      <a:cubicBezTo>
                        <a:pt x="23074" y="17492"/>
                        <a:pt x="23621" y="16437"/>
                        <a:pt x="23598" y="15322"/>
                      </a:cubicBezTo>
                      <a:cubicBezTo>
                        <a:pt x="23575" y="14207"/>
                        <a:pt x="22798" y="12935"/>
                        <a:pt x="21705" y="12713"/>
                      </a:cubicBezTo>
                      <a:cubicBezTo>
                        <a:pt x="22440" y="11990"/>
                        <a:pt x="22922" y="10999"/>
                        <a:pt x="22965" y="9970"/>
                      </a:cubicBezTo>
                      <a:cubicBezTo>
                        <a:pt x="23009" y="8940"/>
                        <a:pt x="22597" y="7887"/>
                        <a:pt x="21819" y="7211"/>
                      </a:cubicBezTo>
                      <a:cubicBezTo>
                        <a:pt x="21133" y="6614"/>
                        <a:pt x="20212" y="6338"/>
                        <a:pt x="19305" y="6295"/>
                      </a:cubicBezTo>
                      <a:cubicBezTo>
                        <a:pt x="19219" y="6291"/>
                        <a:pt x="19133" y="6289"/>
                        <a:pt x="19047" y="6289"/>
                      </a:cubicBezTo>
                      <a:cubicBezTo>
                        <a:pt x="18219" y="6289"/>
                        <a:pt x="17370" y="6468"/>
                        <a:pt x="16570" y="6668"/>
                      </a:cubicBezTo>
                      <a:cubicBezTo>
                        <a:pt x="16566" y="5482"/>
                        <a:pt x="16025" y="4309"/>
                        <a:pt x="15128" y="3536"/>
                      </a:cubicBezTo>
                      <a:cubicBezTo>
                        <a:pt x="14387" y="2893"/>
                        <a:pt x="13363" y="2566"/>
                        <a:pt x="12367" y="2566"/>
                      </a:cubicBezTo>
                      <a:cubicBezTo>
                        <a:pt x="12159" y="2566"/>
                        <a:pt x="11952" y="2581"/>
                        <a:pt x="11749" y="2609"/>
                      </a:cubicBezTo>
                      <a:cubicBezTo>
                        <a:pt x="11927" y="1785"/>
                        <a:pt x="11415" y="922"/>
                        <a:pt x="10692" y="484"/>
                      </a:cubicBezTo>
                      <a:cubicBezTo>
                        <a:pt x="10089" y="119"/>
                        <a:pt x="9372" y="0"/>
                        <a:pt x="8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3"/>
                <p:cNvSpPr/>
                <p:nvPr/>
              </p:nvSpPr>
              <p:spPr>
                <a:xfrm>
                  <a:off x="707575" y="3581175"/>
                  <a:ext cx="230250" cy="275050"/>
                </a:xfrm>
                <a:custGeom>
                  <a:rect b="b" l="l" r="r" t="t"/>
                  <a:pathLst>
                    <a:path extrusionOk="0" h="11002" w="9210">
                      <a:moveTo>
                        <a:pt x="4700" y="1"/>
                      </a:moveTo>
                      <a:cubicBezTo>
                        <a:pt x="4632" y="1"/>
                        <a:pt x="4564" y="5"/>
                        <a:pt x="4497" y="13"/>
                      </a:cubicBezTo>
                      <a:cubicBezTo>
                        <a:pt x="3770" y="102"/>
                        <a:pt x="3185" y="596"/>
                        <a:pt x="2789" y="1187"/>
                      </a:cubicBezTo>
                      <a:cubicBezTo>
                        <a:pt x="2366" y="1815"/>
                        <a:pt x="2054" y="2613"/>
                        <a:pt x="2120" y="3380"/>
                      </a:cubicBezTo>
                      <a:cubicBezTo>
                        <a:pt x="2152" y="3744"/>
                        <a:pt x="2278" y="4083"/>
                        <a:pt x="2472" y="4381"/>
                      </a:cubicBezTo>
                      <a:cubicBezTo>
                        <a:pt x="1047" y="5627"/>
                        <a:pt x="192" y="7500"/>
                        <a:pt x="44" y="9375"/>
                      </a:cubicBezTo>
                      <a:cubicBezTo>
                        <a:pt x="1" y="9919"/>
                        <a:pt x="37" y="10445"/>
                        <a:pt x="133" y="10981"/>
                      </a:cubicBezTo>
                      <a:cubicBezTo>
                        <a:pt x="136" y="10995"/>
                        <a:pt x="147" y="11002"/>
                        <a:pt x="159" y="11002"/>
                      </a:cubicBezTo>
                      <a:cubicBezTo>
                        <a:pt x="174" y="11002"/>
                        <a:pt x="189" y="10992"/>
                        <a:pt x="188" y="10974"/>
                      </a:cubicBezTo>
                      <a:cubicBezTo>
                        <a:pt x="80" y="9790"/>
                        <a:pt x="212" y="8571"/>
                        <a:pt x="614" y="7450"/>
                      </a:cubicBezTo>
                      <a:cubicBezTo>
                        <a:pt x="1018" y="6320"/>
                        <a:pt x="1686" y="5319"/>
                        <a:pt x="2538" y="4481"/>
                      </a:cubicBezTo>
                      <a:cubicBezTo>
                        <a:pt x="2686" y="4685"/>
                        <a:pt x="2866" y="4871"/>
                        <a:pt x="3072" y="5027"/>
                      </a:cubicBezTo>
                      <a:cubicBezTo>
                        <a:pt x="3583" y="5409"/>
                        <a:pt x="4184" y="5574"/>
                        <a:pt x="4795" y="5574"/>
                      </a:cubicBezTo>
                      <a:cubicBezTo>
                        <a:pt x="5627" y="5574"/>
                        <a:pt x="6477" y="5268"/>
                        <a:pt x="7142" y="4789"/>
                      </a:cubicBezTo>
                      <a:cubicBezTo>
                        <a:pt x="8314" y="3942"/>
                        <a:pt x="9210" y="2449"/>
                        <a:pt x="9119" y="971"/>
                      </a:cubicBezTo>
                      <a:cubicBezTo>
                        <a:pt x="9117" y="941"/>
                        <a:pt x="9095" y="926"/>
                        <a:pt x="9074" y="926"/>
                      </a:cubicBezTo>
                      <a:cubicBezTo>
                        <a:pt x="9052" y="926"/>
                        <a:pt x="9030" y="941"/>
                        <a:pt x="9027" y="971"/>
                      </a:cubicBezTo>
                      <a:cubicBezTo>
                        <a:pt x="8917" y="2141"/>
                        <a:pt x="8508" y="3229"/>
                        <a:pt x="7676" y="4080"/>
                      </a:cubicBezTo>
                      <a:cubicBezTo>
                        <a:pt x="6942" y="4831"/>
                        <a:pt x="5883" y="5376"/>
                        <a:pt x="4817" y="5376"/>
                      </a:cubicBezTo>
                      <a:cubicBezTo>
                        <a:pt x="4616" y="5376"/>
                        <a:pt x="4415" y="5357"/>
                        <a:pt x="4216" y="5316"/>
                      </a:cubicBezTo>
                      <a:cubicBezTo>
                        <a:pt x="3639" y="5197"/>
                        <a:pt x="3104" y="4884"/>
                        <a:pt x="2740" y="4414"/>
                      </a:cubicBezTo>
                      <a:cubicBezTo>
                        <a:pt x="2329" y="3883"/>
                        <a:pt x="2237" y="3223"/>
                        <a:pt x="2391" y="2579"/>
                      </a:cubicBezTo>
                      <a:cubicBezTo>
                        <a:pt x="2544" y="1939"/>
                        <a:pt x="2874" y="1288"/>
                        <a:pt x="3342" y="821"/>
                      </a:cubicBezTo>
                      <a:cubicBezTo>
                        <a:pt x="3703" y="461"/>
                        <a:pt x="4207" y="196"/>
                        <a:pt x="4719" y="196"/>
                      </a:cubicBezTo>
                      <a:cubicBezTo>
                        <a:pt x="4861" y="196"/>
                        <a:pt x="5004" y="217"/>
                        <a:pt x="5144" y="261"/>
                      </a:cubicBezTo>
                      <a:cubicBezTo>
                        <a:pt x="5785" y="461"/>
                        <a:pt x="6226" y="1148"/>
                        <a:pt x="5913" y="1795"/>
                      </a:cubicBezTo>
                      <a:cubicBezTo>
                        <a:pt x="5763" y="2104"/>
                        <a:pt x="5479" y="2248"/>
                        <a:pt x="5187" y="2248"/>
                      </a:cubicBezTo>
                      <a:cubicBezTo>
                        <a:pt x="4900" y="2248"/>
                        <a:pt x="4604" y="2109"/>
                        <a:pt x="4419" y="1851"/>
                      </a:cubicBezTo>
                      <a:cubicBezTo>
                        <a:pt x="4411" y="1839"/>
                        <a:pt x="4399" y="1834"/>
                        <a:pt x="4387" y="1834"/>
                      </a:cubicBezTo>
                      <a:cubicBezTo>
                        <a:pt x="4365" y="1834"/>
                        <a:pt x="4344" y="1852"/>
                        <a:pt x="4352" y="1880"/>
                      </a:cubicBezTo>
                      <a:cubicBezTo>
                        <a:pt x="4444" y="2263"/>
                        <a:pt x="4817" y="2457"/>
                        <a:pt x="5189" y="2457"/>
                      </a:cubicBezTo>
                      <a:cubicBezTo>
                        <a:pt x="5348" y="2457"/>
                        <a:pt x="5507" y="2422"/>
                        <a:pt x="5644" y="2350"/>
                      </a:cubicBezTo>
                      <a:cubicBezTo>
                        <a:pt x="6163" y="2077"/>
                        <a:pt x="6341" y="1376"/>
                        <a:pt x="6117" y="857"/>
                      </a:cubicBezTo>
                      <a:cubicBezTo>
                        <a:pt x="5878" y="303"/>
                        <a:pt x="5285" y="1"/>
                        <a:pt x="47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3"/>
                <p:cNvSpPr/>
                <p:nvPr/>
              </p:nvSpPr>
              <p:spPr>
                <a:xfrm>
                  <a:off x="852300" y="3692000"/>
                  <a:ext cx="205775" cy="250825"/>
                </a:xfrm>
                <a:custGeom>
                  <a:rect b="b" l="l" r="r" t="t"/>
                  <a:pathLst>
                    <a:path extrusionOk="0" h="10033" w="8231">
                      <a:moveTo>
                        <a:pt x="4206" y="1"/>
                      </a:moveTo>
                      <a:cubicBezTo>
                        <a:pt x="3645" y="1"/>
                        <a:pt x="3099" y="270"/>
                        <a:pt x="2703" y="670"/>
                      </a:cubicBezTo>
                      <a:cubicBezTo>
                        <a:pt x="1826" y="1559"/>
                        <a:pt x="1428" y="3093"/>
                        <a:pt x="2038" y="4213"/>
                      </a:cubicBezTo>
                      <a:cubicBezTo>
                        <a:pt x="2036" y="4214"/>
                        <a:pt x="2035" y="4214"/>
                        <a:pt x="2033" y="4219"/>
                      </a:cubicBezTo>
                      <a:cubicBezTo>
                        <a:pt x="1558" y="4847"/>
                        <a:pt x="1155" y="5548"/>
                        <a:pt x="817" y="6263"/>
                      </a:cubicBezTo>
                      <a:cubicBezTo>
                        <a:pt x="488" y="6959"/>
                        <a:pt x="184" y="7694"/>
                        <a:pt x="6" y="8444"/>
                      </a:cubicBezTo>
                      <a:cubicBezTo>
                        <a:pt x="0" y="8473"/>
                        <a:pt x="22" y="8491"/>
                        <a:pt x="43" y="8491"/>
                      </a:cubicBezTo>
                      <a:cubicBezTo>
                        <a:pt x="58" y="8491"/>
                        <a:pt x="72" y="8483"/>
                        <a:pt x="78" y="8464"/>
                      </a:cubicBezTo>
                      <a:cubicBezTo>
                        <a:pt x="349" y="7721"/>
                        <a:pt x="616" y="6986"/>
                        <a:pt x="975" y="6279"/>
                      </a:cubicBezTo>
                      <a:cubicBezTo>
                        <a:pt x="1313" y="5607"/>
                        <a:pt x="1706" y="4978"/>
                        <a:pt x="2124" y="4355"/>
                      </a:cubicBezTo>
                      <a:cubicBezTo>
                        <a:pt x="2186" y="4450"/>
                        <a:pt x="2252" y="4544"/>
                        <a:pt x="2330" y="4631"/>
                      </a:cubicBezTo>
                      <a:cubicBezTo>
                        <a:pt x="2441" y="4754"/>
                        <a:pt x="2562" y="4865"/>
                        <a:pt x="2690" y="4962"/>
                      </a:cubicBezTo>
                      <a:cubicBezTo>
                        <a:pt x="2167" y="5694"/>
                        <a:pt x="1748" y="6498"/>
                        <a:pt x="1415" y="7331"/>
                      </a:cubicBezTo>
                      <a:cubicBezTo>
                        <a:pt x="1077" y="8181"/>
                        <a:pt x="802" y="9090"/>
                        <a:pt x="709" y="10003"/>
                      </a:cubicBezTo>
                      <a:cubicBezTo>
                        <a:pt x="707" y="10022"/>
                        <a:pt x="724" y="10033"/>
                        <a:pt x="740" y="10033"/>
                      </a:cubicBezTo>
                      <a:cubicBezTo>
                        <a:pt x="753" y="10033"/>
                        <a:pt x="765" y="10026"/>
                        <a:pt x="768" y="10012"/>
                      </a:cubicBezTo>
                      <a:cubicBezTo>
                        <a:pt x="972" y="9120"/>
                        <a:pt x="1192" y="8247"/>
                        <a:pt x="1538" y="7398"/>
                      </a:cubicBezTo>
                      <a:cubicBezTo>
                        <a:pt x="1876" y="6570"/>
                        <a:pt x="2314" y="5790"/>
                        <a:pt x="2806" y="5044"/>
                      </a:cubicBezTo>
                      <a:cubicBezTo>
                        <a:pt x="3267" y="5355"/>
                        <a:pt x="3813" y="5503"/>
                        <a:pt x="4364" y="5503"/>
                      </a:cubicBezTo>
                      <a:cubicBezTo>
                        <a:pt x="4915" y="5503"/>
                        <a:pt x="5472" y="5355"/>
                        <a:pt x="5957" y="5074"/>
                      </a:cubicBezTo>
                      <a:cubicBezTo>
                        <a:pt x="6648" y="4674"/>
                        <a:pt x="7196" y="4060"/>
                        <a:pt x="7563" y="3356"/>
                      </a:cubicBezTo>
                      <a:cubicBezTo>
                        <a:pt x="7969" y="2579"/>
                        <a:pt x="8230" y="1647"/>
                        <a:pt x="8197" y="767"/>
                      </a:cubicBezTo>
                      <a:cubicBezTo>
                        <a:pt x="8196" y="742"/>
                        <a:pt x="8175" y="727"/>
                        <a:pt x="8155" y="727"/>
                      </a:cubicBezTo>
                      <a:cubicBezTo>
                        <a:pt x="8140" y="727"/>
                        <a:pt x="8125" y="736"/>
                        <a:pt x="8121" y="755"/>
                      </a:cubicBezTo>
                      <a:cubicBezTo>
                        <a:pt x="7977" y="1402"/>
                        <a:pt x="7877" y="2050"/>
                        <a:pt x="7642" y="2676"/>
                      </a:cubicBezTo>
                      <a:cubicBezTo>
                        <a:pt x="7416" y="3281"/>
                        <a:pt x="7078" y="3847"/>
                        <a:pt x="6616" y="4304"/>
                      </a:cubicBezTo>
                      <a:cubicBezTo>
                        <a:pt x="6008" y="4907"/>
                        <a:pt x="5194" y="5301"/>
                        <a:pt x="4357" y="5301"/>
                      </a:cubicBezTo>
                      <a:cubicBezTo>
                        <a:pt x="4044" y="5301"/>
                        <a:pt x="3729" y="5246"/>
                        <a:pt x="3419" y="5126"/>
                      </a:cubicBezTo>
                      <a:cubicBezTo>
                        <a:pt x="2895" y="4923"/>
                        <a:pt x="2434" y="4548"/>
                        <a:pt x="2179" y="4041"/>
                      </a:cubicBezTo>
                      <a:cubicBezTo>
                        <a:pt x="1869" y="3429"/>
                        <a:pt x="1901" y="2699"/>
                        <a:pt x="2110" y="2059"/>
                      </a:cubicBezTo>
                      <a:cubicBezTo>
                        <a:pt x="2307" y="1465"/>
                        <a:pt x="2667" y="879"/>
                        <a:pt x="3195" y="524"/>
                      </a:cubicBezTo>
                      <a:cubicBezTo>
                        <a:pt x="3493" y="325"/>
                        <a:pt x="3857" y="205"/>
                        <a:pt x="4216" y="205"/>
                      </a:cubicBezTo>
                      <a:cubicBezTo>
                        <a:pt x="4498" y="205"/>
                        <a:pt x="4775" y="278"/>
                        <a:pt x="5016" y="445"/>
                      </a:cubicBezTo>
                      <a:cubicBezTo>
                        <a:pt x="5595" y="849"/>
                        <a:pt x="5766" y="1640"/>
                        <a:pt x="5412" y="2246"/>
                      </a:cubicBezTo>
                      <a:cubicBezTo>
                        <a:pt x="5228" y="2563"/>
                        <a:pt x="4896" y="2834"/>
                        <a:pt x="4519" y="2850"/>
                      </a:cubicBezTo>
                      <a:cubicBezTo>
                        <a:pt x="4510" y="2850"/>
                        <a:pt x="4501" y="2850"/>
                        <a:pt x="4493" y="2850"/>
                      </a:cubicBezTo>
                      <a:cubicBezTo>
                        <a:pt x="4134" y="2850"/>
                        <a:pt x="3831" y="2530"/>
                        <a:pt x="3931" y="2165"/>
                      </a:cubicBezTo>
                      <a:cubicBezTo>
                        <a:pt x="3944" y="2119"/>
                        <a:pt x="3902" y="2081"/>
                        <a:pt x="3862" y="2081"/>
                      </a:cubicBezTo>
                      <a:cubicBezTo>
                        <a:pt x="3841" y="2081"/>
                        <a:pt x="3821" y="2091"/>
                        <a:pt x="3808" y="2115"/>
                      </a:cubicBezTo>
                      <a:cubicBezTo>
                        <a:pt x="3679" y="2370"/>
                        <a:pt x="3772" y="2657"/>
                        <a:pt x="3980" y="2844"/>
                      </a:cubicBezTo>
                      <a:cubicBezTo>
                        <a:pt x="4124" y="2974"/>
                        <a:pt x="4310" y="3030"/>
                        <a:pt x="4498" y="3030"/>
                      </a:cubicBezTo>
                      <a:cubicBezTo>
                        <a:pt x="4605" y="3030"/>
                        <a:pt x="4713" y="3012"/>
                        <a:pt x="4814" y="2978"/>
                      </a:cubicBezTo>
                      <a:cubicBezTo>
                        <a:pt x="5448" y="2765"/>
                        <a:pt x="5847" y="2063"/>
                        <a:pt x="5784" y="1409"/>
                      </a:cubicBezTo>
                      <a:cubicBezTo>
                        <a:pt x="5723" y="772"/>
                        <a:pt x="5256" y="218"/>
                        <a:pt x="4638" y="56"/>
                      </a:cubicBezTo>
                      <a:cubicBezTo>
                        <a:pt x="4495" y="19"/>
                        <a:pt x="4350" y="1"/>
                        <a:pt x="4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3"/>
                <p:cNvSpPr/>
                <p:nvPr/>
              </p:nvSpPr>
              <p:spPr>
                <a:xfrm>
                  <a:off x="971550" y="3761425"/>
                  <a:ext cx="203475" cy="226450"/>
                </a:xfrm>
                <a:custGeom>
                  <a:rect b="b" l="l" r="r" t="t"/>
                  <a:pathLst>
                    <a:path extrusionOk="0" h="9058" w="8139">
                      <a:moveTo>
                        <a:pt x="5685" y="0"/>
                      </a:moveTo>
                      <a:cubicBezTo>
                        <a:pt x="5481" y="0"/>
                        <a:pt x="5277" y="36"/>
                        <a:pt x="5084" y="102"/>
                      </a:cubicBezTo>
                      <a:cubicBezTo>
                        <a:pt x="4160" y="417"/>
                        <a:pt x="3358" y="1391"/>
                        <a:pt x="3172" y="2343"/>
                      </a:cubicBezTo>
                      <a:cubicBezTo>
                        <a:pt x="3064" y="2904"/>
                        <a:pt x="3232" y="3428"/>
                        <a:pt x="3571" y="3829"/>
                      </a:cubicBezTo>
                      <a:cubicBezTo>
                        <a:pt x="3353" y="3901"/>
                        <a:pt x="3139" y="4121"/>
                        <a:pt x="2969" y="4265"/>
                      </a:cubicBezTo>
                      <a:cubicBezTo>
                        <a:pt x="2764" y="4437"/>
                        <a:pt x="2568" y="4617"/>
                        <a:pt x="2380" y="4806"/>
                      </a:cubicBezTo>
                      <a:cubicBezTo>
                        <a:pt x="1999" y="5187"/>
                        <a:pt x="1652" y="5604"/>
                        <a:pt x="1342" y="6045"/>
                      </a:cubicBezTo>
                      <a:cubicBezTo>
                        <a:pt x="718" y="6934"/>
                        <a:pt x="270" y="7955"/>
                        <a:pt x="8" y="9007"/>
                      </a:cubicBezTo>
                      <a:cubicBezTo>
                        <a:pt x="0" y="9037"/>
                        <a:pt x="25" y="9057"/>
                        <a:pt x="50" y="9057"/>
                      </a:cubicBezTo>
                      <a:cubicBezTo>
                        <a:pt x="66" y="9057"/>
                        <a:pt x="82" y="9049"/>
                        <a:pt x="87" y="9028"/>
                      </a:cubicBezTo>
                      <a:cubicBezTo>
                        <a:pt x="375" y="7991"/>
                        <a:pt x="848" y="7030"/>
                        <a:pt x="1465" y="6148"/>
                      </a:cubicBezTo>
                      <a:cubicBezTo>
                        <a:pt x="1770" y="5709"/>
                        <a:pt x="2116" y="5298"/>
                        <a:pt x="2495" y="4921"/>
                      </a:cubicBezTo>
                      <a:cubicBezTo>
                        <a:pt x="2684" y="4734"/>
                        <a:pt x="2879" y="4554"/>
                        <a:pt x="3084" y="4382"/>
                      </a:cubicBezTo>
                      <a:cubicBezTo>
                        <a:pt x="3260" y="4235"/>
                        <a:pt x="3509" y="4105"/>
                        <a:pt x="3646" y="3915"/>
                      </a:cubicBezTo>
                      <a:cubicBezTo>
                        <a:pt x="3871" y="4153"/>
                        <a:pt x="4159" y="4340"/>
                        <a:pt x="4484" y="4454"/>
                      </a:cubicBezTo>
                      <a:cubicBezTo>
                        <a:pt x="4783" y="4558"/>
                        <a:pt x="5090" y="4604"/>
                        <a:pt x="5397" y="4604"/>
                      </a:cubicBezTo>
                      <a:cubicBezTo>
                        <a:pt x="6358" y="4604"/>
                        <a:pt x="7328" y="4157"/>
                        <a:pt x="8107" y="3644"/>
                      </a:cubicBezTo>
                      <a:cubicBezTo>
                        <a:pt x="8138" y="3625"/>
                        <a:pt x="8125" y="3571"/>
                        <a:pt x="8092" y="3571"/>
                      </a:cubicBezTo>
                      <a:cubicBezTo>
                        <a:pt x="8088" y="3571"/>
                        <a:pt x="8083" y="3572"/>
                        <a:pt x="8078" y="3574"/>
                      </a:cubicBezTo>
                      <a:cubicBezTo>
                        <a:pt x="7195" y="3907"/>
                        <a:pt x="6370" y="4360"/>
                        <a:pt x="5404" y="4372"/>
                      </a:cubicBezTo>
                      <a:cubicBezTo>
                        <a:pt x="5395" y="4372"/>
                        <a:pt x="5387" y="4372"/>
                        <a:pt x="5378" y="4372"/>
                      </a:cubicBezTo>
                      <a:cubicBezTo>
                        <a:pt x="4575" y="4372"/>
                        <a:pt x="3701" y="3967"/>
                        <a:pt x="3430" y="3159"/>
                      </a:cubicBezTo>
                      <a:cubicBezTo>
                        <a:pt x="3146" y="2315"/>
                        <a:pt x="3672" y="1466"/>
                        <a:pt x="4251" y="888"/>
                      </a:cubicBezTo>
                      <a:cubicBezTo>
                        <a:pt x="4626" y="514"/>
                        <a:pt x="5192" y="199"/>
                        <a:pt x="5731" y="199"/>
                      </a:cubicBezTo>
                      <a:cubicBezTo>
                        <a:pt x="6046" y="199"/>
                        <a:pt x="6352" y="306"/>
                        <a:pt x="6604" y="571"/>
                      </a:cubicBezTo>
                      <a:cubicBezTo>
                        <a:pt x="6914" y="897"/>
                        <a:pt x="6984" y="1427"/>
                        <a:pt x="6682" y="1783"/>
                      </a:cubicBezTo>
                      <a:cubicBezTo>
                        <a:pt x="6539" y="1951"/>
                        <a:pt x="6361" y="2019"/>
                        <a:pt x="6178" y="2019"/>
                      </a:cubicBezTo>
                      <a:cubicBezTo>
                        <a:pt x="5960" y="2019"/>
                        <a:pt x="5734" y="1923"/>
                        <a:pt x="5552" y="1780"/>
                      </a:cubicBezTo>
                      <a:cubicBezTo>
                        <a:pt x="5544" y="1774"/>
                        <a:pt x="5534" y="1771"/>
                        <a:pt x="5525" y="1771"/>
                      </a:cubicBezTo>
                      <a:cubicBezTo>
                        <a:pt x="5501" y="1771"/>
                        <a:pt x="5477" y="1788"/>
                        <a:pt x="5487" y="1818"/>
                      </a:cubicBezTo>
                      <a:cubicBezTo>
                        <a:pt x="5582" y="2094"/>
                        <a:pt x="5875" y="2215"/>
                        <a:pt x="6156" y="2215"/>
                      </a:cubicBezTo>
                      <a:cubicBezTo>
                        <a:pt x="6239" y="2215"/>
                        <a:pt x="6320" y="2205"/>
                        <a:pt x="6395" y="2185"/>
                      </a:cubicBezTo>
                      <a:cubicBezTo>
                        <a:pt x="6794" y="2078"/>
                        <a:pt x="7040" y="1697"/>
                        <a:pt x="7071" y="1299"/>
                      </a:cubicBezTo>
                      <a:cubicBezTo>
                        <a:pt x="7105" y="854"/>
                        <a:pt x="6849" y="447"/>
                        <a:pt x="6478" y="217"/>
                      </a:cubicBezTo>
                      <a:cubicBezTo>
                        <a:pt x="6238" y="67"/>
                        <a:pt x="5962" y="0"/>
                        <a:pt x="5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3"/>
                <p:cNvSpPr/>
                <p:nvPr/>
              </p:nvSpPr>
              <p:spPr>
                <a:xfrm>
                  <a:off x="754375" y="3741525"/>
                  <a:ext cx="31475" cy="78775"/>
                </a:xfrm>
                <a:custGeom>
                  <a:rect b="b" l="l" r="r" t="t"/>
                  <a:pathLst>
                    <a:path extrusionOk="0" h="3151" w="1259">
                      <a:moveTo>
                        <a:pt x="1185" y="1"/>
                      </a:moveTo>
                      <a:cubicBezTo>
                        <a:pt x="1169" y="1"/>
                        <a:pt x="1152" y="9"/>
                        <a:pt x="1141" y="27"/>
                      </a:cubicBezTo>
                      <a:cubicBezTo>
                        <a:pt x="863" y="503"/>
                        <a:pt x="624" y="997"/>
                        <a:pt x="422" y="1509"/>
                      </a:cubicBezTo>
                      <a:cubicBezTo>
                        <a:pt x="321" y="1765"/>
                        <a:pt x="235" y="2027"/>
                        <a:pt x="162" y="2294"/>
                      </a:cubicBezTo>
                      <a:cubicBezTo>
                        <a:pt x="91" y="2549"/>
                        <a:pt x="5" y="2828"/>
                        <a:pt x="2" y="3095"/>
                      </a:cubicBezTo>
                      <a:cubicBezTo>
                        <a:pt x="0" y="3132"/>
                        <a:pt x="26" y="3150"/>
                        <a:pt x="53" y="3150"/>
                      </a:cubicBezTo>
                      <a:cubicBezTo>
                        <a:pt x="78" y="3150"/>
                        <a:pt x="103" y="3137"/>
                        <a:pt x="114" y="3111"/>
                      </a:cubicBezTo>
                      <a:cubicBezTo>
                        <a:pt x="218" y="2858"/>
                        <a:pt x="264" y="2576"/>
                        <a:pt x="340" y="2315"/>
                      </a:cubicBezTo>
                      <a:cubicBezTo>
                        <a:pt x="412" y="2068"/>
                        <a:pt x="491" y="1823"/>
                        <a:pt x="575" y="1581"/>
                      </a:cubicBezTo>
                      <a:cubicBezTo>
                        <a:pt x="754" y="1063"/>
                        <a:pt x="976" y="565"/>
                        <a:pt x="1235" y="84"/>
                      </a:cubicBezTo>
                      <a:cubicBezTo>
                        <a:pt x="1259" y="40"/>
                        <a:pt x="1222" y="1"/>
                        <a:pt x="1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3"/>
                <p:cNvSpPr/>
                <p:nvPr/>
              </p:nvSpPr>
              <p:spPr>
                <a:xfrm>
                  <a:off x="927425" y="3858725"/>
                  <a:ext cx="36150" cy="72200"/>
                </a:xfrm>
                <a:custGeom>
                  <a:rect b="b" l="l" r="r" t="t"/>
                  <a:pathLst>
                    <a:path extrusionOk="0" h="2888" w="1446">
                      <a:moveTo>
                        <a:pt x="1387" y="0"/>
                      </a:moveTo>
                      <a:cubicBezTo>
                        <a:pt x="1375" y="0"/>
                        <a:pt x="1362" y="4"/>
                        <a:pt x="1352" y="12"/>
                      </a:cubicBezTo>
                      <a:cubicBezTo>
                        <a:pt x="1162" y="170"/>
                        <a:pt x="1041" y="418"/>
                        <a:pt x="919" y="631"/>
                      </a:cubicBezTo>
                      <a:cubicBezTo>
                        <a:pt x="782" y="866"/>
                        <a:pt x="657" y="1108"/>
                        <a:pt x="541" y="1355"/>
                      </a:cubicBezTo>
                      <a:cubicBezTo>
                        <a:pt x="319" y="1830"/>
                        <a:pt x="146" y="2331"/>
                        <a:pt x="10" y="2837"/>
                      </a:cubicBezTo>
                      <a:cubicBezTo>
                        <a:pt x="1" y="2867"/>
                        <a:pt x="26" y="2887"/>
                        <a:pt x="50" y="2887"/>
                      </a:cubicBezTo>
                      <a:cubicBezTo>
                        <a:pt x="66" y="2887"/>
                        <a:pt x="83" y="2879"/>
                        <a:pt x="89" y="2859"/>
                      </a:cubicBezTo>
                      <a:cubicBezTo>
                        <a:pt x="250" y="2350"/>
                        <a:pt x="456" y="1863"/>
                        <a:pt x="690" y="1385"/>
                      </a:cubicBezTo>
                      <a:cubicBezTo>
                        <a:pt x="803" y="1157"/>
                        <a:pt x="924" y="931"/>
                        <a:pt x="1056" y="712"/>
                      </a:cubicBezTo>
                      <a:cubicBezTo>
                        <a:pt x="1182" y="499"/>
                        <a:pt x="1352" y="294"/>
                        <a:pt x="1435" y="59"/>
                      </a:cubicBezTo>
                      <a:cubicBezTo>
                        <a:pt x="1446" y="22"/>
                        <a:pt x="1417" y="0"/>
                        <a:pt x="1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33"/>
              <p:cNvGrpSpPr/>
              <p:nvPr/>
            </p:nvGrpSpPr>
            <p:grpSpPr>
              <a:xfrm flipH="1">
                <a:off x="8515567" y="4714567"/>
                <a:ext cx="805795" cy="598518"/>
                <a:chOff x="636050" y="3857425"/>
                <a:chExt cx="375050" cy="278575"/>
              </a:xfrm>
            </p:grpSpPr>
            <p:sp>
              <p:nvSpPr>
                <p:cNvPr id="2036" name="Google Shape;2036;p33"/>
                <p:cNvSpPr/>
                <p:nvPr/>
              </p:nvSpPr>
              <p:spPr>
                <a:xfrm>
                  <a:off x="636050" y="3857425"/>
                  <a:ext cx="375050" cy="278575"/>
                </a:xfrm>
                <a:custGeom>
                  <a:rect b="b" l="l" r="r" t="t"/>
                  <a:pathLst>
                    <a:path extrusionOk="0" h="11143" w="15002">
                      <a:moveTo>
                        <a:pt x="6080" y="0"/>
                      </a:moveTo>
                      <a:lnTo>
                        <a:pt x="6080" y="0"/>
                      </a:lnTo>
                      <a:cubicBezTo>
                        <a:pt x="4783" y="653"/>
                        <a:pt x="3332" y="990"/>
                        <a:pt x="1880" y="990"/>
                      </a:cubicBezTo>
                      <a:cubicBezTo>
                        <a:pt x="1360" y="990"/>
                        <a:pt x="839" y="947"/>
                        <a:pt x="326" y="859"/>
                      </a:cubicBezTo>
                      <a:cubicBezTo>
                        <a:pt x="162" y="2321"/>
                        <a:pt x="0" y="3827"/>
                        <a:pt x="146" y="5289"/>
                      </a:cubicBezTo>
                      <a:cubicBezTo>
                        <a:pt x="290" y="6742"/>
                        <a:pt x="630" y="8260"/>
                        <a:pt x="1631" y="9323"/>
                      </a:cubicBezTo>
                      <a:cubicBezTo>
                        <a:pt x="2654" y="10410"/>
                        <a:pt x="4196" y="10832"/>
                        <a:pt x="5677" y="11023"/>
                      </a:cubicBezTo>
                      <a:cubicBezTo>
                        <a:pt x="6250" y="11097"/>
                        <a:pt x="6833" y="11143"/>
                        <a:pt x="7413" y="11143"/>
                      </a:cubicBezTo>
                      <a:cubicBezTo>
                        <a:pt x="8496" y="11143"/>
                        <a:pt x="9571" y="10986"/>
                        <a:pt x="10564" y="10565"/>
                      </a:cubicBezTo>
                      <a:cubicBezTo>
                        <a:pt x="12286" y="9836"/>
                        <a:pt x="13588" y="8398"/>
                        <a:pt x="14833" y="7002"/>
                      </a:cubicBezTo>
                      <a:cubicBezTo>
                        <a:pt x="14913" y="6910"/>
                        <a:pt x="15001" y="6801"/>
                        <a:pt x="14986" y="6678"/>
                      </a:cubicBezTo>
                      <a:cubicBezTo>
                        <a:pt x="14962" y="6494"/>
                        <a:pt x="14754" y="6446"/>
                        <a:pt x="14552" y="6446"/>
                      </a:cubicBezTo>
                      <a:cubicBezTo>
                        <a:pt x="14496" y="6446"/>
                        <a:pt x="14440" y="6449"/>
                        <a:pt x="14389" y="6455"/>
                      </a:cubicBezTo>
                      <a:cubicBezTo>
                        <a:pt x="14283" y="6466"/>
                        <a:pt x="14177" y="6472"/>
                        <a:pt x="14070" y="6472"/>
                      </a:cubicBezTo>
                      <a:cubicBezTo>
                        <a:pt x="13372" y="6472"/>
                        <a:pt x="12676" y="6233"/>
                        <a:pt x="12127" y="5801"/>
                      </a:cubicBezTo>
                      <a:cubicBezTo>
                        <a:pt x="11495" y="5304"/>
                        <a:pt x="11192" y="4511"/>
                        <a:pt x="11088" y="3713"/>
                      </a:cubicBezTo>
                      <a:cubicBezTo>
                        <a:pt x="10581" y="3901"/>
                        <a:pt x="10034" y="4001"/>
                        <a:pt x="9491" y="4001"/>
                      </a:cubicBezTo>
                      <a:cubicBezTo>
                        <a:pt x="8742" y="4001"/>
                        <a:pt x="8001" y="3809"/>
                        <a:pt x="7384" y="3389"/>
                      </a:cubicBezTo>
                      <a:cubicBezTo>
                        <a:pt x="6319" y="2667"/>
                        <a:pt x="5605" y="1198"/>
                        <a:pt x="6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3"/>
                <p:cNvSpPr/>
                <p:nvPr/>
              </p:nvSpPr>
              <p:spPr>
                <a:xfrm>
                  <a:off x="759050" y="3895475"/>
                  <a:ext cx="128975" cy="86150"/>
                </a:xfrm>
                <a:custGeom>
                  <a:rect b="b" l="l" r="r" t="t"/>
                  <a:pathLst>
                    <a:path extrusionOk="0" h="3446" w="5159">
                      <a:moveTo>
                        <a:pt x="56" y="0"/>
                      </a:moveTo>
                      <a:cubicBezTo>
                        <a:pt x="27" y="0"/>
                        <a:pt x="0" y="22"/>
                        <a:pt x="11" y="57"/>
                      </a:cubicBezTo>
                      <a:cubicBezTo>
                        <a:pt x="326" y="1095"/>
                        <a:pt x="954" y="1981"/>
                        <a:pt x="1855" y="2595"/>
                      </a:cubicBezTo>
                      <a:cubicBezTo>
                        <a:pt x="2339" y="2924"/>
                        <a:pt x="2889" y="3168"/>
                        <a:pt x="3458" y="3308"/>
                      </a:cubicBezTo>
                      <a:cubicBezTo>
                        <a:pt x="3729" y="3374"/>
                        <a:pt x="4009" y="3413"/>
                        <a:pt x="4288" y="3429"/>
                      </a:cubicBezTo>
                      <a:cubicBezTo>
                        <a:pt x="4397" y="3435"/>
                        <a:pt x="4525" y="3446"/>
                        <a:pt x="4654" y="3446"/>
                      </a:cubicBezTo>
                      <a:cubicBezTo>
                        <a:pt x="4822" y="3446"/>
                        <a:pt x="4991" y="3428"/>
                        <a:pt x="5119" y="3358"/>
                      </a:cubicBezTo>
                      <a:cubicBezTo>
                        <a:pt x="5158" y="3337"/>
                        <a:pt x="5145" y="3283"/>
                        <a:pt x="5109" y="3270"/>
                      </a:cubicBezTo>
                      <a:cubicBezTo>
                        <a:pt x="4992" y="3232"/>
                        <a:pt x="4859" y="3225"/>
                        <a:pt x="4724" y="3225"/>
                      </a:cubicBezTo>
                      <a:cubicBezTo>
                        <a:pt x="4654" y="3225"/>
                        <a:pt x="4584" y="3227"/>
                        <a:pt x="4515" y="3227"/>
                      </a:cubicBezTo>
                      <a:cubicBezTo>
                        <a:pt x="4458" y="3227"/>
                        <a:pt x="4402" y="3226"/>
                        <a:pt x="4349" y="3221"/>
                      </a:cubicBezTo>
                      <a:cubicBezTo>
                        <a:pt x="4071" y="3197"/>
                        <a:pt x="3793" y="3145"/>
                        <a:pt x="3520" y="3077"/>
                      </a:cubicBezTo>
                      <a:cubicBezTo>
                        <a:pt x="2979" y="2945"/>
                        <a:pt x="2461" y="2717"/>
                        <a:pt x="1999" y="2403"/>
                      </a:cubicBezTo>
                      <a:cubicBezTo>
                        <a:pt x="1162" y="1834"/>
                        <a:pt x="472" y="977"/>
                        <a:pt x="103" y="33"/>
                      </a:cubicBezTo>
                      <a:cubicBezTo>
                        <a:pt x="94" y="10"/>
                        <a:pt x="75" y="0"/>
                        <a:pt x="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3"/>
                <p:cNvSpPr/>
                <p:nvPr/>
              </p:nvSpPr>
              <p:spPr>
                <a:xfrm>
                  <a:off x="734400" y="3954775"/>
                  <a:ext cx="71400" cy="38875"/>
                </a:xfrm>
                <a:custGeom>
                  <a:rect b="b" l="l" r="r" t="t"/>
                  <a:pathLst>
                    <a:path extrusionOk="0" h="1555" w="2856">
                      <a:moveTo>
                        <a:pt x="79" y="0"/>
                      </a:moveTo>
                      <a:cubicBezTo>
                        <a:pt x="39" y="0"/>
                        <a:pt x="1" y="39"/>
                        <a:pt x="30" y="83"/>
                      </a:cubicBezTo>
                      <a:cubicBezTo>
                        <a:pt x="335" y="545"/>
                        <a:pt x="743" y="921"/>
                        <a:pt x="1233" y="1184"/>
                      </a:cubicBezTo>
                      <a:cubicBezTo>
                        <a:pt x="1471" y="1310"/>
                        <a:pt x="1726" y="1404"/>
                        <a:pt x="1989" y="1467"/>
                      </a:cubicBezTo>
                      <a:cubicBezTo>
                        <a:pt x="2164" y="1509"/>
                        <a:pt x="2369" y="1555"/>
                        <a:pt x="2563" y="1555"/>
                      </a:cubicBezTo>
                      <a:cubicBezTo>
                        <a:pt x="2647" y="1555"/>
                        <a:pt x="2728" y="1546"/>
                        <a:pt x="2805" y="1525"/>
                      </a:cubicBezTo>
                      <a:cubicBezTo>
                        <a:pt x="2855" y="1511"/>
                        <a:pt x="2855" y="1433"/>
                        <a:pt x="2805" y="1418"/>
                      </a:cubicBezTo>
                      <a:cubicBezTo>
                        <a:pt x="2563" y="1352"/>
                        <a:pt x="2302" y="1354"/>
                        <a:pt x="2057" y="1294"/>
                      </a:cubicBezTo>
                      <a:cubicBezTo>
                        <a:pt x="1805" y="1231"/>
                        <a:pt x="1560" y="1137"/>
                        <a:pt x="1326" y="1022"/>
                      </a:cubicBezTo>
                      <a:cubicBezTo>
                        <a:pt x="858" y="789"/>
                        <a:pt x="436" y="449"/>
                        <a:pt x="126" y="25"/>
                      </a:cubicBezTo>
                      <a:cubicBezTo>
                        <a:pt x="114" y="8"/>
                        <a:pt x="96"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3"/>
                <p:cNvSpPr/>
                <p:nvPr/>
              </p:nvSpPr>
              <p:spPr>
                <a:xfrm>
                  <a:off x="882900" y="4003250"/>
                  <a:ext cx="59575" cy="50550"/>
                </a:xfrm>
                <a:custGeom>
                  <a:rect b="b" l="l" r="r" t="t"/>
                  <a:pathLst>
                    <a:path extrusionOk="0" h="2022" w="2383">
                      <a:moveTo>
                        <a:pt x="69" y="0"/>
                      </a:moveTo>
                      <a:cubicBezTo>
                        <a:pt x="36" y="0"/>
                        <a:pt x="1" y="41"/>
                        <a:pt x="24" y="76"/>
                      </a:cubicBezTo>
                      <a:cubicBezTo>
                        <a:pt x="299" y="505"/>
                        <a:pt x="625" y="897"/>
                        <a:pt x="1014" y="1228"/>
                      </a:cubicBezTo>
                      <a:cubicBezTo>
                        <a:pt x="1201" y="1388"/>
                        <a:pt x="1400" y="1540"/>
                        <a:pt x="1605" y="1675"/>
                      </a:cubicBezTo>
                      <a:cubicBezTo>
                        <a:pt x="1713" y="1746"/>
                        <a:pt x="1822" y="1813"/>
                        <a:pt x="1936" y="1875"/>
                      </a:cubicBezTo>
                      <a:cubicBezTo>
                        <a:pt x="2049" y="1934"/>
                        <a:pt x="2165" y="2004"/>
                        <a:pt x="2291" y="2021"/>
                      </a:cubicBezTo>
                      <a:cubicBezTo>
                        <a:pt x="2293" y="2021"/>
                        <a:pt x="2295" y="2021"/>
                        <a:pt x="2298" y="2021"/>
                      </a:cubicBezTo>
                      <a:cubicBezTo>
                        <a:pt x="2345" y="2021"/>
                        <a:pt x="2382" y="1970"/>
                        <a:pt x="2344" y="1932"/>
                      </a:cubicBezTo>
                      <a:cubicBezTo>
                        <a:pt x="2260" y="1849"/>
                        <a:pt x="2157" y="1796"/>
                        <a:pt x="2059" y="1737"/>
                      </a:cubicBezTo>
                      <a:cubicBezTo>
                        <a:pt x="1955" y="1671"/>
                        <a:pt x="1850" y="1609"/>
                        <a:pt x="1747" y="1540"/>
                      </a:cubicBezTo>
                      <a:cubicBezTo>
                        <a:pt x="1534" y="1398"/>
                        <a:pt x="1330" y="1247"/>
                        <a:pt x="1135" y="1081"/>
                      </a:cubicBezTo>
                      <a:cubicBezTo>
                        <a:pt x="759" y="759"/>
                        <a:pt x="406" y="407"/>
                        <a:pt x="101" y="17"/>
                      </a:cubicBezTo>
                      <a:cubicBezTo>
                        <a:pt x="92" y="5"/>
                        <a:pt x="81"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3"/>
                <p:cNvSpPr/>
                <p:nvPr/>
              </p:nvSpPr>
              <p:spPr>
                <a:xfrm>
                  <a:off x="674550" y="4015400"/>
                  <a:ext cx="140350" cy="75025"/>
                </a:xfrm>
                <a:custGeom>
                  <a:rect b="b" l="l" r="r" t="t"/>
                  <a:pathLst>
                    <a:path extrusionOk="0" h="3001" w="5614">
                      <a:moveTo>
                        <a:pt x="41" y="1"/>
                      </a:moveTo>
                      <a:cubicBezTo>
                        <a:pt x="16" y="1"/>
                        <a:pt x="0" y="42"/>
                        <a:pt x="28" y="55"/>
                      </a:cubicBezTo>
                      <a:cubicBezTo>
                        <a:pt x="549" y="307"/>
                        <a:pt x="1100" y="469"/>
                        <a:pt x="1675" y="541"/>
                      </a:cubicBezTo>
                      <a:cubicBezTo>
                        <a:pt x="1893" y="568"/>
                        <a:pt x="2116" y="582"/>
                        <a:pt x="2337" y="582"/>
                      </a:cubicBezTo>
                      <a:cubicBezTo>
                        <a:pt x="2403" y="582"/>
                        <a:pt x="2469" y="581"/>
                        <a:pt x="2535" y="578"/>
                      </a:cubicBezTo>
                      <a:cubicBezTo>
                        <a:pt x="2755" y="571"/>
                        <a:pt x="3059" y="588"/>
                        <a:pt x="3274" y="492"/>
                      </a:cubicBezTo>
                      <a:cubicBezTo>
                        <a:pt x="3284" y="562"/>
                        <a:pt x="3320" y="636"/>
                        <a:pt x="3340" y="691"/>
                      </a:cubicBezTo>
                      <a:cubicBezTo>
                        <a:pt x="3396" y="835"/>
                        <a:pt x="3457" y="977"/>
                        <a:pt x="3527" y="1114"/>
                      </a:cubicBezTo>
                      <a:cubicBezTo>
                        <a:pt x="3673" y="1392"/>
                        <a:pt x="3853" y="1652"/>
                        <a:pt x="4055" y="1894"/>
                      </a:cubicBezTo>
                      <a:cubicBezTo>
                        <a:pt x="4256" y="2134"/>
                        <a:pt x="4483" y="2356"/>
                        <a:pt x="4730" y="2549"/>
                      </a:cubicBezTo>
                      <a:cubicBezTo>
                        <a:pt x="4974" y="2736"/>
                        <a:pt x="5236" y="2922"/>
                        <a:pt x="5537" y="2999"/>
                      </a:cubicBezTo>
                      <a:cubicBezTo>
                        <a:pt x="5541" y="3000"/>
                        <a:pt x="5545" y="3000"/>
                        <a:pt x="5549" y="3000"/>
                      </a:cubicBezTo>
                      <a:cubicBezTo>
                        <a:pt x="5585" y="3000"/>
                        <a:pt x="5613" y="2951"/>
                        <a:pt x="5582" y="2925"/>
                      </a:cubicBezTo>
                      <a:cubicBezTo>
                        <a:pt x="5349" y="2725"/>
                        <a:pt x="5079" y="2571"/>
                        <a:pt x="4846" y="2370"/>
                      </a:cubicBezTo>
                      <a:cubicBezTo>
                        <a:pt x="4608" y="2169"/>
                        <a:pt x="4385" y="1951"/>
                        <a:pt x="4189" y="1708"/>
                      </a:cubicBezTo>
                      <a:cubicBezTo>
                        <a:pt x="3994" y="1469"/>
                        <a:pt x="3824" y="1205"/>
                        <a:pt x="3677" y="936"/>
                      </a:cubicBezTo>
                      <a:cubicBezTo>
                        <a:pt x="3601" y="794"/>
                        <a:pt x="3530" y="655"/>
                        <a:pt x="3465" y="509"/>
                      </a:cubicBezTo>
                      <a:cubicBezTo>
                        <a:pt x="3457" y="487"/>
                        <a:pt x="3395" y="348"/>
                        <a:pt x="3338" y="348"/>
                      </a:cubicBezTo>
                      <a:cubicBezTo>
                        <a:pt x="3329" y="348"/>
                        <a:pt x="3320" y="351"/>
                        <a:pt x="3311" y="359"/>
                      </a:cubicBezTo>
                      <a:cubicBezTo>
                        <a:pt x="3307" y="362"/>
                        <a:pt x="3304" y="368"/>
                        <a:pt x="3300" y="372"/>
                      </a:cubicBezTo>
                      <a:cubicBezTo>
                        <a:pt x="3268" y="367"/>
                        <a:pt x="3237" y="365"/>
                        <a:pt x="3206" y="365"/>
                      </a:cubicBezTo>
                      <a:cubicBezTo>
                        <a:pt x="3129" y="365"/>
                        <a:pt x="3052" y="378"/>
                        <a:pt x="2974" y="388"/>
                      </a:cubicBezTo>
                      <a:cubicBezTo>
                        <a:pt x="2837" y="404"/>
                        <a:pt x="2700" y="415"/>
                        <a:pt x="2564" y="420"/>
                      </a:cubicBezTo>
                      <a:cubicBezTo>
                        <a:pt x="2478" y="424"/>
                        <a:pt x="2392" y="426"/>
                        <a:pt x="2306" y="426"/>
                      </a:cubicBezTo>
                      <a:cubicBezTo>
                        <a:pt x="2108" y="426"/>
                        <a:pt x="1911" y="415"/>
                        <a:pt x="1712" y="395"/>
                      </a:cubicBezTo>
                      <a:cubicBezTo>
                        <a:pt x="1143" y="339"/>
                        <a:pt x="585" y="201"/>
                        <a:pt x="49" y="2"/>
                      </a:cubicBezTo>
                      <a:cubicBezTo>
                        <a:pt x="47" y="1"/>
                        <a:pt x="44"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33"/>
              <p:cNvGrpSpPr/>
              <p:nvPr/>
            </p:nvGrpSpPr>
            <p:grpSpPr>
              <a:xfrm flipH="1">
                <a:off x="-356119" y="4107861"/>
                <a:ext cx="2206425" cy="1219173"/>
                <a:chOff x="1399675" y="3622200"/>
                <a:chExt cx="1511250" cy="835050"/>
              </a:xfrm>
            </p:grpSpPr>
            <p:sp>
              <p:nvSpPr>
                <p:cNvPr id="2042" name="Google Shape;2042;p33"/>
                <p:cNvSpPr/>
                <p:nvPr/>
              </p:nvSpPr>
              <p:spPr>
                <a:xfrm>
                  <a:off x="1399675" y="3622200"/>
                  <a:ext cx="1511250" cy="835050"/>
                </a:xfrm>
                <a:custGeom>
                  <a:rect b="b" l="l" r="r" t="t"/>
                  <a:pathLst>
                    <a:path extrusionOk="0" h="33402" w="60450">
                      <a:moveTo>
                        <a:pt x="36343" y="0"/>
                      </a:moveTo>
                      <a:cubicBezTo>
                        <a:pt x="34929" y="0"/>
                        <a:pt x="33420" y="582"/>
                        <a:pt x="32439" y="1379"/>
                      </a:cubicBezTo>
                      <a:cubicBezTo>
                        <a:pt x="30820" y="2694"/>
                        <a:pt x="29975" y="4898"/>
                        <a:pt x="30302" y="6959"/>
                      </a:cubicBezTo>
                      <a:cubicBezTo>
                        <a:pt x="29820" y="6695"/>
                        <a:pt x="29266" y="6583"/>
                        <a:pt x="28690" y="6583"/>
                      </a:cubicBezTo>
                      <a:cubicBezTo>
                        <a:pt x="27361" y="6583"/>
                        <a:pt x="25912" y="7178"/>
                        <a:pt x="24948" y="7874"/>
                      </a:cubicBezTo>
                      <a:cubicBezTo>
                        <a:pt x="23178" y="9149"/>
                        <a:pt x="22223" y="11292"/>
                        <a:pt x="22338" y="13472"/>
                      </a:cubicBezTo>
                      <a:cubicBezTo>
                        <a:pt x="21349" y="12850"/>
                        <a:pt x="20179" y="12525"/>
                        <a:pt x="19010" y="12525"/>
                      </a:cubicBezTo>
                      <a:cubicBezTo>
                        <a:pt x="18435" y="12525"/>
                        <a:pt x="17859" y="12604"/>
                        <a:pt x="17305" y="12765"/>
                      </a:cubicBezTo>
                      <a:cubicBezTo>
                        <a:pt x="15872" y="13180"/>
                        <a:pt x="14277" y="14292"/>
                        <a:pt x="13003" y="15700"/>
                      </a:cubicBezTo>
                      <a:cubicBezTo>
                        <a:pt x="11482" y="17384"/>
                        <a:pt x="10420" y="19495"/>
                        <a:pt x="10636" y="21362"/>
                      </a:cubicBezTo>
                      <a:cubicBezTo>
                        <a:pt x="9670" y="20930"/>
                        <a:pt x="8615" y="20720"/>
                        <a:pt x="7559" y="20720"/>
                      </a:cubicBezTo>
                      <a:cubicBezTo>
                        <a:pt x="5769" y="20720"/>
                        <a:pt x="3973" y="21322"/>
                        <a:pt x="2595" y="22468"/>
                      </a:cubicBezTo>
                      <a:cubicBezTo>
                        <a:pt x="1032" y="23768"/>
                        <a:pt x="1" y="25909"/>
                        <a:pt x="570" y="27861"/>
                      </a:cubicBezTo>
                      <a:cubicBezTo>
                        <a:pt x="1264" y="30244"/>
                        <a:pt x="3911" y="31424"/>
                        <a:pt x="6314" y="32038"/>
                      </a:cubicBezTo>
                      <a:cubicBezTo>
                        <a:pt x="10510" y="33111"/>
                        <a:pt x="14860" y="33401"/>
                        <a:pt x="19198" y="33401"/>
                      </a:cubicBezTo>
                      <a:cubicBezTo>
                        <a:pt x="19950" y="33401"/>
                        <a:pt x="20702" y="33392"/>
                        <a:pt x="21453" y="33378"/>
                      </a:cubicBezTo>
                      <a:cubicBezTo>
                        <a:pt x="32649" y="33156"/>
                        <a:pt x="43816" y="31592"/>
                        <a:pt x="54642" y="28731"/>
                      </a:cubicBezTo>
                      <a:cubicBezTo>
                        <a:pt x="55994" y="28372"/>
                        <a:pt x="57371" y="27981"/>
                        <a:pt x="58495" y="27152"/>
                      </a:cubicBezTo>
                      <a:cubicBezTo>
                        <a:pt x="59619" y="26324"/>
                        <a:pt x="60450" y="24956"/>
                        <a:pt x="60261" y="23573"/>
                      </a:cubicBezTo>
                      <a:cubicBezTo>
                        <a:pt x="60014" y="21769"/>
                        <a:pt x="58119" y="20699"/>
                        <a:pt x="56261" y="20699"/>
                      </a:cubicBezTo>
                      <a:cubicBezTo>
                        <a:pt x="55788" y="20699"/>
                        <a:pt x="55317" y="20768"/>
                        <a:pt x="54877" y="20912"/>
                      </a:cubicBezTo>
                      <a:cubicBezTo>
                        <a:pt x="56762" y="19747"/>
                        <a:pt x="57272" y="16852"/>
                        <a:pt x="55900" y="15113"/>
                      </a:cubicBezTo>
                      <a:cubicBezTo>
                        <a:pt x="55158" y="14174"/>
                        <a:pt x="53961" y="13690"/>
                        <a:pt x="52770" y="13690"/>
                      </a:cubicBezTo>
                      <a:cubicBezTo>
                        <a:pt x="51842" y="13690"/>
                        <a:pt x="50918" y="13983"/>
                        <a:pt x="50214" y="14583"/>
                      </a:cubicBezTo>
                      <a:lnTo>
                        <a:pt x="50214" y="14583"/>
                      </a:lnTo>
                      <a:cubicBezTo>
                        <a:pt x="52724" y="12175"/>
                        <a:pt x="53137" y="7858"/>
                        <a:pt x="51085" y="5037"/>
                      </a:cubicBezTo>
                      <a:cubicBezTo>
                        <a:pt x="49834" y="3317"/>
                        <a:pt x="47152" y="1900"/>
                        <a:pt x="44765" y="1900"/>
                      </a:cubicBezTo>
                      <a:cubicBezTo>
                        <a:pt x="43990" y="1900"/>
                        <a:pt x="43246" y="2049"/>
                        <a:pt x="42592" y="2386"/>
                      </a:cubicBezTo>
                      <a:cubicBezTo>
                        <a:pt x="41596" y="2898"/>
                        <a:pt x="40821" y="3818"/>
                        <a:pt x="40464" y="4878"/>
                      </a:cubicBezTo>
                      <a:lnTo>
                        <a:pt x="40464" y="4878"/>
                      </a:lnTo>
                      <a:cubicBezTo>
                        <a:pt x="40724" y="3185"/>
                        <a:pt x="39765" y="1294"/>
                        <a:pt x="38277" y="461"/>
                      </a:cubicBezTo>
                      <a:cubicBezTo>
                        <a:pt x="37704" y="139"/>
                        <a:pt x="37035" y="0"/>
                        <a:pt x="36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3"/>
                <p:cNvSpPr/>
                <p:nvPr/>
              </p:nvSpPr>
              <p:spPr>
                <a:xfrm>
                  <a:off x="2173575" y="3667875"/>
                  <a:ext cx="212350" cy="154625"/>
                </a:xfrm>
                <a:custGeom>
                  <a:rect b="b" l="l" r="r" t="t"/>
                  <a:pathLst>
                    <a:path extrusionOk="0" h="6185" w="8494">
                      <a:moveTo>
                        <a:pt x="4913" y="0"/>
                      </a:moveTo>
                      <a:cubicBezTo>
                        <a:pt x="4359" y="0"/>
                        <a:pt x="3815" y="100"/>
                        <a:pt x="3340" y="299"/>
                      </a:cubicBezTo>
                      <a:cubicBezTo>
                        <a:pt x="1023" y="1268"/>
                        <a:pt x="0" y="3766"/>
                        <a:pt x="196" y="6150"/>
                      </a:cubicBezTo>
                      <a:cubicBezTo>
                        <a:pt x="200" y="6173"/>
                        <a:pt x="220" y="6185"/>
                        <a:pt x="238" y="6185"/>
                      </a:cubicBezTo>
                      <a:cubicBezTo>
                        <a:pt x="257" y="6185"/>
                        <a:pt x="274" y="6173"/>
                        <a:pt x="274" y="6149"/>
                      </a:cubicBezTo>
                      <a:cubicBezTo>
                        <a:pt x="283" y="3976"/>
                        <a:pt x="1082" y="1683"/>
                        <a:pt x="3138" y="655"/>
                      </a:cubicBezTo>
                      <a:cubicBezTo>
                        <a:pt x="3703" y="374"/>
                        <a:pt x="4319" y="218"/>
                        <a:pt x="4936" y="218"/>
                      </a:cubicBezTo>
                      <a:cubicBezTo>
                        <a:pt x="5371" y="218"/>
                        <a:pt x="5806" y="295"/>
                        <a:pt x="6223" y="461"/>
                      </a:cubicBezTo>
                      <a:cubicBezTo>
                        <a:pt x="7231" y="861"/>
                        <a:pt x="7793" y="1599"/>
                        <a:pt x="8260" y="2540"/>
                      </a:cubicBezTo>
                      <a:cubicBezTo>
                        <a:pt x="8281" y="2583"/>
                        <a:pt x="8315" y="2601"/>
                        <a:pt x="8350" y="2601"/>
                      </a:cubicBezTo>
                      <a:cubicBezTo>
                        <a:pt x="8420" y="2601"/>
                        <a:pt x="8494" y="2531"/>
                        <a:pt x="8478" y="2448"/>
                      </a:cubicBezTo>
                      <a:cubicBezTo>
                        <a:pt x="8147" y="812"/>
                        <a:pt x="6492" y="0"/>
                        <a:pt x="4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3"/>
                <p:cNvSpPr/>
                <p:nvPr/>
              </p:nvSpPr>
              <p:spPr>
                <a:xfrm>
                  <a:off x="2251625" y="3705375"/>
                  <a:ext cx="104225" cy="41475"/>
                </a:xfrm>
                <a:custGeom>
                  <a:rect b="b" l="l" r="r" t="t"/>
                  <a:pathLst>
                    <a:path extrusionOk="0" h="1659" w="4169">
                      <a:moveTo>
                        <a:pt x="1752" y="0"/>
                      </a:moveTo>
                      <a:cubicBezTo>
                        <a:pt x="1162" y="0"/>
                        <a:pt x="558" y="183"/>
                        <a:pt x="100" y="537"/>
                      </a:cubicBezTo>
                      <a:cubicBezTo>
                        <a:pt x="0" y="615"/>
                        <a:pt x="42" y="645"/>
                        <a:pt x="108" y="645"/>
                      </a:cubicBezTo>
                      <a:cubicBezTo>
                        <a:pt x="144" y="645"/>
                        <a:pt x="187" y="637"/>
                        <a:pt x="219" y="622"/>
                      </a:cubicBezTo>
                      <a:cubicBezTo>
                        <a:pt x="343" y="566"/>
                        <a:pt x="469" y="514"/>
                        <a:pt x="598" y="472"/>
                      </a:cubicBezTo>
                      <a:cubicBezTo>
                        <a:pt x="858" y="389"/>
                        <a:pt x="1129" y="337"/>
                        <a:pt x="1401" y="319"/>
                      </a:cubicBezTo>
                      <a:cubicBezTo>
                        <a:pt x="1477" y="314"/>
                        <a:pt x="1553" y="312"/>
                        <a:pt x="1629" y="312"/>
                      </a:cubicBezTo>
                      <a:cubicBezTo>
                        <a:pt x="2001" y="312"/>
                        <a:pt x="2373" y="373"/>
                        <a:pt x="2726" y="495"/>
                      </a:cubicBezTo>
                      <a:cubicBezTo>
                        <a:pt x="3195" y="659"/>
                        <a:pt x="3612" y="1110"/>
                        <a:pt x="3899" y="1504"/>
                      </a:cubicBezTo>
                      <a:cubicBezTo>
                        <a:pt x="3932" y="1551"/>
                        <a:pt x="3967" y="1602"/>
                        <a:pt x="4019" y="1628"/>
                      </a:cubicBezTo>
                      <a:cubicBezTo>
                        <a:pt x="4059" y="1649"/>
                        <a:pt x="4089" y="1659"/>
                        <a:pt x="4109" y="1659"/>
                      </a:cubicBezTo>
                      <a:cubicBezTo>
                        <a:pt x="4131" y="1659"/>
                        <a:pt x="4143" y="1648"/>
                        <a:pt x="4147" y="1630"/>
                      </a:cubicBezTo>
                      <a:cubicBezTo>
                        <a:pt x="4169" y="1557"/>
                        <a:pt x="4055" y="1358"/>
                        <a:pt x="4024" y="1314"/>
                      </a:cubicBezTo>
                      <a:cubicBezTo>
                        <a:pt x="3929" y="1180"/>
                        <a:pt x="3821" y="1057"/>
                        <a:pt x="3716" y="932"/>
                      </a:cubicBezTo>
                      <a:cubicBezTo>
                        <a:pt x="3376" y="512"/>
                        <a:pt x="2938" y="213"/>
                        <a:pt x="2411" y="80"/>
                      </a:cubicBezTo>
                      <a:cubicBezTo>
                        <a:pt x="2199" y="27"/>
                        <a:pt x="1977" y="0"/>
                        <a:pt x="1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3"/>
                <p:cNvSpPr/>
                <p:nvPr/>
              </p:nvSpPr>
              <p:spPr>
                <a:xfrm>
                  <a:off x="1990050" y="3839600"/>
                  <a:ext cx="150375" cy="151375"/>
                </a:xfrm>
                <a:custGeom>
                  <a:rect b="b" l="l" r="r" t="t"/>
                  <a:pathLst>
                    <a:path extrusionOk="0" h="6055" w="6015">
                      <a:moveTo>
                        <a:pt x="5155" y="1"/>
                      </a:moveTo>
                      <a:cubicBezTo>
                        <a:pt x="4771" y="1"/>
                        <a:pt x="4381" y="59"/>
                        <a:pt x="4020" y="139"/>
                      </a:cubicBezTo>
                      <a:cubicBezTo>
                        <a:pt x="3395" y="280"/>
                        <a:pt x="2796" y="532"/>
                        <a:pt x="2266" y="889"/>
                      </a:cubicBezTo>
                      <a:cubicBezTo>
                        <a:pt x="1204" y="1607"/>
                        <a:pt x="475" y="2681"/>
                        <a:pt x="187" y="3928"/>
                      </a:cubicBezTo>
                      <a:cubicBezTo>
                        <a:pt x="28" y="4613"/>
                        <a:pt x="1" y="5341"/>
                        <a:pt x="158" y="6030"/>
                      </a:cubicBezTo>
                      <a:cubicBezTo>
                        <a:pt x="162" y="6046"/>
                        <a:pt x="177" y="6054"/>
                        <a:pt x="192" y="6054"/>
                      </a:cubicBezTo>
                      <a:cubicBezTo>
                        <a:pt x="211" y="6054"/>
                        <a:pt x="231" y="6042"/>
                        <a:pt x="228" y="6020"/>
                      </a:cubicBezTo>
                      <a:cubicBezTo>
                        <a:pt x="87" y="4795"/>
                        <a:pt x="326" y="3585"/>
                        <a:pt x="993" y="2543"/>
                      </a:cubicBezTo>
                      <a:cubicBezTo>
                        <a:pt x="1652" y="1510"/>
                        <a:pt x="2659" y="774"/>
                        <a:pt x="3840" y="447"/>
                      </a:cubicBezTo>
                      <a:cubicBezTo>
                        <a:pt x="4170" y="355"/>
                        <a:pt x="4506" y="296"/>
                        <a:pt x="4847" y="275"/>
                      </a:cubicBezTo>
                      <a:cubicBezTo>
                        <a:pt x="4927" y="271"/>
                        <a:pt x="5006" y="269"/>
                        <a:pt x="5085" y="269"/>
                      </a:cubicBezTo>
                      <a:cubicBezTo>
                        <a:pt x="5348" y="269"/>
                        <a:pt x="5608" y="290"/>
                        <a:pt x="5872" y="298"/>
                      </a:cubicBezTo>
                      <a:cubicBezTo>
                        <a:pt x="5873" y="298"/>
                        <a:pt x="5875" y="299"/>
                        <a:pt x="5876" y="299"/>
                      </a:cubicBezTo>
                      <a:cubicBezTo>
                        <a:pt x="5992" y="299"/>
                        <a:pt x="6015" y="117"/>
                        <a:pt x="5899" y="87"/>
                      </a:cubicBezTo>
                      <a:cubicBezTo>
                        <a:pt x="5660" y="26"/>
                        <a:pt x="5409" y="1"/>
                        <a:pt x="5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3"/>
                <p:cNvSpPr/>
                <p:nvPr/>
              </p:nvSpPr>
              <p:spPr>
                <a:xfrm>
                  <a:off x="2067850" y="3890550"/>
                  <a:ext cx="70775" cy="27600"/>
                </a:xfrm>
                <a:custGeom>
                  <a:rect b="b" l="l" r="r" t="t"/>
                  <a:pathLst>
                    <a:path extrusionOk="0" h="1104" w="2831">
                      <a:moveTo>
                        <a:pt x="2560" y="0"/>
                      </a:moveTo>
                      <a:cubicBezTo>
                        <a:pt x="2524" y="0"/>
                        <a:pt x="2489" y="2"/>
                        <a:pt x="2456" y="2"/>
                      </a:cubicBezTo>
                      <a:cubicBezTo>
                        <a:pt x="2328" y="4"/>
                        <a:pt x="2199" y="14"/>
                        <a:pt x="2073" y="30"/>
                      </a:cubicBezTo>
                      <a:cubicBezTo>
                        <a:pt x="1816" y="61"/>
                        <a:pt x="1565" y="119"/>
                        <a:pt x="1322" y="205"/>
                      </a:cubicBezTo>
                      <a:cubicBezTo>
                        <a:pt x="845" y="375"/>
                        <a:pt x="411" y="643"/>
                        <a:pt x="47" y="996"/>
                      </a:cubicBezTo>
                      <a:cubicBezTo>
                        <a:pt x="1" y="1040"/>
                        <a:pt x="46" y="1104"/>
                        <a:pt x="96" y="1104"/>
                      </a:cubicBezTo>
                      <a:cubicBezTo>
                        <a:pt x="110" y="1104"/>
                        <a:pt x="125" y="1099"/>
                        <a:pt x="138" y="1087"/>
                      </a:cubicBezTo>
                      <a:cubicBezTo>
                        <a:pt x="499" y="750"/>
                        <a:pt x="933" y="496"/>
                        <a:pt x="1406" y="345"/>
                      </a:cubicBezTo>
                      <a:cubicBezTo>
                        <a:pt x="1636" y="270"/>
                        <a:pt x="1874" y="220"/>
                        <a:pt x="2114" y="197"/>
                      </a:cubicBezTo>
                      <a:cubicBezTo>
                        <a:pt x="2228" y="187"/>
                        <a:pt x="2342" y="182"/>
                        <a:pt x="2457" y="182"/>
                      </a:cubicBezTo>
                      <a:cubicBezTo>
                        <a:pt x="2514" y="183"/>
                        <a:pt x="2572" y="190"/>
                        <a:pt x="2630" y="190"/>
                      </a:cubicBezTo>
                      <a:cubicBezTo>
                        <a:pt x="2685" y="190"/>
                        <a:pt x="2738" y="184"/>
                        <a:pt x="2787" y="159"/>
                      </a:cubicBezTo>
                      <a:cubicBezTo>
                        <a:pt x="2830" y="136"/>
                        <a:pt x="2819" y="76"/>
                        <a:pt x="2786" y="53"/>
                      </a:cubicBezTo>
                      <a:cubicBezTo>
                        <a:pt x="2723" y="8"/>
                        <a:pt x="2641" y="0"/>
                        <a:pt x="2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3"/>
                <p:cNvSpPr/>
                <p:nvPr/>
              </p:nvSpPr>
              <p:spPr>
                <a:xfrm>
                  <a:off x="2377000" y="3771625"/>
                  <a:ext cx="199425" cy="126575"/>
                </a:xfrm>
                <a:custGeom>
                  <a:rect b="b" l="l" r="r" t="t"/>
                  <a:pathLst>
                    <a:path extrusionOk="0" h="5063" w="7977">
                      <a:moveTo>
                        <a:pt x="6714" y="0"/>
                      </a:moveTo>
                      <a:cubicBezTo>
                        <a:pt x="6519" y="0"/>
                        <a:pt x="6324" y="17"/>
                        <a:pt x="6131" y="45"/>
                      </a:cubicBezTo>
                      <a:cubicBezTo>
                        <a:pt x="5464" y="142"/>
                        <a:pt x="4820" y="391"/>
                        <a:pt x="4228" y="709"/>
                      </a:cubicBezTo>
                      <a:cubicBezTo>
                        <a:pt x="3087" y="1327"/>
                        <a:pt x="2058" y="2182"/>
                        <a:pt x="1233" y="3183"/>
                      </a:cubicBezTo>
                      <a:cubicBezTo>
                        <a:pt x="770" y="3742"/>
                        <a:pt x="368" y="4350"/>
                        <a:pt x="22" y="4987"/>
                      </a:cubicBezTo>
                      <a:cubicBezTo>
                        <a:pt x="0" y="5026"/>
                        <a:pt x="35" y="5063"/>
                        <a:pt x="70" y="5063"/>
                      </a:cubicBezTo>
                      <a:cubicBezTo>
                        <a:pt x="85" y="5063"/>
                        <a:pt x="100" y="5056"/>
                        <a:pt x="110" y="5039"/>
                      </a:cubicBezTo>
                      <a:cubicBezTo>
                        <a:pt x="731" y="3970"/>
                        <a:pt x="1551" y="3033"/>
                        <a:pt x="2489" y="2232"/>
                      </a:cubicBezTo>
                      <a:cubicBezTo>
                        <a:pt x="3434" y="1425"/>
                        <a:pt x="4564" y="698"/>
                        <a:pt x="5785" y="404"/>
                      </a:cubicBezTo>
                      <a:cubicBezTo>
                        <a:pt x="6080" y="333"/>
                        <a:pt x="6382" y="291"/>
                        <a:pt x="6685" y="291"/>
                      </a:cubicBezTo>
                      <a:cubicBezTo>
                        <a:pt x="6733" y="291"/>
                        <a:pt x="6782" y="292"/>
                        <a:pt x="6830" y="294"/>
                      </a:cubicBezTo>
                      <a:cubicBezTo>
                        <a:pt x="7186" y="310"/>
                        <a:pt x="7524" y="457"/>
                        <a:pt x="7877" y="460"/>
                      </a:cubicBezTo>
                      <a:cubicBezTo>
                        <a:pt x="7944" y="459"/>
                        <a:pt x="7977" y="377"/>
                        <a:pt x="7932" y="329"/>
                      </a:cubicBezTo>
                      <a:cubicBezTo>
                        <a:pt x="7712" y="104"/>
                        <a:pt x="7372" y="52"/>
                        <a:pt x="7069" y="19"/>
                      </a:cubicBezTo>
                      <a:cubicBezTo>
                        <a:pt x="6951" y="6"/>
                        <a:pt x="6833" y="0"/>
                        <a:pt x="67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3"/>
                <p:cNvSpPr/>
                <p:nvPr/>
              </p:nvSpPr>
              <p:spPr>
                <a:xfrm>
                  <a:off x="2462325" y="3828000"/>
                  <a:ext cx="111725" cy="52650"/>
                </a:xfrm>
                <a:custGeom>
                  <a:rect b="b" l="l" r="r" t="t"/>
                  <a:pathLst>
                    <a:path extrusionOk="0" h="2106" w="4469">
                      <a:moveTo>
                        <a:pt x="3983" y="1"/>
                      </a:moveTo>
                      <a:cubicBezTo>
                        <a:pt x="3738" y="1"/>
                        <a:pt x="3481" y="77"/>
                        <a:pt x="3258" y="134"/>
                      </a:cubicBezTo>
                      <a:cubicBezTo>
                        <a:pt x="2852" y="237"/>
                        <a:pt x="2454" y="375"/>
                        <a:pt x="2074" y="552"/>
                      </a:cubicBezTo>
                      <a:cubicBezTo>
                        <a:pt x="1318" y="901"/>
                        <a:pt x="633" y="1408"/>
                        <a:pt x="47" y="1994"/>
                      </a:cubicBezTo>
                      <a:cubicBezTo>
                        <a:pt x="0" y="2041"/>
                        <a:pt x="44" y="2105"/>
                        <a:pt x="95" y="2105"/>
                      </a:cubicBezTo>
                      <a:cubicBezTo>
                        <a:pt x="110" y="2105"/>
                        <a:pt x="125" y="2100"/>
                        <a:pt x="139" y="2086"/>
                      </a:cubicBezTo>
                      <a:cubicBezTo>
                        <a:pt x="704" y="1546"/>
                        <a:pt x="1365" y="1111"/>
                        <a:pt x="2080" y="796"/>
                      </a:cubicBezTo>
                      <a:cubicBezTo>
                        <a:pt x="2437" y="637"/>
                        <a:pt x="2800" y="500"/>
                        <a:pt x="3176" y="399"/>
                      </a:cubicBezTo>
                      <a:cubicBezTo>
                        <a:pt x="3504" y="311"/>
                        <a:pt x="3845" y="229"/>
                        <a:pt x="4185" y="229"/>
                      </a:cubicBezTo>
                      <a:cubicBezTo>
                        <a:pt x="4254" y="229"/>
                        <a:pt x="4322" y="232"/>
                        <a:pt x="4391" y="239"/>
                      </a:cubicBezTo>
                      <a:cubicBezTo>
                        <a:pt x="4392" y="240"/>
                        <a:pt x="4394" y="240"/>
                        <a:pt x="4395" y="240"/>
                      </a:cubicBezTo>
                      <a:cubicBezTo>
                        <a:pt x="4458" y="240"/>
                        <a:pt x="4469" y="147"/>
                        <a:pt x="4421" y="117"/>
                      </a:cubicBezTo>
                      <a:cubicBezTo>
                        <a:pt x="4289" y="31"/>
                        <a:pt x="4138" y="1"/>
                        <a:pt x="39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3"/>
                <p:cNvSpPr/>
                <p:nvPr/>
              </p:nvSpPr>
              <p:spPr>
                <a:xfrm>
                  <a:off x="2043950" y="3973500"/>
                  <a:ext cx="204325" cy="137125"/>
                </a:xfrm>
                <a:custGeom>
                  <a:rect b="b" l="l" r="r" t="t"/>
                  <a:pathLst>
                    <a:path extrusionOk="0" h="5485" w="8173">
                      <a:moveTo>
                        <a:pt x="7448" y="1"/>
                      </a:moveTo>
                      <a:cubicBezTo>
                        <a:pt x="7301" y="1"/>
                        <a:pt x="7154" y="8"/>
                        <a:pt x="7014" y="14"/>
                      </a:cubicBezTo>
                      <a:cubicBezTo>
                        <a:pt x="6661" y="28"/>
                        <a:pt x="6306" y="63"/>
                        <a:pt x="5961" y="129"/>
                      </a:cubicBezTo>
                      <a:cubicBezTo>
                        <a:pt x="5257" y="263"/>
                        <a:pt x="4573" y="495"/>
                        <a:pt x="3932" y="812"/>
                      </a:cubicBezTo>
                      <a:cubicBezTo>
                        <a:pt x="2730" y="1406"/>
                        <a:pt x="1705" y="2309"/>
                        <a:pt x="965" y="3426"/>
                      </a:cubicBezTo>
                      <a:cubicBezTo>
                        <a:pt x="558" y="4044"/>
                        <a:pt x="236" y="4718"/>
                        <a:pt x="13" y="5424"/>
                      </a:cubicBezTo>
                      <a:cubicBezTo>
                        <a:pt x="1" y="5461"/>
                        <a:pt x="31" y="5485"/>
                        <a:pt x="61" y="5485"/>
                      </a:cubicBezTo>
                      <a:cubicBezTo>
                        <a:pt x="81" y="5485"/>
                        <a:pt x="101" y="5475"/>
                        <a:pt x="108" y="5451"/>
                      </a:cubicBezTo>
                      <a:cubicBezTo>
                        <a:pt x="973" y="2947"/>
                        <a:pt x="3140" y="1014"/>
                        <a:pt x="5727" y="450"/>
                      </a:cubicBezTo>
                      <a:cubicBezTo>
                        <a:pt x="6100" y="370"/>
                        <a:pt x="6481" y="309"/>
                        <a:pt x="6860" y="279"/>
                      </a:cubicBezTo>
                      <a:cubicBezTo>
                        <a:pt x="6974" y="270"/>
                        <a:pt x="7088" y="268"/>
                        <a:pt x="7203" y="268"/>
                      </a:cubicBezTo>
                      <a:cubicBezTo>
                        <a:pt x="7350" y="268"/>
                        <a:pt x="7498" y="272"/>
                        <a:pt x="7645" y="272"/>
                      </a:cubicBezTo>
                      <a:cubicBezTo>
                        <a:pt x="7777" y="272"/>
                        <a:pt x="7909" y="268"/>
                        <a:pt x="8040" y="256"/>
                      </a:cubicBezTo>
                      <a:cubicBezTo>
                        <a:pt x="8137" y="243"/>
                        <a:pt x="8172" y="99"/>
                        <a:pt x="8064" y="69"/>
                      </a:cubicBezTo>
                      <a:cubicBezTo>
                        <a:pt x="7869" y="15"/>
                        <a:pt x="7658" y="1"/>
                        <a:pt x="7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3"/>
                <p:cNvSpPr/>
                <p:nvPr/>
              </p:nvSpPr>
              <p:spPr>
                <a:xfrm>
                  <a:off x="2401450" y="3921200"/>
                  <a:ext cx="195175" cy="43075"/>
                </a:xfrm>
                <a:custGeom>
                  <a:rect b="b" l="l" r="r" t="t"/>
                  <a:pathLst>
                    <a:path extrusionOk="0" h="1723" w="7807">
                      <a:moveTo>
                        <a:pt x="4999" y="1"/>
                      </a:moveTo>
                      <a:cubicBezTo>
                        <a:pt x="4881" y="1"/>
                        <a:pt x="4763" y="3"/>
                        <a:pt x="4645" y="8"/>
                      </a:cubicBezTo>
                      <a:cubicBezTo>
                        <a:pt x="3606" y="51"/>
                        <a:pt x="2560" y="295"/>
                        <a:pt x="1612" y="726"/>
                      </a:cubicBezTo>
                      <a:cubicBezTo>
                        <a:pt x="1058" y="975"/>
                        <a:pt x="535" y="1270"/>
                        <a:pt x="43" y="1629"/>
                      </a:cubicBezTo>
                      <a:cubicBezTo>
                        <a:pt x="1" y="1659"/>
                        <a:pt x="27" y="1723"/>
                        <a:pt x="67" y="1723"/>
                      </a:cubicBezTo>
                      <a:cubicBezTo>
                        <a:pt x="75" y="1723"/>
                        <a:pt x="84" y="1720"/>
                        <a:pt x="93" y="1714"/>
                      </a:cubicBezTo>
                      <a:cubicBezTo>
                        <a:pt x="1506" y="771"/>
                        <a:pt x="3234" y="273"/>
                        <a:pt x="4941" y="273"/>
                      </a:cubicBezTo>
                      <a:cubicBezTo>
                        <a:pt x="5292" y="273"/>
                        <a:pt x="5643" y="294"/>
                        <a:pt x="5990" y="337"/>
                      </a:cubicBezTo>
                      <a:cubicBezTo>
                        <a:pt x="6278" y="373"/>
                        <a:pt x="6562" y="423"/>
                        <a:pt x="6843" y="489"/>
                      </a:cubicBezTo>
                      <a:cubicBezTo>
                        <a:pt x="7112" y="552"/>
                        <a:pt x="7389" y="677"/>
                        <a:pt x="7667" y="677"/>
                      </a:cubicBezTo>
                      <a:cubicBezTo>
                        <a:pt x="7668" y="677"/>
                        <a:pt x="7670" y="677"/>
                        <a:pt x="7672" y="677"/>
                      </a:cubicBezTo>
                      <a:cubicBezTo>
                        <a:pt x="7787" y="677"/>
                        <a:pt x="7807" y="535"/>
                        <a:pt x="7726" y="475"/>
                      </a:cubicBezTo>
                      <a:cubicBezTo>
                        <a:pt x="7526" y="324"/>
                        <a:pt x="7245" y="280"/>
                        <a:pt x="7007" y="224"/>
                      </a:cubicBezTo>
                      <a:cubicBezTo>
                        <a:pt x="6744" y="164"/>
                        <a:pt x="6479" y="116"/>
                        <a:pt x="6212" y="82"/>
                      </a:cubicBezTo>
                      <a:cubicBezTo>
                        <a:pt x="5810" y="29"/>
                        <a:pt x="5405" y="1"/>
                        <a:pt x="4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 name="Google Shape;2051;p33"/>
              <p:cNvGrpSpPr/>
              <p:nvPr/>
            </p:nvGrpSpPr>
            <p:grpSpPr>
              <a:xfrm flipH="1">
                <a:off x="19137" y="4862097"/>
                <a:ext cx="1364078" cy="608674"/>
                <a:chOff x="1719600" y="4138800"/>
                <a:chExt cx="934300" cy="416900"/>
              </a:xfrm>
            </p:grpSpPr>
            <p:sp>
              <p:nvSpPr>
                <p:cNvPr id="2052" name="Google Shape;2052;p33"/>
                <p:cNvSpPr/>
                <p:nvPr/>
              </p:nvSpPr>
              <p:spPr>
                <a:xfrm>
                  <a:off x="1719600" y="4138800"/>
                  <a:ext cx="934300" cy="416900"/>
                </a:xfrm>
                <a:custGeom>
                  <a:rect b="b" l="l" r="r" t="t"/>
                  <a:pathLst>
                    <a:path extrusionOk="0" h="16676" w="37372">
                      <a:moveTo>
                        <a:pt x="25036" y="0"/>
                      </a:moveTo>
                      <a:cubicBezTo>
                        <a:pt x="23147" y="2031"/>
                        <a:pt x="20386" y="3115"/>
                        <a:pt x="17626" y="3115"/>
                      </a:cubicBezTo>
                      <a:cubicBezTo>
                        <a:pt x="16340" y="3115"/>
                        <a:pt x="15055" y="2880"/>
                        <a:pt x="13857" y="2396"/>
                      </a:cubicBezTo>
                      <a:cubicBezTo>
                        <a:pt x="12674" y="4190"/>
                        <a:pt x="10840" y="5544"/>
                        <a:pt x="8779" y="6147"/>
                      </a:cubicBezTo>
                      <a:cubicBezTo>
                        <a:pt x="7947" y="6390"/>
                        <a:pt x="7080" y="6511"/>
                        <a:pt x="6213" y="6511"/>
                      </a:cubicBezTo>
                      <a:cubicBezTo>
                        <a:pt x="4932" y="6511"/>
                        <a:pt x="3650" y="6247"/>
                        <a:pt x="2478" y="5727"/>
                      </a:cubicBezTo>
                      <a:cubicBezTo>
                        <a:pt x="310" y="7243"/>
                        <a:pt x="0" y="10999"/>
                        <a:pt x="2092" y="12747"/>
                      </a:cubicBezTo>
                      <a:cubicBezTo>
                        <a:pt x="4392" y="14669"/>
                        <a:pt x="7391" y="15622"/>
                        <a:pt x="10312" y="16069"/>
                      </a:cubicBezTo>
                      <a:cubicBezTo>
                        <a:pt x="12961" y="16473"/>
                        <a:pt x="15642" y="16676"/>
                        <a:pt x="18322" y="16676"/>
                      </a:cubicBezTo>
                      <a:cubicBezTo>
                        <a:pt x="20782" y="16676"/>
                        <a:pt x="23241" y="16505"/>
                        <a:pt x="25677" y="16164"/>
                      </a:cubicBezTo>
                      <a:cubicBezTo>
                        <a:pt x="28229" y="15805"/>
                        <a:pt x="30837" y="15228"/>
                        <a:pt x="32941" y="13742"/>
                      </a:cubicBezTo>
                      <a:cubicBezTo>
                        <a:pt x="37372" y="10617"/>
                        <a:pt x="35996" y="5281"/>
                        <a:pt x="35368" y="676"/>
                      </a:cubicBezTo>
                      <a:lnTo>
                        <a:pt x="35368" y="676"/>
                      </a:lnTo>
                      <a:cubicBezTo>
                        <a:pt x="33974" y="1543"/>
                        <a:pt x="32479" y="1929"/>
                        <a:pt x="30980" y="1929"/>
                      </a:cubicBezTo>
                      <a:cubicBezTo>
                        <a:pt x="28929" y="1929"/>
                        <a:pt x="26867" y="1206"/>
                        <a:pt x="25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3"/>
                <p:cNvSpPr/>
                <p:nvPr/>
              </p:nvSpPr>
              <p:spPr>
                <a:xfrm>
                  <a:off x="2091300" y="4177025"/>
                  <a:ext cx="249650" cy="70425"/>
                </a:xfrm>
                <a:custGeom>
                  <a:rect b="b" l="l" r="r" t="t"/>
                  <a:pathLst>
                    <a:path extrusionOk="0" h="2817" w="9986">
                      <a:moveTo>
                        <a:pt x="9939" y="1"/>
                      </a:moveTo>
                      <a:cubicBezTo>
                        <a:pt x="9935" y="1"/>
                        <a:pt x="9931" y="2"/>
                        <a:pt x="9927" y="3"/>
                      </a:cubicBezTo>
                      <a:cubicBezTo>
                        <a:pt x="9631" y="104"/>
                        <a:pt x="9364" y="357"/>
                        <a:pt x="9103" y="527"/>
                      </a:cubicBezTo>
                      <a:cubicBezTo>
                        <a:pt x="8824" y="709"/>
                        <a:pt x="8537" y="883"/>
                        <a:pt x="8246" y="1043"/>
                      </a:cubicBezTo>
                      <a:cubicBezTo>
                        <a:pt x="7644" y="1377"/>
                        <a:pt x="7014" y="1661"/>
                        <a:pt x="6366" y="1889"/>
                      </a:cubicBezTo>
                      <a:cubicBezTo>
                        <a:pt x="5075" y="2343"/>
                        <a:pt x="3715" y="2585"/>
                        <a:pt x="2346" y="2596"/>
                      </a:cubicBezTo>
                      <a:cubicBezTo>
                        <a:pt x="2319" y="2596"/>
                        <a:pt x="2291" y="2597"/>
                        <a:pt x="2264" y="2597"/>
                      </a:cubicBezTo>
                      <a:cubicBezTo>
                        <a:pt x="1527" y="2597"/>
                        <a:pt x="792" y="2541"/>
                        <a:pt x="61" y="2442"/>
                      </a:cubicBezTo>
                      <a:cubicBezTo>
                        <a:pt x="59" y="2442"/>
                        <a:pt x="58" y="2442"/>
                        <a:pt x="56" y="2442"/>
                      </a:cubicBezTo>
                      <a:cubicBezTo>
                        <a:pt x="7" y="2442"/>
                        <a:pt x="1" y="2520"/>
                        <a:pt x="48" y="2533"/>
                      </a:cubicBezTo>
                      <a:cubicBezTo>
                        <a:pt x="822" y="2726"/>
                        <a:pt x="1623" y="2817"/>
                        <a:pt x="2428" y="2817"/>
                      </a:cubicBezTo>
                      <a:cubicBezTo>
                        <a:pt x="4397" y="2817"/>
                        <a:pt x="6394" y="2276"/>
                        <a:pt x="8098" y="1375"/>
                      </a:cubicBezTo>
                      <a:cubicBezTo>
                        <a:pt x="8446" y="1192"/>
                        <a:pt x="8785" y="991"/>
                        <a:pt x="9111" y="769"/>
                      </a:cubicBezTo>
                      <a:cubicBezTo>
                        <a:pt x="9268" y="661"/>
                        <a:pt x="9426" y="552"/>
                        <a:pt x="9574" y="435"/>
                      </a:cubicBezTo>
                      <a:cubicBezTo>
                        <a:pt x="9717" y="323"/>
                        <a:pt x="9876" y="212"/>
                        <a:pt x="9971" y="56"/>
                      </a:cubicBezTo>
                      <a:cubicBezTo>
                        <a:pt x="9986" y="35"/>
                        <a:pt x="9967" y="1"/>
                        <a:pt x="99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3"/>
                <p:cNvSpPr/>
                <p:nvPr/>
              </p:nvSpPr>
              <p:spPr>
                <a:xfrm>
                  <a:off x="2179125" y="4235200"/>
                  <a:ext cx="119775" cy="41950"/>
                </a:xfrm>
                <a:custGeom>
                  <a:rect b="b" l="l" r="r" t="t"/>
                  <a:pathLst>
                    <a:path extrusionOk="0" h="1678" w="4791">
                      <a:moveTo>
                        <a:pt x="4721" y="0"/>
                      </a:moveTo>
                      <a:cubicBezTo>
                        <a:pt x="4717" y="0"/>
                        <a:pt x="4712" y="1"/>
                        <a:pt x="4707" y="3"/>
                      </a:cubicBezTo>
                      <a:cubicBezTo>
                        <a:pt x="4344" y="140"/>
                        <a:pt x="4023" y="412"/>
                        <a:pt x="3681" y="595"/>
                      </a:cubicBezTo>
                      <a:cubicBezTo>
                        <a:pt x="3308" y="797"/>
                        <a:pt x="2919" y="964"/>
                        <a:pt x="2522" y="1106"/>
                      </a:cubicBezTo>
                      <a:cubicBezTo>
                        <a:pt x="1736" y="1387"/>
                        <a:pt x="896" y="1546"/>
                        <a:pt x="64" y="1576"/>
                      </a:cubicBezTo>
                      <a:cubicBezTo>
                        <a:pt x="0" y="1579"/>
                        <a:pt x="0" y="1674"/>
                        <a:pt x="64" y="1675"/>
                      </a:cubicBezTo>
                      <a:cubicBezTo>
                        <a:pt x="128" y="1677"/>
                        <a:pt x="192" y="1678"/>
                        <a:pt x="256" y="1678"/>
                      </a:cubicBezTo>
                      <a:cubicBezTo>
                        <a:pt x="1057" y="1678"/>
                        <a:pt x="1842" y="1553"/>
                        <a:pt x="2607" y="1299"/>
                      </a:cubicBezTo>
                      <a:cubicBezTo>
                        <a:pt x="3006" y="1168"/>
                        <a:pt x="3393" y="995"/>
                        <a:pt x="3762" y="797"/>
                      </a:cubicBezTo>
                      <a:cubicBezTo>
                        <a:pt x="4108" y="611"/>
                        <a:pt x="4527" y="402"/>
                        <a:pt x="4768" y="82"/>
                      </a:cubicBezTo>
                      <a:cubicBezTo>
                        <a:pt x="4791" y="47"/>
                        <a:pt x="4758" y="0"/>
                        <a:pt x="47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3"/>
                <p:cNvSpPr/>
                <p:nvPr/>
              </p:nvSpPr>
              <p:spPr>
                <a:xfrm>
                  <a:off x="2384400" y="4203650"/>
                  <a:ext cx="150475" cy="27950"/>
                </a:xfrm>
                <a:custGeom>
                  <a:rect b="b" l="l" r="r" t="t"/>
                  <a:pathLst>
                    <a:path extrusionOk="0" h="1118" w="6019">
                      <a:moveTo>
                        <a:pt x="72" y="0"/>
                      </a:moveTo>
                      <a:cubicBezTo>
                        <a:pt x="18" y="0"/>
                        <a:pt x="0" y="87"/>
                        <a:pt x="61" y="106"/>
                      </a:cubicBezTo>
                      <a:cubicBezTo>
                        <a:pt x="1030" y="425"/>
                        <a:pt x="2006" y="696"/>
                        <a:pt x="3013" y="864"/>
                      </a:cubicBezTo>
                      <a:cubicBezTo>
                        <a:pt x="3500" y="948"/>
                        <a:pt x="3994" y="1007"/>
                        <a:pt x="4487" y="1052"/>
                      </a:cubicBezTo>
                      <a:cubicBezTo>
                        <a:pt x="4729" y="1073"/>
                        <a:pt x="4972" y="1089"/>
                        <a:pt x="5213" y="1101"/>
                      </a:cubicBezTo>
                      <a:cubicBezTo>
                        <a:pt x="5341" y="1107"/>
                        <a:pt x="5476" y="1118"/>
                        <a:pt x="5609" y="1118"/>
                      </a:cubicBezTo>
                      <a:cubicBezTo>
                        <a:pt x="5728" y="1118"/>
                        <a:pt x="5845" y="1109"/>
                        <a:pt x="5956" y="1080"/>
                      </a:cubicBezTo>
                      <a:cubicBezTo>
                        <a:pt x="6018" y="1064"/>
                        <a:pt x="6015" y="977"/>
                        <a:pt x="5958" y="958"/>
                      </a:cubicBezTo>
                      <a:cubicBezTo>
                        <a:pt x="5731" y="892"/>
                        <a:pt x="5479" y="900"/>
                        <a:pt x="5247" y="886"/>
                      </a:cubicBezTo>
                      <a:cubicBezTo>
                        <a:pt x="5004" y="871"/>
                        <a:pt x="4763" y="853"/>
                        <a:pt x="4521" y="831"/>
                      </a:cubicBezTo>
                      <a:cubicBezTo>
                        <a:pt x="4014" y="785"/>
                        <a:pt x="3508" y="719"/>
                        <a:pt x="3004" y="639"/>
                      </a:cubicBezTo>
                      <a:cubicBezTo>
                        <a:pt x="2024" y="484"/>
                        <a:pt x="1042" y="286"/>
                        <a:pt x="89" y="3"/>
                      </a:cubicBezTo>
                      <a:cubicBezTo>
                        <a:pt x="83" y="1"/>
                        <a:pt x="78" y="0"/>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3"/>
                <p:cNvSpPr/>
                <p:nvPr/>
              </p:nvSpPr>
              <p:spPr>
                <a:xfrm>
                  <a:off x="1795050" y="4277500"/>
                  <a:ext cx="262600" cy="57675"/>
                </a:xfrm>
                <a:custGeom>
                  <a:rect b="b" l="l" r="r" t="t"/>
                  <a:pathLst>
                    <a:path extrusionOk="0" h="2307" w="10504">
                      <a:moveTo>
                        <a:pt x="10422" y="1"/>
                      </a:moveTo>
                      <a:cubicBezTo>
                        <a:pt x="10415" y="1"/>
                        <a:pt x="10409" y="2"/>
                        <a:pt x="10401" y="4"/>
                      </a:cubicBezTo>
                      <a:cubicBezTo>
                        <a:pt x="10081" y="99"/>
                        <a:pt x="9773" y="257"/>
                        <a:pt x="9465" y="387"/>
                      </a:cubicBezTo>
                      <a:cubicBezTo>
                        <a:pt x="9139" y="524"/>
                        <a:pt x="8811" y="656"/>
                        <a:pt x="8478" y="779"/>
                      </a:cubicBezTo>
                      <a:cubicBezTo>
                        <a:pt x="7828" y="1021"/>
                        <a:pt x="7168" y="1231"/>
                        <a:pt x="6498" y="1411"/>
                      </a:cubicBezTo>
                      <a:cubicBezTo>
                        <a:pt x="5157" y="1773"/>
                        <a:pt x="3785" y="2015"/>
                        <a:pt x="2399" y="2129"/>
                      </a:cubicBezTo>
                      <a:cubicBezTo>
                        <a:pt x="1794" y="2177"/>
                        <a:pt x="1186" y="2201"/>
                        <a:pt x="577" y="2201"/>
                      </a:cubicBezTo>
                      <a:cubicBezTo>
                        <a:pt x="404" y="2201"/>
                        <a:pt x="231" y="2199"/>
                        <a:pt x="58" y="2195"/>
                      </a:cubicBezTo>
                      <a:cubicBezTo>
                        <a:pt x="58" y="2195"/>
                        <a:pt x="57" y="2195"/>
                        <a:pt x="57" y="2195"/>
                      </a:cubicBezTo>
                      <a:cubicBezTo>
                        <a:pt x="1" y="2195"/>
                        <a:pt x="1" y="2281"/>
                        <a:pt x="58" y="2283"/>
                      </a:cubicBezTo>
                      <a:cubicBezTo>
                        <a:pt x="397" y="2299"/>
                        <a:pt x="735" y="2306"/>
                        <a:pt x="1074" y="2306"/>
                      </a:cubicBezTo>
                      <a:cubicBezTo>
                        <a:pt x="3537" y="2306"/>
                        <a:pt x="5996" y="1892"/>
                        <a:pt x="8317" y="1058"/>
                      </a:cubicBezTo>
                      <a:cubicBezTo>
                        <a:pt x="8678" y="929"/>
                        <a:pt x="9037" y="789"/>
                        <a:pt x="9391" y="640"/>
                      </a:cubicBezTo>
                      <a:cubicBezTo>
                        <a:pt x="9747" y="491"/>
                        <a:pt x="10130" y="344"/>
                        <a:pt x="10447" y="122"/>
                      </a:cubicBezTo>
                      <a:cubicBezTo>
                        <a:pt x="10504" y="87"/>
                        <a:pt x="10483" y="1"/>
                        <a:pt x="10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3"/>
                <p:cNvSpPr/>
                <p:nvPr/>
              </p:nvSpPr>
              <p:spPr>
                <a:xfrm>
                  <a:off x="1902725" y="4329050"/>
                  <a:ext cx="110050" cy="34875"/>
                </a:xfrm>
                <a:custGeom>
                  <a:rect b="b" l="l" r="r" t="t"/>
                  <a:pathLst>
                    <a:path extrusionOk="0" h="1395" w="4402">
                      <a:moveTo>
                        <a:pt x="4302" y="0"/>
                      </a:moveTo>
                      <a:cubicBezTo>
                        <a:pt x="4297" y="0"/>
                        <a:pt x="4292" y="1"/>
                        <a:pt x="4288" y="2"/>
                      </a:cubicBezTo>
                      <a:cubicBezTo>
                        <a:pt x="3945" y="90"/>
                        <a:pt x="3613" y="284"/>
                        <a:pt x="3282" y="414"/>
                      </a:cubicBezTo>
                      <a:cubicBezTo>
                        <a:pt x="2932" y="551"/>
                        <a:pt x="2579" y="678"/>
                        <a:pt x="2220" y="789"/>
                      </a:cubicBezTo>
                      <a:cubicBezTo>
                        <a:pt x="1514" y="1010"/>
                        <a:pt x="797" y="1179"/>
                        <a:pt x="63" y="1280"/>
                      </a:cubicBezTo>
                      <a:cubicBezTo>
                        <a:pt x="1" y="1288"/>
                        <a:pt x="12" y="1394"/>
                        <a:pt x="72" y="1394"/>
                      </a:cubicBezTo>
                      <a:cubicBezTo>
                        <a:pt x="74" y="1394"/>
                        <a:pt x="77" y="1394"/>
                        <a:pt x="79" y="1394"/>
                      </a:cubicBezTo>
                      <a:cubicBezTo>
                        <a:pt x="828" y="1301"/>
                        <a:pt x="1575" y="1163"/>
                        <a:pt x="2299" y="950"/>
                      </a:cubicBezTo>
                      <a:cubicBezTo>
                        <a:pt x="2660" y="846"/>
                        <a:pt x="3015" y="725"/>
                        <a:pt x="3363" y="585"/>
                      </a:cubicBezTo>
                      <a:cubicBezTo>
                        <a:pt x="3693" y="453"/>
                        <a:pt x="4069" y="327"/>
                        <a:pt x="4350" y="107"/>
                      </a:cubicBezTo>
                      <a:cubicBezTo>
                        <a:pt x="4401" y="71"/>
                        <a:pt x="4354" y="0"/>
                        <a:pt x="4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3"/>
                <p:cNvSpPr/>
                <p:nvPr/>
              </p:nvSpPr>
              <p:spPr>
                <a:xfrm>
                  <a:off x="2114225" y="4304100"/>
                  <a:ext cx="409125" cy="134225"/>
                </a:xfrm>
                <a:custGeom>
                  <a:rect b="b" l="l" r="r" t="t"/>
                  <a:pathLst>
                    <a:path extrusionOk="0" h="5369" w="16365">
                      <a:moveTo>
                        <a:pt x="16272" y="0"/>
                      </a:moveTo>
                      <a:cubicBezTo>
                        <a:pt x="16264" y="0"/>
                        <a:pt x="16255" y="2"/>
                        <a:pt x="16247" y="6"/>
                      </a:cubicBezTo>
                      <a:cubicBezTo>
                        <a:pt x="15379" y="411"/>
                        <a:pt x="14503" y="785"/>
                        <a:pt x="13556" y="970"/>
                      </a:cubicBezTo>
                      <a:cubicBezTo>
                        <a:pt x="13091" y="1059"/>
                        <a:pt x="12612" y="1111"/>
                        <a:pt x="12137" y="1124"/>
                      </a:cubicBezTo>
                      <a:cubicBezTo>
                        <a:pt x="12090" y="1125"/>
                        <a:pt x="12037" y="1126"/>
                        <a:pt x="11980" y="1126"/>
                      </a:cubicBezTo>
                      <a:cubicBezTo>
                        <a:pt x="11650" y="1126"/>
                        <a:pt x="11179" y="1107"/>
                        <a:pt x="10947" y="1107"/>
                      </a:cubicBezTo>
                      <a:cubicBezTo>
                        <a:pt x="10868" y="1107"/>
                        <a:pt x="10816" y="1109"/>
                        <a:pt x="10809" y="1115"/>
                      </a:cubicBezTo>
                      <a:cubicBezTo>
                        <a:pt x="10797" y="1124"/>
                        <a:pt x="10785" y="1131"/>
                        <a:pt x="10774" y="1140"/>
                      </a:cubicBezTo>
                      <a:lnTo>
                        <a:pt x="10771" y="1140"/>
                      </a:lnTo>
                      <a:cubicBezTo>
                        <a:pt x="10768" y="1140"/>
                        <a:pt x="10767" y="1143"/>
                        <a:pt x="10767" y="1144"/>
                      </a:cubicBezTo>
                      <a:cubicBezTo>
                        <a:pt x="10358" y="1445"/>
                        <a:pt x="9983" y="1759"/>
                        <a:pt x="9525" y="1988"/>
                      </a:cubicBezTo>
                      <a:cubicBezTo>
                        <a:pt x="9058" y="2220"/>
                        <a:pt x="8557" y="2382"/>
                        <a:pt x="8044" y="2472"/>
                      </a:cubicBezTo>
                      <a:cubicBezTo>
                        <a:pt x="7719" y="2530"/>
                        <a:pt x="7388" y="2560"/>
                        <a:pt x="7057" y="2560"/>
                      </a:cubicBezTo>
                      <a:cubicBezTo>
                        <a:pt x="6868" y="2560"/>
                        <a:pt x="6678" y="2550"/>
                        <a:pt x="6489" y="2530"/>
                      </a:cubicBezTo>
                      <a:cubicBezTo>
                        <a:pt x="6233" y="2504"/>
                        <a:pt x="5976" y="2458"/>
                        <a:pt x="5726" y="2393"/>
                      </a:cubicBezTo>
                      <a:cubicBezTo>
                        <a:pt x="5495" y="2334"/>
                        <a:pt x="5254" y="2226"/>
                        <a:pt x="5012" y="2226"/>
                      </a:cubicBezTo>
                      <a:cubicBezTo>
                        <a:pt x="5004" y="2222"/>
                        <a:pt x="4994" y="2219"/>
                        <a:pt x="4984" y="2219"/>
                      </a:cubicBezTo>
                      <a:cubicBezTo>
                        <a:pt x="4973" y="2219"/>
                        <a:pt x="4962" y="2223"/>
                        <a:pt x="4950" y="2230"/>
                      </a:cubicBezTo>
                      <a:cubicBezTo>
                        <a:pt x="4770" y="2357"/>
                        <a:pt x="4641" y="2577"/>
                        <a:pt x="4497" y="2743"/>
                      </a:cubicBezTo>
                      <a:cubicBezTo>
                        <a:pt x="4335" y="2926"/>
                        <a:pt x="4174" y="3106"/>
                        <a:pt x="4000" y="3276"/>
                      </a:cubicBezTo>
                      <a:cubicBezTo>
                        <a:pt x="3636" y="3628"/>
                        <a:pt x="3239" y="3940"/>
                        <a:pt x="2812" y="4208"/>
                      </a:cubicBezTo>
                      <a:cubicBezTo>
                        <a:pt x="1975" y="4734"/>
                        <a:pt x="1032" y="5102"/>
                        <a:pt x="55" y="5267"/>
                      </a:cubicBezTo>
                      <a:cubicBezTo>
                        <a:pt x="0" y="5277"/>
                        <a:pt x="11" y="5368"/>
                        <a:pt x="64" y="5368"/>
                      </a:cubicBezTo>
                      <a:cubicBezTo>
                        <a:pt x="66" y="5368"/>
                        <a:pt x="68" y="5368"/>
                        <a:pt x="69" y="5368"/>
                      </a:cubicBezTo>
                      <a:cubicBezTo>
                        <a:pt x="1083" y="5260"/>
                        <a:pt x="2055" y="4935"/>
                        <a:pt x="2923" y="4400"/>
                      </a:cubicBezTo>
                      <a:cubicBezTo>
                        <a:pt x="3354" y="4135"/>
                        <a:pt x="3758" y="3827"/>
                        <a:pt x="4123" y="3479"/>
                      </a:cubicBezTo>
                      <a:cubicBezTo>
                        <a:pt x="4312" y="3299"/>
                        <a:pt x="4497" y="3112"/>
                        <a:pt x="4659" y="2909"/>
                      </a:cubicBezTo>
                      <a:cubicBezTo>
                        <a:pt x="4792" y="2745"/>
                        <a:pt x="4973" y="2549"/>
                        <a:pt x="5040" y="2341"/>
                      </a:cubicBezTo>
                      <a:cubicBezTo>
                        <a:pt x="5213" y="2484"/>
                        <a:pt x="5456" y="2547"/>
                        <a:pt x="5665" y="2605"/>
                      </a:cubicBezTo>
                      <a:cubicBezTo>
                        <a:pt x="5917" y="2673"/>
                        <a:pt x="6175" y="2722"/>
                        <a:pt x="6434" y="2752"/>
                      </a:cubicBezTo>
                      <a:cubicBezTo>
                        <a:pt x="6644" y="2777"/>
                        <a:pt x="6855" y="2789"/>
                        <a:pt x="7066" y="2789"/>
                      </a:cubicBezTo>
                      <a:cubicBezTo>
                        <a:pt x="7395" y="2789"/>
                        <a:pt x="7725" y="2759"/>
                        <a:pt x="8049" y="2701"/>
                      </a:cubicBezTo>
                      <a:cubicBezTo>
                        <a:pt x="8581" y="2606"/>
                        <a:pt x="9097" y="2435"/>
                        <a:pt x="9582" y="2196"/>
                      </a:cubicBezTo>
                      <a:cubicBezTo>
                        <a:pt x="10052" y="1961"/>
                        <a:pt x="10571" y="1650"/>
                        <a:pt x="10901" y="1233"/>
                      </a:cubicBezTo>
                      <a:cubicBezTo>
                        <a:pt x="10905" y="1229"/>
                        <a:pt x="10908" y="1222"/>
                        <a:pt x="10911" y="1215"/>
                      </a:cubicBezTo>
                      <a:cubicBezTo>
                        <a:pt x="11285" y="1367"/>
                        <a:pt x="11741" y="1367"/>
                        <a:pt x="12137" y="1367"/>
                      </a:cubicBezTo>
                      <a:cubicBezTo>
                        <a:pt x="12638" y="1367"/>
                        <a:pt x="13135" y="1318"/>
                        <a:pt x="13627" y="1223"/>
                      </a:cubicBezTo>
                      <a:cubicBezTo>
                        <a:pt x="14583" y="1037"/>
                        <a:pt x="15541" y="696"/>
                        <a:pt x="16318" y="95"/>
                      </a:cubicBezTo>
                      <a:cubicBezTo>
                        <a:pt x="16365" y="60"/>
                        <a:pt x="16321" y="0"/>
                        <a:pt x="16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33"/>
              <p:cNvGrpSpPr/>
              <p:nvPr/>
            </p:nvGrpSpPr>
            <p:grpSpPr>
              <a:xfrm flipH="1">
                <a:off x="6214041" y="4690611"/>
                <a:ext cx="3061827" cy="1391476"/>
                <a:chOff x="657225" y="3846275"/>
                <a:chExt cx="1425100" cy="647650"/>
              </a:xfrm>
            </p:grpSpPr>
            <p:sp>
              <p:nvSpPr>
                <p:cNvPr id="2060" name="Google Shape;2060;p33"/>
                <p:cNvSpPr/>
                <p:nvPr/>
              </p:nvSpPr>
              <p:spPr>
                <a:xfrm>
                  <a:off x="657225" y="3846275"/>
                  <a:ext cx="1425100" cy="647650"/>
                </a:xfrm>
                <a:custGeom>
                  <a:rect b="b" l="l" r="r" t="t"/>
                  <a:pathLst>
                    <a:path extrusionOk="0" h="25906" w="57004">
                      <a:moveTo>
                        <a:pt x="39819" y="1"/>
                      </a:moveTo>
                      <a:cubicBezTo>
                        <a:pt x="39634" y="1"/>
                        <a:pt x="39449" y="9"/>
                        <a:pt x="39267" y="24"/>
                      </a:cubicBezTo>
                      <a:cubicBezTo>
                        <a:pt x="37124" y="209"/>
                        <a:pt x="35183" y="1275"/>
                        <a:pt x="33287" y="2291"/>
                      </a:cubicBezTo>
                      <a:cubicBezTo>
                        <a:pt x="32306" y="1696"/>
                        <a:pt x="31158" y="1381"/>
                        <a:pt x="30011" y="1381"/>
                      </a:cubicBezTo>
                      <a:cubicBezTo>
                        <a:pt x="29727" y="1381"/>
                        <a:pt x="29443" y="1400"/>
                        <a:pt x="29161" y="1439"/>
                      </a:cubicBezTo>
                      <a:cubicBezTo>
                        <a:pt x="27745" y="1635"/>
                        <a:pt x="26265" y="2203"/>
                        <a:pt x="25288" y="3249"/>
                      </a:cubicBezTo>
                      <a:cubicBezTo>
                        <a:pt x="24925" y="2440"/>
                        <a:pt x="23719" y="1792"/>
                        <a:pt x="22846" y="1651"/>
                      </a:cubicBezTo>
                      <a:cubicBezTo>
                        <a:pt x="22640" y="1618"/>
                        <a:pt x="22432" y="1603"/>
                        <a:pt x="22224" y="1603"/>
                      </a:cubicBezTo>
                      <a:cubicBezTo>
                        <a:pt x="21551" y="1603"/>
                        <a:pt x="20877" y="1760"/>
                        <a:pt x="20234" y="1974"/>
                      </a:cubicBezTo>
                      <a:cubicBezTo>
                        <a:pt x="17945" y="2733"/>
                        <a:pt x="15954" y="4169"/>
                        <a:pt x="13987" y="5568"/>
                      </a:cubicBezTo>
                      <a:cubicBezTo>
                        <a:pt x="12022" y="6966"/>
                        <a:pt x="9996" y="8369"/>
                        <a:pt x="7683" y="9043"/>
                      </a:cubicBezTo>
                      <a:cubicBezTo>
                        <a:pt x="6845" y="9288"/>
                        <a:pt x="5958" y="9422"/>
                        <a:pt x="5079" y="9422"/>
                      </a:cubicBezTo>
                      <a:cubicBezTo>
                        <a:pt x="3525" y="9422"/>
                        <a:pt x="1995" y="9003"/>
                        <a:pt x="800" y="8030"/>
                      </a:cubicBezTo>
                      <a:cubicBezTo>
                        <a:pt x="508" y="12572"/>
                        <a:pt x="1" y="17061"/>
                        <a:pt x="329" y="21602"/>
                      </a:cubicBezTo>
                      <a:cubicBezTo>
                        <a:pt x="401" y="22606"/>
                        <a:pt x="519" y="23686"/>
                        <a:pt x="1186" y="24442"/>
                      </a:cubicBezTo>
                      <a:cubicBezTo>
                        <a:pt x="2067" y="25439"/>
                        <a:pt x="3565" y="25522"/>
                        <a:pt x="4896" y="25535"/>
                      </a:cubicBezTo>
                      <a:cubicBezTo>
                        <a:pt x="19759" y="25658"/>
                        <a:pt x="34622" y="25780"/>
                        <a:pt x="49487" y="25904"/>
                      </a:cubicBezTo>
                      <a:cubicBezTo>
                        <a:pt x="49565" y="25905"/>
                        <a:pt x="49643" y="25905"/>
                        <a:pt x="49721" y="25905"/>
                      </a:cubicBezTo>
                      <a:cubicBezTo>
                        <a:pt x="52244" y="25905"/>
                        <a:pt x="55004" y="25555"/>
                        <a:pt x="57004" y="24046"/>
                      </a:cubicBezTo>
                      <a:cubicBezTo>
                        <a:pt x="55628" y="23278"/>
                        <a:pt x="54098" y="22843"/>
                        <a:pt x="52598" y="22360"/>
                      </a:cubicBezTo>
                      <a:cubicBezTo>
                        <a:pt x="51096" y="21879"/>
                        <a:pt x="49588" y="21331"/>
                        <a:pt x="48330" y="20380"/>
                      </a:cubicBezTo>
                      <a:cubicBezTo>
                        <a:pt x="47074" y="19431"/>
                        <a:pt x="46087" y="18010"/>
                        <a:pt x="46006" y="16439"/>
                      </a:cubicBezTo>
                      <a:cubicBezTo>
                        <a:pt x="45924" y="14864"/>
                        <a:pt x="46784" y="13210"/>
                        <a:pt x="48322" y="12871"/>
                      </a:cubicBezTo>
                      <a:cubicBezTo>
                        <a:pt x="48691" y="13001"/>
                        <a:pt x="49077" y="13062"/>
                        <a:pt x="49465" y="13062"/>
                      </a:cubicBezTo>
                      <a:cubicBezTo>
                        <a:pt x="50466" y="13062"/>
                        <a:pt x="51479" y="12659"/>
                        <a:pt x="52253" y="12008"/>
                      </a:cubicBezTo>
                      <a:cubicBezTo>
                        <a:pt x="53328" y="11106"/>
                        <a:pt x="53991" y="9791"/>
                        <a:pt x="54357" y="8435"/>
                      </a:cubicBezTo>
                      <a:cubicBezTo>
                        <a:pt x="54654" y="7332"/>
                        <a:pt x="54763" y="6121"/>
                        <a:pt x="54309" y="5073"/>
                      </a:cubicBezTo>
                      <a:cubicBezTo>
                        <a:pt x="53776" y="3845"/>
                        <a:pt x="52555" y="3047"/>
                        <a:pt x="51294" y="2592"/>
                      </a:cubicBezTo>
                      <a:cubicBezTo>
                        <a:pt x="50304" y="2234"/>
                        <a:pt x="49235" y="2060"/>
                        <a:pt x="48163" y="2060"/>
                      </a:cubicBezTo>
                      <a:cubicBezTo>
                        <a:pt x="46983" y="2060"/>
                        <a:pt x="45800" y="2270"/>
                        <a:pt x="44714" y="2678"/>
                      </a:cubicBezTo>
                      <a:cubicBezTo>
                        <a:pt x="43876" y="899"/>
                        <a:pt x="41806" y="1"/>
                        <a:pt x="39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3"/>
                <p:cNvSpPr/>
                <p:nvPr/>
              </p:nvSpPr>
              <p:spPr>
                <a:xfrm>
                  <a:off x="662850" y="3909775"/>
                  <a:ext cx="1293675" cy="558325"/>
                </a:xfrm>
                <a:custGeom>
                  <a:rect b="b" l="l" r="r" t="t"/>
                  <a:pathLst>
                    <a:path extrusionOk="0" h="22333" w="51747">
                      <a:moveTo>
                        <a:pt x="44704" y="488"/>
                      </a:moveTo>
                      <a:cubicBezTo>
                        <a:pt x="44677" y="488"/>
                        <a:pt x="44650" y="510"/>
                        <a:pt x="44658" y="546"/>
                      </a:cubicBezTo>
                      <a:cubicBezTo>
                        <a:pt x="44839" y="1399"/>
                        <a:pt x="45034" y="2244"/>
                        <a:pt x="45085" y="3116"/>
                      </a:cubicBezTo>
                      <a:cubicBezTo>
                        <a:pt x="45130" y="3888"/>
                        <a:pt x="45068" y="4666"/>
                        <a:pt x="44846" y="5408"/>
                      </a:cubicBezTo>
                      <a:cubicBezTo>
                        <a:pt x="44437" y="6780"/>
                        <a:pt x="43391" y="7986"/>
                        <a:pt x="41932" y="8236"/>
                      </a:cubicBezTo>
                      <a:cubicBezTo>
                        <a:pt x="41782" y="8262"/>
                        <a:pt x="41631" y="8275"/>
                        <a:pt x="41481" y="8275"/>
                      </a:cubicBezTo>
                      <a:cubicBezTo>
                        <a:pt x="40320" y="8275"/>
                        <a:pt x="39208" y="7526"/>
                        <a:pt x="38725" y="6467"/>
                      </a:cubicBezTo>
                      <a:cubicBezTo>
                        <a:pt x="38141" y="5192"/>
                        <a:pt x="38506" y="3576"/>
                        <a:pt x="39521" y="2623"/>
                      </a:cubicBezTo>
                      <a:cubicBezTo>
                        <a:pt x="39883" y="2283"/>
                        <a:pt x="40377" y="2030"/>
                        <a:pt x="40866" y="2030"/>
                      </a:cubicBezTo>
                      <a:cubicBezTo>
                        <a:pt x="41129" y="2030"/>
                        <a:pt x="41390" y="2103"/>
                        <a:pt x="41628" y="2275"/>
                      </a:cubicBezTo>
                      <a:cubicBezTo>
                        <a:pt x="41903" y="2475"/>
                        <a:pt x="42073" y="2786"/>
                        <a:pt x="42037" y="3130"/>
                      </a:cubicBezTo>
                      <a:cubicBezTo>
                        <a:pt x="42004" y="3443"/>
                        <a:pt x="41811" y="3767"/>
                        <a:pt x="41518" y="3896"/>
                      </a:cubicBezTo>
                      <a:cubicBezTo>
                        <a:pt x="41447" y="3928"/>
                        <a:pt x="41490" y="4030"/>
                        <a:pt x="41557" y="4030"/>
                      </a:cubicBezTo>
                      <a:cubicBezTo>
                        <a:pt x="41562" y="4030"/>
                        <a:pt x="41568" y="4029"/>
                        <a:pt x="41573" y="4028"/>
                      </a:cubicBezTo>
                      <a:cubicBezTo>
                        <a:pt x="42178" y="3877"/>
                        <a:pt x="42429" y="3174"/>
                        <a:pt x="42217" y="2619"/>
                      </a:cubicBezTo>
                      <a:cubicBezTo>
                        <a:pt x="42003" y="2062"/>
                        <a:pt x="41405" y="1783"/>
                        <a:pt x="40831" y="1783"/>
                      </a:cubicBezTo>
                      <a:cubicBezTo>
                        <a:pt x="40730" y="1783"/>
                        <a:pt x="40630" y="1792"/>
                        <a:pt x="40533" y="1809"/>
                      </a:cubicBezTo>
                      <a:cubicBezTo>
                        <a:pt x="39765" y="1943"/>
                        <a:pt x="39134" y="2560"/>
                        <a:pt x="38745" y="3204"/>
                      </a:cubicBezTo>
                      <a:cubicBezTo>
                        <a:pt x="38349" y="3858"/>
                        <a:pt x="38158" y="4650"/>
                        <a:pt x="38212" y="5413"/>
                      </a:cubicBezTo>
                      <a:cubicBezTo>
                        <a:pt x="38313" y="6888"/>
                        <a:pt x="39444" y="8203"/>
                        <a:pt x="40910" y="8474"/>
                      </a:cubicBezTo>
                      <a:cubicBezTo>
                        <a:pt x="41095" y="8508"/>
                        <a:pt x="41279" y="8524"/>
                        <a:pt x="41461" y="8524"/>
                      </a:cubicBezTo>
                      <a:cubicBezTo>
                        <a:pt x="42817" y="8524"/>
                        <a:pt x="44055" y="7622"/>
                        <a:pt x="44695" y="6434"/>
                      </a:cubicBezTo>
                      <a:cubicBezTo>
                        <a:pt x="45669" y="4623"/>
                        <a:pt x="45408" y="2389"/>
                        <a:pt x="44748" y="521"/>
                      </a:cubicBezTo>
                      <a:cubicBezTo>
                        <a:pt x="44741" y="498"/>
                        <a:pt x="44722" y="488"/>
                        <a:pt x="44704" y="488"/>
                      </a:cubicBezTo>
                      <a:close/>
                      <a:moveTo>
                        <a:pt x="49143" y="3264"/>
                      </a:moveTo>
                      <a:cubicBezTo>
                        <a:pt x="48682" y="3264"/>
                        <a:pt x="48213" y="3367"/>
                        <a:pt x="47788" y="3563"/>
                      </a:cubicBezTo>
                      <a:cubicBezTo>
                        <a:pt x="46660" y="4080"/>
                        <a:pt x="45918" y="5263"/>
                        <a:pt x="45832" y="6486"/>
                      </a:cubicBezTo>
                      <a:cubicBezTo>
                        <a:pt x="45784" y="7156"/>
                        <a:pt x="45959" y="7871"/>
                        <a:pt x="46314" y="8441"/>
                      </a:cubicBezTo>
                      <a:cubicBezTo>
                        <a:pt x="46689" y="9043"/>
                        <a:pt x="47188" y="9503"/>
                        <a:pt x="47850" y="9759"/>
                      </a:cubicBezTo>
                      <a:cubicBezTo>
                        <a:pt x="47861" y="9764"/>
                        <a:pt x="47872" y="9766"/>
                        <a:pt x="47882" y="9766"/>
                      </a:cubicBezTo>
                      <a:cubicBezTo>
                        <a:pt x="47963" y="9766"/>
                        <a:pt x="48002" y="9635"/>
                        <a:pt x="47922" y="9589"/>
                      </a:cubicBezTo>
                      <a:cubicBezTo>
                        <a:pt x="47015" y="9063"/>
                        <a:pt x="46329" y="8159"/>
                        <a:pt x="46163" y="7114"/>
                      </a:cubicBezTo>
                      <a:cubicBezTo>
                        <a:pt x="45997" y="6074"/>
                        <a:pt x="46453" y="4982"/>
                        <a:pt x="47234" y="4295"/>
                      </a:cubicBezTo>
                      <a:cubicBezTo>
                        <a:pt x="47760" y="3832"/>
                        <a:pt x="48479" y="3546"/>
                        <a:pt x="49185" y="3546"/>
                      </a:cubicBezTo>
                      <a:cubicBezTo>
                        <a:pt x="49627" y="3546"/>
                        <a:pt x="50065" y="3659"/>
                        <a:pt x="50446" y="3910"/>
                      </a:cubicBezTo>
                      <a:cubicBezTo>
                        <a:pt x="50896" y="4205"/>
                        <a:pt x="51250" y="4640"/>
                        <a:pt x="51379" y="5168"/>
                      </a:cubicBezTo>
                      <a:cubicBezTo>
                        <a:pt x="51505" y="5702"/>
                        <a:pt x="51369" y="6270"/>
                        <a:pt x="51049" y="6711"/>
                      </a:cubicBezTo>
                      <a:cubicBezTo>
                        <a:pt x="50755" y="7113"/>
                        <a:pt x="50265" y="7402"/>
                        <a:pt x="49766" y="7402"/>
                      </a:cubicBezTo>
                      <a:cubicBezTo>
                        <a:pt x="49634" y="7402"/>
                        <a:pt x="49501" y="7382"/>
                        <a:pt x="49370" y="7337"/>
                      </a:cubicBezTo>
                      <a:cubicBezTo>
                        <a:pt x="48808" y="7147"/>
                        <a:pt x="48574" y="6531"/>
                        <a:pt x="48731" y="5985"/>
                      </a:cubicBezTo>
                      <a:cubicBezTo>
                        <a:pt x="48740" y="5951"/>
                        <a:pt x="48708" y="5918"/>
                        <a:pt x="48677" y="5918"/>
                      </a:cubicBezTo>
                      <a:cubicBezTo>
                        <a:pt x="48665" y="5918"/>
                        <a:pt x="48654" y="5923"/>
                        <a:pt x="48644" y="5934"/>
                      </a:cubicBezTo>
                      <a:cubicBezTo>
                        <a:pt x="48318" y="6348"/>
                        <a:pt x="48514" y="6946"/>
                        <a:pt x="48872" y="7277"/>
                      </a:cubicBezTo>
                      <a:cubicBezTo>
                        <a:pt x="49117" y="7506"/>
                        <a:pt x="49431" y="7603"/>
                        <a:pt x="49752" y="7603"/>
                      </a:cubicBezTo>
                      <a:cubicBezTo>
                        <a:pt x="49992" y="7603"/>
                        <a:pt x="50236" y="7548"/>
                        <a:pt x="50458" y="7453"/>
                      </a:cubicBezTo>
                      <a:cubicBezTo>
                        <a:pt x="51018" y="7209"/>
                        <a:pt x="51426" y="6693"/>
                        <a:pt x="51585" y="6110"/>
                      </a:cubicBezTo>
                      <a:cubicBezTo>
                        <a:pt x="51746" y="5509"/>
                        <a:pt x="51634" y="4893"/>
                        <a:pt x="51299" y="4371"/>
                      </a:cubicBezTo>
                      <a:cubicBezTo>
                        <a:pt x="50808" y="3610"/>
                        <a:pt x="49987" y="3264"/>
                        <a:pt x="49143" y="3264"/>
                      </a:cubicBezTo>
                      <a:close/>
                      <a:moveTo>
                        <a:pt x="7885" y="14508"/>
                      </a:moveTo>
                      <a:cubicBezTo>
                        <a:pt x="7735" y="14508"/>
                        <a:pt x="7592" y="14576"/>
                        <a:pt x="7453" y="14626"/>
                      </a:cubicBezTo>
                      <a:cubicBezTo>
                        <a:pt x="7282" y="14687"/>
                        <a:pt x="7109" y="14747"/>
                        <a:pt x="6936" y="14805"/>
                      </a:cubicBezTo>
                      <a:cubicBezTo>
                        <a:pt x="6590" y="14920"/>
                        <a:pt x="6243" y="15025"/>
                        <a:pt x="5893" y="15125"/>
                      </a:cubicBezTo>
                      <a:cubicBezTo>
                        <a:pt x="5216" y="15319"/>
                        <a:pt x="4530" y="15483"/>
                        <a:pt x="3837" y="15617"/>
                      </a:cubicBezTo>
                      <a:cubicBezTo>
                        <a:pt x="2569" y="15865"/>
                        <a:pt x="1288" y="16001"/>
                        <a:pt x="0" y="16073"/>
                      </a:cubicBezTo>
                      <a:lnTo>
                        <a:pt x="0" y="16156"/>
                      </a:lnTo>
                      <a:cubicBezTo>
                        <a:pt x="2104" y="16156"/>
                        <a:pt x="4222" y="15806"/>
                        <a:pt x="6236" y="15213"/>
                      </a:cubicBezTo>
                      <a:cubicBezTo>
                        <a:pt x="6540" y="15123"/>
                        <a:pt x="6845" y="15025"/>
                        <a:pt x="7145" y="14923"/>
                      </a:cubicBezTo>
                      <a:cubicBezTo>
                        <a:pt x="7396" y="14838"/>
                        <a:pt x="7764" y="14772"/>
                        <a:pt x="7952" y="14576"/>
                      </a:cubicBezTo>
                      <a:cubicBezTo>
                        <a:pt x="7978" y="14548"/>
                        <a:pt x="7957" y="14511"/>
                        <a:pt x="7926" y="14509"/>
                      </a:cubicBezTo>
                      <a:cubicBezTo>
                        <a:pt x="7912" y="14508"/>
                        <a:pt x="7898" y="14508"/>
                        <a:pt x="7885" y="14508"/>
                      </a:cubicBezTo>
                      <a:close/>
                      <a:moveTo>
                        <a:pt x="33476" y="1"/>
                      </a:moveTo>
                      <a:cubicBezTo>
                        <a:pt x="33426" y="1"/>
                        <a:pt x="33381" y="67"/>
                        <a:pt x="33430" y="105"/>
                      </a:cubicBezTo>
                      <a:cubicBezTo>
                        <a:pt x="34309" y="789"/>
                        <a:pt x="35072" y="1559"/>
                        <a:pt x="35581" y="2563"/>
                      </a:cubicBezTo>
                      <a:cubicBezTo>
                        <a:pt x="36095" y="3583"/>
                        <a:pt x="36294" y="4746"/>
                        <a:pt x="36123" y="5877"/>
                      </a:cubicBezTo>
                      <a:cubicBezTo>
                        <a:pt x="35951" y="7005"/>
                        <a:pt x="35430" y="8077"/>
                        <a:pt x="34591" y="8857"/>
                      </a:cubicBezTo>
                      <a:cubicBezTo>
                        <a:pt x="33780" y="9615"/>
                        <a:pt x="32688" y="10089"/>
                        <a:pt x="31576" y="10133"/>
                      </a:cubicBezTo>
                      <a:cubicBezTo>
                        <a:pt x="31525" y="10134"/>
                        <a:pt x="31475" y="10135"/>
                        <a:pt x="31424" y="10135"/>
                      </a:cubicBezTo>
                      <a:cubicBezTo>
                        <a:pt x="29362" y="10135"/>
                        <a:pt x="27398" y="8539"/>
                        <a:pt x="27246" y="6427"/>
                      </a:cubicBezTo>
                      <a:cubicBezTo>
                        <a:pt x="27174" y="5416"/>
                        <a:pt x="27514" y="4364"/>
                        <a:pt x="28180" y="3599"/>
                      </a:cubicBezTo>
                      <a:cubicBezTo>
                        <a:pt x="28778" y="2911"/>
                        <a:pt x="29709" y="2450"/>
                        <a:pt x="30634" y="2450"/>
                      </a:cubicBezTo>
                      <a:cubicBezTo>
                        <a:pt x="30862" y="2450"/>
                        <a:pt x="31091" y="2478"/>
                        <a:pt x="31313" y="2538"/>
                      </a:cubicBezTo>
                      <a:cubicBezTo>
                        <a:pt x="32342" y="2815"/>
                        <a:pt x="33207" y="3750"/>
                        <a:pt x="33034" y="4865"/>
                      </a:cubicBezTo>
                      <a:cubicBezTo>
                        <a:pt x="32959" y="5349"/>
                        <a:pt x="32694" y="5823"/>
                        <a:pt x="32254" y="6064"/>
                      </a:cubicBezTo>
                      <a:cubicBezTo>
                        <a:pt x="32031" y="6188"/>
                        <a:pt x="31773" y="6249"/>
                        <a:pt x="31516" y="6249"/>
                      </a:cubicBezTo>
                      <a:cubicBezTo>
                        <a:pt x="31299" y="6249"/>
                        <a:pt x="31083" y="6206"/>
                        <a:pt x="30887" y="6120"/>
                      </a:cubicBezTo>
                      <a:cubicBezTo>
                        <a:pt x="30682" y="6031"/>
                        <a:pt x="30484" y="5887"/>
                        <a:pt x="30332" y="5724"/>
                      </a:cubicBezTo>
                      <a:cubicBezTo>
                        <a:pt x="30318" y="5708"/>
                        <a:pt x="30300" y="5702"/>
                        <a:pt x="30284" y="5702"/>
                      </a:cubicBezTo>
                      <a:cubicBezTo>
                        <a:pt x="30234" y="5702"/>
                        <a:pt x="30188" y="5758"/>
                        <a:pt x="30217" y="5812"/>
                      </a:cubicBezTo>
                      <a:cubicBezTo>
                        <a:pt x="30477" y="6285"/>
                        <a:pt x="30974" y="6498"/>
                        <a:pt x="31484" y="6498"/>
                      </a:cubicBezTo>
                      <a:cubicBezTo>
                        <a:pt x="31968" y="6498"/>
                        <a:pt x="32464" y="6307"/>
                        <a:pt x="32783" y="5966"/>
                      </a:cubicBezTo>
                      <a:cubicBezTo>
                        <a:pt x="33552" y="5145"/>
                        <a:pt x="33431" y="3816"/>
                        <a:pt x="32679" y="3035"/>
                      </a:cubicBezTo>
                      <a:cubicBezTo>
                        <a:pt x="32137" y="2472"/>
                        <a:pt x="31385" y="2208"/>
                        <a:pt x="30626" y="2208"/>
                      </a:cubicBezTo>
                      <a:cubicBezTo>
                        <a:pt x="30179" y="2208"/>
                        <a:pt x="29729" y="2300"/>
                        <a:pt x="29318" y="2476"/>
                      </a:cubicBezTo>
                      <a:cubicBezTo>
                        <a:pt x="28250" y="2936"/>
                        <a:pt x="27469" y="3901"/>
                        <a:pt x="27157" y="5012"/>
                      </a:cubicBezTo>
                      <a:cubicBezTo>
                        <a:pt x="26853" y="6097"/>
                        <a:pt x="26995" y="7260"/>
                        <a:pt x="27586" y="8222"/>
                      </a:cubicBezTo>
                      <a:cubicBezTo>
                        <a:pt x="28077" y="9023"/>
                        <a:pt x="28835" y="9661"/>
                        <a:pt x="29704" y="10024"/>
                      </a:cubicBezTo>
                      <a:cubicBezTo>
                        <a:pt x="29546" y="10184"/>
                        <a:pt x="29430" y="10398"/>
                        <a:pt x="29317" y="10588"/>
                      </a:cubicBezTo>
                      <a:cubicBezTo>
                        <a:pt x="29180" y="10817"/>
                        <a:pt x="29063" y="11056"/>
                        <a:pt x="28956" y="11301"/>
                      </a:cubicBezTo>
                      <a:cubicBezTo>
                        <a:pt x="28746" y="11779"/>
                        <a:pt x="28577" y="12272"/>
                        <a:pt x="28458" y="12778"/>
                      </a:cubicBezTo>
                      <a:cubicBezTo>
                        <a:pt x="28337" y="13285"/>
                        <a:pt x="28256" y="13804"/>
                        <a:pt x="28229" y="14322"/>
                      </a:cubicBezTo>
                      <a:cubicBezTo>
                        <a:pt x="28201" y="14822"/>
                        <a:pt x="28184" y="15384"/>
                        <a:pt x="28328" y="15868"/>
                      </a:cubicBezTo>
                      <a:cubicBezTo>
                        <a:pt x="28335" y="15891"/>
                        <a:pt x="28353" y="15901"/>
                        <a:pt x="28371" y="15901"/>
                      </a:cubicBezTo>
                      <a:cubicBezTo>
                        <a:pt x="28394" y="15901"/>
                        <a:pt x="28417" y="15885"/>
                        <a:pt x="28417" y="15857"/>
                      </a:cubicBezTo>
                      <a:cubicBezTo>
                        <a:pt x="28442" y="15345"/>
                        <a:pt x="28384" y="14835"/>
                        <a:pt x="28416" y="14321"/>
                      </a:cubicBezTo>
                      <a:cubicBezTo>
                        <a:pt x="28449" y="13806"/>
                        <a:pt x="28521" y="13296"/>
                        <a:pt x="28644" y="12796"/>
                      </a:cubicBezTo>
                      <a:cubicBezTo>
                        <a:pt x="28763" y="12295"/>
                        <a:pt x="28928" y="11804"/>
                        <a:pt x="29135" y="11331"/>
                      </a:cubicBezTo>
                      <a:cubicBezTo>
                        <a:pt x="29234" y="11106"/>
                        <a:pt x="29344" y="10886"/>
                        <a:pt x="29455" y="10667"/>
                      </a:cubicBezTo>
                      <a:cubicBezTo>
                        <a:pt x="29560" y="10464"/>
                        <a:pt x="29695" y="10268"/>
                        <a:pt x="29779" y="10055"/>
                      </a:cubicBezTo>
                      <a:cubicBezTo>
                        <a:pt x="29919" y="10111"/>
                        <a:pt x="30059" y="10160"/>
                        <a:pt x="30201" y="10199"/>
                      </a:cubicBezTo>
                      <a:cubicBezTo>
                        <a:pt x="30499" y="10285"/>
                        <a:pt x="30806" y="10334"/>
                        <a:pt x="31112" y="10354"/>
                      </a:cubicBezTo>
                      <a:cubicBezTo>
                        <a:pt x="30862" y="10801"/>
                        <a:pt x="30714" y="11330"/>
                        <a:pt x="30579" y="11817"/>
                      </a:cubicBezTo>
                      <a:cubicBezTo>
                        <a:pt x="30432" y="12351"/>
                        <a:pt x="30329" y="12896"/>
                        <a:pt x="30259" y="13445"/>
                      </a:cubicBezTo>
                      <a:cubicBezTo>
                        <a:pt x="30118" y="14557"/>
                        <a:pt x="30135" y="15685"/>
                        <a:pt x="30308" y="16794"/>
                      </a:cubicBezTo>
                      <a:cubicBezTo>
                        <a:pt x="30403" y="17398"/>
                        <a:pt x="30518" y="18049"/>
                        <a:pt x="30788" y="18603"/>
                      </a:cubicBezTo>
                      <a:cubicBezTo>
                        <a:pt x="30799" y="18624"/>
                        <a:pt x="30816" y="18633"/>
                        <a:pt x="30833" y="18633"/>
                      </a:cubicBezTo>
                      <a:cubicBezTo>
                        <a:pt x="30868" y="18633"/>
                        <a:pt x="30905" y="18597"/>
                        <a:pt x="30898" y="18555"/>
                      </a:cubicBezTo>
                      <a:cubicBezTo>
                        <a:pt x="30805" y="18019"/>
                        <a:pt x="30636" y="17498"/>
                        <a:pt x="30541" y="16960"/>
                      </a:cubicBezTo>
                      <a:cubicBezTo>
                        <a:pt x="30446" y="16421"/>
                        <a:pt x="30391" y="15877"/>
                        <a:pt x="30373" y="15332"/>
                      </a:cubicBezTo>
                      <a:cubicBezTo>
                        <a:pt x="30334" y="14239"/>
                        <a:pt x="30452" y="13149"/>
                        <a:pt x="30711" y="12086"/>
                      </a:cubicBezTo>
                      <a:cubicBezTo>
                        <a:pt x="30785" y="11785"/>
                        <a:pt x="30870" y="11487"/>
                        <a:pt x="30966" y="11193"/>
                      </a:cubicBezTo>
                      <a:cubicBezTo>
                        <a:pt x="31058" y="10916"/>
                        <a:pt x="31172" y="10643"/>
                        <a:pt x="31251" y="10362"/>
                      </a:cubicBezTo>
                      <a:cubicBezTo>
                        <a:pt x="31296" y="10363"/>
                        <a:pt x="31341" y="10364"/>
                        <a:pt x="31386" y="10364"/>
                      </a:cubicBezTo>
                      <a:cubicBezTo>
                        <a:pt x="32173" y="10364"/>
                        <a:pt x="32963" y="10161"/>
                        <a:pt x="33665" y="9797"/>
                      </a:cubicBezTo>
                      <a:cubicBezTo>
                        <a:pt x="34755" y="9233"/>
                        <a:pt x="35591" y="8284"/>
                        <a:pt x="36038" y="7142"/>
                      </a:cubicBezTo>
                      <a:cubicBezTo>
                        <a:pt x="36958" y="4779"/>
                        <a:pt x="36121" y="2102"/>
                        <a:pt x="34209" y="498"/>
                      </a:cubicBezTo>
                      <a:cubicBezTo>
                        <a:pt x="33989" y="311"/>
                        <a:pt x="33758" y="148"/>
                        <a:pt x="33503" y="8"/>
                      </a:cubicBezTo>
                      <a:cubicBezTo>
                        <a:pt x="33494" y="3"/>
                        <a:pt x="33485" y="1"/>
                        <a:pt x="33476" y="1"/>
                      </a:cubicBezTo>
                      <a:close/>
                      <a:moveTo>
                        <a:pt x="25163" y="9326"/>
                      </a:moveTo>
                      <a:cubicBezTo>
                        <a:pt x="25151" y="9326"/>
                        <a:pt x="25140" y="9332"/>
                        <a:pt x="25133" y="9346"/>
                      </a:cubicBezTo>
                      <a:cubicBezTo>
                        <a:pt x="23941" y="11609"/>
                        <a:pt x="23323" y="14156"/>
                        <a:pt x="23250" y="16711"/>
                      </a:cubicBezTo>
                      <a:cubicBezTo>
                        <a:pt x="23228" y="17423"/>
                        <a:pt x="23214" y="18175"/>
                        <a:pt x="23349" y="18878"/>
                      </a:cubicBezTo>
                      <a:cubicBezTo>
                        <a:pt x="23355" y="18910"/>
                        <a:pt x="23380" y="18924"/>
                        <a:pt x="23406" y="18924"/>
                      </a:cubicBezTo>
                      <a:cubicBezTo>
                        <a:pt x="23440" y="18924"/>
                        <a:pt x="23476" y="18900"/>
                        <a:pt x="23476" y="18859"/>
                      </a:cubicBezTo>
                      <a:cubicBezTo>
                        <a:pt x="23479" y="18231"/>
                        <a:pt x="23417" y="17603"/>
                        <a:pt x="23424" y="16973"/>
                      </a:cubicBezTo>
                      <a:cubicBezTo>
                        <a:pt x="23431" y="16354"/>
                        <a:pt x="23473" y="15736"/>
                        <a:pt x="23545" y="15119"/>
                      </a:cubicBezTo>
                      <a:cubicBezTo>
                        <a:pt x="23692" y="13863"/>
                        <a:pt x="23986" y="12631"/>
                        <a:pt x="24385" y="11429"/>
                      </a:cubicBezTo>
                      <a:cubicBezTo>
                        <a:pt x="24618" y="10735"/>
                        <a:pt x="24893" y="10052"/>
                        <a:pt x="25202" y="9385"/>
                      </a:cubicBezTo>
                      <a:cubicBezTo>
                        <a:pt x="25216" y="9354"/>
                        <a:pt x="25189" y="9326"/>
                        <a:pt x="25163" y="9326"/>
                      </a:cubicBezTo>
                      <a:close/>
                      <a:moveTo>
                        <a:pt x="14073" y="12592"/>
                      </a:moveTo>
                      <a:cubicBezTo>
                        <a:pt x="14063" y="12592"/>
                        <a:pt x="14053" y="12596"/>
                        <a:pt x="14043" y="12603"/>
                      </a:cubicBezTo>
                      <a:cubicBezTo>
                        <a:pt x="10915" y="15213"/>
                        <a:pt x="7445" y="17513"/>
                        <a:pt x="3419" y="18424"/>
                      </a:cubicBezTo>
                      <a:cubicBezTo>
                        <a:pt x="2317" y="18673"/>
                        <a:pt x="1215" y="18764"/>
                        <a:pt x="92" y="18836"/>
                      </a:cubicBezTo>
                      <a:cubicBezTo>
                        <a:pt x="97" y="18886"/>
                        <a:pt x="98" y="18935"/>
                        <a:pt x="101" y="18986"/>
                      </a:cubicBezTo>
                      <a:cubicBezTo>
                        <a:pt x="206" y="18990"/>
                        <a:pt x="311" y="18992"/>
                        <a:pt x="417" y="18992"/>
                      </a:cubicBezTo>
                      <a:cubicBezTo>
                        <a:pt x="1308" y="18992"/>
                        <a:pt x="2212" y="18856"/>
                        <a:pt x="3079" y="18682"/>
                      </a:cubicBezTo>
                      <a:cubicBezTo>
                        <a:pt x="4098" y="18476"/>
                        <a:pt x="5099" y="18179"/>
                        <a:pt x="6069" y="17806"/>
                      </a:cubicBezTo>
                      <a:cubicBezTo>
                        <a:pt x="7978" y="17071"/>
                        <a:pt x="9780" y="16047"/>
                        <a:pt x="11435" y="14845"/>
                      </a:cubicBezTo>
                      <a:cubicBezTo>
                        <a:pt x="12366" y="14168"/>
                        <a:pt x="13255" y="13440"/>
                        <a:pt x="14105" y="12667"/>
                      </a:cubicBezTo>
                      <a:cubicBezTo>
                        <a:pt x="14138" y="12635"/>
                        <a:pt x="14108" y="12592"/>
                        <a:pt x="14073" y="12592"/>
                      </a:cubicBezTo>
                      <a:close/>
                      <a:moveTo>
                        <a:pt x="38571" y="8701"/>
                      </a:moveTo>
                      <a:cubicBezTo>
                        <a:pt x="38559" y="8701"/>
                        <a:pt x="38546" y="8706"/>
                        <a:pt x="38536" y="8719"/>
                      </a:cubicBezTo>
                      <a:cubicBezTo>
                        <a:pt x="36784" y="11040"/>
                        <a:pt x="36232" y="14174"/>
                        <a:pt x="36794" y="17002"/>
                      </a:cubicBezTo>
                      <a:cubicBezTo>
                        <a:pt x="36875" y="17413"/>
                        <a:pt x="36981" y="17819"/>
                        <a:pt x="37112" y="18217"/>
                      </a:cubicBezTo>
                      <a:cubicBezTo>
                        <a:pt x="37238" y="18594"/>
                        <a:pt x="37367" y="19013"/>
                        <a:pt x="37605" y="19333"/>
                      </a:cubicBezTo>
                      <a:cubicBezTo>
                        <a:pt x="37618" y="19350"/>
                        <a:pt x="37636" y="19358"/>
                        <a:pt x="37654" y="19358"/>
                      </a:cubicBezTo>
                      <a:cubicBezTo>
                        <a:pt x="37687" y="19358"/>
                        <a:pt x="37718" y="19332"/>
                        <a:pt x="37707" y="19290"/>
                      </a:cubicBezTo>
                      <a:cubicBezTo>
                        <a:pt x="37624" y="18941"/>
                        <a:pt x="37458" y="18611"/>
                        <a:pt x="37341" y="18271"/>
                      </a:cubicBezTo>
                      <a:cubicBezTo>
                        <a:pt x="37226" y="17938"/>
                        <a:pt x="37128" y="17600"/>
                        <a:pt x="37050" y="17256"/>
                      </a:cubicBezTo>
                      <a:cubicBezTo>
                        <a:pt x="36888" y="16558"/>
                        <a:pt x="36800" y="15845"/>
                        <a:pt x="36780" y="15130"/>
                      </a:cubicBezTo>
                      <a:cubicBezTo>
                        <a:pt x="36742" y="13700"/>
                        <a:pt x="36990" y="12262"/>
                        <a:pt x="37501" y="10926"/>
                      </a:cubicBezTo>
                      <a:cubicBezTo>
                        <a:pt x="37792" y="10173"/>
                        <a:pt x="38167" y="9440"/>
                        <a:pt x="38604" y="8761"/>
                      </a:cubicBezTo>
                      <a:cubicBezTo>
                        <a:pt x="38627" y="8729"/>
                        <a:pt x="38600" y="8701"/>
                        <a:pt x="38571" y="8701"/>
                      </a:cubicBezTo>
                      <a:close/>
                      <a:moveTo>
                        <a:pt x="44956" y="9525"/>
                      </a:moveTo>
                      <a:cubicBezTo>
                        <a:pt x="44946" y="9525"/>
                        <a:pt x="44935" y="9529"/>
                        <a:pt x="44926" y="9537"/>
                      </a:cubicBezTo>
                      <a:cubicBezTo>
                        <a:pt x="43495" y="10841"/>
                        <a:pt x="43017" y="12966"/>
                        <a:pt x="43335" y="14824"/>
                      </a:cubicBezTo>
                      <a:cubicBezTo>
                        <a:pt x="43679" y="16832"/>
                        <a:pt x="44881" y="18604"/>
                        <a:pt x="46427" y="19892"/>
                      </a:cubicBezTo>
                      <a:cubicBezTo>
                        <a:pt x="46865" y="20257"/>
                        <a:pt x="47332" y="20588"/>
                        <a:pt x="47816" y="20888"/>
                      </a:cubicBezTo>
                      <a:cubicBezTo>
                        <a:pt x="48300" y="21186"/>
                        <a:pt x="48818" y="21494"/>
                        <a:pt x="49363" y="21669"/>
                      </a:cubicBezTo>
                      <a:cubicBezTo>
                        <a:pt x="49370" y="21671"/>
                        <a:pt x="49377" y="21673"/>
                        <a:pt x="49383" y="21673"/>
                      </a:cubicBezTo>
                      <a:cubicBezTo>
                        <a:pt x="49428" y="21673"/>
                        <a:pt x="49447" y="21606"/>
                        <a:pt x="49405" y="21579"/>
                      </a:cubicBezTo>
                      <a:cubicBezTo>
                        <a:pt x="48988" y="21318"/>
                        <a:pt x="48540" y="21112"/>
                        <a:pt x="48120" y="20859"/>
                      </a:cubicBezTo>
                      <a:cubicBezTo>
                        <a:pt x="47699" y="20605"/>
                        <a:pt x="47290" y="20334"/>
                        <a:pt x="46899" y="20036"/>
                      </a:cubicBezTo>
                      <a:cubicBezTo>
                        <a:pt x="46104" y="19427"/>
                        <a:pt x="45388" y="18708"/>
                        <a:pt x="44816" y="17885"/>
                      </a:cubicBezTo>
                      <a:cubicBezTo>
                        <a:pt x="43710" y="16297"/>
                        <a:pt x="43151" y="14328"/>
                        <a:pt x="43553" y="12409"/>
                      </a:cubicBezTo>
                      <a:cubicBezTo>
                        <a:pt x="43773" y="11359"/>
                        <a:pt x="44277" y="10402"/>
                        <a:pt x="44990" y="9602"/>
                      </a:cubicBezTo>
                      <a:cubicBezTo>
                        <a:pt x="45020" y="9568"/>
                        <a:pt x="44991" y="9525"/>
                        <a:pt x="44956" y="9525"/>
                      </a:cubicBezTo>
                      <a:close/>
                      <a:moveTo>
                        <a:pt x="41656" y="15582"/>
                      </a:moveTo>
                      <a:cubicBezTo>
                        <a:pt x="41629" y="15582"/>
                        <a:pt x="41599" y="15605"/>
                        <a:pt x="41605" y="15640"/>
                      </a:cubicBezTo>
                      <a:cubicBezTo>
                        <a:pt x="41913" y="17812"/>
                        <a:pt x="43090" y="19807"/>
                        <a:pt x="44806" y="21167"/>
                      </a:cubicBezTo>
                      <a:cubicBezTo>
                        <a:pt x="45279" y="21542"/>
                        <a:pt x="45797" y="21898"/>
                        <a:pt x="46368" y="22104"/>
                      </a:cubicBezTo>
                      <a:cubicBezTo>
                        <a:pt x="46374" y="22106"/>
                        <a:pt x="46380" y="22107"/>
                        <a:pt x="46386" y="22107"/>
                      </a:cubicBezTo>
                      <a:cubicBezTo>
                        <a:pt x="46433" y="22107"/>
                        <a:pt x="46453" y="22035"/>
                        <a:pt x="46410" y="22006"/>
                      </a:cubicBezTo>
                      <a:cubicBezTo>
                        <a:pt x="45969" y="21723"/>
                        <a:pt x="45512" y="21468"/>
                        <a:pt x="45091" y="21153"/>
                      </a:cubicBezTo>
                      <a:cubicBezTo>
                        <a:pt x="44658" y="20829"/>
                        <a:pt x="44254" y="20460"/>
                        <a:pt x="43888" y="20058"/>
                      </a:cubicBezTo>
                      <a:cubicBezTo>
                        <a:pt x="43162" y="19264"/>
                        <a:pt x="42577" y="18330"/>
                        <a:pt x="42179" y="17330"/>
                      </a:cubicBezTo>
                      <a:cubicBezTo>
                        <a:pt x="41958" y="16776"/>
                        <a:pt x="41795" y="16202"/>
                        <a:pt x="41693" y="15615"/>
                      </a:cubicBezTo>
                      <a:cubicBezTo>
                        <a:pt x="41689" y="15591"/>
                        <a:pt x="41673" y="15582"/>
                        <a:pt x="41656" y="15582"/>
                      </a:cubicBezTo>
                      <a:close/>
                      <a:moveTo>
                        <a:pt x="25243" y="1270"/>
                      </a:moveTo>
                      <a:cubicBezTo>
                        <a:pt x="25221" y="1270"/>
                        <a:pt x="25199" y="1289"/>
                        <a:pt x="25205" y="1319"/>
                      </a:cubicBezTo>
                      <a:cubicBezTo>
                        <a:pt x="25318" y="1907"/>
                        <a:pt x="25431" y="2495"/>
                        <a:pt x="25452" y="3096"/>
                      </a:cubicBezTo>
                      <a:cubicBezTo>
                        <a:pt x="25473" y="3692"/>
                        <a:pt x="25431" y="4292"/>
                        <a:pt x="25316" y="4878"/>
                      </a:cubicBezTo>
                      <a:cubicBezTo>
                        <a:pt x="25104" y="5939"/>
                        <a:pt x="24657" y="6933"/>
                        <a:pt x="24023" y="7806"/>
                      </a:cubicBezTo>
                      <a:cubicBezTo>
                        <a:pt x="22989" y="9231"/>
                        <a:pt x="21268" y="10465"/>
                        <a:pt x="19459" y="10465"/>
                      </a:cubicBezTo>
                      <a:cubicBezTo>
                        <a:pt x="19119" y="10465"/>
                        <a:pt x="18776" y="10421"/>
                        <a:pt x="18433" y="10327"/>
                      </a:cubicBezTo>
                      <a:cubicBezTo>
                        <a:pt x="17394" y="10043"/>
                        <a:pt x="16585" y="9290"/>
                        <a:pt x="16224" y="8273"/>
                      </a:cubicBezTo>
                      <a:cubicBezTo>
                        <a:pt x="15857" y="7231"/>
                        <a:pt x="15984" y="6088"/>
                        <a:pt x="16436" y="5096"/>
                      </a:cubicBezTo>
                      <a:cubicBezTo>
                        <a:pt x="16867" y="4152"/>
                        <a:pt x="17566" y="3257"/>
                        <a:pt x="18489" y="2757"/>
                      </a:cubicBezTo>
                      <a:cubicBezTo>
                        <a:pt x="18900" y="2537"/>
                        <a:pt x="19356" y="2416"/>
                        <a:pt x="19808" y="2416"/>
                      </a:cubicBezTo>
                      <a:cubicBezTo>
                        <a:pt x="20275" y="2416"/>
                        <a:pt x="20738" y="2545"/>
                        <a:pt x="21142" y="2827"/>
                      </a:cubicBezTo>
                      <a:cubicBezTo>
                        <a:pt x="21516" y="3087"/>
                        <a:pt x="21790" y="3471"/>
                        <a:pt x="21882" y="3921"/>
                      </a:cubicBezTo>
                      <a:cubicBezTo>
                        <a:pt x="21987" y="4433"/>
                        <a:pt x="21852" y="4972"/>
                        <a:pt x="21607" y="5426"/>
                      </a:cubicBezTo>
                      <a:cubicBezTo>
                        <a:pt x="21288" y="6018"/>
                        <a:pt x="20549" y="6775"/>
                        <a:pt x="19823" y="6775"/>
                      </a:cubicBezTo>
                      <a:cubicBezTo>
                        <a:pt x="19578" y="6775"/>
                        <a:pt x="19334" y="6689"/>
                        <a:pt x="19109" y="6480"/>
                      </a:cubicBezTo>
                      <a:cubicBezTo>
                        <a:pt x="18949" y="6333"/>
                        <a:pt x="18837" y="6121"/>
                        <a:pt x="18808" y="5905"/>
                      </a:cubicBezTo>
                      <a:cubicBezTo>
                        <a:pt x="18802" y="5868"/>
                        <a:pt x="18775" y="5851"/>
                        <a:pt x="18746" y="5851"/>
                      </a:cubicBezTo>
                      <a:cubicBezTo>
                        <a:pt x="18707" y="5851"/>
                        <a:pt x="18663" y="5880"/>
                        <a:pt x="18661" y="5926"/>
                      </a:cubicBezTo>
                      <a:cubicBezTo>
                        <a:pt x="18628" y="6402"/>
                        <a:pt x="18996" y="6765"/>
                        <a:pt x="19426" y="6911"/>
                      </a:cubicBezTo>
                      <a:cubicBezTo>
                        <a:pt x="19556" y="6955"/>
                        <a:pt x="19689" y="6975"/>
                        <a:pt x="19822" y="6975"/>
                      </a:cubicBezTo>
                      <a:cubicBezTo>
                        <a:pt x="20209" y="6975"/>
                        <a:pt x="20592" y="6804"/>
                        <a:pt x="20901" y="6571"/>
                      </a:cubicBezTo>
                      <a:cubicBezTo>
                        <a:pt x="21737" y="5941"/>
                        <a:pt x="22366" y="4784"/>
                        <a:pt x="22070" y="3726"/>
                      </a:cubicBezTo>
                      <a:cubicBezTo>
                        <a:pt x="21804" y="2775"/>
                        <a:pt x="20833" y="2220"/>
                        <a:pt x="19893" y="2178"/>
                      </a:cubicBezTo>
                      <a:cubicBezTo>
                        <a:pt x="19856" y="2177"/>
                        <a:pt x="19819" y="2176"/>
                        <a:pt x="19783" y="2176"/>
                      </a:cubicBezTo>
                      <a:cubicBezTo>
                        <a:pt x="18727" y="2176"/>
                        <a:pt x="17773" y="2830"/>
                        <a:pt x="17113" y="3612"/>
                      </a:cubicBezTo>
                      <a:cubicBezTo>
                        <a:pt x="16645" y="4166"/>
                        <a:pt x="16266" y="4818"/>
                        <a:pt x="16034" y="5513"/>
                      </a:cubicBezTo>
                      <a:cubicBezTo>
                        <a:pt x="14177" y="6741"/>
                        <a:pt x="12159" y="7676"/>
                        <a:pt x="9996" y="8222"/>
                      </a:cubicBezTo>
                      <a:cubicBezTo>
                        <a:pt x="8550" y="8586"/>
                        <a:pt x="7069" y="8759"/>
                        <a:pt x="5585" y="8759"/>
                      </a:cubicBezTo>
                      <a:cubicBezTo>
                        <a:pt x="4748" y="8759"/>
                        <a:pt x="3910" y="8704"/>
                        <a:pt x="3076" y="8597"/>
                      </a:cubicBezTo>
                      <a:cubicBezTo>
                        <a:pt x="2171" y="8480"/>
                        <a:pt x="1274" y="8290"/>
                        <a:pt x="394" y="8048"/>
                      </a:cubicBezTo>
                      <a:cubicBezTo>
                        <a:pt x="389" y="8088"/>
                        <a:pt x="388" y="8128"/>
                        <a:pt x="385" y="8170"/>
                      </a:cubicBezTo>
                      <a:cubicBezTo>
                        <a:pt x="2068" y="8692"/>
                        <a:pt x="3835" y="8944"/>
                        <a:pt x="5599" y="8944"/>
                      </a:cubicBezTo>
                      <a:cubicBezTo>
                        <a:pt x="5787" y="8944"/>
                        <a:pt x="5975" y="8941"/>
                        <a:pt x="6162" y="8935"/>
                      </a:cubicBezTo>
                      <a:cubicBezTo>
                        <a:pt x="8439" y="8865"/>
                        <a:pt x="10705" y="8372"/>
                        <a:pt x="12801" y="7480"/>
                      </a:cubicBezTo>
                      <a:cubicBezTo>
                        <a:pt x="13906" y="7010"/>
                        <a:pt x="14977" y="6436"/>
                        <a:pt x="15962" y="5747"/>
                      </a:cubicBezTo>
                      <a:lnTo>
                        <a:pt x="15962" y="5747"/>
                      </a:lnTo>
                      <a:cubicBezTo>
                        <a:pt x="15860" y="6110"/>
                        <a:pt x="15798" y="6480"/>
                        <a:pt x="15786" y="6855"/>
                      </a:cubicBezTo>
                      <a:cubicBezTo>
                        <a:pt x="15781" y="7025"/>
                        <a:pt x="15786" y="7193"/>
                        <a:pt x="15802" y="7363"/>
                      </a:cubicBezTo>
                      <a:cubicBezTo>
                        <a:pt x="13687" y="8735"/>
                        <a:pt x="11335" y="9709"/>
                        <a:pt x="8858" y="10194"/>
                      </a:cubicBezTo>
                      <a:cubicBezTo>
                        <a:pt x="8515" y="10261"/>
                        <a:pt x="8172" y="10320"/>
                        <a:pt x="7828" y="10370"/>
                      </a:cubicBezTo>
                      <a:cubicBezTo>
                        <a:pt x="7478" y="10421"/>
                        <a:pt x="7110" y="10442"/>
                        <a:pt x="6770" y="10537"/>
                      </a:cubicBezTo>
                      <a:cubicBezTo>
                        <a:pt x="6753" y="10543"/>
                        <a:pt x="6757" y="10566"/>
                        <a:pt x="6775" y="10569"/>
                      </a:cubicBezTo>
                      <a:cubicBezTo>
                        <a:pt x="6857" y="10579"/>
                        <a:pt x="6941" y="10583"/>
                        <a:pt x="7025" y="10583"/>
                      </a:cubicBezTo>
                      <a:cubicBezTo>
                        <a:pt x="7257" y="10583"/>
                        <a:pt x="7493" y="10552"/>
                        <a:pt x="7721" y="10526"/>
                      </a:cubicBezTo>
                      <a:cubicBezTo>
                        <a:pt x="8022" y="10490"/>
                        <a:pt x="8321" y="10449"/>
                        <a:pt x="8620" y="10398"/>
                      </a:cubicBezTo>
                      <a:cubicBezTo>
                        <a:pt x="9256" y="10288"/>
                        <a:pt x="9887" y="10145"/>
                        <a:pt x="10506" y="9971"/>
                      </a:cubicBezTo>
                      <a:cubicBezTo>
                        <a:pt x="11724" y="9627"/>
                        <a:pt x="12906" y="9161"/>
                        <a:pt x="14032" y="8584"/>
                      </a:cubicBezTo>
                      <a:cubicBezTo>
                        <a:pt x="14650" y="8267"/>
                        <a:pt x="15243" y="7914"/>
                        <a:pt x="15820" y="7526"/>
                      </a:cubicBezTo>
                      <a:cubicBezTo>
                        <a:pt x="15938" y="8415"/>
                        <a:pt x="16344" y="9274"/>
                        <a:pt x="17036" y="9852"/>
                      </a:cubicBezTo>
                      <a:cubicBezTo>
                        <a:pt x="17712" y="10418"/>
                        <a:pt x="18584" y="10680"/>
                        <a:pt x="19456" y="10680"/>
                      </a:cubicBezTo>
                      <a:cubicBezTo>
                        <a:pt x="19513" y="10680"/>
                        <a:pt x="19570" y="10679"/>
                        <a:pt x="19626" y="10677"/>
                      </a:cubicBezTo>
                      <a:lnTo>
                        <a:pt x="19626" y="10677"/>
                      </a:lnTo>
                      <a:cubicBezTo>
                        <a:pt x="19061" y="12075"/>
                        <a:pt x="18813" y="13623"/>
                        <a:pt x="18705" y="15119"/>
                      </a:cubicBezTo>
                      <a:cubicBezTo>
                        <a:pt x="18593" y="16656"/>
                        <a:pt x="18678" y="18209"/>
                        <a:pt x="18947" y="19726"/>
                      </a:cubicBezTo>
                      <a:cubicBezTo>
                        <a:pt x="19099" y="20585"/>
                        <a:pt x="19288" y="21475"/>
                        <a:pt x="19613" y="22285"/>
                      </a:cubicBezTo>
                      <a:cubicBezTo>
                        <a:pt x="19626" y="22318"/>
                        <a:pt x="19654" y="22333"/>
                        <a:pt x="19682" y="22333"/>
                      </a:cubicBezTo>
                      <a:cubicBezTo>
                        <a:pt x="19723" y="22333"/>
                        <a:pt x="19762" y="22301"/>
                        <a:pt x="19749" y="22248"/>
                      </a:cubicBezTo>
                      <a:cubicBezTo>
                        <a:pt x="19557" y="21509"/>
                        <a:pt x="19335" y="20785"/>
                        <a:pt x="19190" y="20035"/>
                      </a:cubicBezTo>
                      <a:cubicBezTo>
                        <a:pt x="19043" y="19273"/>
                        <a:pt x="18942" y="18503"/>
                        <a:pt x="18888" y="17731"/>
                      </a:cubicBezTo>
                      <a:cubicBezTo>
                        <a:pt x="18786" y="16199"/>
                        <a:pt x="18873" y="14651"/>
                        <a:pt x="19146" y="13142"/>
                      </a:cubicBezTo>
                      <a:cubicBezTo>
                        <a:pt x="19298" y="12308"/>
                        <a:pt x="19518" y="11491"/>
                        <a:pt x="19727" y="10670"/>
                      </a:cubicBezTo>
                      <a:cubicBezTo>
                        <a:pt x="19894" y="10658"/>
                        <a:pt x="20061" y="10641"/>
                        <a:pt x="20227" y="10609"/>
                      </a:cubicBezTo>
                      <a:cubicBezTo>
                        <a:pt x="21414" y="10398"/>
                        <a:pt x="22493" y="9729"/>
                        <a:pt x="23349" y="8899"/>
                      </a:cubicBezTo>
                      <a:cubicBezTo>
                        <a:pt x="25117" y="7185"/>
                        <a:pt x="25964" y="4685"/>
                        <a:pt x="25548" y="2250"/>
                      </a:cubicBezTo>
                      <a:cubicBezTo>
                        <a:pt x="25490" y="1920"/>
                        <a:pt x="25406" y="1608"/>
                        <a:pt x="25281" y="1298"/>
                      </a:cubicBezTo>
                      <a:cubicBezTo>
                        <a:pt x="25273" y="1279"/>
                        <a:pt x="25258" y="1270"/>
                        <a:pt x="25243" y="1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62" name="Google Shape;2062;p33"/>
            <p:cNvGrpSpPr/>
            <p:nvPr/>
          </p:nvGrpSpPr>
          <p:grpSpPr>
            <a:xfrm>
              <a:off x="8062875" y="2356250"/>
              <a:ext cx="1195900" cy="541775"/>
              <a:chOff x="5595675" y="1084200"/>
              <a:chExt cx="1195900" cy="541775"/>
            </a:xfrm>
          </p:grpSpPr>
          <p:sp>
            <p:nvSpPr>
              <p:cNvPr id="2063" name="Google Shape;2063;p33"/>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3"/>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3"/>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3"/>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3"/>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3"/>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3"/>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3"/>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3"/>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3"/>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3"/>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77" name="Shape 2077"/>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78" name="Shape 2078"/>
        <p:cNvGrpSpPr/>
        <p:nvPr/>
      </p:nvGrpSpPr>
      <p:grpSpPr>
        <a:xfrm>
          <a:off x="0" y="0"/>
          <a:ext cx="0" cy="0"/>
          <a:chOff x="0" y="0"/>
          <a:chExt cx="0" cy="0"/>
        </a:xfrm>
      </p:grpSpPr>
      <p:sp>
        <p:nvSpPr>
          <p:cNvPr id="2079" name="Google Shape;2079;p3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1.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7704000" cy="571500"/>
          </a:xfrm>
          <a:prstGeom prst="rect">
            <a:avLst/>
          </a:prstGeom>
          <a:noFill/>
          <a:ln>
            <a:noFill/>
          </a:ln>
        </p:spPr>
        <p:txBody>
          <a:bodyPr anchorCtr="0" anchor="t" bIns="91425" lIns="91425" spcFirstLastPara="1" rIns="91425" wrap="square" tIns="91425">
            <a:noAutofit/>
          </a:bodyPr>
          <a:lstStyle>
            <a:lvl1pPr lvl="0"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1pPr>
            <a:lvl2pPr lvl="1"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2pPr>
            <a:lvl3pPr lvl="2"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3pPr>
            <a:lvl4pPr lvl="3"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4pPr>
            <a:lvl5pPr lvl="4"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5pPr>
            <a:lvl6pPr lvl="5"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6pPr>
            <a:lvl7pPr lvl="6"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7pPr>
            <a:lvl8pPr lvl="7"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8pPr>
            <a:lvl9pPr lvl="8" rtl="0" algn="ctr">
              <a:lnSpc>
                <a:spcPct val="80000"/>
              </a:lnSpc>
              <a:spcBef>
                <a:spcPts val="0"/>
              </a:spcBef>
              <a:spcAft>
                <a:spcPts val="0"/>
              </a:spcAft>
              <a:buClr>
                <a:schemeClr val="dk1"/>
              </a:buClr>
              <a:buSzPts val="3800"/>
              <a:buFont typeface="Bahiana"/>
              <a:buNone/>
              <a:defRPr b="1" sz="3800">
                <a:solidFill>
                  <a:schemeClr val="dk1"/>
                </a:solidFill>
                <a:latin typeface="Bahiana"/>
                <a:ea typeface="Bahiana"/>
                <a:cs typeface="Bahiana"/>
                <a:sym typeface="Bahiana"/>
              </a:defRPr>
            </a:lvl9pPr>
          </a:lstStyle>
          <a:p/>
        </p:txBody>
      </p:sp>
      <p:sp>
        <p:nvSpPr>
          <p:cNvPr id="7" name="Google Shape;7;p1"/>
          <p:cNvSpPr txBox="1"/>
          <p:nvPr>
            <p:ph idx="1" type="body"/>
          </p:nvPr>
        </p:nvSpPr>
        <p:spPr>
          <a:xfrm>
            <a:off x="720000" y="1174500"/>
            <a:ext cx="7704000" cy="34290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1pPr>
            <a:lvl2pPr indent="-317500" lvl="1" marL="914400">
              <a:lnSpc>
                <a:spcPct val="100000"/>
              </a:lnSpc>
              <a:spcBef>
                <a:spcPts val="160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2pPr>
            <a:lvl3pPr indent="-317500" lvl="2" marL="1371600">
              <a:lnSpc>
                <a:spcPct val="100000"/>
              </a:lnSpc>
              <a:spcBef>
                <a:spcPts val="160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3pPr>
            <a:lvl4pPr indent="-317500" lvl="3" marL="1828800">
              <a:lnSpc>
                <a:spcPct val="100000"/>
              </a:lnSpc>
              <a:spcBef>
                <a:spcPts val="160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4pPr>
            <a:lvl5pPr indent="-317500" lvl="4" marL="2286000">
              <a:lnSpc>
                <a:spcPct val="100000"/>
              </a:lnSpc>
              <a:spcBef>
                <a:spcPts val="160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5pPr>
            <a:lvl6pPr indent="-317500" lvl="5" marL="2743200">
              <a:lnSpc>
                <a:spcPct val="100000"/>
              </a:lnSpc>
              <a:spcBef>
                <a:spcPts val="160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6pPr>
            <a:lvl7pPr indent="-317500" lvl="6" marL="3200400">
              <a:lnSpc>
                <a:spcPct val="100000"/>
              </a:lnSpc>
              <a:spcBef>
                <a:spcPts val="160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7pPr>
            <a:lvl8pPr indent="-317500" lvl="7" marL="3657600">
              <a:lnSpc>
                <a:spcPct val="100000"/>
              </a:lnSpc>
              <a:spcBef>
                <a:spcPts val="1600"/>
              </a:spcBef>
              <a:spcAft>
                <a:spcPts val="0"/>
              </a:spcAft>
              <a:buClr>
                <a:schemeClr val="dk1"/>
              </a:buClr>
              <a:buSzPts val="1400"/>
              <a:buFont typeface="Overpass Light"/>
              <a:buChar char="○"/>
              <a:defRPr>
                <a:solidFill>
                  <a:schemeClr val="dk1"/>
                </a:solidFill>
                <a:latin typeface="Overpass Light"/>
                <a:ea typeface="Overpass Light"/>
                <a:cs typeface="Overpass Light"/>
                <a:sym typeface="Overpass Light"/>
              </a:defRPr>
            </a:lvl8pPr>
            <a:lvl9pPr indent="-317500" lvl="8" marL="4114800">
              <a:lnSpc>
                <a:spcPct val="100000"/>
              </a:lnSpc>
              <a:spcBef>
                <a:spcPts val="1600"/>
              </a:spcBef>
              <a:spcAft>
                <a:spcPts val="1600"/>
              </a:spcAft>
              <a:buClr>
                <a:schemeClr val="dk1"/>
              </a:buClr>
              <a:buSzPts val="1400"/>
              <a:buFont typeface="Overpass Light"/>
              <a:buChar char="■"/>
              <a:defRPr>
                <a:solidFill>
                  <a:schemeClr val="dk1"/>
                </a:solidFill>
                <a:latin typeface="Overpass Light"/>
                <a:ea typeface="Overpass Light"/>
                <a:cs typeface="Overpass Light"/>
                <a:sym typeface="Overpass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74" name="Shape 2074"/>
        <p:cNvGrpSpPr/>
        <p:nvPr/>
      </p:nvGrpSpPr>
      <p:grpSpPr>
        <a:xfrm>
          <a:off x="0" y="0"/>
          <a:ext cx="0" cy="0"/>
          <a:chOff x="0" y="0"/>
          <a:chExt cx="0" cy="0"/>
        </a:xfrm>
      </p:grpSpPr>
      <p:sp>
        <p:nvSpPr>
          <p:cNvPr id="2075" name="Google Shape;2075;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076" name="Google Shape;2076;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5" Type="http://schemas.openxmlformats.org/officeDocument/2006/relationships/hyperlink" Target="http://bit.ly/33VAFh3" TargetMode="External"/><Relationship Id="rId6" Type="http://schemas.openxmlformats.org/officeDocument/2006/relationships/hyperlink" Target="https://www.freepik.com/?utm_source=slidesgo_template&amp;utm_medium=referral-link&amp;utm_campaign=promo-slide&amp;utm_term=slidesgo&amp;utm_content=freepik"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8" Type="http://schemas.openxmlformats.org/officeDocument/2006/relationships/hyperlink" Target="https://storyset.com/?utm_source=slidesgo_template&amp;utm_medium=referral-link&amp;utm_campaign=promo-slide&amp;utm_term=slidesgo&amp;utm_content=storyset" TargetMode="External"/><Relationship Id="rId11" Type="http://schemas.openxmlformats.org/officeDocument/2006/relationships/slide" Target="/ppt/slides/slide39.xml"/><Relationship Id="rId10" Type="http://schemas.openxmlformats.org/officeDocument/2006/relationships/hyperlink" Target="https://vidfy.com/?utm_source=slidesgo_template&amp;utm_medium=referral-link&amp;utm_campaign=promo-slide&amp;utm_term=slidesgo&amp;utm_content=vidfy" TargetMode="External"/><Relationship Id="rId13" Type="http://schemas.openxmlformats.org/officeDocument/2006/relationships/slide" Target="/ppt/slides/slide35.xml"/><Relationship Id="rId12" Type="http://schemas.openxmlformats.org/officeDocument/2006/relationships/slide" Target="/ppt/slides/slide36.xml"/><Relationship Id="rId15" Type="http://schemas.openxmlformats.org/officeDocument/2006/relationships/slide" Target="/ppt/slides/slide33.xml"/><Relationship Id="rId14" Type="http://schemas.openxmlformats.org/officeDocument/2006/relationships/slide" Target="/ppt/slides/slide33.xml"/><Relationship Id="rId17" Type="http://schemas.openxmlformats.org/officeDocument/2006/relationships/slide" Target="/ppt/slides/slide41.xml"/><Relationship Id="rId16" Type="http://schemas.openxmlformats.org/officeDocument/2006/relationships/slide" Target="/ppt/slides/slide39.xml"/><Relationship Id="rId18" Type="http://schemas.openxmlformats.org/officeDocument/2006/relationships/slide" Target="/ppt/slides/slide4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 Id="rId3" Type="http://schemas.openxmlformats.org/officeDocument/2006/relationships/image" Target="../media/image11.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JfnyPGRpvosieibv2ut7NO922e9yLiiiEvabVLbv5Q/copy" TargetMode="External"/><Relationship Id="rId5" Type="http://schemas.openxmlformats.org/officeDocument/2006/relationships/image" Target="../media/image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7.xml"/><Relationship Id="rId3" Type="http://schemas.openxmlformats.org/officeDocument/2006/relationships/image" Target="../media/image12.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image" Target="../media/image13.jpg"/><Relationship Id="rId4" Type="http://schemas.openxmlformats.org/officeDocument/2006/relationships/image" Target="../media/image10.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xml"/><Relationship Id="rId3" Type="http://schemas.openxmlformats.org/officeDocument/2006/relationships/hyperlink" Target="https://www.freepik.com/free-photo/open-book-more-books_4882522.htm/?utm_source=slidesgo_template&amp;utm_medium=referral-link&amp;utm_campaign=sg_resources&amp;utm_content=freepik" TargetMode="External"/><Relationship Id="rId4" Type="http://schemas.openxmlformats.org/officeDocument/2006/relationships/hyperlink" Target="https://www.freepik.com/free-photo/close-up-old-person-portrait_22127347.htm/?utm_source=slidesgo_template&amp;utm_medium=referral-link&amp;utm_campaign=sg_resources&amp;utm_content=freepik" TargetMode="External"/><Relationship Id="rId9" Type="http://schemas.openxmlformats.org/officeDocument/2006/relationships/hyperlink" Target="https://www.freepik.com/free-vector/hand-drawn-greek-mythology-character-collection_25631965.htm/?utm_source=slidesgo_template&amp;utm_medium=referral-link&amp;utm_campaign=sg_resources&amp;utm_content=freepik" TargetMode="External"/><Relationship Id="rId5" Type="http://schemas.openxmlformats.org/officeDocument/2006/relationships/hyperlink" Target="https://www.freepik.com/free-photo/excited-elder-man-cheering-up_5282481.htm/?utm_source=slidesgo_template&amp;utm_medium=referral-link&amp;utm_campaign=sg_resources&amp;utm_content=freepik" TargetMode="External"/><Relationship Id="rId6" Type="http://schemas.openxmlformats.org/officeDocument/2006/relationships/hyperlink" Target="https://www.freepik.com/free-photo/young-woman-holding-greece-flag_23989121.htm/?utm_source=slidesgo_template&amp;utm_medium=referral-link&amp;utm_campaign=sg_resources&amp;utm_content=freepik" TargetMode="External"/><Relationship Id="rId7" Type="http://schemas.openxmlformats.org/officeDocument/2006/relationships/hyperlink" Target="https://www.freepik.com/free-vector/hand-drawn-flat-design-greek-mythology-illustration_25696319.htm/?utm_source=slidesgo_template&amp;utm_medium=referral-link&amp;utm_campaign=sg_resources&amp;utm_content=freepik" TargetMode="External"/><Relationship Id="rId8" Type="http://schemas.openxmlformats.org/officeDocument/2006/relationships/hyperlink" Target="https://www.freepik.com/free-vector/hand-drawn-flat-design-greek-mythology-character-collection_25820799.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hyperlink" Target="https://www.freepik.com/free-photo/happy-senior-man-wearing-eyeglasses-using-laptop-outdoor-caf_3440217.htm/?utm_source=slidesgo_template&amp;utm_medium=referral-link&amp;utm_campaign=sg_resources&amp;utm_content=freepik" TargetMode="External"/><Relationship Id="rId4" Type="http://schemas.openxmlformats.org/officeDocument/2006/relationships/hyperlink" Target="https://www.freepik.com/free-photo/portrait-happy-senior-woman-looking-digital-tablet_3105979.htm/?utm_source=slidesgo_template&amp;utm_medium=referral-link&amp;utm_campaign=sg_resources&amp;utm_content=freepik" TargetMode="External"/><Relationship Id="rId9" Type="http://schemas.openxmlformats.org/officeDocument/2006/relationships/hyperlink" Target="https://www.freepik.com/free-vector/hand-drawn-greek-mythology-illustration_25225351.htm/?utm_source=slidesgo_template&amp;utm_medium=referral-link&amp;utm_campaign=sg_resources&amp;utm_content=freepik" TargetMode="External"/><Relationship Id="rId5" Type="http://schemas.openxmlformats.org/officeDocument/2006/relationships/hyperlink" Target="https://www.freepik.com/free-photo/pile-books-bookstore_4880880.htm/?utm_source=slidesgo_template&amp;utm_medium=referral-link&amp;utm_campaign=sg_resources&amp;utm_content=freepik" TargetMode="External"/><Relationship Id="rId6" Type="http://schemas.openxmlformats.org/officeDocument/2006/relationships/hyperlink" Target="https://www.freepik.com/free-photo/close-up-open-book_4882651.htm/?utm_source=slidesgo_template&amp;utm_medium=referral-link&amp;utm_campaign=sg_resources&amp;utm_content=freepik" TargetMode="External"/><Relationship Id="rId7" Type="http://schemas.openxmlformats.org/officeDocument/2006/relationships/hyperlink" Target="https://www.freepik.com/free-vector/hand-drawn-greek-mythology-illustration_25225358.htm/?utm_source=slidesgo_template&amp;utm_medium=referral-link&amp;utm_campaign=sg_resources&amp;utm_content=freepik" TargetMode="External"/><Relationship Id="rId8" Type="http://schemas.openxmlformats.org/officeDocument/2006/relationships/hyperlink" Target="https://www.freepik.com/free-vector/hand-drawn-greek-mythology-illustration_25225348.htm/?utm_source=slidesgo_template&amp;utm_medium=referral-link&amp;utm_campaign=sg_resources&amp;utm_content=freepik" TargetMode="External"/><Relationship Id="rId10" Type="http://schemas.openxmlformats.org/officeDocument/2006/relationships/hyperlink" Target="https://www.flaticon.com/packs/ancient-greece-72?word=greek&amp;style_id=134&amp;family_id=48&amp;group_id=1/?utm_source=slidesgo_template&amp;utm_medium=referral-link&amp;utm_campaign=sg_resources&amp;utm_content=flaticon"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s://fonts.google.com/specimen/Bahiana" TargetMode="External"/><Relationship Id="rId4" Type="http://schemas.openxmlformats.org/officeDocument/2006/relationships/hyperlink" Target="https://fonts.google.com/specimen/Overpass"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4.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8.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3.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6.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 Id="rId3" Type="http://schemas.openxmlformats.org/officeDocument/2006/relationships/hyperlink" Target="https://bit.ly/2ZjL1pd"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 Id="rId3" Type="http://schemas.openxmlformats.org/officeDocument/2006/relationships/hyperlink" Target="https://chrome.google.com/webstore/detail/flaticon-for-gsuit-gslide/haekgjfnhhdkgfgmldhfokhmfkgmciba"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3" name="Shape 2083"/>
        <p:cNvGrpSpPr/>
        <p:nvPr/>
      </p:nvGrpSpPr>
      <p:grpSpPr>
        <a:xfrm>
          <a:off x="0" y="0"/>
          <a:ext cx="0" cy="0"/>
          <a:chOff x="0" y="0"/>
          <a:chExt cx="0" cy="0"/>
        </a:xfrm>
      </p:grpSpPr>
      <p:sp>
        <p:nvSpPr>
          <p:cNvPr id="2084" name="Google Shape;2084;p37"/>
          <p:cNvSpPr txBox="1"/>
          <p:nvPr>
            <p:ph idx="1" type="subTitle"/>
          </p:nvPr>
        </p:nvSpPr>
        <p:spPr>
          <a:xfrm rot="-546">
            <a:off x="720000" y="3281713"/>
            <a:ext cx="3776700" cy="4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2085" name="Google Shape;2085;p37"/>
          <p:cNvSpPr txBox="1"/>
          <p:nvPr>
            <p:ph type="ctrTitle"/>
          </p:nvPr>
        </p:nvSpPr>
        <p:spPr>
          <a:xfrm>
            <a:off x="720000" y="539988"/>
            <a:ext cx="5073000" cy="28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lt2"/>
                </a:solidFill>
              </a:rPr>
              <a:t>Ancient Greek </a:t>
            </a:r>
            <a:r>
              <a:rPr lang="en"/>
              <a:t>Philosophy Lesson </a:t>
            </a:r>
            <a:r>
              <a:rPr lang="en"/>
              <a:t>for</a:t>
            </a:r>
            <a:r>
              <a:rPr lang="en"/>
              <a:t> High School</a:t>
            </a:r>
            <a:endParaRPr/>
          </a:p>
        </p:txBody>
      </p:sp>
      <p:grpSp>
        <p:nvGrpSpPr>
          <p:cNvPr id="2086" name="Google Shape;2086;p37"/>
          <p:cNvGrpSpPr/>
          <p:nvPr/>
        </p:nvGrpSpPr>
        <p:grpSpPr>
          <a:xfrm>
            <a:off x="7848600" y="1419050"/>
            <a:ext cx="1527500" cy="719225"/>
            <a:chOff x="5155200" y="1824900"/>
            <a:chExt cx="1527500" cy="719225"/>
          </a:xfrm>
        </p:grpSpPr>
        <p:sp>
          <p:nvSpPr>
            <p:cNvPr id="2087" name="Google Shape;2087;p37"/>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7"/>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7"/>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7"/>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7"/>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7"/>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 name="Google Shape;2093;p37"/>
          <p:cNvGrpSpPr/>
          <p:nvPr/>
        </p:nvGrpSpPr>
        <p:grpSpPr>
          <a:xfrm>
            <a:off x="-208" y="1800517"/>
            <a:ext cx="9144038" cy="5152077"/>
            <a:chOff x="-208" y="1800517"/>
            <a:chExt cx="9144038" cy="5152077"/>
          </a:xfrm>
        </p:grpSpPr>
        <p:sp>
          <p:nvSpPr>
            <p:cNvPr id="2094" name="Google Shape;2094;p37"/>
            <p:cNvSpPr/>
            <p:nvPr/>
          </p:nvSpPr>
          <p:spPr>
            <a:xfrm flipH="1">
              <a:off x="-196" y="4005515"/>
              <a:ext cx="9143741" cy="2947079"/>
            </a:xfrm>
            <a:custGeom>
              <a:rect b="b" l="l" r="r" t="t"/>
              <a:pathLst>
                <a:path extrusionOk="0" h="35189" w="109179">
                  <a:moveTo>
                    <a:pt x="98506" y="1"/>
                  </a:moveTo>
                  <a:cubicBezTo>
                    <a:pt x="98495" y="1"/>
                    <a:pt x="98483" y="1"/>
                    <a:pt x="98471" y="1"/>
                  </a:cubicBezTo>
                  <a:cubicBezTo>
                    <a:pt x="97346" y="4"/>
                    <a:pt x="96244" y="328"/>
                    <a:pt x="95123" y="442"/>
                  </a:cubicBezTo>
                  <a:cubicBezTo>
                    <a:pt x="94812" y="473"/>
                    <a:pt x="94496" y="486"/>
                    <a:pt x="94177" y="486"/>
                  </a:cubicBezTo>
                  <a:cubicBezTo>
                    <a:pt x="92383" y="486"/>
                    <a:pt x="90476" y="68"/>
                    <a:pt x="88671" y="68"/>
                  </a:cubicBezTo>
                  <a:cubicBezTo>
                    <a:pt x="88593" y="68"/>
                    <a:pt x="88515" y="69"/>
                    <a:pt x="88438" y="70"/>
                  </a:cubicBezTo>
                  <a:cubicBezTo>
                    <a:pt x="85389" y="139"/>
                    <a:pt x="82470" y="1374"/>
                    <a:pt x="79497" y="1472"/>
                  </a:cubicBezTo>
                  <a:cubicBezTo>
                    <a:pt x="79376" y="1476"/>
                    <a:pt x="79254" y="1478"/>
                    <a:pt x="79131" y="1478"/>
                  </a:cubicBezTo>
                  <a:cubicBezTo>
                    <a:pt x="77823" y="1478"/>
                    <a:pt x="76421" y="1270"/>
                    <a:pt x="75083" y="1270"/>
                  </a:cubicBezTo>
                  <a:cubicBezTo>
                    <a:pt x="74558" y="1270"/>
                    <a:pt x="74043" y="1302"/>
                    <a:pt x="73548" y="1391"/>
                  </a:cubicBezTo>
                  <a:cubicBezTo>
                    <a:pt x="72369" y="1603"/>
                    <a:pt x="71523" y="2021"/>
                    <a:pt x="70366" y="2021"/>
                  </a:cubicBezTo>
                  <a:cubicBezTo>
                    <a:pt x="70177" y="2021"/>
                    <a:pt x="69981" y="2010"/>
                    <a:pt x="69773" y="1985"/>
                  </a:cubicBezTo>
                  <a:cubicBezTo>
                    <a:pt x="67092" y="1665"/>
                    <a:pt x="64480" y="224"/>
                    <a:pt x="61769" y="224"/>
                  </a:cubicBezTo>
                  <a:cubicBezTo>
                    <a:pt x="61249" y="224"/>
                    <a:pt x="60724" y="277"/>
                    <a:pt x="60195" y="402"/>
                  </a:cubicBezTo>
                  <a:cubicBezTo>
                    <a:pt x="58977" y="690"/>
                    <a:pt x="57862" y="1358"/>
                    <a:pt x="56641" y="1636"/>
                  </a:cubicBezTo>
                  <a:cubicBezTo>
                    <a:pt x="56129" y="1752"/>
                    <a:pt x="55612" y="1797"/>
                    <a:pt x="55092" y="1797"/>
                  </a:cubicBezTo>
                  <a:cubicBezTo>
                    <a:pt x="53947" y="1797"/>
                    <a:pt x="52789" y="1580"/>
                    <a:pt x="51646" y="1424"/>
                  </a:cubicBezTo>
                  <a:cubicBezTo>
                    <a:pt x="50749" y="1303"/>
                    <a:pt x="49865" y="1255"/>
                    <a:pt x="48990" y="1255"/>
                  </a:cubicBezTo>
                  <a:cubicBezTo>
                    <a:pt x="46102" y="1255"/>
                    <a:pt x="43306" y="1776"/>
                    <a:pt x="40442" y="1900"/>
                  </a:cubicBezTo>
                  <a:cubicBezTo>
                    <a:pt x="40292" y="1906"/>
                    <a:pt x="40143" y="1913"/>
                    <a:pt x="39994" y="1917"/>
                  </a:cubicBezTo>
                  <a:cubicBezTo>
                    <a:pt x="39766" y="1923"/>
                    <a:pt x="39538" y="1926"/>
                    <a:pt x="39309" y="1926"/>
                  </a:cubicBezTo>
                  <a:cubicBezTo>
                    <a:pt x="39128" y="1926"/>
                    <a:pt x="38946" y="1924"/>
                    <a:pt x="38764" y="1920"/>
                  </a:cubicBezTo>
                  <a:cubicBezTo>
                    <a:pt x="38639" y="1917"/>
                    <a:pt x="38515" y="1914"/>
                    <a:pt x="38391" y="1913"/>
                  </a:cubicBezTo>
                  <a:cubicBezTo>
                    <a:pt x="34910" y="1841"/>
                    <a:pt x="31396" y="1867"/>
                    <a:pt x="27898" y="1848"/>
                  </a:cubicBezTo>
                  <a:cubicBezTo>
                    <a:pt x="27404" y="1847"/>
                    <a:pt x="26909" y="1842"/>
                    <a:pt x="26417" y="1838"/>
                  </a:cubicBezTo>
                  <a:cubicBezTo>
                    <a:pt x="26324" y="1838"/>
                    <a:pt x="26237" y="1838"/>
                    <a:pt x="26146" y="1835"/>
                  </a:cubicBezTo>
                  <a:cubicBezTo>
                    <a:pt x="26058" y="1834"/>
                    <a:pt x="25971" y="1834"/>
                    <a:pt x="25884" y="1834"/>
                  </a:cubicBezTo>
                  <a:cubicBezTo>
                    <a:pt x="21836" y="1834"/>
                    <a:pt x="17962" y="2676"/>
                    <a:pt x="13941" y="2676"/>
                  </a:cubicBezTo>
                  <a:cubicBezTo>
                    <a:pt x="13827" y="2676"/>
                    <a:pt x="13712" y="2675"/>
                    <a:pt x="13597" y="2674"/>
                  </a:cubicBezTo>
                  <a:cubicBezTo>
                    <a:pt x="11182" y="2642"/>
                    <a:pt x="8766" y="2617"/>
                    <a:pt x="6349" y="2609"/>
                  </a:cubicBezTo>
                  <a:cubicBezTo>
                    <a:pt x="5973" y="2609"/>
                    <a:pt x="5520" y="2577"/>
                    <a:pt x="5030" y="2548"/>
                  </a:cubicBezTo>
                  <a:cubicBezTo>
                    <a:pt x="4816" y="2534"/>
                    <a:pt x="4592" y="2519"/>
                    <a:pt x="4368" y="2509"/>
                  </a:cubicBezTo>
                  <a:lnTo>
                    <a:pt x="4365" y="2509"/>
                  </a:lnTo>
                  <a:cubicBezTo>
                    <a:pt x="4025" y="2492"/>
                    <a:pt x="3675" y="2480"/>
                    <a:pt x="3325" y="2480"/>
                  </a:cubicBezTo>
                  <a:cubicBezTo>
                    <a:pt x="2047" y="2480"/>
                    <a:pt x="771" y="2645"/>
                    <a:pt x="1" y="3352"/>
                  </a:cubicBezTo>
                  <a:lnTo>
                    <a:pt x="1" y="35188"/>
                  </a:lnTo>
                  <a:lnTo>
                    <a:pt x="109179" y="35188"/>
                  </a:lnTo>
                  <a:lnTo>
                    <a:pt x="109179" y="2166"/>
                  </a:lnTo>
                  <a:cubicBezTo>
                    <a:pt x="107417" y="1488"/>
                    <a:pt x="105544" y="1162"/>
                    <a:pt x="103701" y="822"/>
                  </a:cubicBezTo>
                  <a:cubicBezTo>
                    <a:pt x="102671" y="632"/>
                    <a:pt x="101639" y="445"/>
                    <a:pt x="100608" y="256"/>
                  </a:cubicBezTo>
                  <a:cubicBezTo>
                    <a:pt x="99910" y="128"/>
                    <a:pt x="99212" y="1"/>
                    <a:pt x="98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5" name="Google Shape;2095;p37"/>
            <p:cNvGrpSpPr/>
            <p:nvPr/>
          </p:nvGrpSpPr>
          <p:grpSpPr>
            <a:xfrm flipH="1">
              <a:off x="6986430" y="1800517"/>
              <a:ext cx="1664950" cy="811286"/>
              <a:chOff x="3514550" y="3481400"/>
              <a:chExt cx="497000" cy="242175"/>
            </a:xfrm>
          </p:grpSpPr>
          <p:sp>
            <p:nvSpPr>
              <p:cNvPr id="2096" name="Google Shape;2096;p37"/>
              <p:cNvSpPr/>
              <p:nvPr/>
            </p:nvSpPr>
            <p:spPr>
              <a:xfrm>
                <a:off x="3514550" y="3481400"/>
                <a:ext cx="497000" cy="242175"/>
              </a:xfrm>
              <a:custGeom>
                <a:rect b="b" l="l" r="r" t="t"/>
                <a:pathLst>
                  <a:path extrusionOk="0" h="9687" w="19880">
                    <a:moveTo>
                      <a:pt x="17657" y="0"/>
                    </a:moveTo>
                    <a:cubicBezTo>
                      <a:pt x="16572" y="13"/>
                      <a:pt x="15439" y="18"/>
                      <a:pt x="14281" y="18"/>
                    </a:cubicBezTo>
                    <a:cubicBezTo>
                      <a:pt x="12179" y="18"/>
                      <a:pt x="9999" y="3"/>
                      <a:pt x="7899" y="3"/>
                    </a:cubicBezTo>
                    <a:cubicBezTo>
                      <a:pt x="6767" y="3"/>
                      <a:pt x="5659" y="8"/>
                      <a:pt x="4598" y="20"/>
                    </a:cubicBezTo>
                    <a:cubicBezTo>
                      <a:pt x="3880" y="29"/>
                      <a:pt x="3186" y="117"/>
                      <a:pt x="2493" y="308"/>
                    </a:cubicBezTo>
                    <a:cubicBezTo>
                      <a:pt x="1945" y="1141"/>
                      <a:pt x="1398" y="1974"/>
                      <a:pt x="850" y="2808"/>
                    </a:cubicBezTo>
                    <a:cubicBezTo>
                      <a:pt x="562" y="2841"/>
                      <a:pt x="280" y="2902"/>
                      <a:pt x="0" y="3005"/>
                    </a:cubicBezTo>
                    <a:lnTo>
                      <a:pt x="0" y="3756"/>
                    </a:lnTo>
                    <a:cubicBezTo>
                      <a:pt x="180" y="3762"/>
                      <a:pt x="360" y="3763"/>
                      <a:pt x="541" y="3769"/>
                    </a:cubicBezTo>
                    <a:cubicBezTo>
                      <a:pt x="559" y="5282"/>
                      <a:pt x="578" y="6793"/>
                      <a:pt x="597" y="8306"/>
                    </a:cubicBezTo>
                    <a:cubicBezTo>
                      <a:pt x="600" y="8617"/>
                      <a:pt x="605" y="9227"/>
                      <a:pt x="706" y="9495"/>
                    </a:cubicBezTo>
                    <a:cubicBezTo>
                      <a:pt x="750" y="9611"/>
                      <a:pt x="818" y="9655"/>
                      <a:pt x="895" y="9655"/>
                    </a:cubicBezTo>
                    <a:cubicBezTo>
                      <a:pt x="994" y="9655"/>
                      <a:pt x="1108" y="9582"/>
                      <a:pt x="1202" y="9495"/>
                    </a:cubicBezTo>
                    <a:cubicBezTo>
                      <a:pt x="1255" y="7616"/>
                      <a:pt x="1193" y="5734"/>
                      <a:pt x="1130" y="3855"/>
                    </a:cubicBezTo>
                    <a:cubicBezTo>
                      <a:pt x="1130" y="3832"/>
                      <a:pt x="1128" y="3808"/>
                      <a:pt x="1126" y="3785"/>
                    </a:cubicBezTo>
                    <a:lnTo>
                      <a:pt x="1126" y="3785"/>
                    </a:lnTo>
                    <a:cubicBezTo>
                      <a:pt x="1369" y="3791"/>
                      <a:pt x="1612" y="3798"/>
                      <a:pt x="1857" y="3801"/>
                    </a:cubicBezTo>
                    <a:cubicBezTo>
                      <a:pt x="1875" y="5303"/>
                      <a:pt x="1895" y="6805"/>
                      <a:pt x="1914" y="8307"/>
                    </a:cubicBezTo>
                    <a:cubicBezTo>
                      <a:pt x="1916" y="8619"/>
                      <a:pt x="1922" y="9228"/>
                      <a:pt x="2023" y="9496"/>
                    </a:cubicBezTo>
                    <a:cubicBezTo>
                      <a:pt x="2067" y="9613"/>
                      <a:pt x="2135" y="9657"/>
                      <a:pt x="2212" y="9657"/>
                    </a:cubicBezTo>
                    <a:cubicBezTo>
                      <a:pt x="2311" y="9657"/>
                      <a:pt x="2424" y="9584"/>
                      <a:pt x="2519" y="9496"/>
                    </a:cubicBezTo>
                    <a:cubicBezTo>
                      <a:pt x="2572" y="7617"/>
                      <a:pt x="2509" y="5736"/>
                      <a:pt x="2447" y="3857"/>
                    </a:cubicBezTo>
                    <a:cubicBezTo>
                      <a:pt x="2447" y="3844"/>
                      <a:pt x="2444" y="3830"/>
                      <a:pt x="2444" y="3818"/>
                    </a:cubicBezTo>
                    <a:lnTo>
                      <a:pt x="2444" y="3818"/>
                    </a:lnTo>
                    <a:cubicBezTo>
                      <a:pt x="2687" y="3821"/>
                      <a:pt x="2931" y="3822"/>
                      <a:pt x="3174" y="3827"/>
                    </a:cubicBezTo>
                    <a:cubicBezTo>
                      <a:pt x="3192" y="5321"/>
                      <a:pt x="3210" y="6816"/>
                      <a:pt x="3229" y="8310"/>
                    </a:cubicBezTo>
                    <a:cubicBezTo>
                      <a:pt x="3233" y="8623"/>
                      <a:pt x="3239" y="9231"/>
                      <a:pt x="3340" y="9499"/>
                    </a:cubicBezTo>
                    <a:cubicBezTo>
                      <a:pt x="3383" y="9616"/>
                      <a:pt x="3451" y="9660"/>
                      <a:pt x="3528" y="9660"/>
                    </a:cubicBezTo>
                    <a:cubicBezTo>
                      <a:pt x="3627" y="9660"/>
                      <a:pt x="3740" y="9587"/>
                      <a:pt x="3834" y="9499"/>
                    </a:cubicBezTo>
                    <a:cubicBezTo>
                      <a:pt x="3889" y="7622"/>
                      <a:pt x="3825" y="5739"/>
                      <a:pt x="3762" y="3861"/>
                    </a:cubicBezTo>
                    <a:cubicBezTo>
                      <a:pt x="3762" y="3851"/>
                      <a:pt x="3762" y="3844"/>
                      <a:pt x="3761" y="3835"/>
                    </a:cubicBezTo>
                    <a:lnTo>
                      <a:pt x="3761" y="3835"/>
                    </a:lnTo>
                    <a:cubicBezTo>
                      <a:pt x="4004" y="3837"/>
                      <a:pt x="4248" y="3842"/>
                      <a:pt x="4490" y="3844"/>
                    </a:cubicBezTo>
                    <a:cubicBezTo>
                      <a:pt x="4508" y="5334"/>
                      <a:pt x="4526" y="6823"/>
                      <a:pt x="4546" y="8315"/>
                    </a:cubicBezTo>
                    <a:cubicBezTo>
                      <a:pt x="4550" y="8626"/>
                      <a:pt x="4554" y="9235"/>
                      <a:pt x="4655" y="9503"/>
                    </a:cubicBezTo>
                    <a:cubicBezTo>
                      <a:pt x="4699" y="9620"/>
                      <a:pt x="4767" y="9665"/>
                      <a:pt x="4845" y="9665"/>
                    </a:cubicBezTo>
                    <a:cubicBezTo>
                      <a:pt x="4944" y="9665"/>
                      <a:pt x="5057" y="9591"/>
                      <a:pt x="5151" y="9503"/>
                    </a:cubicBezTo>
                    <a:cubicBezTo>
                      <a:pt x="5206" y="7624"/>
                      <a:pt x="5142" y="5743"/>
                      <a:pt x="5079" y="3864"/>
                    </a:cubicBezTo>
                    <a:lnTo>
                      <a:pt x="5079" y="3851"/>
                    </a:lnTo>
                    <a:cubicBezTo>
                      <a:pt x="5160" y="3852"/>
                      <a:pt x="5241" y="3852"/>
                      <a:pt x="5322" y="3852"/>
                    </a:cubicBezTo>
                    <a:cubicBezTo>
                      <a:pt x="5485" y="3852"/>
                      <a:pt x="5647" y="3851"/>
                      <a:pt x="5808" y="3851"/>
                    </a:cubicBezTo>
                    <a:cubicBezTo>
                      <a:pt x="5827" y="5339"/>
                      <a:pt x="5844" y="6826"/>
                      <a:pt x="5864" y="8316"/>
                    </a:cubicBezTo>
                    <a:cubicBezTo>
                      <a:pt x="5868" y="8627"/>
                      <a:pt x="5873" y="9237"/>
                      <a:pt x="5974" y="9505"/>
                    </a:cubicBezTo>
                    <a:cubicBezTo>
                      <a:pt x="6017" y="9621"/>
                      <a:pt x="6086" y="9666"/>
                      <a:pt x="6163" y="9666"/>
                    </a:cubicBezTo>
                    <a:cubicBezTo>
                      <a:pt x="6262" y="9666"/>
                      <a:pt x="6375" y="9593"/>
                      <a:pt x="6469" y="9505"/>
                    </a:cubicBezTo>
                    <a:cubicBezTo>
                      <a:pt x="6524" y="7626"/>
                      <a:pt x="6461" y="5744"/>
                      <a:pt x="6397" y="3866"/>
                    </a:cubicBezTo>
                    <a:lnTo>
                      <a:pt x="6397" y="3855"/>
                    </a:lnTo>
                    <a:cubicBezTo>
                      <a:pt x="6560" y="3855"/>
                      <a:pt x="6722" y="3856"/>
                      <a:pt x="6884" y="3856"/>
                    </a:cubicBezTo>
                    <a:cubicBezTo>
                      <a:pt x="6965" y="3856"/>
                      <a:pt x="7046" y="3856"/>
                      <a:pt x="7126" y="3855"/>
                    </a:cubicBezTo>
                    <a:lnTo>
                      <a:pt x="7181" y="8317"/>
                    </a:lnTo>
                    <a:cubicBezTo>
                      <a:pt x="7184" y="8630"/>
                      <a:pt x="7190" y="9238"/>
                      <a:pt x="7290" y="9506"/>
                    </a:cubicBezTo>
                    <a:cubicBezTo>
                      <a:pt x="7334" y="9623"/>
                      <a:pt x="7403" y="9667"/>
                      <a:pt x="7480" y="9667"/>
                    </a:cubicBezTo>
                    <a:cubicBezTo>
                      <a:pt x="7579" y="9667"/>
                      <a:pt x="7692" y="9594"/>
                      <a:pt x="7786" y="9506"/>
                    </a:cubicBezTo>
                    <a:cubicBezTo>
                      <a:pt x="7839" y="7629"/>
                      <a:pt x="7777" y="5746"/>
                      <a:pt x="7714" y="3868"/>
                    </a:cubicBezTo>
                    <a:lnTo>
                      <a:pt x="7714" y="3855"/>
                    </a:lnTo>
                    <a:lnTo>
                      <a:pt x="8443" y="3850"/>
                    </a:lnTo>
                    <a:cubicBezTo>
                      <a:pt x="8462" y="5339"/>
                      <a:pt x="8479" y="6831"/>
                      <a:pt x="8499" y="8320"/>
                    </a:cubicBezTo>
                    <a:cubicBezTo>
                      <a:pt x="8502" y="8632"/>
                      <a:pt x="8508" y="9240"/>
                      <a:pt x="8609" y="9509"/>
                    </a:cubicBezTo>
                    <a:cubicBezTo>
                      <a:pt x="8652" y="9626"/>
                      <a:pt x="8721" y="9670"/>
                      <a:pt x="8798" y="9670"/>
                    </a:cubicBezTo>
                    <a:cubicBezTo>
                      <a:pt x="8897" y="9670"/>
                      <a:pt x="9010" y="9596"/>
                      <a:pt x="9104" y="9509"/>
                    </a:cubicBezTo>
                    <a:cubicBezTo>
                      <a:pt x="9158" y="7630"/>
                      <a:pt x="9096" y="5749"/>
                      <a:pt x="9032" y="3870"/>
                    </a:cubicBezTo>
                    <a:cubicBezTo>
                      <a:pt x="9032" y="3863"/>
                      <a:pt x="9032" y="3854"/>
                      <a:pt x="9031" y="3847"/>
                    </a:cubicBezTo>
                    <a:lnTo>
                      <a:pt x="9760" y="3841"/>
                    </a:lnTo>
                    <a:cubicBezTo>
                      <a:pt x="9777" y="5334"/>
                      <a:pt x="9796" y="6829"/>
                      <a:pt x="9816" y="8322"/>
                    </a:cubicBezTo>
                    <a:cubicBezTo>
                      <a:pt x="9819" y="8633"/>
                      <a:pt x="9825" y="9242"/>
                      <a:pt x="9926" y="9510"/>
                    </a:cubicBezTo>
                    <a:cubicBezTo>
                      <a:pt x="9969" y="9627"/>
                      <a:pt x="10037" y="9672"/>
                      <a:pt x="10114" y="9672"/>
                    </a:cubicBezTo>
                    <a:cubicBezTo>
                      <a:pt x="10213" y="9672"/>
                      <a:pt x="10327" y="9599"/>
                      <a:pt x="10421" y="9510"/>
                    </a:cubicBezTo>
                    <a:cubicBezTo>
                      <a:pt x="10475" y="7632"/>
                      <a:pt x="10411" y="5750"/>
                      <a:pt x="10349" y="3871"/>
                    </a:cubicBezTo>
                    <a:cubicBezTo>
                      <a:pt x="10349" y="3858"/>
                      <a:pt x="10346" y="3847"/>
                      <a:pt x="10346" y="3835"/>
                    </a:cubicBezTo>
                    <a:lnTo>
                      <a:pt x="11077" y="3825"/>
                    </a:lnTo>
                    <a:cubicBezTo>
                      <a:pt x="11094" y="5325"/>
                      <a:pt x="11114" y="6825"/>
                      <a:pt x="11131" y="8323"/>
                    </a:cubicBezTo>
                    <a:cubicBezTo>
                      <a:pt x="11136" y="8634"/>
                      <a:pt x="11142" y="9244"/>
                      <a:pt x="11242" y="9512"/>
                    </a:cubicBezTo>
                    <a:cubicBezTo>
                      <a:pt x="11285" y="9629"/>
                      <a:pt x="11354" y="9673"/>
                      <a:pt x="11431" y="9673"/>
                    </a:cubicBezTo>
                    <a:cubicBezTo>
                      <a:pt x="11529" y="9673"/>
                      <a:pt x="11643" y="9600"/>
                      <a:pt x="11737" y="9512"/>
                    </a:cubicBezTo>
                    <a:cubicBezTo>
                      <a:pt x="11791" y="7633"/>
                      <a:pt x="11728" y="5751"/>
                      <a:pt x="11665" y="3873"/>
                    </a:cubicBezTo>
                    <a:cubicBezTo>
                      <a:pt x="11665" y="3855"/>
                      <a:pt x="11663" y="3835"/>
                      <a:pt x="11663" y="3818"/>
                    </a:cubicBezTo>
                    <a:lnTo>
                      <a:pt x="12392" y="3806"/>
                    </a:lnTo>
                    <a:cubicBezTo>
                      <a:pt x="12411" y="5312"/>
                      <a:pt x="12431" y="6819"/>
                      <a:pt x="12448" y="8325"/>
                    </a:cubicBezTo>
                    <a:cubicBezTo>
                      <a:pt x="12453" y="8637"/>
                      <a:pt x="12457" y="9245"/>
                      <a:pt x="12558" y="9513"/>
                    </a:cubicBezTo>
                    <a:cubicBezTo>
                      <a:pt x="12601" y="9630"/>
                      <a:pt x="12670" y="9675"/>
                      <a:pt x="12747" y="9675"/>
                    </a:cubicBezTo>
                    <a:cubicBezTo>
                      <a:pt x="12846" y="9675"/>
                      <a:pt x="12960" y="9601"/>
                      <a:pt x="13053" y="9513"/>
                    </a:cubicBezTo>
                    <a:cubicBezTo>
                      <a:pt x="13108" y="7636"/>
                      <a:pt x="13045" y="5753"/>
                      <a:pt x="12981" y="3876"/>
                    </a:cubicBezTo>
                    <a:cubicBezTo>
                      <a:pt x="12981" y="3848"/>
                      <a:pt x="12980" y="3822"/>
                      <a:pt x="12979" y="3796"/>
                    </a:cubicBezTo>
                    <a:cubicBezTo>
                      <a:pt x="13221" y="3791"/>
                      <a:pt x="13464" y="3785"/>
                      <a:pt x="13709" y="3782"/>
                    </a:cubicBezTo>
                    <a:cubicBezTo>
                      <a:pt x="13728" y="5296"/>
                      <a:pt x="13746" y="6812"/>
                      <a:pt x="13765" y="8328"/>
                    </a:cubicBezTo>
                    <a:cubicBezTo>
                      <a:pt x="13768" y="8639"/>
                      <a:pt x="13774" y="9247"/>
                      <a:pt x="13875" y="9516"/>
                    </a:cubicBezTo>
                    <a:cubicBezTo>
                      <a:pt x="13918" y="9633"/>
                      <a:pt x="13986" y="9677"/>
                      <a:pt x="14064" y="9677"/>
                    </a:cubicBezTo>
                    <a:cubicBezTo>
                      <a:pt x="14163" y="9677"/>
                      <a:pt x="14276" y="9604"/>
                      <a:pt x="14370" y="9516"/>
                    </a:cubicBezTo>
                    <a:cubicBezTo>
                      <a:pt x="14424" y="7637"/>
                      <a:pt x="14362" y="5756"/>
                      <a:pt x="14298" y="3877"/>
                    </a:cubicBezTo>
                    <a:cubicBezTo>
                      <a:pt x="14297" y="3841"/>
                      <a:pt x="14294" y="3806"/>
                      <a:pt x="14294" y="3770"/>
                    </a:cubicBezTo>
                    <a:cubicBezTo>
                      <a:pt x="14537" y="3765"/>
                      <a:pt x="14782" y="3760"/>
                      <a:pt x="15026" y="3755"/>
                    </a:cubicBezTo>
                    <a:cubicBezTo>
                      <a:pt x="15043" y="5280"/>
                      <a:pt x="15063" y="6803"/>
                      <a:pt x="15082" y="8329"/>
                    </a:cubicBezTo>
                    <a:cubicBezTo>
                      <a:pt x="15085" y="8640"/>
                      <a:pt x="15091" y="9250"/>
                      <a:pt x="15192" y="9518"/>
                    </a:cubicBezTo>
                    <a:cubicBezTo>
                      <a:pt x="15235" y="9634"/>
                      <a:pt x="15303" y="9679"/>
                      <a:pt x="15380" y="9679"/>
                    </a:cubicBezTo>
                    <a:cubicBezTo>
                      <a:pt x="15479" y="9679"/>
                      <a:pt x="15592" y="9606"/>
                      <a:pt x="15687" y="9518"/>
                    </a:cubicBezTo>
                    <a:cubicBezTo>
                      <a:pt x="15740" y="7639"/>
                      <a:pt x="15677" y="5757"/>
                      <a:pt x="15615" y="3879"/>
                    </a:cubicBezTo>
                    <a:cubicBezTo>
                      <a:pt x="15612" y="3834"/>
                      <a:pt x="15611" y="3786"/>
                      <a:pt x="15609" y="3742"/>
                    </a:cubicBezTo>
                    <a:cubicBezTo>
                      <a:pt x="15854" y="3736"/>
                      <a:pt x="16098" y="3729"/>
                      <a:pt x="16343" y="3724"/>
                    </a:cubicBezTo>
                    <a:cubicBezTo>
                      <a:pt x="16360" y="5260"/>
                      <a:pt x="16380" y="6795"/>
                      <a:pt x="16397" y="8330"/>
                    </a:cubicBezTo>
                    <a:cubicBezTo>
                      <a:pt x="16402" y="8642"/>
                      <a:pt x="16407" y="9251"/>
                      <a:pt x="16508" y="9519"/>
                    </a:cubicBezTo>
                    <a:cubicBezTo>
                      <a:pt x="16551" y="9636"/>
                      <a:pt x="16619" y="9680"/>
                      <a:pt x="16696" y="9680"/>
                    </a:cubicBezTo>
                    <a:cubicBezTo>
                      <a:pt x="16795" y="9680"/>
                      <a:pt x="16909" y="9607"/>
                      <a:pt x="17003" y="9519"/>
                    </a:cubicBezTo>
                    <a:cubicBezTo>
                      <a:pt x="17057" y="7640"/>
                      <a:pt x="16994" y="5759"/>
                      <a:pt x="16930" y="3880"/>
                    </a:cubicBezTo>
                    <a:cubicBezTo>
                      <a:pt x="16929" y="3825"/>
                      <a:pt x="16928" y="3768"/>
                      <a:pt x="16923" y="3711"/>
                    </a:cubicBezTo>
                    <a:cubicBezTo>
                      <a:pt x="17168" y="3704"/>
                      <a:pt x="17413" y="3698"/>
                      <a:pt x="17657" y="3691"/>
                    </a:cubicBezTo>
                    <a:cubicBezTo>
                      <a:pt x="17677" y="5239"/>
                      <a:pt x="17694" y="6786"/>
                      <a:pt x="17714" y="8332"/>
                    </a:cubicBezTo>
                    <a:cubicBezTo>
                      <a:pt x="17719" y="8644"/>
                      <a:pt x="17723" y="9252"/>
                      <a:pt x="17824" y="9520"/>
                    </a:cubicBezTo>
                    <a:cubicBezTo>
                      <a:pt x="17867" y="9637"/>
                      <a:pt x="17936" y="9682"/>
                      <a:pt x="18013" y="9682"/>
                    </a:cubicBezTo>
                    <a:cubicBezTo>
                      <a:pt x="18112" y="9682"/>
                      <a:pt x="18225" y="9609"/>
                      <a:pt x="18319" y="9520"/>
                    </a:cubicBezTo>
                    <a:cubicBezTo>
                      <a:pt x="18374" y="7643"/>
                      <a:pt x="18311" y="5760"/>
                      <a:pt x="18247" y="3883"/>
                    </a:cubicBezTo>
                    <a:cubicBezTo>
                      <a:pt x="18246" y="3814"/>
                      <a:pt x="18242" y="3746"/>
                      <a:pt x="18237" y="3678"/>
                    </a:cubicBezTo>
                    <a:cubicBezTo>
                      <a:pt x="18482" y="3671"/>
                      <a:pt x="18727" y="3667"/>
                      <a:pt x="18973" y="3660"/>
                    </a:cubicBezTo>
                    <a:cubicBezTo>
                      <a:pt x="18994" y="5218"/>
                      <a:pt x="19011" y="6776"/>
                      <a:pt x="19031" y="8336"/>
                    </a:cubicBezTo>
                    <a:cubicBezTo>
                      <a:pt x="19034" y="8647"/>
                      <a:pt x="19040" y="9257"/>
                      <a:pt x="19141" y="9525"/>
                    </a:cubicBezTo>
                    <a:cubicBezTo>
                      <a:pt x="19184" y="9642"/>
                      <a:pt x="19253" y="9686"/>
                      <a:pt x="19330" y="9686"/>
                    </a:cubicBezTo>
                    <a:cubicBezTo>
                      <a:pt x="19429" y="9686"/>
                      <a:pt x="19542" y="9613"/>
                      <a:pt x="19636" y="9525"/>
                    </a:cubicBezTo>
                    <a:cubicBezTo>
                      <a:pt x="19690" y="7646"/>
                      <a:pt x="19628" y="5764"/>
                      <a:pt x="19564" y="3886"/>
                    </a:cubicBezTo>
                    <a:cubicBezTo>
                      <a:pt x="19563" y="3806"/>
                      <a:pt x="19557" y="3726"/>
                      <a:pt x="19551" y="3645"/>
                    </a:cubicBezTo>
                    <a:cubicBezTo>
                      <a:pt x="19630" y="3642"/>
                      <a:pt x="19710" y="3641"/>
                      <a:pt x="19789" y="3638"/>
                    </a:cubicBezTo>
                    <a:cubicBezTo>
                      <a:pt x="19795" y="3461"/>
                      <a:pt x="19880" y="3046"/>
                      <a:pt x="19844" y="2902"/>
                    </a:cubicBezTo>
                    <a:cubicBezTo>
                      <a:pt x="19808" y="2758"/>
                      <a:pt x="19682" y="2668"/>
                      <a:pt x="19535" y="2667"/>
                    </a:cubicBezTo>
                    <a:lnTo>
                      <a:pt x="19239" y="2661"/>
                    </a:lnTo>
                    <a:cubicBezTo>
                      <a:pt x="18717" y="1655"/>
                      <a:pt x="18283" y="939"/>
                      <a:pt x="17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7"/>
              <p:cNvSpPr/>
              <p:nvPr/>
            </p:nvSpPr>
            <p:spPr>
              <a:xfrm>
                <a:off x="3547800" y="3549300"/>
                <a:ext cx="438250" cy="5750"/>
              </a:xfrm>
              <a:custGeom>
                <a:rect b="b" l="l" r="r" t="t"/>
                <a:pathLst>
                  <a:path extrusionOk="0" h="230" w="17530">
                    <a:moveTo>
                      <a:pt x="16857" y="0"/>
                    </a:moveTo>
                    <a:cubicBezTo>
                      <a:pt x="14796" y="0"/>
                      <a:pt x="12737" y="35"/>
                      <a:pt x="10677" y="42"/>
                    </a:cubicBezTo>
                    <a:cubicBezTo>
                      <a:pt x="8407" y="49"/>
                      <a:pt x="6135" y="70"/>
                      <a:pt x="3864" y="86"/>
                    </a:cubicBezTo>
                    <a:cubicBezTo>
                      <a:pt x="3236" y="89"/>
                      <a:pt x="2608" y="95"/>
                      <a:pt x="1981" y="104"/>
                    </a:cubicBezTo>
                    <a:cubicBezTo>
                      <a:pt x="1915" y="104"/>
                      <a:pt x="1848" y="105"/>
                      <a:pt x="1780" y="105"/>
                    </a:cubicBezTo>
                    <a:cubicBezTo>
                      <a:pt x="1566" y="105"/>
                      <a:pt x="1350" y="102"/>
                      <a:pt x="1134" y="102"/>
                    </a:cubicBezTo>
                    <a:cubicBezTo>
                      <a:pt x="761" y="102"/>
                      <a:pt x="387" y="110"/>
                      <a:pt x="23" y="157"/>
                    </a:cubicBezTo>
                    <a:cubicBezTo>
                      <a:pt x="0" y="160"/>
                      <a:pt x="0" y="190"/>
                      <a:pt x="23" y="194"/>
                    </a:cubicBezTo>
                    <a:cubicBezTo>
                      <a:pt x="270" y="222"/>
                      <a:pt x="522" y="230"/>
                      <a:pt x="775" y="230"/>
                    </a:cubicBezTo>
                    <a:cubicBezTo>
                      <a:pt x="1105" y="230"/>
                      <a:pt x="1437" y="216"/>
                      <a:pt x="1762" y="214"/>
                    </a:cubicBezTo>
                    <a:cubicBezTo>
                      <a:pt x="2320" y="212"/>
                      <a:pt x="2874" y="210"/>
                      <a:pt x="3431" y="204"/>
                    </a:cubicBezTo>
                    <a:cubicBezTo>
                      <a:pt x="4567" y="194"/>
                      <a:pt x="5701" y="183"/>
                      <a:pt x="6838" y="174"/>
                    </a:cubicBezTo>
                    <a:cubicBezTo>
                      <a:pt x="9108" y="153"/>
                      <a:pt x="11379" y="121"/>
                      <a:pt x="13651" y="102"/>
                    </a:cubicBezTo>
                    <a:cubicBezTo>
                      <a:pt x="14931" y="92"/>
                      <a:pt x="16211" y="92"/>
                      <a:pt x="17492" y="66"/>
                    </a:cubicBezTo>
                    <a:cubicBezTo>
                      <a:pt x="17530" y="63"/>
                      <a:pt x="17530" y="1"/>
                      <a:pt x="17491" y="1"/>
                    </a:cubicBezTo>
                    <a:cubicBezTo>
                      <a:pt x="17279" y="0"/>
                      <a:pt x="17068" y="0"/>
                      <a:pt x="168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7"/>
              <p:cNvSpPr/>
              <p:nvPr/>
            </p:nvSpPr>
            <p:spPr>
              <a:xfrm>
                <a:off x="3901175" y="3487600"/>
                <a:ext cx="46325" cy="64200"/>
              </a:xfrm>
              <a:custGeom>
                <a:rect b="b" l="l" r="r" t="t"/>
                <a:pathLst>
                  <a:path extrusionOk="0" h="2568" w="1853">
                    <a:moveTo>
                      <a:pt x="1790" y="0"/>
                    </a:moveTo>
                    <a:cubicBezTo>
                      <a:pt x="1779" y="0"/>
                      <a:pt x="1768" y="4"/>
                      <a:pt x="1758" y="13"/>
                    </a:cubicBezTo>
                    <a:cubicBezTo>
                      <a:pt x="1660" y="93"/>
                      <a:pt x="1585" y="212"/>
                      <a:pt x="1506" y="310"/>
                    </a:cubicBezTo>
                    <a:cubicBezTo>
                      <a:pt x="1435" y="399"/>
                      <a:pt x="1366" y="487"/>
                      <a:pt x="1298" y="575"/>
                    </a:cubicBezTo>
                    <a:cubicBezTo>
                      <a:pt x="1140" y="782"/>
                      <a:pt x="987" y="993"/>
                      <a:pt x="839" y="1207"/>
                    </a:cubicBezTo>
                    <a:cubicBezTo>
                      <a:pt x="546" y="1628"/>
                      <a:pt x="268" y="2060"/>
                      <a:pt x="18" y="2510"/>
                    </a:cubicBezTo>
                    <a:cubicBezTo>
                      <a:pt x="1" y="2540"/>
                      <a:pt x="27" y="2568"/>
                      <a:pt x="54" y="2568"/>
                    </a:cubicBezTo>
                    <a:cubicBezTo>
                      <a:pt x="66" y="2568"/>
                      <a:pt x="78" y="2562"/>
                      <a:pt x="87" y="2549"/>
                    </a:cubicBezTo>
                    <a:cubicBezTo>
                      <a:pt x="356" y="2122"/>
                      <a:pt x="633" y="1696"/>
                      <a:pt x="924" y="1282"/>
                    </a:cubicBezTo>
                    <a:cubicBezTo>
                      <a:pt x="1066" y="1083"/>
                      <a:pt x="1212" y="884"/>
                      <a:pt x="1360" y="689"/>
                    </a:cubicBezTo>
                    <a:cubicBezTo>
                      <a:pt x="1444" y="576"/>
                      <a:pt x="1529" y="465"/>
                      <a:pt x="1617" y="353"/>
                    </a:cubicBezTo>
                    <a:cubicBezTo>
                      <a:pt x="1689" y="262"/>
                      <a:pt x="1777" y="171"/>
                      <a:pt x="1833" y="69"/>
                    </a:cubicBezTo>
                    <a:cubicBezTo>
                      <a:pt x="1852" y="33"/>
                      <a:pt x="1823" y="0"/>
                      <a:pt x="17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7"/>
              <p:cNvSpPr/>
              <p:nvPr/>
            </p:nvSpPr>
            <p:spPr>
              <a:xfrm>
                <a:off x="3943275" y="3504750"/>
                <a:ext cx="18075" cy="33100"/>
              </a:xfrm>
              <a:custGeom>
                <a:rect b="b" l="l" r="r" t="t"/>
                <a:pathLst>
                  <a:path extrusionOk="0" h="1324" w="723">
                    <a:moveTo>
                      <a:pt x="403" y="73"/>
                    </a:moveTo>
                    <a:cubicBezTo>
                      <a:pt x="467" y="73"/>
                      <a:pt x="528" y="113"/>
                      <a:pt x="567" y="177"/>
                    </a:cubicBezTo>
                    <a:cubicBezTo>
                      <a:pt x="623" y="269"/>
                      <a:pt x="637" y="393"/>
                      <a:pt x="644" y="498"/>
                    </a:cubicBezTo>
                    <a:cubicBezTo>
                      <a:pt x="660" y="696"/>
                      <a:pt x="642" y="933"/>
                      <a:pt x="547" y="1115"/>
                    </a:cubicBezTo>
                    <a:cubicBezTo>
                      <a:pt x="506" y="1197"/>
                      <a:pt x="424" y="1274"/>
                      <a:pt x="328" y="1274"/>
                    </a:cubicBezTo>
                    <a:cubicBezTo>
                      <a:pt x="309" y="1274"/>
                      <a:pt x="290" y="1271"/>
                      <a:pt x="270" y="1265"/>
                    </a:cubicBezTo>
                    <a:lnTo>
                      <a:pt x="258" y="1259"/>
                    </a:lnTo>
                    <a:cubicBezTo>
                      <a:pt x="90" y="1144"/>
                      <a:pt x="106" y="889"/>
                      <a:pt x="120" y="708"/>
                    </a:cubicBezTo>
                    <a:cubicBezTo>
                      <a:pt x="132" y="598"/>
                      <a:pt x="147" y="487"/>
                      <a:pt x="170" y="379"/>
                    </a:cubicBezTo>
                    <a:cubicBezTo>
                      <a:pt x="192" y="283"/>
                      <a:pt x="218" y="175"/>
                      <a:pt x="297" y="112"/>
                    </a:cubicBezTo>
                    <a:cubicBezTo>
                      <a:pt x="331" y="85"/>
                      <a:pt x="367" y="73"/>
                      <a:pt x="403" y="73"/>
                    </a:cubicBezTo>
                    <a:close/>
                    <a:moveTo>
                      <a:pt x="405" y="1"/>
                    </a:moveTo>
                    <a:cubicBezTo>
                      <a:pt x="144" y="1"/>
                      <a:pt x="84" y="374"/>
                      <a:pt x="58" y="566"/>
                    </a:cubicBezTo>
                    <a:cubicBezTo>
                      <a:pt x="31" y="750"/>
                      <a:pt x="0" y="1011"/>
                      <a:pt x="109" y="1177"/>
                    </a:cubicBezTo>
                    <a:cubicBezTo>
                      <a:pt x="126" y="1210"/>
                      <a:pt x="146" y="1242"/>
                      <a:pt x="178" y="1270"/>
                    </a:cubicBezTo>
                    <a:cubicBezTo>
                      <a:pt x="223" y="1307"/>
                      <a:pt x="275" y="1324"/>
                      <a:pt x="329" y="1324"/>
                    </a:cubicBezTo>
                    <a:cubicBezTo>
                      <a:pt x="375" y="1324"/>
                      <a:pt x="422" y="1311"/>
                      <a:pt x="464" y="1288"/>
                    </a:cubicBezTo>
                    <a:cubicBezTo>
                      <a:pt x="565" y="1230"/>
                      <a:pt x="621" y="1123"/>
                      <a:pt x="657" y="1018"/>
                    </a:cubicBezTo>
                    <a:cubicBezTo>
                      <a:pt x="702" y="884"/>
                      <a:pt x="722" y="740"/>
                      <a:pt x="721" y="600"/>
                    </a:cubicBezTo>
                    <a:cubicBezTo>
                      <a:pt x="721" y="400"/>
                      <a:pt x="688" y="11"/>
                      <a:pt x="415" y="1"/>
                    </a:cubicBezTo>
                    <a:cubicBezTo>
                      <a:pt x="412" y="1"/>
                      <a:pt x="408"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37"/>
            <p:cNvGrpSpPr/>
            <p:nvPr/>
          </p:nvGrpSpPr>
          <p:grpSpPr>
            <a:xfrm flipH="1">
              <a:off x="6252696" y="2087612"/>
              <a:ext cx="512885" cy="402754"/>
              <a:chOff x="4077475" y="3567100"/>
              <a:chExt cx="153100" cy="120225"/>
            </a:xfrm>
          </p:grpSpPr>
          <p:sp>
            <p:nvSpPr>
              <p:cNvPr id="2101" name="Google Shape;2101;p37"/>
              <p:cNvSpPr/>
              <p:nvPr/>
            </p:nvSpPr>
            <p:spPr>
              <a:xfrm>
                <a:off x="4077475" y="3567100"/>
                <a:ext cx="153100" cy="120225"/>
              </a:xfrm>
              <a:custGeom>
                <a:rect b="b" l="l" r="r" t="t"/>
                <a:pathLst>
                  <a:path extrusionOk="0" h="4809" w="6124">
                    <a:moveTo>
                      <a:pt x="2731" y="1"/>
                    </a:moveTo>
                    <a:cubicBezTo>
                      <a:pt x="2276" y="1"/>
                      <a:pt x="1821" y="7"/>
                      <a:pt x="1365" y="17"/>
                    </a:cubicBezTo>
                    <a:cubicBezTo>
                      <a:pt x="1205" y="21"/>
                      <a:pt x="1011" y="14"/>
                      <a:pt x="903" y="183"/>
                    </a:cubicBezTo>
                    <a:cubicBezTo>
                      <a:pt x="676" y="540"/>
                      <a:pt x="469" y="919"/>
                      <a:pt x="283" y="1315"/>
                    </a:cubicBezTo>
                    <a:cubicBezTo>
                      <a:pt x="237" y="1318"/>
                      <a:pt x="191" y="1318"/>
                      <a:pt x="145" y="1319"/>
                    </a:cubicBezTo>
                    <a:cubicBezTo>
                      <a:pt x="97" y="1321"/>
                      <a:pt x="54" y="1371"/>
                      <a:pt x="50" y="1435"/>
                    </a:cubicBezTo>
                    <a:cubicBezTo>
                      <a:pt x="35" y="1574"/>
                      <a:pt x="18" y="1715"/>
                      <a:pt x="4" y="1855"/>
                    </a:cubicBezTo>
                    <a:cubicBezTo>
                      <a:pt x="0" y="1900"/>
                      <a:pt x="59" y="1907"/>
                      <a:pt x="104" y="1907"/>
                    </a:cubicBezTo>
                    <a:cubicBezTo>
                      <a:pt x="118" y="1907"/>
                      <a:pt x="130" y="1906"/>
                      <a:pt x="139" y="1906"/>
                    </a:cubicBezTo>
                    <a:cubicBezTo>
                      <a:pt x="201" y="1902"/>
                      <a:pt x="267" y="1900"/>
                      <a:pt x="335" y="1900"/>
                    </a:cubicBezTo>
                    <a:cubicBezTo>
                      <a:pt x="411" y="1900"/>
                      <a:pt x="489" y="1902"/>
                      <a:pt x="564" y="1904"/>
                    </a:cubicBezTo>
                    <a:cubicBezTo>
                      <a:pt x="515" y="2839"/>
                      <a:pt x="491" y="3776"/>
                      <a:pt x="489" y="4709"/>
                    </a:cubicBezTo>
                    <a:cubicBezTo>
                      <a:pt x="562" y="4754"/>
                      <a:pt x="644" y="4808"/>
                      <a:pt x="720" y="4808"/>
                    </a:cubicBezTo>
                    <a:cubicBezTo>
                      <a:pt x="749" y="4808"/>
                      <a:pt x="777" y="4800"/>
                      <a:pt x="803" y="4781"/>
                    </a:cubicBezTo>
                    <a:cubicBezTo>
                      <a:pt x="887" y="4724"/>
                      <a:pt x="894" y="4608"/>
                      <a:pt x="894" y="4508"/>
                    </a:cubicBezTo>
                    <a:cubicBezTo>
                      <a:pt x="890" y="3679"/>
                      <a:pt x="887" y="2851"/>
                      <a:pt x="881" y="2022"/>
                    </a:cubicBezTo>
                    <a:cubicBezTo>
                      <a:pt x="881" y="1983"/>
                      <a:pt x="880" y="1943"/>
                      <a:pt x="874" y="1904"/>
                    </a:cubicBezTo>
                    <a:cubicBezTo>
                      <a:pt x="1034" y="1904"/>
                      <a:pt x="1192" y="1903"/>
                      <a:pt x="1354" y="1903"/>
                    </a:cubicBezTo>
                    <a:cubicBezTo>
                      <a:pt x="1305" y="2836"/>
                      <a:pt x="1279" y="3773"/>
                      <a:pt x="1277" y="4708"/>
                    </a:cubicBezTo>
                    <a:cubicBezTo>
                      <a:pt x="1350" y="4753"/>
                      <a:pt x="1432" y="4807"/>
                      <a:pt x="1508" y="4807"/>
                    </a:cubicBezTo>
                    <a:cubicBezTo>
                      <a:pt x="1537" y="4807"/>
                      <a:pt x="1566" y="4799"/>
                      <a:pt x="1593" y="4780"/>
                    </a:cubicBezTo>
                    <a:cubicBezTo>
                      <a:pt x="1675" y="4722"/>
                      <a:pt x="1682" y="4607"/>
                      <a:pt x="1682" y="4506"/>
                    </a:cubicBezTo>
                    <a:cubicBezTo>
                      <a:pt x="1679" y="3678"/>
                      <a:pt x="1675" y="2849"/>
                      <a:pt x="1669" y="2021"/>
                    </a:cubicBezTo>
                    <a:cubicBezTo>
                      <a:pt x="1669" y="1979"/>
                      <a:pt x="1666" y="1940"/>
                      <a:pt x="1660" y="1900"/>
                    </a:cubicBezTo>
                    <a:cubicBezTo>
                      <a:pt x="1820" y="1900"/>
                      <a:pt x="1982" y="1898"/>
                      <a:pt x="2140" y="1898"/>
                    </a:cubicBezTo>
                    <a:cubicBezTo>
                      <a:pt x="2091" y="2835"/>
                      <a:pt x="2065" y="3771"/>
                      <a:pt x="2064" y="4708"/>
                    </a:cubicBezTo>
                    <a:cubicBezTo>
                      <a:pt x="2137" y="4753"/>
                      <a:pt x="2218" y="4807"/>
                      <a:pt x="2295" y="4807"/>
                    </a:cubicBezTo>
                    <a:cubicBezTo>
                      <a:pt x="2324" y="4807"/>
                      <a:pt x="2352" y="4799"/>
                      <a:pt x="2379" y="4780"/>
                    </a:cubicBezTo>
                    <a:cubicBezTo>
                      <a:pt x="2461" y="4722"/>
                      <a:pt x="2469" y="4607"/>
                      <a:pt x="2469" y="4506"/>
                    </a:cubicBezTo>
                    <a:cubicBezTo>
                      <a:pt x="2466" y="3678"/>
                      <a:pt x="2461" y="2849"/>
                      <a:pt x="2457" y="2021"/>
                    </a:cubicBezTo>
                    <a:cubicBezTo>
                      <a:pt x="2457" y="1979"/>
                      <a:pt x="2453" y="1936"/>
                      <a:pt x="2447" y="1896"/>
                    </a:cubicBezTo>
                    <a:cubicBezTo>
                      <a:pt x="2608" y="1896"/>
                      <a:pt x="2768" y="1893"/>
                      <a:pt x="2928" y="1891"/>
                    </a:cubicBezTo>
                    <a:lnTo>
                      <a:pt x="2928" y="1891"/>
                    </a:lnTo>
                    <a:cubicBezTo>
                      <a:pt x="2879" y="2828"/>
                      <a:pt x="2855" y="3769"/>
                      <a:pt x="2853" y="4706"/>
                    </a:cubicBezTo>
                    <a:cubicBezTo>
                      <a:pt x="2927" y="4751"/>
                      <a:pt x="3009" y="4804"/>
                      <a:pt x="3085" y="4804"/>
                    </a:cubicBezTo>
                    <a:cubicBezTo>
                      <a:pt x="3113" y="4804"/>
                      <a:pt x="3141" y="4797"/>
                      <a:pt x="3167" y="4778"/>
                    </a:cubicBezTo>
                    <a:cubicBezTo>
                      <a:pt x="3251" y="4721"/>
                      <a:pt x="3258" y="4606"/>
                      <a:pt x="3258" y="4505"/>
                    </a:cubicBezTo>
                    <a:cubicBezTo>
                      <a:pt x="3254" y="3676"/>
                      <a:pt x="3251" y="2848"/>
                      <a:pt x="3245" y="2019"/>
                    </a:cubicBezTo>
                    <a:cubicBezTo>
                      <a:pt x="3245" y="1976"/>
                      <a:pt x="3242" y="1933"/>
                      <a:pt x="3235" y="1890"/>
                    </a:cubicBezTo>
                    <a:cubicBezTo>
                      <a:pt x="3395" y="1888"/>
                      <a:pt x="3556" y="1888"/>
                      <a:pt x="3718" y="1885"/>
                    </a:cubicBezTo>
                    <a:lnTo>
                      <a:pt x="3718" y="1885"/>
                    </a:lnTo>
                    <a:cubicBezTo>
                      <a:pt x="3669" y="2825"/>
                      <a:pt x="3643" y="3764"/>
                      <a:pt x="3641" y="4705"/>
                    </a:cubicBezTo>
                    <a:cubicBezTo>
                      <a:pt x="3715" y="4749"/>
                      <a:pt x="3797" y="4803"/>
                      <a:pt x="3874" y="4803"/>
                    </a:cubicBezTo>
                    <a:cubicBezTo>
                      <a:pt x="3902" y="4803"/>
                      <a:pt x="3930" y="4795"/>
                      <a:pt x="3957" y="4777"/>
                    </a:cubicBezTo>
                    <a:cubicBezTo>
                      <a:pt x="4039" y="4719"/>
                      <a:pt x="4046" y="4604"/>
                      <a:pt x="4046" y="4503"/>
                    </a:cubicBezTo>
                    <a:cubicBezTo>
                      <a:pt x="4043" y="3675"/>
                      <a:pt x="4039" y="2846"/>
                      <a:pt x="4035" y="2018"/>
                    </a:cubicBezTo>
                    <a:cubicBezTo>
                      <a:pt x="4035" y="1972"/>
                      <a:pt x="4030" y="1927"/>
                      <a:pt x="4023" y="1883"/>
                    </a:cubicBezTo>
                    <a:cubicBezTo>
                      <a:pt x="4183" y="1881"/>
                      <a:pt x="4346" y="1881"/>
                      <a:pt x="4506" y="1878"/>
                    </a:cubicBezTo>
                    <a:lnTo>
                      <a:pt x="4506" y="1878"/>
                    </a:lnTo>
                    <a:cubicBezTo>
                      <a:pt x="4457" y="2819"/>
                      <a:pt x="4432" y="3761"/>
                      <a:pt x="4431" y="4704"/>
                    </a:cubicBezTo>
                    <a:cubicBezTo>
                      <a:pt x="4504" y="4748"/>
                      <a:pt x="4586" y="4802"/>
                      <a:pt x="4662" y="4802"/>
                    </a:cubicBezTo>
                    <a:cubicBezTo>
                      <a:pt x="4691" y="4802"/>
                      <a:pt x="4719" y="4794"/>
                      <a:pt x="4745" y="4776"/>
                    </a:cubicBezTo>
                    <a:cubicBezTo>
                      <a:pt x="4829" y="4718"/>
                      <a:pt x="4836" y="4601"/>
                      <a:pt x="4836" y="4502"/>
                    </a:cubicBezTo>
                    <a:cubicBezTo>
                      <a:pt x="4832" y="3673"/>
                      <a:pt x="4829" y="2845"/>
                      <a:pt x="4823" y="2017"/>
                    </a:cubicBezTo>
                    <a:cubicBezTo>
                      <a:pt x="4823" y="1969"/>
                      <a:pt x="4820" y="1923"/>
                      <a:pt x="4810" y="1877"/>
                    </a:cubicBezTo>
                    <a:cubicBezTo>
                      <a:pt x="4971" y="1877"/>
                      <a:pt x="5133" y="1875"/>
                      <a:pt x="5295" y="1875"/>
                    </a:cubicBezTo>
                    <a:cubicBezTo>
                      <a:pt x="5246" y="2818"/>
                      <a:pt x="5221" y="3760"/>
                      <a:pt x="5219" y="4704"/>
                    </a:cubicBezTo>
                    <a:cubicBezTo>
                      <a:pt x="5292" y="4748"/>
                      <a:pt x="5374" y="4802"/>
                      <a:pt x="5451" y="4802"/>
                    </a:cubicBezTo>
                    <a:cubicBezTo>
                      <a:pt x="5480" y="4802"/>
                      <a:pt x="5508" y="4794"/>
                      <a:pt x="5535" y="4776"/>
                    </a:cubicBezTo>
                    <a:cubicBezTo>
                      <a:pt x="5617" y="4718"/>
                      <a:pt x="5624" y="4601"/>
                      <a:pt x="5624" y="4502"/>
                    </a:cubicBezTo>
                    <a:cubicBezTo>
                      <a:pt x="5621" y="3673"/>
                      <a:pt x="5617" y="2845"/>
                      <a:pt x="5612" y="2017"/>
                    </a:cubicBezTo>
                    <a:cubicBezTo>
                      <a:pt x="5612" y="1968"/>
                      <a:pt x="5608" y="1920"/>
                      <a:pt x="5599" y="1874"/>
                    </a:cubicBezTo>
                    <a:cubicBezTo>
                      <a:pt x="5764" y="1874"/>
                      <a:pt x="5925" y="1873"/>
                      <a:pt x="6089" y="1873"/>
                    </a:cubicBezTo>
                    <a:cubicBezTo>
                      <a:pt x="6117" y="1751"/>
                      <a:pt x="6124" y="1571"/>
                      <a:pt x="6117" y="1437"/>
                    </a:cubicBezTo>
                    <a:cubicBezTo>
                      <a:pt x="6094" y="1420"/>
                      <a:pt x="6066" y="1383"/>
                      <a:pt x="6039" y="1378"/>
                    </a:cubicBezTo>
                    <a:cubicBezTo>
                      <a:pt x="6016" y="1377"/>
                      <a:pt x="5994" y="1375"/>
                      <a:pt x="5971" y="1373"/>
                    </a:cubicBezTo>
                    <a:cubicBezTo>
                      <a:pt x="5843" y="876"/>
                      <a:pt x="5604" y="448"/>
                      <a:pt x="5327" y="80"/>
                    </a:cubicBezTo>
                    <a:cubicBezTo>
                      <a:pt x="4463" y="23"/>
                      <a:pt x="3598" y="1"/>
                      <a:pt x="2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7"/>
              <p:cNvSpPr/>
              <p:nvPr/>
            </p:nvSpPr>
            <p:spPr>
              <a:xfrm>
                <a:off x="4089450" y="3598325"/>
                <a:ext cx="130425" cy="3600"/>
              </a:xfrm>
              <a:custGeom>
                <a:rect b="b" l="l" r="r" t="t"/>
                <a:pathLst>
                  <a:path extrusionOk="0" h="144" w="5217">
                    <a:moveTo>
                      <a:pt x="2501" y="1"/>
                    </a:moveTo>
                    <a:cubicBezTo>
                      <a:pt x="2094" y="1"/>
                      <a:pt x="1688" y="11"/>
                      <a:pt x="1281" y="16"/>
                    </a:cubicBezTo>
                    <a:cubicBezTo>
                      <a:pt x="860" y="21"/>
                      <a:pt x="438" y="8"/>
                      <a:pt x="19" y="76"/>
                    </a:cubicBezTo>
                    <a:cubicBezTo>
                      <a:pt x="0" y="79"/>
                      <a:pt x="6" y="105"/>
                      <a:pt x="22" y="106"/>
                    </a:cubicBezTo>
                    <a:cubicBezTo>
                      <a:pt x="108" y="111"/>
                      <a:pt x="194" y="113"/>
                      <a:pt x="280" y="113"/>
                    </a:cubicBezTo>
                    <a:cubicBezTo>
                      <a:pt x="626" y="113"/>
                      <a:pt x="971" y="81"/>
                      <a:pt x="1315" y="70"/>
                    </a:cubicBezTo>
                    <a:cubicBezTo>
                      <a:pt x="1541" y="63"/>
                      <a:pt x="1767" y="61"/>
                      <a:pt x="1993" y="61"/>
                    </a:cubicBezTo>
                    <a:cubicBezTo>
                      <a:pt x="2199" y="61"/>
                      <a:pt x="2405" y="63"/>
                      <a:pt x="2611" y="65"/>
                    </a:cubicBezTo>
                    <a:cubicBezTo>
                      <a:pt x="3472" y="73"/>
                      <a:pt x="4335" y="105"/>
                      <a:pt x="5197" y="144"/>
                    </a:cubicBezTo>
                    <a:cubicBezTo>
                      <a:pt x="5197" y="144"/>
                      <a:pt x="5198" y="144"/>
                      <a:pt x="5198" y="144"/>
                    </a:cubicBezTo>
                    <a:cubicBezTo>
                      <a:pt x="5217" y="144"/>
                      <a:pt x="5215" y="115"/>
                      <a:pt x="5198" y="113"/>
                    </a:cubicBezTo>
                    <a:cubicBezTo>
                      <a:pt x="4327" y="37"/>
                      <a:pt x="3449" y="4"/>
                      <a:pt x="2576" y="1"/>
                    </a:cubicBezTo>
                    <a:cubicBezTo>
                      <a:pt x="2551" y="1"/>
                      <a:pt x="2526" y="1"/>
                      <a:pt x="2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7"/>
              <p:cNvSpPr/>
              <p:nvPr/>
            </p:nvSpPr>
            <p:spPr>
              <a:xfrm>
                <a:off x="4106350" y="3571575"/>
                <a:ext cx="12475" cy="28250"/>
              </a:xfrm>
              <a:custGeom>
                <a:rect b="b" l="l" r="r" t="t"/>
                <a:pathLst>
                  <a:path extrusionOk="0" h="1130" w="499">
                    <a:moveTo>
                      <a:pt x="23" y="0"/>
                    </a:moveTo>
                    <a:cubicBezTo>
                      <a:pt x="12" y="0"/>
                      <a:pt x="1" y="10"/>
                      <a:pt x="5" y="22"/>
                    </a:cubicBezTo>
                    <a:lnTo>
                      <a:pt x="232" y="588"/>
                    </a:lnTo>
                    <a:cubicBezTo>
                      <a:pt x="271" y="682"/>
                      <a:pt x="307" y="774"/>
                      <a:pt x="344" y="868"/>
                    </a:cubicBezTo>
                    <a:lnTo>
                      <a:pt x="400" y="1006"/>
                    </a:lnTo>
                    <a:cubicBezTo>
                      <a:pt x="416" y="1047"/>
                      <a:pt x="425" y="1096"/>
                      <a:pt x="459" y="1124"/>
                    </a:cubicBezTo>
                    <a:cubicBezTo>
                      <a:pt x="464" y="1128"/>
                      <a:pt x="469" y="1130"/>
                      <a:pt x="474" y="1130"/>
                    </a:cubicBezTo>
                    <a:cubicBezTo>
                      <a:pt x="486" y="1130"/>
                      <a:pt x="496" y="1121"/>
                      <a:pt x="497" y="1107"/>
                    </a:cubicBezTo>
                    <a:cubicBezTo>
                      <a:pt x="498" y="1070"/>
                      <a:pt x="475" y="1034"/>
                      <a:pt x="459" y="996"/>
                    </a:cubicBezTo>
                    <a:cubicBezTo>
                      <a:pt x="439" y="949"/>
                      <a:pt x="419" y="904"/>
                      <a:pt x="400" y="858"/>
                    </a:cubicBezTo>
                    <a:cubicBezTo>
                      <a:pt x="358" y="761"/>
                      <a:pt x="317" y="666"/>
                      <a:pt x="278" y="571"/>
                    </a:cubicBezTo>
                    <a:cubicBezTo>
                      <a:pt x="196" y="384"/>
                      <a:pt x="115" y="197"/>
                      <a:pt x="36" y="9"/>
                    </a:cubicBezTo>
                    <a:cubicBezTo>
                      <a:pt x="33" y="3"/>
                      <a:pt x="28" y="0"/>
                      <a:pt x="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4" name="Google Shape;2104;p37"/>
            <p:cNvSpPr/>
            <p:nvPr/>
          </p:nvSpPr>
          <p:spPr>
            <a:xfrm flipH="1">
              <a:off x="6415572" y="4005517"/>
              <a:ext cx="26130" cy="325369"/>
            </a:xfrm>
            <a:custGeom>
              <a:rect b="b" l="l" r="r" t="t"/>
              <a:pathLst>
                <a:path extrusionOk="0" h="3885" w="312">
                  <a:moveTo>
                    <a:pt x="266" y="0"/>
                  </a:moveTo>
                  <a:cubicBezTo>
                    <a:pt x="248" y="0"/>
                    <a:pt x="230" y="10"/>
                    <a:pt x="224" y="32"/>
                  </a:cubicBezTo>
                  <a:cubicBezTo>
                    <a:pt x="131" y="323"/>
                    <a:pt x="120" y="649"/>
                    <a:pt x="91" y="951"/>
                  </a:cubicBezTo>
                  <a:cubicBezTo>
                    <a:pt x="59" y="1267"/>
                    <a:pt x="38" y="1584"/>
                    <a:pt x="26" y="1901"/>
                  </a:cubicBezTo>
                  <a:cubicBezTo>
                    <a:pt x="0" y="2547"/>
                    <a:pt x="21" y="3194"/>
                    <a:pt x="71" y="3838"/>
                  </a:cubicBezTo>
                  <a:cubicBezTo>
                    <a:pt x="73" y="3869"/>
                    <a:pt x="98" y="3885"/>
                    <a:pt x="122" y="3885"/>
                  </a:cubicBezTo>
                  <a:cubicBezTo>
                    <a:pt x="145" y="3885"/>
                    <a:pt x="168" y="3869"/>
                    <a:pt x="166" y="3838"/>
                  </a:cubicBezTo>
                  <a:cubicBezTo>
                    <a:pt x="129" y="3204"/>
                    <a:pt x="124" y="2571"/>
                    <a:pt x="150" y="1937"/>
                  </a:cubicBezTo>
                  <a:cubicBezTo>
                    <a:pt x="163" y="1633"/>
                    <a:pt x="182" y="1326"/>
                    <a:pt x="211" y="1022"/>
                  </a:cubicBezTo>
                  <a:cubicBezTo>
                    <a:pt x="239" y="698"/>
                    <a:pt x="312" y="366"/>
                    <a:pt x="309" y="42"/>
                  </a:cubicBezTo>
                  <a:cubicBezTo>
                    <a:pt x="309" y="15"/>
                    <a:pt x="287" y="0"/>
                    <a:pt x="266" y="0"/>
                  </a:cubicBezTo>
                  <a:close/>
                </a:path>
              </a:pathLst>
            </a:custGeom>
            <a:solidFill>
              <a:srgbClr val="C259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5" name="Google Shape;2105;p37"/>
            <p:cNvGrpSpPr/>
            <p:nvPr/>
          </p:nvGrpSpPr>
          <p:grpSpPr>
            <a:xfrm flipH="1">
              <a:off x="5193593" y="2455777"/>
              <a:ext cx="3950236" cy="3006541"/>
              <a:chOff x="3367550" y="3677000"/>
              <a:chExt cx="1179175" cy="897475"/>
            </a:xfrm>
          </p:grpSpPr>
          <p:grpSp>
            <p:nvGrpSpPr>
              <p:cNvPr id="2106" name="Google Shape;2106;p37"/>
              <p:cNvGrpSpPr/>
              <p:nvPr/>
            </p:nvGrpSpPr>
            <p:grpSpPr>
              <a:xfrm>
                <a:off x="4304350" y="3727600"/>
                <a:ext cx="75575" cy="73775"/>
                <a:chOff x="4304350" y="3727600"/>
                <a:chExt cx="75575" cy="73775"/>
              </a:xfrm>
            </p:grpSpPr>
            <p:sp>
              <p:nvSpPr>
                <p:cNvPr id="2107" name="Google Shape;2107;p37"/>
                <p:cNvSpPr/>
                <p:nvPr/>
              </p:nvSpPr>
              <p:spPr>
                <a:xfrm>
                  <a:off x="4304350" y="3727600"/>
                  <a:ext cx="75575" cy="73775"/>
                </a:xfrm>
                <a:custGeom>
                  <a:rect b="b" l="l" r="r" t="t"/>
                  <a:pathLst>
                    <a:path extrusionOk="0" h="2951" w="3023">
                      <a:moveTo>
                        <a:pt x="2494" y="0"/>
                      </a:moveTo>
                      <a:cubicBezTo>
                        <a:pt x="2206" y="0"/>
                        <a:pt x="1865" y="71"/>
                        <a:pt x="1675" y="164"/>
                      </a:cubicBezTo>
                      <a:cubicBezTo>
                        <a:pt x="1182" y="399"/>
                        <a:pt x="692" y="690"/>
                        <a:pt x="357" y="1133"/>
                      </a:cubicBezTo>
                      <a:cubicBezTo>
                        <a:pt x="141" y="1420"/>
                        <a:pt x="1" y="1818"/>
                        <a:pt x="167" y="2135"/>
                      </a:cubicBezTo>
                      <a:cubicBezTo>
                        <a:pt x="303" y="2394"/>
                        <a:pt x="599" y="2521"/>
                        <a:pt x="875" y="2616"/>
                      </a:cubicBezTo>
                      <a:cubicBezTo>
                        <a:pt x="1326" y="2773"/>
                        <a:pt x="1790" y="2898"/>
                        <a:pt x="2264" y="2944"/>
                      </a:cubicBezTo>
                      <a:cubicBezTo>
                        <a:pt x="2305" y="2948"/>
                        <a:pt x="2346" y="2950"/>
                        <a:pt x="2387" y="2950"/>
                      </a:cubicBezTo>
                      <a:cubicBezTo>
                        <a:pt x="2493" y="2950"/>
                        <a:pt x="2597" y="2934"/>
                        <a:pt x="2678" y="2869"/>
                      </a:cubicBezTo>
                      <a:cubicBezTo>
                        <a:pt x="2813" y="2764"/>
                        <a:pt x="2836" y="2571"/>
                        <a:pt x="2848" y="2400"/>
                      </a:cubicBezTo>
                      <a:cubicBezTo>
                        <a:pt x="2888" y="1780"/>
                        <a:pt x="2930" y="1162"/>
                        <a:pt x="2972" y="543"/>
                      </a:cubicBezTo>
                      <a:cubicBezTo>
                        <a:pt x="2979" y="432"/>
                        <a:pt x="3022" y="273"/>
                        <a:pt x="2979" y="168"/>
                      </a:cubicBezTo>
                      <a:cubicBezTo>
                        <a:pt x="2928" y="48"/>
                        <a:pt x="2729" y="0"/>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7"/>
                <p:cNvSpPr/>
                <p:nvPr/>
              </p:nvSpPr>
              <p:spPr>
                <a:xfrm>
                  <a:off x="4362600" y="3747725"/>
                  <a:ext cx="5750" cy="41575"/>
                </a:xfrm>
                <a:custGeom>
                  <a:rect b="b" l="l" r="r" t="t"/>
                  <a:pathLst>
                    <a:path extrusionOk="0" h="1663" w="230">
                      <a:moveTo>
                        <a:pt x="203" y="0"/>
                      </a:moveTo>
                      <a:cubicBezTo>
                        <a:pt x="192" y="0"/>
                        <a:pt x="179" y="7"/>
                        <a:pt x="174" y="19"/>
                      </a:cubicBezTo>
                      <a:cubicBezTo>
                        <a:pt x="81" y="275"/>
                        <a:pt x="42" y="547"/>
                        <a:pt x="24" y="817"/>
                      </a:cubicBezTo>
                      <a:cubicBezTo>
                        <a:pt x="6" y="1085"/>
                        <a:pt x="1" y="1363"/>
                        <a:pt x="38" y="1629"/>
                      </a:cubicBezTo>
                      <a:cubicBezTo>
                        <a:pt x="41" y="1653"/>
                        <a:pt x="60" y="1663"/>
                        <a:pt x="79" y="1663"/>
                      </a:cubicBezTo>
                      <a:cubicBezTo>
                        <a:pt x="105" y="1663"/>
                        <a:pt x="133" y="1646"/>
                        <a:pt x="132" y="1616"/>
                      </a:cubicBezTo>
                      <a:cubicBezTo>
                        <a:pt x="123" y="1348"/>
                        <a:pt x="110" y="1085"/>
                        <a:pt x="132" y="817"/>
                      </a:cubicBezTo>
                      <a:cubicBezTo>
                        <a:pt x="153" y="552"/>
                        <a:pt x="197" y="289"/>
                        <a:pt x="228" y="26"/>
                      </a:cubicBezTo>
                      <a:cubicBezTo>
                        <a:pt x="230" y="9"/>
                        <a:pt x="217" y="0"/>
                        <a:pt x="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7"/>
                <p:cNvSpPr/>
                <p:nvPr/>
              </p:nvSpPr>
              <p:spPr>
                <a:xfrm>
                  <a:off x="4351125" y="3755000"/>
                  <a:ext cx="3225" cy="30275"/>
                </a:xfrm>
                <a:custGeom>
                  <a:rect b="b" l="l" r="r" t="t"/>
                  <a:pathLst>
                    <a:path extrusionOk="0" h="1211" w="129">
                      <a:moveTo>
                        <a:pt x="37" y="1"/>
                      </a:moveTo>
                      <a:cubicBezTo>
                        <a:pt x="32" y="1"/>
                        <a:pt x="27" y="3"/>
                        <a:pt x="26" y="7"/>
                      </a:cubicBezTo>
                      <a:cubicBezTo>
                        <a:pt x="6" y="45"/>
                        <a:pt x="12" y="88"/>
                        <a:pt x="10" y="130"/>
                      </a:cubicBezTo>
                      <a:cubicBezTo>
                        <a:pt x="7" y="184"/>
                        <a:pt x="6" y="238"/>
                        <a:pt x="4" y="289"/>
                      </a:cubicBezTo>
                      <a:cubicBezTo>
                        <a:pt x="0" y="393"/>
                        <a:pt x="4" y="497"/>
                        <a:pt x="10" y="599"/>
                      </a:cubicBezTo>
                      <a:cubicBezTo>
                        <a:pt x="13" y="702"/>
                        <a:pt x="20" y="807"/>
                        <a:pt x="27" y="909"/>
                      </a:cubicBezTo>
                      <a:cubicBezTo>
                        <a:pt x="32" y="964"/>
                        <a:pt x="35" y="1016"/>
                        <a:pt x="40" y="1069"/>
                      </a:cubicBezTo>
                      <a:cubicBezTo>
                        <a:pt x="43" y="1112"/>
                        <a:pt x="42" y="1160"/>
                        <a:pt x="65" y="1197"/>
                      </a:cubicBezTo>
                      <a:cubicBezTo>
                        <a:pt x="70" y="1206"/>
                        <a:pt x="79" y="1210"/>
                        <a:pt x="87" y="1210"/>
                      </a:cubicBezTo>
                      <a:cubicBezTo>
                        <a:pt x="98" y="1210"/>
                        <a:pt x="110" y="1203"/>
                        <a:pt x="115" y="1190"/>
                      </a:cubicBezTo>
                      <a:cubicBezTo>
                        <a:pt x="128" y="1150"/>
                        <a:pt x="114" y="1095"/>
                        <a:pt x="111" y="1049"/>
                      </a:cubicBezTo>
                      <a:cubicBezTo>
                        <a:pt x="107" y="994"/>
                        <a:pt x="101" y="942"/>
                        <a:pt x="98" y="887"/>
                      </a:cubicBezTo>
                      <a:cubicBezTo>
                        <a:pt x="91" y="789"/>
                        <a:pt x="85" y="690"/>
                        <a:pt x="81" y="589"/>
                      </a:cubicBezTo>
                      <a:cubicBezTo>
                        <a:pt x="78" y="490"/>
                        <a:pt x="76" y="389"/>
                        <a:pt x="71" y="289"/>
                      </a:cubicBezTo>
                      <a:cubicBezTo>
                        <a:pt x="66" y="236"/>
                        <a:pt x="65" y="181"/>
                        <a:pt x="63" y="130"/>
                      </a:cubicBezTo>
                      <a:cubicBezTo>
                        <a:pt x="62" y="88"/>
                        <a:pt x="68" y="47"/>
                        <a:pt x="49" y="7"/>
                      </a:cubicBezTo>
                      <a:cubicBezTo>
                        <a:pt x="47" y="3"/>
                        <a:pt x="42"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37"/>
              <p:cNvGrpSpPr/>
              <p:nvPr/>
            </p:nvGrpSpPr>
            <p:grpSpPr>
              <a:xfrm>
                <a:off x="4084900" y="3829625"/>
                <a:ext cx="419500" cy="510950"/>
                <a:chOff x="4084900" y="3829625"/>
                <a:chExt cx="419500" cy="510950"/>
              </a:xfrm>
            </p:grpSpPr>
            <p:sp>
              <p:nvSpPr>
                <p:cNvPr id="2111" name="Google Shape;2111;p37"/>
                <p:cNvSpPr/>
                <p:nvPr/>
              </p:nvSpPr>
              <p:spPr>
                <a:xfrm>
                  <a:off x="4084900" y="3829625"/>
                  <a:ext cx="419500" cy="510950"/>
                </a:xfrm>
                <a:custGeom>
                  <a:rect b="b" l="l" r="r" t="t"/>
                  <a:pathLst>
                    <a:path extrusionOk="0" h="20438" w="16780">
                      <a:moveTo>
                        <a:pt x="16526" y="0"/>
                      </a:moveTo>
                      <a:cubicBezTo>
                        <a:pt x="16518" y="0"/>
                        <a:pt x="16510" y="7"/>
                        <a:pt x="16513" y="17"/>
                      </a:cubicBezTo>
                      <a:cubicBezTo>
                        <a:pt x="16519" y="40"/>
                        <a:pt x="16523" y="64"/>
                        <a:pt x="16527" y="89"/>
                      </a:cubicBezTo>
                      <a:cubicBezTo>
                        <a:pt x="16508" y="77"/>
                        <a:pt x="16487" y="72"/>
                        <a:pt x="16465" y="72"/>
                      </a:cubicBezTo>
                      <a:cubicBezTo>
                        <a:pt x="16420" y="72"/>
                        <a:pt x="16376" y="95"/>
                        <a:pt x="16351" y="131"/>
                      </a:cubicBezTo>
                      <a:cubicBezTo>
                        <a:pt x="15258" y="435"/>
                        <a:pt x="14190" y="811"/>
                        <a:pt x="13154" y="1278"/>
                      </a:cubicBezTo>
                      <a:cubicBezTo>
                        <a:pt x="12075" y="1764"/>
                        <a:pt x="11031" y="2317"/>
                        <a:pt x="10027" y="2942"/>
                      </a:cubicBezTo>
                      <a:cubicBezTo>
                        <a:pt x="8005" y="4197"/>
                        <a:pt x="6138" y="5680"/>
                        <a:pt x="4408" y="7309"/>
                      </a:cubicBezTo>
                      <a:cubicBezTo>
                        <a:pt x="3539" y="8124"/>
                        <a:pt x="2702" y="8979"/>
                        <a:pt x="1904" y="9863"/>
                      </a:cubicBezTo>
                      <a:cubicBezTo>
                        <a:pt x="1130" y="10722"/>
                        <a:pt x="359" y="11696"/>
                        <a:pt x="173" y="12870"/>
                      </a:cubicBezTo>
                      <a:cubicBezTo>
                        <a:pt x="0" y="13967"/>
                        <a:pt x="400" y="15060"/>
                        <a:pt x="1070" y="15923"/>
                      </a:cubicBezTo>
                      <a:cubicBezTo>
                        <a:pt x="1803" y="16867"/>
                        <a:pt x="2826" y="17502"/>
                        <a:pt x="3921" y="17949"/>
                      </a:cubicBezTo>
                      <a:cubicBezTo>
                        <a:pt x="5128" y="18443"/>
                        <a:pt x="6410" y="18738"/>
                        <a:pt x="7665" y="19071"/>
                      </a:cubicBezTo>
                      <a:cubicBezTo>
                        <a:pt x="9051" y="19440"/>
                        <a:pt x="10442" y="19802"/>
                        <a:pt x="11830" y="20168"/>
                      </a:cubicBezTo>
                      <a:cubicBezTo>
                        <a:pt x="12168" y="20256"/>
                        <a:pt x="12505" y="20346"/>
                        <a:pt x="12839" y="20436"/>
                      </a:cubicBezTo>
                      <a:cubicBezTo>
                        <a:pt x="12843" y="20437"/>
                        <a:pt x="12847" y="20437"/>
                        <a:pt x="12850" y="20437"/>
                      </a:cubicBezTo>
                      <a:cubicBezTo>
                        <a:pt x="12874" y="20437"/>
                        <a:pt x="12896" y="20418"/>
                        <a:pt x="12895" y="20392"/>
                      </a:cubicBezTo>
                      <a:cubicBezTo>
                        <a:pt x="12812" y="18695"/>
                        <a:pt x="12732" y="16997"/>
                        <a:pt x="12747" y="15296"/>
                      </a:cubicBezTo>
                      <a:cubicBezTo>
                        <a:pt x="12761" y="13592"/>
                        <a:pt x="12869" y="11883"/>
                        <a:pt x="13170" y="10203"/>
                      </a:cubicBezTo>
                      <a:cubicBezTo>
                        <a:pt x="13277" y="9606"/>
                        <a:pt x="13412" y="9015"/>
                        <a:pt x="13564" y="8427"/>
                      </a:cubicBezTo>
                      <a:cubicBezTo>
                        <a:pt x="13564" y="8426"/>
                        <a:pt x="13565" y="8426"/>
                        <a:pt x="13565" y="8426"/>
                      </a:cubicBezTo>
                      <a:cubicBezTo>
                        <a:pt x="13676" y="8148"/>
                        <a:pt x="13754" y="7862"/>
                        <a:pt x="13846" y="7577"/>
                      </a:cubicBezTo>
                      <a:cubicBezTo>
                        <a:pt x="13935" y="7295"/>
                        <a:pt x="14029" y="7012"/>
                        <a:pt x="14128" y="6731"/>
                      </a:cubicBezTo>
                      <a:cubicBezTo>
                        <a:pt x="14324" y="6169"/>
                        <a:pt x="14538" y="5615"/>
                        <a:pt x="14768" y="5064"/>
                      </a:cubicBezTo>
                      <a:cubicBezTo>
                        <a:pt x="15002" y="4507"/>
                        <a:pt x="15252" y="3958"/>
                        <a:pt x="15517" y="3413"/>
                      </a:cubicBezTo>
                      <a:cubicBezTo>
                        <a:pt x="15777" y="2884"/>
                        <a:pt x="16078" y="2374"/>
                        <a:pt x="16327" y="1841"/>
                      </a:cubicBezTo>
                      <a:cubicBezTo>
                        <a:pt x="16588" y="1272"/>
                        <a:pt x="16779" y="617"/>
                        <a:pt x="16540" y="10"/>
                      </a:cubicBezTo>
                      <a:cubicBezTo>
                        <a:pt x="16537" y="4"/>
                        <a:pt x="16531" y="0"/>
                        <a:pt x="16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7"/>
                <p:cNvSpPr/>
                <p:nvPr/>
              </p:nvSpPr>
              <p:spPr>
                <a:xfrm>
                  <a:off x="4368400" y="3961550"/>
                  <a:ext cx="47875" cy="292600"/>
                </a:xfrm>
                <a:custGeom>
                  <a:rect b="b" l="l" r="r" t="t"/>
                  <a:pathLst>
                    <a:path extrusionOk="0" h="11704" w="1915">
                      <a:moveTo>
                        <a:pt x="1845" y="1"/>
                      </a:moveTo>
                      <a:cubicBezTo>
                        <a:pt x="1821" y="1"/>
                        <a:pt x="1798" y="13"/>
                        <a:pt x="1787" y="42"/>
                      </a:cubicBezTo>
                      <a:cubicBezTo>
                        <a:pt x="1534" y="766"/>
                        <a:pt x="1371" y="1535"/>
                        <a:pt x="1196" y="2281"/>
                      </a:cubicBezTo>
                      <a:cubicBezTo>
                        <a:pt x="1021" y="3032"/>
                        <a:pt x="864" y="3788"/>
                        <a:pt x="725" y="4546"/>
                      </a:cubicBezTo>
                      <a:cubicBezTo>
                        <a:pt x="452" y="6046"/>
                        <a:pt x="251" y="7562"/>
                        <a:pt x="129" y="9080"/>
                      </a:cubicBezTo>
                      <a:cubicBezTo>
                        <a:pt x="58" y="9943"/>
                        <a:pt x="19" y="10806"/>
                        <a:pt x="1" y="11672"/>
                      </a:cubicBezTo>
                      <a:cubicBezTo>
                        <a:pt x="1" y="11693"/>
                        <a:pt x="16" y="11703"/>
                        <a:pt x="32" y="11703"/>
                      </a:cubicBezTo>
                      <a:cubicBezTo>
                        <a:pt x="48" y="11703"/>
                        <a:pt x="65" y="11693"/>
                        <a:pt x="65" y="11672"/>
                      </a:cubicBezTo>
                      <a:cubicBezTo>
                        <a:pt x="188" y="8616"/>
                        <a:pt x="574" y="5569"/>
                        <a:pt x="1260" y="2588"/>
                      </a:cubicBezTo>
                      <a:cubicBezTo>
                        <a:pt x="1353" y="2178"/>
                        <a:pt x="1454" y="1768"/>
                        <a:pt x="1558" y="1362"/>
                      </a:cubicBezTo>
                      <a:cubicBezTo>
                        <a:pt x="1670" y="933"/>
                        <a:pt x="1806" y="506"/>
                        <a:pt x="1905" y="74"/>
                      </a:cubicBezTo>
                      <a:cubicBezTo>
                        <a:pt x="1915" y="29"/>
                        <a:pt x="1880" y="1"/>
                        <a:pt x="1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7"/>
                <p:cNvSpPr/>
                <p:nvPr/>
              </p:nvSpPr>
              <p:spPr>
                <a:xfrm>
                  <a:off x="4339150" y="4039875"/>
                  <a:ext cx="19575" cy="122100"/>
                </a:xfrm>
                <a:custGeom>
                  <a:rect b="b" l="l" r="r" t="t"/>
                  <a:pathLst>
                    <a:path extrusionOk="0" h="4884" w="783">
                      <a:moveTo>
                        <a:pt x="735" y="1"/>
                      </a:moveTo>
                      <a:cubicBezTo>
                        <a:pt x="715" y="1"/>
                        <a:pt x="693" y="12"/>
                        <a:pt x="686" y="34"/>
                      </a:cubicBezTo>
                      <a:cubicBezTo>
                        <a:pt x="565" y="419"/>
                        <a:pt x="512" y="827"/>
                        <a:pt x="443" y="1224"/>
                      </a:cubicBezTo>
                      <a:cubicBezTo>
                        <a:pt x="377" y="1619"/>
                        <a:pt x="313" y="2012"/>
                        <a:pt x="261" y="2409"/>
                      </a:cubicBezTo>
                      <a:cubicBezTo>
                        <a:pt x="207" y="2811"/>
                        <a:pt x="161" y="3213"/>
                        <a:pt x="119" y="3616"/>
                      </a:cubicBezTo>
                      <a:cubicBezTo>
                        <a:pt x="79" y="4019"/>
                        <a:pt x="1" y="4454"/>
                        <a:pt x="27" y="4862"/>
                      </a:cubicBezTo>
                      <a:cubicBezTo>
                        <a:pt x="28" y="4875"/>
                        <a:pt x="41" y="4883"/>
                        <a:pt x="52" y="4883"/>
                      </a:cubicBezTo>
                      <a:cubicBezTo>
                        <a:pt x="60" y="4883"/>
                        <a:pt x="68" y="4879"/>
                        <a:pt x="70" y="4868"/>
                      </a:cubicBezTo>
                      <a:cubicBezTo>
                        <a:pt x="159" y="4501"/>
                        <a:pt x="169" y="4099"/>
                        <a:pt x="214" y="3723"/>
                      </a:cubicBezTo>
                      <a:cubicBezTo>
                        <a:pt x="267" y="3290"/>
                        <a:pt x="328" y="2858"/>
                        <a:pt x="393" y="2427"/>
                      </a:cubicBezTo>
                      <a:cubicBezTo>
                        <a:pt x="455" y="2025"/>
                        <a:pt x="515" y="1626"/>
                        <a:pt x="584" y="1226"/>
                      </a:cubicBezTo>
                      <a:cubicBezTo>
                        <a:pt x="652" y="834"/>
                        <a:pt x="743" y="445"/>
                        <a:pt x="779" y="46"/>
                      </a:cubicBezTo>
                      <a:cubicBezTo>
                        <a:pt x="783" y="16"/>
                        <a:pt x="759" y="1"/>
                        <a:pt x="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7"/>
                <p:cNvSpPr/>
                <p:nvPr/>
              </p:nvSpPr>
              <p:spPr>
                <a:xfrm>
                  <a:off x="4209200" y="4152775"/>
                  <a:ext cx="6500" cy="116500"/>
                </a:xfrm>
                <a:custGeom>
                  <a:rect b="b" l="l" r="r" t="t"/>
                  <a:pathLst>
                    <a:path extrusionOk="0" h="4660" w="260">
                      <a:moveTo>
                        <a:pt x="184" y="0"/>
                      </a:moveTo>
                      <a:cubicBezTo>
                        <a:pt x="166" y="0"/>
                        <a:pt x="150" y="9"/>
                        <a:pt x="145" y="29"/>
                      </a:cubicBezTo>
                      <a:cubicBezTo>
                        <a:pt x="64" y="385"/>
                        <a:pt x="54" y="767"/>
                        <a:pt x="34" y="1131"/>
                      </a:cubicBezTo>
                      <a:cubicBezTo>
                        <a:pt x="11" y="1531"/>
                        <a:pt x="0" y="1932"/>
                        <a:pt x="6" y="2333"/>
                      </a:cubicBezTo>
                      <a:cubicBezTo>
                        <a:pt x="15" y="3101"/>
                        <a:pt x="77" y="3870"/>
                        <a:pt x="182" y="4632"/>
                      </a:cubicBezTo>
                      <a:cubicBezTo>
                        <a:pt x="185" y="4651"/>
                        <a:pt x="200" y="4659"/>
                        <a:pt x="216" y="4659"/>
                      </a:cubicBezTo>
                      <a:cubicBezTo>
                        <a:pt x="237" y="4659"/>
                        <a:pt x="259" y="4645"/>
                        <a:pt x="257" y="4621"/>
                      </a:cubicBezTo>
                      <a:cubicBezTo>
                        <a:pt x="158" y="3863"/>
                        <a:pt x="107" y="3098"/>
                        <a:pt x="103" y="2332"/>
                      </a:cubicBezTo>
                      <a:cubicBezTo>
                        <a:pt x="101" y="1956"/>
                        <a:pt x="113" y="1578"/>
                        <a:pt x="134" y="1202"/>
                      </a:cubicBezTo>
                      <a:cubicBezTo>
                        <a:pt x="158" y="814"/>
                        <a:pt x="219" y="427"/>
                        <a:pt x="227" y="39"/>
                      </a:cubicBezTo>
                      <a:cubicBezTo>
                        <a:pt x="227" y="15"/>
                        <a:pt x="205" y="0"/>
                        <a:pt x="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7"/>
                <p:cNvSpPr/>
                <p:nvPr/>
              </p:nvSpPr>
              <p:spPr>
                <a:xfrm>
                  <a:off x="4246475" y="4109250"/>
                  <a:ext cx="8300" cy="91175"/>
                </a:xfrm>
                <a:custGeom>
                  <a:rect b="b" l="l" r="r" t="t"/>
                  <a:pathLst>
                    <a:path extrusionOk="0" h="3647" w="332">
                      <a:moveTo>
                        <a:pt x="308" y="0"/>
                      </a:moveTo>
                      <a:cubicBezTo>
                        <a:pt x="299" y="0"/>
                        <a:pt x="290" y="5"/>
                        <a:pt x="287" y="15"/>
                      </a:cubicBezTo>
                      <a:cubicBezTo>
                        <a:pt x="138" y="589"/>
                        <a:pt x="90" y="1194"/>
                        <a:pt x="47" y="1783"/>
                      </a:cubicBezTo>
                      <a:cubicBezTo>
                        <a:pt x="4" y="2397"/>
                        <a:pt x="1" y="3011"/>
                        <a:pt x="28" y="3624"/>
                      </a:cubicBezTo>
                      <a:cubicBezTo>
                        <a:pt x="29" y="3639"/>
                        <a:pt x="40" y="3646"/>
                        <a:pt x="51" y="3646"/>
                      </a:cubicBezTo>
                      <a:cubicBezTo>
                        <a:pt x="62" y="3646"/>
                        <a:pt x="73" y="3639"/>
                        <a:pt x="73" y="3624"/>
                      </a:cubicBezTo>
                      <a:cubicBezTo>
                        <a:pt x="63" y="3022"/>
                        <a:pt x="83" y="2419"/>
                        <a:pt x="127" y="1816"/>
                      </a:cubicBezTo>
                      <a:cubicBezTo>
                        <a:pt x="171" y="1216"/>
                        <a:pt x="274" y="621"/>
                        <a:pt x="331" y="21"/>
                      </a:cubicBezTo>
                      <a:cubicBezTo>
                        <a:pt x="331" y="8"/>
                        <a:pt x="320"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6" name="Google Shape;2116;p37"/>
              <p:cNvSpPr/>
              <p:nvPr/>
            </p:nvSpPr>
            <p:spPr>
              <a:xfrm>
                <a:off x="3367550" y="3677000"/>
                <a:ext cx="1179175" cy="897475"/>
              </a:xfrm>
              <a:custGeom>
                <a:rect b="b" l="l" r="r" t="t"/>
                <a:pathLst>
                  <a:path extrusionOk="0" h="35899" w="47167">
                    <a:moveTo>
                      <a:pt x="31258" y="1"/>
                    </a:moveTo>
                    <a:cubicBezTo>
                      <a:pt x="31128" y="1"/>
                      <a:pt x="30998" y="1"/>
                      <a:pt x="30870" y="4"/>
                    </a:cubicBezTo>
                    <a:cubicBezTo>
                      <a:pt x="30736" y="6"/>
                      <a:pt x="30602" y="8"/>
                      <a:pt x="30468" y="11"/>
                    </a:cubicBezTo>
                    <a:cubicBezTo>
                      <a:pt x="30338" y="14"/>
                      <a:pt x="30209" y="19"/>
                      <a:pt x="30080" y="22"/>
                    </a:cubicBezTo>
                    <a:cubicBezTo>
                      <a:pt x="29948" y="24"/>
                      <a:pt x="29813" y="30"/>
                      <a:pt x="29680" y="35"/>
                    </a:cubicBezTo>
                    <a:cubicBezTo>
                      <a:pt x="29550" y="42"/>
                      <a:pt x="29422" y="45"/>
                      <a:pt x="29292" y="53"/>
                    </a:cubicBezTo>
                    <a:cubicBezTo>
                      <a:pt x="29158" y="58"/>
                      <a:pt x="29022" y="66"/>
                      <a:pt x="28889" y="73"/>
                    </a:cubicBezTo>
                    <a:cubicBezTo>
                      <a:pt x="27751" y="136"/>
                      <a:pt x="26620" y="241"/>
                      <a:pt x="25505" y="382"/>
                    </a:cubicBezTo>
                    <a:cubicBezTo>
                      <a:pt x="25296" y="407"/>
                      <a:pt x="25088" y="436"/>
                      <a:pt x="24882" y="463"/>
                    </a:cubicBezTo>
                    <a:cubicBezTo>
                      <a:pt x="24820" y="472"/>
                      <a:pt x="24760" y="482"/>
                      <a:pt x="24696" y="491"/>
                    </a:cubicBezTo>
                    <a:cubicBezTo>
                      <a:pt x="24529" y="514"/>
                      <a:pt x="24359" y="535"/>
                      <a:pt x="24192" y="555"/>
                    </a:cubicBezTo>
                    <a:cubicBezTo>
                      <a:pt x="23985" y="583"/>
                      <a:pt x="23777" y="606"/>
                      <a:pt x="23571" y="626"/>
                    </a:cubicBezTo>
                    <a:cubicBezTo>
                      <a:pt x="23338" y="650"/>
                      <a:pt x="23107" y="671"/>
                      <a:pt x="22875" y="688"/>
                    </a:cubicBezTo>
                    <a:cubicBezTo>
                      <a:pt x="22671" y="707"/>
                      <a:pt x="22463" y="721"/>
                      <a:pt x="22257" y="734"/>
                    </a:cubicBezTo>
                    <a:cubicBezTo>
                      <a:pt x="22025" y="748"/>
                      <a:pt x="21793" y="760"/>
                      <a:pt x="21561" y="771"/>
                    </a:cubicBezTo>
                    <a:cubicBezTo>
                      <a:pt x="21355" y="782"/>
                      <a:pt x="21148" y="790"/>
                      <a:pt x="20943" y="796"/>
                    </a:cubicBezTo>
                    <a:cubicBezTo>
                      <a:pt x="20829" y="802"/>
                      <a:pt x="20716" y="805"/>
                      <a:pt x="20603" y="808"/>
                    </a:cubicBezTo>
                    <a:lnTo>
                      <a:pt x="20600" y="808"/>
                    </a:lnTo>
                    <a:cubicBezTo>
                      <a:pt x="20484" y="812"/>
                      <a:pt x="20363" y="813"/>
                      <a:pt x="20246" y="815"/>
                    </a:cubicBezTo>
                    <a:cubicBezTo>
                      <a:pt x="20041" y="822"/>
                      <a:pt x="19835" y="823"/>
                      <a:pt x="19631" y="826"/>
                    </a:cubicBezTo>
                    <a:cubicBezTo>
                      <a:pt x="19418" y="829"/>
                      <a:pt x="19207" y="831"/>
                      <a:pt x="18994" y="831"/>
                    </a:cubicBezTo>
                    <a:lnTo>
                      <a:pt x="18929" y="831"/>
                    </a:lnTo>
                    <a:cubicBezTo>
                      <a:pt x="18828" y="832"/>
                      <a:pt x="18726" y="833"/>
                      <a:pt x="18624" y="833"/>
                    </a:cubicBezTo>
                    <a:cubicBezTo>
                      <a:pt x="18521" y="833"/>
                      <a:pt x="18419" y="832"/>
                      <a:pt x="18317" y="831"/>
                    </a:cubicBezTo>
                    <a:cubicBezTo>
                      <a:pt x="18082" y="831"/>
                      <a:pt x="17849" y="831"/>
                      <a:pt x="17615" y="829"/>
                    </a:cubicBezTo>
                    <a:cubicBezTo>
                      <a:pt x="17412" y="828"/>
                      <a:pt x="17206" y="828"/>
                      <a:pt x="17003" y="823"/>
                    </a:cubicBezTo>
                    <a:cubicBezTo>
                      <a:pt x="16768" y="823"/>
                      <a:pt x="16535" y="822"/>
                      <a:pt x="16303" y="820"/>
                    </a:cubicBezTo>
                    <a:cubicBezTo>
                      <a:pt x="16097" y="819"/>
                      <a:pt x="15892" y="816"/>
                      <a:pt x="15686" y="816"/>
                    </a:cubicBezTo>
                    <a:cubicBezTo>
                      <a:pt x="15454" y="815"/>
                      <a:pt x="15219" y="813"/>
                      <a:pt x="14987" y="813"/>
                    </a:cubicBezTo>
                    <a:cubicBezTo>
                      <a:pt x="14783" y="813"/>
                      <a:pt x="14577" y="815"/>
                      <a:pt x="14372" y="815"/>
                    </a:cubicBezTo>
                    <a:cubicBezTo>
                      <a:pt x="14137" y="816"/>
                      <a:pt x="13904" y="819"/>
                      <a:pt x="13670" y="822"/>
                    </a:cubicBezTo>
                    <a:cubicBezTo>
                      <a:pt x="13466" y="823"/>
                      <a:pt x="13263" y="828"/>
                      <a:pt x="13057" y="833"/>
                    </a:cubicBezTo>
                    <a:cubicBezTo>
                      <a:pt x="12820" y="838"/>
                      <a:pt x="12588" y="845"/>
                      <a:pt x="12355" y="855"/>
                    </a:cubicBezTo>
                    <a:cubicBezTo>
                      <a:pt x="12152" y="862"/>
                      <a:pt x="11947" y="871"/>
                      <a:pt x="11744" y="881"/>
                    </a:cubicBezTo>
                    <a:cubicBezTo>
                      <a:pt x="11509" y="893"/>
                      <a:pt x="11276" y="905"/>
                      <a:pt x="11041" y="923"/>
                    </a:cubicBezTo>
                    <a:cubicBezTo>
                      <a:pt x="10841" y="936"/>
                      <a:pt x="10635" y="952"/>
                      <a:pt x="10433" y="970"/>
                    </a:cubicBezTo>
                    <a:cubicBezTo>
                      <a:pt x="10195" y="992"/>
                      <a:pt x="9959" y="1014"/>
                      <a:pt x="9724" y="1039"/>
                    </a:cubicBezTo>
                    <a:cubicBezTo>
                      <a:pt x="9524" y="1061"/>
                      <a:pt x="9325" y="1086"/>
                      <a:pt x="9126" y="1112"/>
                    </a:cubicBezTo>
                    <a:cubicBezTo>
                      <a:pt x="8886" y="1140"/>
                      <a:pt x="8645" y="1175"/>
                      <a:pt x="8406" y="1215"/>
                    </a:cubicBezTo>
                    <a:cubicBezTo>
                      <a:pt x="8314" y="1227"/>
                      <a:pt x="8226" y="1241"/>
                      <a:pt x="8135" y="1256"/>
                    </a:cubicBezTo>
                    <a:cubicBezTo>
                      <a:pt x="8033" y="1274"/>
                      <a:pt x="7929" y="1290"/>
                      <a:pt x="7827" y="1309"/>
                    </a:cubicBezTo>
                    <a:cubicBezTo>
                      <a:pt x="7580" y="1349"/>
                      <a:pt x="7331" y="1392"/>
                      <a:pt x="7085" y="1434"/>
                    </a:cubicBezTo>
                    <a:cubicBezTo>
                      <a:pt x="6905" y="1463"/>
                      <a:pt x="6725" y="1493"/>
                      <a:pt x="6544" y="1525"/>
                    </a:cubicBezTo>
                    <a:cubicBezTo>
                      <a:pt x="4365" y="1892"/>
                      <a:pt x="2183" y="2260"/>
                      <a:pt x="1" y="2627"/>
                    </a:cubicBezTo>
                    <a:lnTo>
                      <a:pt x="1" y="35898"/>
                    </a:lnTo>
                    <a:lnTo>
                      <a:pt x="41941" y="35898"/>
                    </a:lnTo>
                    <a:cubicBezTo>
                      <a:pt x="43338" y="35012"/>
                      <a:pt x="44475" y="33659"/>
                      <a:pt x="44760" y="32043"/>
                    </a:cubicBezTo>
                    <a:cubicBezTo>
                      <a:pt x="45155" y="29827"/>
                      <a:pt x="47166" y="29217"/>
                      <a:pt x="45398" y="27833"/>
                    </a:cubicBezTo>
                    <a:cubicBezTo>
                      <a:pt x="45092" y="27591"/>
                      <a:pt x="44672" y="27321"/>
                      <a:pt x="44177" y="27036"/>
                    </a:cubicBezTo>
                    <a:cubicBezTo>
                      <a:pt x="43428" y="26605"/>
                      <a:pt x="42510" y="26137"/>
                      <a:pt x="41547" y="25683"/>
                    </a:cubicBezTo>
                    <a:lnTo>
                      <a:pt x="41546" y="25683"/>
                    </a:lnTo>
                    <a:cubicBezTo>
                      <a:pt x="39480" y="24711"/>
                      <a:pt x="37211" y="23795"/>
                      <a:pt x="36006" y="23404"/>
                    </a:cubicBezTo>
                    <a:cubicBezTo>
                      <a:pt x="35253" y="23161"/>
                      <a:pt x="34525" y="22841"/>
                      <a:pt x="33808" y="22496"/>
                    </a:cubicBezTo>
                    <a:cubicBezTo>
                      <a:pt x="33776" y="22482"/>
                      <a:pt x="33747" y="22468"/>
                      <a:pt x="33717" y="22453"/>
                    </a:cubicBezTo>
                    <a:cubicBezTo>
                      <a:pt x="33276" y="22240"/>
                      <a:pt x="32838" y="22020"/>
                      <a:pt x="32400" y="21803"/>
                    </a:cubicBezTo>
                    <a:cubicBezTo>
                      <a:pt x="32363" y="21783"/>
                      <a:pt x="32327" y="21767"/>
                      <a:pt x="32291" y="21749"/>
                    </a:cubicBezTo>
                    <a:cubicBezTo>
                      <a:pt x="31410" y="21311"/>
                      <a:pt x="30524" y="20891"/>
                      <a:pt x="29608" y="20579"/>
                    </a:cubicBezTo>
                    <a:cubicBezTo>
                      <a:pt x="29759" y="19546"/>
                      <a:pt x="30412" y="18664"/>
                      <a:pt x="31085" y="17864"/>
                    </a:cubicBezTo>
                    <a:cubicBezTo>
                      <a:pt x="33911" y="14500"/>
                      <a:pt x="38398" y="12820"/>
                      <a:pt x="41364" y="9576"/>
                    </a:cubicBezTo>
                    <a:cubicBezTo>
                      <a:pt x="41957" y="8928"/>
                      <a:pt x="42693" y="8412"/>
                      <a:pt x="43501" y="8073"/>
                    </a:cubicBezTo>
                    <a:cubicBezTo>
                      <a:pt x="43903" y="7903"/>
                      <a:pt x="44329" y="7775"/>
                      <a:pt x="44693" y="7534"/>
                    </a:cubicBezTo>
                    <a:cubicBezTo>
                      <a:pt x="45018" y="7314"/>
                      <a:pt x="45293" y="6978"/>
                      <a:pt x="45337" y="6596"/>
                    </a:cubicBezTo>
                    <a:lnTo>
                      <a:pt x="45337" y="6592"/>
                    </a:lnTo>
                    <a:cubicBezTo>
                      <a:pt x="45342" y="6549"/>
                      <a:pt x="45345" y="6504"/>
                      <a:pt x="45344" y="6461"/>
                    </a:cubicBezTo>
                    <a:cubicBezTo>
                      <a:pt x="45335" y="6096"/>
                      <a:pt x="45107" y="5768"/>
                      <a:pt x="44819" y="5545"/>
                    </a:cubicBezTo>
                    <a:cubicBezTo>
                      <a:pt x="44534" y="5318"/>
                      <a:pt x="44325" y="5052"/>
                      <a:pt x="43974" y="4958"/>
                    </a:cubicBezTo>
                    <a:cubicBezTo>
                      <a:pt x="42773" y="4646"/>
                      <a:pt x="41556" y="4404"/>
                      <a:pt x="40330" y="4235"/>
                    </a:cubicBezTo>
                    <a:cubicBezTo>
                      <a:pt x="40228" y="4221"/>
                      <a:pt x="40125" y="4206"/>
                      <a:pt x="40022" y="4193"/>
                    </a:cubicBezTo>
                    <a:cubicBezTo>
                      <a:pt x="39991" y="4190"/>
                      <a:pt x="39960" y="4185"/>
                      <a:pt x="39927" y="4180"/>
                    </a:cubicBezTo>
                    <a:cubicBezTo>
                      <a:pt x="39891" y="4177"/>
                      <a:pt x="39854" y="4172"/>
                      <a:pt x="39817" y="4166"/>
                    </a:cubicBezTo>
                    <a:cubicBezTo>
                      <a:pt x="39695" y="4149"/>
                      <a:pt x="39571" y="4130"/>
                      <a:pt x="39448" y="4105"/>
                    </a:cubicBezTo>
                    <a:cubicBezTo>
                      <a:pt x="39421" y="4100"/>
                      <a:pt x="39395" y="4094"/>
                      <a:pt x="39370" y="4090"/>
                    </a:cubicBezTo>
                    <a:cubicBezTo>
                      <a:pt x="38869" y="3983"/>
                      <a:pt x="38398" y="3791"/>
                      <a:pt x="38147" y="3363"/>
                    </a:cubicBezTo>
                    <a:cubicBezTo>
                      <a:pt x="38761" y="3118"/>
                      <a:pt x="39378" y="2874"/>
                      <a:pt x="39990" y="2629"/>
                    </a:cubicBezTo>
                    <a:cubicBezTo>
                      <a:pt x="40025" y="2616"/>
                      <a:pt x="40055" y="2601"/>
                      <a:pt x="40089" y="2588"/>
                    </a:cubicBezTo>
                    <a:cubicBezTo>
                      <a:pt x="40202" y="2544"/>
                      <a:pt x="40323" y="2492"/>
                      <a:pt x="40388" y="2389"/>
                    </a:cubicBezTo>
                    <a:cubicBezTo>
                      <a:pt x="40437" y="2312"/>
                      <a:pt x="40445" y="2205"/>
                      <a:pt x="40402" y="2133"/>
                    </a:cubicBezTo>
                    <a:cubicBezTo>
                      <a:pt x="40388" y="2110"/>
                      <a:pt x="40370" y="2088"/>
                      <a:pt x="40344" y="2074"/>
                    </a:cubicBezTo>
                    <a:cubicBezTo>
                      <a:pt x="39239" y="1371"/>
                      <a:pt x="38104" y="574"/>
                      <a:pt x="36809" y="381"/>
                    </a:cubicBezTo>
                    <a:cubicBezTo>
                      <a:pt x="35892" y="246"/>
                      <a:pt x="34963" y="149"/>
                      <a:pt x="34025" y="87"/>
                    </a:cubicBezTo>
                    <a:cubicBezTo>
                      <a:pt x="33891" y="78"/>
                      <a:pt x="33754" y="71"/>
                      <a:pt x="33622" y="64"/>
                    </a:cubicBezTo>
                    <a:cubicBezTo>
                      <a:pt x="33494" y="55"/>
                      <a:pt x="33365" y="48"/>
                      <a:pt x="33236" y="44"/>
                    </a:cubicBezTo>
                    <a:cubicBezTo>
                      <a:pt x="33103" y="37"/>
                      <a:pt x="32968" y="31"/>
                      <a:pt x="32835" y="27"/>
                    </a:cubicBezTo>
                    <a:cubicBezTo>
                      <a:pt x="32707" y="21"/>
                      <a:pt x="32577" y="19"/>
                      <a:pt x="32448" y="15"/>
                    </a:cubicBezTo>
                    <a:cubicBezTo>
                      <a:pt x="32314" y="9"/>
                      <a:pt x="32180" y="8"/>
                      <a:pt x="32046" y="6"/>
                    </a:cubicBezTo>
                    <a:cubicBezTo>
                      <a:pt x="31916" y="5"/>
                      <a:pt x="31788" y="2"/>
                      <a:pt x="31658" y="2"/>
                    </a:cubicBezTo>
                    <a:cubicBezTo>
                      <a:pt x="31524" y="1"/>
                      <a:pt x="31390" y="1"/>
                      <a:pt x="31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7"/>
              <p:cNvSpPr/>
              <p:nvPr/>
            </p:nvSpPr>
            <p:spPr>
              <a:xfrm>
                <a:off x="3387475" y="3733750"/>
                <a:ext cx="433075" cy="42875"/>
              </a:xfrm>
              <a:custGeom>
                <a:rect b="b" l="l" r="r" t="t"/>
                <a:pathLst>
                  <a:path extrusionOk="0" h="1715" w="17323">
                    <a:moveTo>
                      <a:pt x="15244" y="1"/>
                    </a:moveTo>
                    <a:cubicBezTo>
                      <a:pt x="14774" y="1"/>
                      <a:pt x="14305" y="6"/>
                      <a:pt x="13834" y="16"/>
                    </a:cubicBezTo>
                    <a:cubicBezTo>
                      <a:pt x="12699" y="42"/>
                      <a:pt x="11567" y="88"/>
                      <a:pt x="10434" y="164"/>
                    </a:cubicBezTo>
                    <a:cubicBezTo>
                      <a:pt x="8211" y="311"/>
                      <a:pt x="5995" y="562"/>
                      <a:pt x="3795" y="912"/>
                    </a:cubicBezTo>
                    <a:cubicBezTo>
                      <a:pt x="2540" y="1111"/>
                      <a:pt x="1273" y="1322"/>
                      <a:pt x="42" y="1648"/>
                    </a:cubicBezTo>
                    <a:cubicBezTo>
                      <a:pt x="1" y="1658"/>
                      <a:pt x="17" y="1715"/>
                      <a:pt x="55" y="1715"/>
                    </a:cubicBezTo>
                    <a:cubicBezTo>
                      <a:pt x="57" y="1715"/>
                      <a:pt x="59" y="1715"/>
                      <a:pt x="61" y="1714"/>
                    </a:cubicBezTo>
                    <a:cubicBezTo>
                      <a:pt x="1180" y="1533"/>
                      <a:pt x="2294" y="1302"/>
                      <a:pt x="3413" y="1118"/>
                    </a:cubicBezTo>
                    <a:cubicBezTo>
                      <a:pt x="4527" y="935"/>
                      <a:pt x="5644" y="776"/>
                      <a:pt x="6763" y="647"/>
                    </a:cubicBezTo>
                    <a:cubicBezTo>
                      <a:pt x="8993" y="386"/>
                      <a:pt x="11235" y="225"/>
                      <a:pt x="13480" y="179"/>
                    </a:cubicBezTo>
                    <a:cubicBezTo>
                      <a:pt x="14094" y="166"/>
                      <a:pt x="14707" y="163"/>
                      <a:pt x="15321" y="163"/>
                    </a:cubicBezTo>
                    <a:cubicBezTo>
                      <a:pt x="15795" y="163"/>
                      <a:pt x="16272" y="188"/>
                      <a:pt x="16747" y="188"/>
                    </a:cubicBezTo>
                    <a:cubicBezTo>
                      <a:pt x="16910" y="188"/>
                      <a:pt x="17073" y="185"/>
                      <a:pt x="17236" y="177"/>
                    </a:cubicBezTo>
                    <a:cubicBezTo>
                      <a:pt x="17322" y="171"/>
                      <a:pt x="17320" y="55"/>
                      <a:pt x="17237" y="45"/>
                    </a:cubicBezTo>
                    <a:cubicBezTo>
                      <a:pt x="16877" y="6"/>
                      <a:pt x="16509" y="1"/>
                      <a:pt x="16141" y="1"/>
                    </a:cubicBezTo>
                    <a:cubicBezTo>
                      <a:pt x="16006" y="1"/>
                      <a:pt x="15871" y="2"/>
                      <a:pt x="15736" y="2"/>
                    </a:cubicBezTo>
                    <a:cubicBezTo>
                      <a:pt x="15669" y="2"/>
                      <a:pt x="15602" y="2"/>
                      <a:pt x="15536" y="1"/>
                    </a:cubicBezTo>
                    <a:cubicBezTo>
                      <a:pt x="15439" y="1"/>
                      <a:pt x="15341" y="1"/>
                      <a:pt x="15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7"/>
              <p:cNvSpPr/>
              <p:nvPr/>
            </p:nvSpPr>
            <p:spPr>
              <a:xfrm>
                <a:off x="3559175" y="3762925"/>
                <a:ext cx="156700" cy="9225"/>
              </a:xfrm>
              <a:custGeom>
                <a:rect b="b" l="l" r="r" t="t"/>
                <a:pathLst>
                  <a:path extrusionOk="0" h="369" w="6268">
                    <a:moveTo>
                      <a:pt x="5927" y="1"/>
                    </a:moveTo>
                    <a:cubicBezTo>
                      <a:pt x="5773" y="1"/>
                      <a:pt x="5610" y="26"/>
                      <a:pt x="5475" y="30"/>
                    </a:cubicBezTo>
                    <a:cubicBezTo>
                      <a:pt x="5223" y="40"/>
                      <a:pt x="4970" y="49"/>
                      <a:pt x="4717" y="57"/>
                    </a:cubicBezTo>
                    <a:cubicBezTo>
                      <a:pt x="4199" y="76"/>
                      <a:pt x="3681" y="102"/>
                      <a:pt x="3164" y="128"/>
                    </a:cubicBezTo>
                    <a:cubicBezTo>
                      <a:pt x="2128" y="174"/>
                      <a:pt x="1094" y="228"/>
                      <a:pt x="58" y="281"/>
                    </a:cubicBezTo>
                    <a:cubicBezTo>
                      <a:pt x="3" y="285"/>
                      <a:pt x="0" y="369"/>
                      <a:pt x="55" y="369"/>
                    </a:cubicBezTo>
                    <a:cubicBezTo>
                      <a:pt x="56" y="369"/>
                      <a:pt x="57" y="369"/>
                      <a:pt x="58" y="369"/>
                    </a:cubicBezTo>
                    <a:cubicBezTo>
                      <a:pt x="1105" y="346"/>
                      <a:pt x="2153" y="321"/>
                      <a:pt x="3200" y="289"/>
                    </a:cubicBezTo>
                    <a:cubicBezTo>
                      <a:pt x="3718" y="275"/>
                      <a:pt x="4236" y="264"/>
                      <a:pt x="4753" y="243"/>
                    </a:cubicBezTo>
                    <a:cubicBezTo>
                      <a:pt x="5017" y="232"/>
                      <a:pt x="5282" y="222"/>
                      <a:pt x="5547" y="213"/>
                    </a:cubicBezTo>
                    <a:cubicBezTo>
                      <a:pt x="5577" y="212"/>
                      <a:pt x="5608" y="211"/>
                      <a:pt x="5640" y="211"/>
                    </a:cubicBezTo>
                    <a:cubicBezTo>
                      <a:pt x="5694" y="211"/>
                      <a:pt x="5749" y="212"/>
                      <a:pt x="5805" y="212"/>
                    </a:cubicBezTo>
                    <a:cubicBezTo>
                      <a:pt x="5952" y="212"/>
                      <a:pt x="6103" y="204"/>
                      <a:pt x="6223" y="141"/>
                    </a:cubicBezTo>
                    <a:cubicBezTo>
                      <a:pt x="6268" y="119"/>
                      <a:pt x="6249" y="63"/>
                      <a:pt x="6211" y="47"/>
                    </a:cubicBezTo>
                    <a:cubicBezTo>
                      <a:pt x="6127" y="12"/>
                      <a:pt x="6029" y="1"/>
                      <a:pt x="59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7"/>
              <p:cNvSpPr/>
              <p:nvPr/>
            </p:nvSpPr>
            <p:spPr>
              <a:xfrm>
                <a:off x="4080900" y="3711000"/>
                <a:ext cx="178225" cy="14400"/>
              </a:xfrm>
              <a:custGeom>
                <a:rect b="b" l="l" r="r" t="t"/>
                <a:pathLst>
                  <a:path extrusionOk="0" h="576" w="7129">
                    <a:moveTo>
                      <a:pt x="209" y="0"/>
                    </a:moveTo>
                    <a:cubicBezTo>
                      <a:pt x="152" y="0"/>
                      <a:pt x="94" y="1"/>
                      <a:pt x="37" y="1"/>
                    </a:cubicBezTo>
                    <a:cubicBezTo>
                      <a:pt x="1" y="1"/>
                      <a:pt x="2" y="53"/>
                      <a:pt x="37" y="54"/>
                    </a:cubicBezTo>
                    <a:cubicBezTo>
                      <a:pt x="1204" y="107"/>
                      <a:pt x="2371" y="169"/>
                      <a:pt x="3536" y="256"/>
                    </a:cubicBezTo>
                    <a:cubicBezTo>
                      <a:pt x="4700" y="342"/>
                      <a:pt x="5860" y="470"/>
                      <a:pt x="7024" y="576"/>
                    </a:cubicBezTo>
                    <a:cubicBezTo>
                      <a:pt x="7026" y="576"/>
                      <a:pt x="7028" y="576"/>
                      <a:pt x="7030" y="576"/>
                    </a:cubicBezTo>
                    <a:cubicBezTo>
                      <a:pt x="7109" y="576"/>
                      <a:pt x="7129" y="434"/>
                      <a:pt x="7044" y="424"/>
                    </a:cubicBezTo>
                    <a:cubicBezTo>
                      <a:pt x="5895" y="266"/>
                      <a:pt x="4729" y="179"/>
                      <a:pt x="3572" y="109"/>
                    </a:cubicBezTo>
                    <a:cubicBezTo>
                      <a:pt x="2451" y="40"/>
                      <a:pt x="1333" y="0"/>
                      <a:pt x="2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7"/>
              <p:cNvSpPr/>
              <p:nvPr/>
            </p:nvSpPr>
            <p:spPr>
              <a:xfrm>
                <a:off x="4173225" y="3733575"/>
                <a:ext cx="40975" cy="5775"/>
              </a:xfrm>
              <a:custGeom>
                <a:rect b="b" l="l" r="r" t="t"/>
                <a:pathLst>
                  <a:path extrusionOk="0" h="231" w="1639">
                    <a:moveTo>
                      <a:pt x="64" y="0"/>
                    </a:moveTo>
                    <a:cubicBezTo>
                      <a:pt x="17" y="0"/>
                      <a:pt x="0" y="71"/>
                      <a:pt x="49" y="85"/>
                    </a:cubicBezTo>
                    <a:cubicBezTo>
                      <a:pt x="301" y="145"/>
                      <a:pt x="559" y="188"/>
                      <a:pt x="817" y="213"/>
                    </a:cubicBezTo>
                    <a:cubicBezTo>
                      <a:pt x="947" y="223"/>
                      <a:pt x="1076" y="230"/>
                      <a:pt x="1206" y="230"/>
                    </a:cubicBezTo>
                    <a:cubicBezTo>
                      <a:pt x="1229" y="230"/>
                      <a:pt x="1253" y="230"/>
                      <a:pt x="1277" y="230"/>
                    </a:cubicBezTo>
                    <a:cubicBezTo>
                      <a:pt x="1383" y="230"/>
                      <a:pt x="1491" y="227"/>
                      <a:pt x="1591" y="196"/>
                    </a:cubicBezTo>
                    <a:cubicBezTo>
                      <a:pt x="1631" y="181"/>
                      <a:pt x="1638" y="121"/>
                      <a:pt x="1595" y="115"/>
                    </a:cubicBezTo>
                    <a:cubicBezTo>
                      <a:pt x="1551" y="109"/>
                      <a:pt x="1506" y="107"/>
                      <a:pt x="1462" y="107"/>
                    </a:cubicBezTo>
                    <a:cubicBezTo>
                      <a:pt x="1387" y="107"/>
                      <a:pt x="1313" y="113"/>
                      <a:pt x="1238" y="113"/>
                    </a:cubicBezTo>
                    <a:cubicBezTo>
                      <a:pt x="1197" y="114"/>
                      <a:pt x="1156" y="115"/>
                      <a:pt x="1115" y="115"/>
                    </a:cubicBezTo>
                    <a:cubicBezTo>
                      <a:pt x="1026" y="115"/>
                      <a:pt x="937" y="113"/>
                      <a:pt x="847" y="108"/>
                    </a:cubicBezTo>
                    <a:cubicBezTo>
                      <a:pt x="587" y="93"/>
                      <a:pt x="329" y="57"/>
                      <a:pt x="74" y="1"/>
                    </a:cubicBezTo>
                    <a:cubicBezTo>
                      <a:pt x="70" y="1"/>
                      <a:pt x="67" y="0"/>
                      <a:pt x="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7"/>
              <p:cNvSpPr/>
              <p:nvPr/>
            </p:nvSpPr>
            <p:spPr>
              <a:xfrm>
                <a:off x="4120200" y="3861300"/>
                <a:ext cx="283325" cy="211150"/>
              </a:xfrm>
              <a:custGeom>
                <a:rect b="b" l="l" r="r" t="t"/>
                <a:pathLst>
                  <a:path extrusionOk="0" h="8446" w="11333">
                    <a:moveTo>
                      <a:pt x="11297" y="0"/>
                    </a:moveTo>
                    <a:cubicBezTo>
                      <a:pt x="11293" y="0"/>
                      <a:pt x="11290" y="1"/>
                      <a:pt x="11286" y="2"/>
                    </a:cubicBezTo>
                    <a:cubicBezTo>
                      <a:pt x="10875" y="161"/>
                      <a:pt x="10505" y="459"/>
                      <a:pt x="10142" y="701"/>
                    </a:cubicBezTo>
                    <a:cubicBezTo>
                      <a:pt x="9761" y="953"/>
                      <a:pt x="9384" y="1208"/>
                      <a:pt x="9007" y="1466"/>
                    </a:cubicBezTo>
                    <a:cubicBezTo>
                      <a:pt x="8243" y="1986"/>
                      <a:pt x="7487" y="2518"/>
                      <a:pt x="6740" y="3061"/>
                    </a:cubicBezTo>
                    <a:cubicBezTo>
                      <a:pt x="5278" y="4124"/>
                      <a:pt x="3840" y="5221"/>
                      <a:pt x="2437" y="6365"/>
                    </a:cubicBezTo>
                    <a:cubicBezTo>
                      <a:pt x="1626" y="7027"/>
                      <a:pt x="822" y="7703"/>
                      <a:pt x="28" y="8389"/>
                    </a:cubicBezTo>
                    <a:cubicBezTo>
                      <a:pt x="0" y="8412"/>
                      <a:pt x="26" y="8446"/>
                      <a:pt x="54" y="8446"/>
                    </a:cubicBezTo>
                    <a:cubicBezTo>
                      <a:pt x="62" y="8446"/>
                      <a:pt x="70" y="8443"/>
                      <a:pt x="77" y="8438"/>
                    </a:cubicBezTo>
                    <a:cubicBezTo>
                      <a:pt x="2882" y="6075"/>
                      <a:pt x="5805" y="3849"/>
                      <a:pt x="8825" y="1767"/>
                    </a:cubicBezTo>
                    <a:cubicBezTo>
                      <a:pt x="9240" y="1482"/>
                      <a:pt x="9653" y="1200"/>
                      <a:pt x="10071" y="922"/>
                    </a:cubicBezTo>
                    <a:lnTo>
                      <a:pt x="10698" y="507"/>
                    </a:lnTo>
                    <a:cubicBezTo>
                      <a:pt x="10911" y="365"/>
                      <a:pt x="11134" y="234"/>
                      <a:pt x="11315" y="54"/>
                    </a:cubicBezTo>
                    <a:cubicBezTo>
                      <a:pt x="11332" y="35"/>
                      <a:pt x="11320" y="0"/>
                      <a:pt x="1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7"/>
              <p:cNvSpPr/>
              <p:nvPr/>
            </p:nvSpPr>
            <p:spPr>
              <a:xfrm>
                <a:off x="4250825" y="3875975"/>
                <a:ext cx="80050" cy="46000"/>
              </a:xfrm>
              <a:custGeom>
                <a:rect b="b" l="l" r="r" t="t"/>
                <a:pathLst>
                  <a:path extrusionOk="0" h="1840" w="3202">
                    <a:moveTo>
                      <a:pt x="3158" y="1"/>
                    </a:moveTo>
                    <a:cubicBezTo>
                      <a:pt x="3154" y="1"/>
                      <a:pt x="3151" y="1"/>
                      <a:pt x="3148" y="2"/>
                    </a:cubicBezTo>
                    <a:cubicBezTo>
                      <a:pt x="2865" y="80"/>
                      <a:pt x="2610" y="225"/>
                      <a:pt x="2352" y="361"/>
                    </a:cubicBezTo>
                    <a:cubicBezTo>
                      <a:pt x="2089" y="497"/>
                      <a:pt x="1828" y="640"/>
                      <a:pt x="1571" y="787"/>
                    </a:cubicBezTo>
                    <a:cubicBezTo>
                      <a:pt x="1050" y="1090"/>
                      <a:pt x="540" y="1412"/>
                      <a:pt x="41" y="1752"/>
                    </a:cubicBezTo>
                    <a:cubicBezTo>
                      <a:pt x="1" y="1780"/>
                      <a:pt x="25" y="1839"/>
                      <a:pt x="64" y="1839"/>
                    </a:cubicBezTo>
                    <a:cubicBezTo>
                      <a:pt x="72" y="1839"/>
                      <a:pt x="80" y="1837"/>
                      <a:pt x="89" y="1832"/>
                    </a:cubicBezTo>
                    <a:cubicBezTo>
                      <a:pt x="586" y="1507"/>
                      <a:pt x="1093" y="1199"/>
                      <a:pt x="1612" y="911"/>
                    </a:cubicBezTo>
                    <a:cubicBezTo>
                      <a:pt x="1862" y="773"/>
                      <a:pt x="2116" y="636"/>
                      <a:pt x="2370" y="503"/>
                    </a:cubicBezTo>
                    <a:cubicBezTo>
                      <a:pt x="2642" y="362"/>
                      <a:pt x="2927" y="241"/>
                      <a:pt x="3175" y="65"/>
                    </a:cubicBezTo>
                    <a:cubicBezTo>
                      <a:pt x="3201" y="45"/>
                      <a:pt x="3190" y="1"/>
                      <a:pt x="3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7"/>
              <p:cNvSpPr/>
              <p:nvPr/>
            </p:nvSpPr>
            <p:spPr>
              <a:xfrm>
                <a:off x="4081625" y="4256775"/>
                <a:ext cx="327525" cy="152125"/>
              </a:xfrm>
              <a:custGeom>
                <a:rect b="b" l="l" r="r" t="t"/>
                <a:pathLst>
                  <a:path extrusionOk="0" h="6085" w="13101">
                    <a:moveTo>
                      <a:pt x="53" y="0"/>
                    </a:moveTo>
                    <a:cubicBezTo>
                      <a:pt x="13" y="0"/>
                      <a:pt x="1" y="65"/>
                      <a:pt x="45" y="82"/>
                    </a:cubicBezTo>
                    <a:cubicBezTo>
                      <a:pt x="3569" y="1328"/>
                      <a:pt x="7017" y="2814"/>
                      <a:pt x="10312" y="4579"/>
                    </a:cubicBezTo>
                    <a:cubicBezTo>
                      <a:pt x="10770" y="4823"/>
                      <a:pt x="11224" y="5074"/>
                      <a:pt x="11676" y="5328"/>
                    </a:cubicBezTo>
                    <a:cubicBezTo>
                      <a:pt x="12126" y="5581"/>
                      <a:pt x="12569" y="5882"/>
                      <a:pt x="13048" y="6083"/>
                    </a:cubicBezTo>
                    <a:cubicBezTo>
                      <a:pt x="13051" y="6084"/>
                      <a:pt x="13053" y="6084"/>
                      <a:pt x="13056" y="6084"/>
                    </a:cubicBezTo>
                    <a:cubicBezTo>
                      <a:pt x="13081" y="6084"/>
                      <a:pt x="13100" y="6046"/>
                      <a:pt x="13078" y="6029"/>
                    </a:cubicBezTo>
                    <a:cubicBezTo>
                      <a:pt x="12728" y="5747"/>
                      <a:pt x="12312" y="5538"/>
                      <a:pt x="11918" y="5315"/>
                    </a:cubicBezTo>
                    <a:cubicBezTo>
                      <a:pt x="11506" y="5081"/>
                      <a:pt x="11093" y="4851"/>
                      <a:pt x="10676" y="4625"/>
                    </a:cubicBezTo>
                    <a:cubicBezTo>
                      <a:pt x="9842" y="4174"/>
                      <a:pt x="8999" y="3741"/>
                      <a:pt x="8149" y="3324"/>
                    </a:cubicBezTo>
                    <a:cubicBezTo>
                      <a:pt x="6484" y="2505"/>
                      <a:pt x="4787" y="1750"/>
                      <a:pt x="3058" y="1076"/>
                    </a:cubicBezTo>
                    <a:cubicBezTo>
                      <a:pt x="2071" y="689"/>
                      <a:pt x="1072" y="336"/>
                      <a:pt x="67" y="3"/>
                    </a:cubicBezTo>
                    <a:cubicBezTo>
                      <a:pt x="62" y="1"/>
                      <a:pt x="57"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7"/>
              <p:cNvSpPr/>
              <p:nvPr/>
            </p:nvSpPr>
            <p:spPr>
              <a:xfrm>
                <a:off x="4114750" y="4304375"/>
                <a:ext cx="255700" cy="123675"/>
              </a:xfrm>
              <a:custGeom>
                <a:rect b="b" l="l" r="r" t="t"/>
                <a:pathLst>
                  <a:path extrusionOk="0" h="4947" w="10228">
                    <a:moveTo>
                      <a:pt x="63" y="1"/>
                    </a:moveTo>
                    <a:cubicBezTo>
                      <a:pt x="17" y="1"/>
                      <a:pt x="1" y="76"/>
                      <a:pt x="53" y="96"/>
                    </a:cubicBezTo>
                    <a:cubicBezTo>
                      <a:pt x="2784" y="1098"/>
                      <a:pt x="5428" y="2319"/>
                      <a:pt x="7981" y="3718"/>
                    </a:cubicBezTo>
                    <a:cubicBezTo>
                      <a:pt x="8702" y="4111"/>
                      <a:pt x="9409" y="4527"/>
                      <a:pt x="10121" y="4938"/>
                    </a:cubicBezTo>
                    <a:cubicBezTo>
                      <a:pt x="10131" y="4944"/>
                      <a:pt x="10140" y="4947"/>
                      <a:pt x="10149" y="4947"/>
                    </a:cubicBezTo>
                    <a:cubicBezTo>
                      <a:pt x="10197" y="4947"/>
                      <a:pt x="10228" y="4874"/>
                      <a:pt x="10178" y="4840"/>
                    </a:cubicBezTo>
                    <a:cubicBezTo>
                      <a:pt x="7741" y="3270"/>
                      <a:pt x="5094" y="1979"/>
                      <a:pt x="2410" y="889"/>
                    </a:cubicBezTo>
                    <a:cubicBezTo>
                      <a:pt x="1639" y="577"/>
                      <a:pt x="861" y="281"/>
                      <a:pt x="79" y="3"/>
                    </a:cubicBezTo>
                    <a:cubicBezTo>
                      <a:pt x="73" y="1"/>
                      <a:pt x="68" y="1"/>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5" name="Google Shape;2125;p37"/>
            <p:cNvSpPr/>
            <p:nvPr/>
          </p:nvSpPr>
          <p:spPr>
            <a:xfrm flipH="1">
              <a:off x="4846821" y="3796399"/>
              <a:ext cx="436421" cy="1623578"/>
            </a:xfrm>
            <a:custGeom>
              <a:rect b="b" l="l" r="r" t="t"/>
              <a:pathLst>
                <a:path extrusionOk="0" h="19386" w="5211">
                  <a:moveTo>
                    <a:pt x="3207" y="0"/>
                  </a:moveTo>
                  <a:cubicBezTo>
                    <a:pt x="3202" y="0"/>
                    <a:pt x="3197" y="0"/>
                    <a:pt x="3192" y="0"/>
                  </a:cubicBezTo>
                  <a:cubicBezTo>
                    <a:pt x="3054" y="8"/>
                    <a:pt x="2869" y="132"/>
                    <a:pt x="2818" y="261"/>
                  </a:cubicBezTo>
                  <a:cubicBezTo>
                    <a:pt x="1107" y="4539"/>
                    <a:pt x="115" y="9113"/>
                    <a:pt x="21" y="13719"/>
                  </a:cubicBezTo>
                  <a:cubicBezTo>
                    <a:pt x="1" y="14677"/>
                    <a:pt x="21" y="15643"/>
                    <a:pt x="230" y="16578"/>
                  </a:cubicBezTo>
                  <a:cubicBezTo>
                    <a:pt x="439" y="17513"/>
                    <a:pt x="847" y="18420"/>
                    <a:pt x="1518" y="19102"/>
                  </a:cubicBezTo>
                  <a:cubicBezTo>
                    <a:pt x="1714" y="19301"/>
                    <a:pt x="1977" y="19385"/>
                    <a:pt x="2266" y="19385"/>
                  </a:cubicBezTo>
                  <a:cubicBezTo>
                    <a:pt x="2983" y="19385"/>
                    <a:pt x="3861" y="18868"/>
                    <a:pt x="4281" y="18317"/>
                  </a:cubicBezTo>
                  <a:cubicBezTo>
                    <a:pt x="4875" y="17544"/>
                    <a:pt x="5049" y="16534"/>
                    <a:pt x="5113" y="15563"/>
                  </a:cubicBezTo>
                  <a:cubicBezTo>
                    <a:pt x="5211" y="14066"/>
                    <a:pt x="5091" y="12567"/>
                    <a:pt x="4970" y="11074"/>
                  </a:cubicBezTo>
                  <a:cubicBezTo>
                    <a:pt x="4676" y="7432"/>
                    <a:pt x="4721" y="3667"/>
                    <a:pt x="3516" y="218"/>
                  </a:cubicBezTo>
                  <a:cubicBezTo>
                    <a:pt x="3473" y="92"/>
                    <a:pt x="3341" y="0"/>
                    <a:pt x="3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7"/>
            <p:cNvSpPr/>
            <p:nvPr/>
          </p:nvSpPr>
          <p:spPr>
            <a:xfrm flipH="1">
              <a:off x="-208" y="2523614"/>
              <a:ext cx="8669381" cy="2938788"/>
            </a:xfrm>
            <a:custGeom>
              <a:rect b="b" l="l" r="r" t="t"/>
              <a:pathLst>
                <a:path extrusionOk="0" h="35090" w="103515">
                  <a:moveTo>
                    <a:pt x="14935" y="1"/>
                  </a:moveTo>
                  <a:cubicBezTo>
                    <a:pt x="14818" y="3"/>
                    <a:pt x="14697" y="6"/>
                    <a:pt x="14581" y="8"/>
                  </a:cubicBezTo>
                  <a:cubicBezTo>
                    <a:pt x="14376" y="15"/>
                    <a:pt x="14170" y="16"/>
                    <a:pt x="13965" y="18"/>
                  </a:cubicBezTo>
                  <a:cubicBezTo>
                    <a:pt x="13752" y="22"/>
                    <a:pt x="13542" y="24"/>
                    <a:pt x="13329" y="24"/>
                  </a:cubicBezTo>
                  <a:cubicBezTo>
                    <a:pt x="13536" y="65"/>
                    <a:pt x="13751" y="109"/>
                    <a:pt x="13970" y="150"/>
                  </a:cubicBezTo>
                  <a:cubicBezTo>
                    <a:pt x="14168" y="189"/>
                    <a:pt x="14370" y="227"/>
                    <a:pt x="14578" y="268"/>
                  </a:cubicBezTo>
                  <a:cubicBezTo>
                    <a:pt x="14815" y="316"/>
                    <a:pt x="15056" y="362"/>
                    <a:pt x="15302" y="411"/>
                  </a:cubicBezTo>
                  <a:cubicBezTo>
                    <a:pt x="15495" y="449"/>
                    <a:pt x="15690" y="486"/>
                    <a:pt x="15886" y="528"/>
                  </a:cubicBezTo>
                  <a:cubicBezTo>
                    <a:pt x="16141" y="578"/>
                    <a:pt x="16396" y="633"/>
                    <a:pt x="16654" y="686"/>
                  </a:cubicBezTo>
                  <a:cubicBezTo>
                    <a:pt x="16835" y="725"/>
                    <a:pt x="17015" y="764"/>
                    <a:pt x="17195" y="803"/>
                  </a:cubicBezTo>
                  <a:cubicBezTo>
                    <a:pt x="18424" y="1074"/>
                    <a:pt x="19656" y="1379"/>
                    <a:pt x="20751" y="1739"/>
                  </a:cubicBezTo>
                  <a:cubicBezTo>
                    <a:pt x="22208" y="2221"/>
                    <a:pt x="23418" y="2796"/>
                    <a:pt x="24051" y="3509"/>
                  </a:cubicBezTo>
                  <a:cubicBezTo>
                    <a:pt x="24912" y="4483"/>
                    <a:pt x="25241" y="5978"/>
                    <a:pt x="24379" y="6955"/>
                  </a:cubicBezTo>
                  <a:cubicBezTo>
                    <a:pt x="23519" y="7933"/>
                    <a:pt x="20825" y="9401"/>
                    <a:pt x="19649" y="9962"/>
                  </a:cubicBezTo>
                  <a:cubicBezTo>
                    <a:pt x="13281" y="13003"/>
                    <a:pt x="7727" y="16591"/>
                    <a:pt x="3142" y="21957"/>
                  </a:cubicBezTo>
                  <a:cubicBezTo>
                    <a:pt x="1563" y="23809"/>
                    <a:pt x="49" y="25961"/>
                    <a:pt x="26" y="28396"/>
                  </a:cubicBezTo>
                  <a:cubicBezTo>
                    <a:pt x="0" y="31034"/>
                    <a:pt x="1807" y="33431"/>
                    <a:pt x="4075" y="34781"/>
                  </a:cubicBezTo>
                  <a:cubicBezTo>
                    <a:pt x="4256" y="34888"/>
                    <a:pt x="4442" y="34993"/>
                    <a:pt x="4626" y="35090"/>
                  </a:cubicBezTo>
                  <a:lnTo>
                    <a:pt x="103515" y="35090"/>
                  </a:lnTo>
                  <a:lnTo>
                    <a:pt x="103515" y="15683"/>
                  </a:lnTo>
                  <a:cubicBezTo>
                    <a:pt x="85415" y="17510"/>
                    <a:pt x="67544" y="21015"/>
                    <a:pt x="49631" y="24263"/>
                  </a:cubicBezTo>
                  <a:cubicBezTo>
                    <a:pt x="48471" y="24473"/>
                    <a:pt x="47308" y="24682"/>
                    <a:pt x="46147" y="24889"/>
                  </a:cubicBezTo>
                  <a:cubicBezTo>
                    <a:pt x="45839" y="24944"/>
                    <a:pt x="45535" y="24999"/>
                    <a:pt x="45227" y="25054"/>
                  </a:cubicBezTo>
                  <a:cubicBezTo>
                    <a:pt x="43879" y="25293"/>
                    <a:pt x="42531" y="25530"/>
                    <a:pt x="41184" y="25762"/>
                  </a:cubicBezTo>
                  <a:cubicBezTo>
                    <a:pt x="40296" y="25918"/>
                    <a:pt x="39406" y="26071"/>
                    <a:pt x="38514" y="26222"/>
                  </a:cubicBezTo>
                  <a:cubicBezTo>
                    <a:pt x="36888" y="26500"/>
                    <a:pt x="35257" y="26771"/>
                    <a:pt x="33627" y="27036"/>
                  </a:cubicBezTo>
                  <a:cubicBezTo>
                    <a:pt x="33557" y="27049"/>
                    <a:pt x="33486" y="27059"/>
                    <a:pt x="33417" y="27071"/>
                  </a:cubicBezTo>
                  <a:lnTo>
                    <a:pt x="33414" y="27071"/>
                  </a:lnTo>
                  <a:cubicBezTo>
                    <a:pt x="32750" y="27179"/>
                    <a:pt x="32086" y="27287"/>
                    <a:pt x="31419" y="27390"/>
                  </a:cubicBezTo>
                  <a:cubicBezTo>
                    <a:pt x="31323" y="27405"/>
                    <a:pt x="31231" y="27419"/>
                    <a:pt x="31136" y="27434"/>
                  </a:cubicBezTo>
                  <a:lnTo>
                    <a:pt x="31135" y="27434"/>
                  </a:lnTo>
                  <a:cubicBezTo>
                    <a:pt x="29920" y="27627"/>
                    <a:pt x="28707" y="27814"/>
                    <a:pt x="27490" y="27996"/>
                  </a:cubicBezTo>
                  <a:cubicBezTo>
                    <a:pt x="25676" y="28268"/>
                    <a:pt x="22711" y="28438"/>
                    <a:pt x="19866" y="28438"/>
                  </a:cubicBezTo>
                  <a:cubicBezTo>
                    <a:pt x="17408" y="28438"/>
                    <a:pt x="15040" y="28312"/>
                    <a:pt x="13581" y="28016"/>
                  </a:cubicBezTo>
                  <a:cubicBezTo>
                    <a:pt x="11518" y="27598"/>
                    <a:pt x="9306" y="26684"/>
                    <a:pt x="8459" y="24760"/>
                  </a:cubicBezTo>
                  <a:cubicBezTo>
                    <a:pt x="7988" y="23685"/>
                    <a:pt x="8027" y="22431"/>
                    <a:pt x="8400" y="21318"/>
                  </a:cubicBezTo>
                  <a:cubicBezTo>
                    <a:pt x="8773" y="20205"/>
                    <a:pt x="9456" y="19219"/>
                    <a:pt x="10234" y="18341"/>
                  </a:cubicBezTo>
                  <a:cubicBezTo>
                    <a:pt x="14206" y="13860"/>
                    <a:pt x="20499" y="12132"/>
                    <a:pt x="24839" y="8018"/>
                  </a:cubicBezTo>
                  <a:cubicBezTo>
                    <a:pt x="25660" y="7242"/>
                    <a:pt x="26457" y="6220"/>
                    <a:pt x="26288" y="5104"/>
                  </a:cubicBezTo>
                  <a:cubicBezTo>
                    <a:pt x="26140" y="4108"/>
                    <a:pt x="25269" y="3392"/>
                    <a:pt x="24412" y="2866"/>
                  </a:cubicBezTo>
                  <a:cubicBezTo>
                    <a:pt x="23712" y="2434"/>
                    <a:pt x="22980" y="2068"/>
                    <a:pt x="22228" y="1752"/>
                  </a:cubicBezTo>
                  <a:cubicBezTo>
                    <a:pt x="21428" y="1420"/>
                    <a:pt x="20603" y="1144"/>
                    <a:pt x="19761" y="914"/>
                  </a:cubicBezTo>
                  <a:lnTo>
                    <a:pt x="19760" y="914"/>
                  </a:lnTo>
                  <a:cubicBezTo>
                    <a:pt x="19609" y="871"/>
                    <a:pt x="19456" y="829"/>
                    <a:pt x="19300" y="791"/>
                  </a:cubicBezTo>
                  <a:cubicBezTo>
                    <a:pt x="19038" y="724"/>
                    <a:pt x="18775" y="662"/>
                    <a:pt x="18511" y="604"/>
                  </a:cubicBezTo>
                  <a:cubicBezTo>
                    <a:pt x="18319" y="561"/>
                    <a:pt x="18129" y="521"/>
                    <a:pt x="17936" y="482"/>
                  </a:cubicBezTo>
                  <a:cubicBezTo>
                    <a:pt x="17693" y="431"/>
                    <a:pt x="17449" y="384"/>
                    <a:pt x="17203" y="342"/>
                  </a:cubicBezTo>
                  <a:cubicBezTo>
                    <a:pt x="17002" y="305"/>
                    <a:pt x="16805" y="273"/>
                    <a:pt x="16603" y="240"/>
                  </a:cubicBezTo>
                  <a:cubicBezTo>
                    <a:pt x="16368" y="201"/>
                    <a:pt x="16131" y="165"/>
                    <a:pt x="15893" y="130"/>
                  </a:cubicBezTo>
                  <a:cubicBezTo>
                    <a:pt x="15690" y="100"/>
                    <a:pt x="15485" y="73"/>
                    <a:pt x="15279" y="45"/>
                  </a:cubicBezTo>
                  <a:cubicBezTo>
                    <a:pt x="15165" y="29"/>
                    <a:pt x="15050" y="15"/>
                    <a:pt x="14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7"/>
            <p:cNvSpPr/>
            <p:nvPr/>
          </p:nvSpPr>
          <p:spPr>
            <a:xfrm flipH="1">
              <a:off x="8318007" y="3528635"/>
              <a:ext cx="242707" cy="669079"/>
            </a:xfrm>
            <a:custGeom>
              <a:rect b="b" l="l" r="r" t="t"/>
              <a:pathLst>
                <a:path extrusionOk="0" h="7989" w="2898">
                  <a:moveTo>
                    <a:pt x="1377" y="0"/>
                  </a:moveTo>
                  <a:cubicBezTo>
                    <a:pt x="1268" y="0"/>
                    <a:pt x="1135" y="101"/>
                    <a:pt x="1111" y="206"/>
                  </a:cubicBezTo>
                  <a:cubicBezTo>
                    <a:pt x="601" y="2360"/>
                    <a:pt x="88" y="4532"/>
                    <a:pt x="9" y="6745"/>
                  </a:cubicBezTo>
                  <a:cubicBezTo>
                    <a:pt x="0" y="7005"/>
                    <a:pt x="103" y="7410"/>
                    <a:pt x="356" y="7665"/>
                  </a:cubicBezTo>
                  <a:cubicBezTo>
                    <a:pt x="457" y="7766"/>
                    <a:pt x="953" y="7988"/>
                    <a:pt x="1471" y="7988"/>
                  </a:cubicBezTo>
                  <a:cubicBezTo>
                    <a:pt x="1909" y="7988"/>
                    <a:pt x="2364" y="7829"/>
                    <a:pt x="2608" y="7299"/>
                  </a:cubicBezTo>
                  <a:cubicBezTo>
                    <a:pt x="2898" y="6674"/>
                    <a:pt x="2810" y="5651"/>
                    <a:pt x="2729" y="4968"/>
                  </a:cubicBezTo>
                  <a:cubicBezTo>
                    <a:pt x="2536" y="3352"/>
                    <a:pt x="2004" y="1783"/>
                    <a:pt x="1627" y="198"/>
                  </a:cubicBezTo>
                  <a:cubicBezTo>
                    <a:pt x="1601" y="90"/>
                    <a:pt x="1499" y="5"/>
                    <a:pt x="1386" y="0"/>
                  </a:cubicBezTo>
                  <a:cubicBezTo>
                    <a:pt x="1383" y="0"/>
                    <a:pt x="1380" y="0"/>
                    <a:pt x="13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7"/>
            <p:cNvSpPr/>
            <p:nvPr/>
          </p:nvSpPr>
          <p:spPr>
            <a:xfrm flipH="1">
              <a:off x="8092543" y="3564229"/>
              <a:ext cx="127384" cy="370678"/>
            </a:xfrm>
            <a:custGeom>
              <a:rect b="b" l="l" r="r" t="t"/>
              <a:pathLst>
                <a:path extrusionOk="0" h="4426" w="1521">
                  <a:moveTo>
                    <a:pt x="691" y="0"/>
                  </a:moveTo>
                  <a:cubicBezTo>
                    <a:pt x="595" y="0"/>
                    <a:pt x="467" y="61"/>
                    <a:pt x="450" y="137"/>
                  </a:cubicBezTo>
                  <a:cubicBezTo>
                    <a:pt x="216" y="1209"/>
                    <a:pt x="69" y="2300"/>
                    <a:pt x="16" y="3395"/>
                  </a:cubicBezTo>
                  <a:cubicBezTo>
                    <a:pt x="4" y="3615"/>
                    <a:pt x="0" y="3841"/>
                    <a:pt x="91" y="4042"/>
                  </a:cubicBezTo>
                  <a:cubicBezTo>
                    <a:pt x="183" y="4241"/>
                    <a:pt x="465" y="4403"/>
                    <a:pt x="684" y="4424"/>
                  </a:cubicBezTo>
                  <a:cubicBezTo>
                    <a:pt x="701" y="4425"/>
                    <a:pt x="717" y="4426"/>
                    <a:pt x="733" y="4426"/>
                  </a:cubicBezTo>
                  <a:cubicBezTo>
                    <a:pt x="1009" y="4426"/>
                    <a:pt x="1279" y="4212"/>
                    <a:pt x="1398" y="3957"/>
                  </a:cubicBezTo>
                  <a:cubicBezTo>
                    <a:pt x="1520" y="3689"/>
                    <a:pt x="1493" y="3379"/>
                    <a:pt x="1458" y="3087"/>
                  </a:cubicBezTo>
                  <a:cubicBezTo>
                    <a:pt x="1341" y="2061"/>
                    <a:pt x="1078" y="1012"/>
                    <a:pt x="795" y="57"/>
                  </a:cubicBezTo>
                  <a:cubicBezTo>
                    <a:pt x="783" y="17"/>
                    <a:pt x="742"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37"/>
          <p:cNvGrpSpPr/>
          <p:nvPr/>
        </p:nvGrpSpPr>
        <p:grpSpPr>
          <a:xfrm>
            <a:off x="6044575" y="782875"/>
            <a:ext cx="1195900" cy="541775"/>
            <a:chOff x="5595675" y="1084200"/>
            <a:chExt cx="1195900" cy="541775"/>
          </a:xfrm>
        </p:grpSpPr>
        <p:sp>
          <p:nvSpPr>
            <p:cNvPr id="2130" name="Google Shape;2130;p37"/>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7"/>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7"/>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7"/>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7"/>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7"/>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7"/>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7"/>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7"/>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7"/>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7"/>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37"/>
          <p:cNvGrpSpPr/>
          <p:nvPr/>
        </p:nvGrpSpPr>
        <p:grpSpPr>
          <a:xfrm>
            <a:off x="7530825" y="576550"/>
            <a:ext cx="545475" cy="180275"/>
            <a:chOff x="6417800" y="2661150"/>
            <a:chExt cx="545475" cy="180275"/>
          </a:xfrm>
        </p:grpSpPr>
        <p:sp>
          <p:nvSpPr>
            <p:cNvPr id="2142" name="Google Shape;2142;p37"/>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7"/>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7"/>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7"/>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7"/>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7"/>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 name="Google Shape;2148;p37"/>
          <p:cNvGrpSpPr/>
          <p:nvPr/>
        </p:nvGrpSpPr>
        <p:grpSpPr>
          <a:xfrm>
            <a:off x="4696600" y="203375"/>
            <a:ext cx="1011900" cy="244475"/>
            <a:chOff x="5272425" y="2835250"/>
            <a:chExt cx="1011900" cy="244475"/>
          </a:xfrm>
        </p:grpSpPr>
        <p:sp>
          <p:nvSpPr>
            <p:cNvPr id="2149" name="Google Shape;2149;p37"/>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7"/>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7"/>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7"/>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7"/>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7"/>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7"/>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7"/>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7"/>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1" name="Shape 2161"/>
        <p:cNvGrpSpPr/>
        <p:nvPr/>
      </p:nvGrpSpPr>
      <p:grpSpPr>
        <a:xfrm>
          <a:off x="0" y="0"/>
          <a:ext cx="0" cy="0"/>
          <a:chOff x="0" y="0"/>
          <a:chExt cx="0" cy="0"/>
        </a:xfrm>
      </p:grpSpPr>
      <p:sp>
        <p:nvSpPr>
          <p:cNvPr id="2162" name="Google Shape;2162;p38"/>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Contents</a:t>
            </a:r>
            <a:r>
              <a:rPr lang="en"/>
              <a:t> of this template</a:t>
            </a:r>
            <a:endParaRPr/>
          </a:p>
        </p:txBody>
      </p:sp>
      <p:sp>
        <p:nvSpPr>
          <p:cNvPr id="2163" name="Google Shape;2163;p38"/>
          <p:cNvSpPr txBox="1"/>
          <p:nvPr/>
        </p:nvSpPr>
        <p:spPr>
          <a:xfrm>
            <a:off x="720000" y="1113720"/>
            <a:ext cx="7704000" cy="51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100">
                <a:solidFill>
                  <a:schemeClr val="dk1"/>
                </a:solidFill>
                <a:latin typeface="Didact Gothic"/>
                <a:ea typeface="Didact Gothic"/>
                <a:cs typeface="Didact Gothic"/>
                <a:sym typeface="Didact Gothic"/>
              </a:rPr>
              <a:t>This is a slide structure based on an Education template for High School</a:t>
            </a:r>
            <a:endParaRPr b="1" sz="1100">
              <a:solidFill>
                <a:schemeClr val="dk1"/>
              </a:solidFill>
              <a:latin typeface="Didact Gothic"/>
              <a:ea typeface="Didact Gothic"/>
              <a:cs typeface="Didact Gothic"/>
              <a:sym typeface="Didact Gothic"/>
            </a:endParaRPr>
          </a:p>
          <a:p>
            <a:pPr indent="0" lvl="0" marL="0" rtl="0" algn="ctr">
              <a:spcBef>
                <a:spcPts val="0"/>
              </a:spcBef>
              <a:spcAft>
                <a:spcPts val="0"/>
              </a:spcAft>
              <a:buNone/>
            </a:pPr>
            <a:r>
              <a:rPr lang="en" sz="1100">
                <a:solidFill>
                  <a:schemeClr val="dk1"/>
                </a:solidFill>
                <a:latin typeface="Didact Gothic"/>
                <a:ea typeface="Didact Gothic"/>
                <a:cs typeface="Didact Gothic"/>
                <a:sym typeface="Didact Gothic"/>
              </a:rPr>
              <a:t>You can delete this slide when you’re done editing the presentation</a:t>
            </a:r>
            <a:endParaRPr b="1" sz="1100">
              <a:solidFill>
                <a:schemeClr val="dk1"/>
              </a:solidFill>
              <a:latin typeface="Didact Gothic"/>
              <a:ea typeface="Didact Gothic"/>
              <a:cs typeface="Didact Gothic"/>
              <a:sym typeface="Didact Gothic"/>
            </a:endParaRPr>
          </a:p>
        </p:txBody>
      </p:sp>
      <p:sp>
        <p:nvSpPr>
          <p:cNvPr id="2164" name="Google Shape;2164;p38"/>
          <p:cNvSpPr txBox="1"/>
          <p:nvPr/>
        </p:nvSpPr>
        <p:spPr>
          <a:xfrm>
            <a:off x="720000" y="4124675"/>
            <a:ext cx="3742800" cy="49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Didact Gothic"/>
                <a:ea typeface="Didact Gothic"/>
                <a:cs typeface="Didact Gothic"/>
                <a:sym typeface="Didact Gothic"/>
              </a:rPr>
              <a:t>For more info:</a:t>
            </a:r>
            <a:br>
              <a:rPr b="1" lang="en" sz="1000">
                <a:solidFill>
                  <a:schemeClr val="dk1"/>
                </a:solidFill>
                <a:latin typeface="Didact Gothic"/>
                <a:ea typeface="Didact Gothic"/>
                <a:cs typeface="Didact Gothic"/>
                <a:sym typeface="Didact Gothic"/>
              </a:rPr>
            </a:br>
            <a:r>
              <a:rPr b="1" lang="en" sz="1000">
                <a:solidFill>
                  <a:schemeClr val="dk1"/>
                </a:solidFill>
                <a:uFill>
                  <a:noFill/>
                </a:uFill>
                <a:latin typeface="Didact Gothic"/>
                <a:ea typeface="Didact Gothic"/>
                <a:cs typeface="Didact Gothic"/>
                <a:sym typeface="Didact Gothic"/>
                <a:hlinkClick r:id="rId3">
                  <a:extLst>
                    <a:ext uri="{A12FA001-AC4F-418D-AE19-62706E023703}">
                      <ahyp:hlinkClr val="tx"/>
                    </a:ext>
                  </a:extLst>
                </a:hlinkClick>
              </a:rPr>
              <a:t>SLIDESGO </a:t>
            </a:r>
            <a:r>
              <a:rPr b="1" lang="en" sz="1000">
                <a:solidFill>
                  <a:schemeClr val="dk1"/>
                </a:solidFill>
                <a:latin typeface="Didact Gothic"/>
                <a:ea typeface="Didact Gothic"/>
                <a:cs typeface="Didact Gothic"/>
                <a:sym typeface="Didact Gothic"/>
              </a:rPr>
              <a:t> |  </a:t>
            </a:r>
            <a:r>
              <a:rPr b="1" lang="en" sz="1000">
                <a:solidFill>
                  <a:schemeClr val="dk1"/>
                </a:solidFill>
                <a:uFill>
                  <a:noFill/>
                </a:uFill>
                <a:latin typeface="Didact Gothic"/>
                <a:ea typeface="Didact Gothic"/>
                <a:cs typeface="Didact Gothic"/>
                <a:sym typeface="Didact Gothic"/>
                <a:hlinkClick r:id="rId4">
                  <a:extLst>
                    <a:ext uri="{A12FA001-AC4F-418D-AE19-62706E023703}">
                      <ahyp:hlinkClr val="tx"/>
                    </a:ext>
                  </a:extLst>
                </a:hlinkClick>
              </a:rPr>
              <a:t>SLIDESGO SCHOOL</a:t>
            </a:r>
            <a:r>
              <a:rPr b="1" lang="en" sz="1000">
                <a:solidFill>
                  <a:schemeClr val="dk1"/>
                </a:solidFill>
                <a:latin typeface="Didact Gothic"/>
                <a:ea typeface="Didact Gothic"/>
                <a:cs typeface="Didact Gothic"/>
                <a:sym typeface="Didact Gothic"/>
              </a:rPr>
              <a:t>  |  </a:t>
            </a:r>
            <a:r>
              <a:rPr b="1" lang="en" sz="1000">
                <a:solidFill>
                  <a:schemeClr val="dk1"/>
                </a:solidFill>
                <a:uFill>
                  <a:noFill/>
                </a:uFill>
                <a:latin typeface="Didact Gothic"/>
                <a:ea typeface="Didact Gothic"/>
                <a:cs typeface="Didact Gothic"/>
                <a:sym typeface="Didact Gothic"/>
                <a:hlinkClick r:id="rId5">
                  <a:extLst>
                    <a:ext uri="{A12FA001-AC4F-418D-AE19-62706E023703}">
                      <ahyp:hlinkClr val="tx"/>
                    </a:ext>
                  </a:extLst>
                </a:hlinkClick>
              </a:rPr>
              <a:t>FAQS</a:t>
            </a:r>
            <a:endParaRPr b="1" sz="1000">
              <a:solidFill>
                <a:schemeClr val="dk1"/>
              </a:solidFill>
              <a:latin typeface="Didact Gothic"/>
              <a:ea typeface="Didact Gothic"/>
              <a:cs typeface="Didact Gothic"/>
              <a:sym typeface="Didact Gothic"/>
            </a:endParaRPr>
          </a:p>
        </p:txBody>
      </p:sp>
      <p:sp>
        <p:nvSpPr>
          <p:cNvPr id="2165" name="Google Shape;2165;p38"/>
          <p:cNvSpPr txBox="1"/>
          <p:nvPr/>
        </p:nvSpPr>
        <p:spPr>
          <a:xfrm>
            <a:off x="4679775" y="4124675"/>
            <a:ext cx="3742800" cy="492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Didact Gothic"/>
                <a:ea typeface="Didact Gothic"/>
                <a:cs typeface="Didact Gothic"/>
                <a:sym typeface="Didact Gothic"/>
              </a:rPr>
              <a:t>You can visit our sister projects:</a:t>
            </a:r>
            <a:br>
              <a:rPr lang="en" sz="1000">
                <a:solidFill>
                  <a:schemeClr val="dk1"/>
                </a:solidFill>
                <a:latin typeface="Didact Gothic"/>
                <a:ea typeface="Didact Gothic"/>
                <a:cs typeface="Didact Gothic"/>
                <a:sym typeface="Didact Gothic"/>
              </a:rPr>
            </a:br>
            <a:r>
              <a:rPr b="1" lang="en" sz="1000">
                <a:solidFill>
                  <a:schemeClr val="dk1"/>
                </a:solidFill>
                <a:uFill>
                  <a:noFill/>
                </a:uFill>
                <a:latin typeface="Didact Gothic"/>
                <a:ea typeface="Didact Gothic"/>
                <a:cs typeface="Didact Gothic"/>
                <a:sym typeface="Didact Gothic"/>
                <a:hlinkClick r:id="rId6">
                  <a:extLst>
                    <a:ext uri="{A12FA001-AC4F-418D-AE19-62706E023703}">
                      <ahyp:hlinkClr val="tx"/>
                    </a:ext>
                  </a:extLst>
                </a:hlinkClick>
              </a:rPr>
              <a:t>FREEPIK</a:t>
            </a:r>
            <a:r>
              <a:rPr b="1" lang="en" sz="1000">
                <a:solidFill>
                  <a:schemeClr val="dk1"/>
                </a:solidFill>
                <a:latin typeface="Didact Gothic"/>
                <a:ea typeface="Didact Gothic"/>
                <a:cs typeface="Didact Gothic"/>
                <a:sym typeface="Didact Gothic"/>
              </a:rPr>
              <a:t> | </a:t>
            </a:r>
            <a:r>
              <a:rPr b="1" lang="en" sz="1000">
                <a:solidFill>
                  <a:schemeClr val="dk1"/>
                </a:solidFill>
                <a:uFill>
                  <a:noFill/>
                </a:uFill>
                <a:latin typeface="Didact Gothic"/>
                <a:ea typeface="Didact Gothic"/>
                <a:cs typeface="Didact Gothic"/>
                <a:sym typeface="Didact Gothic"/>
                <a:hlinkClick r:id="rId7">
                  <a:extLst>
                    <a:ext uri="{A12FA001-AC4F-418D-AE19-62706E023703}">
                      <ahyp:hlinkClr val="tx"/>
                    </a:ext>
                  </a:extLst>
                </a:hlinkClick>
              </a:rPr>
              <a:t>FLATICON</a:t>
            </a:r>
            <a:r>
              <a:rPr b="1" lang="en" sz="1000">
                <a:solidFill>
                  <a:schemeClr val="dk1"/>
                </a:solidFill>
                <a:latin typeface="Didact Gothic"/>
                <a:ea typeface="Didact Gothic"/>
                <a:cs typeface="Didact Gothic"/>
                <a:sym typeface="Didact Gothic"/>
              </a:rPr>
              <a:t> | </a:t>
            </a:r>
            <a:r>
              <a:rPr b="1" lang="en" sz="1000">
                <a:solidFill>
                  <a:schemeClr val="dk1"/>
                </a:solidFill>
                <a:uFill>
                  <a:noFill/>
                </a:uFill>
                <a:latin typeface="Didact Gothic"/>
                <a:ea typeface="Didact Gothic"/>
                <a:cs typeface="Didact Gothic"/>
                <a:sym typeface="Didact Gothic"/>
                <a:hlinkClick r:id="rId8">
                  <a:extLst>
                    <a:ext uri="{A12FA001-AC4F-418D-AE19-62706E023703}">
                      <ahyp:hlinkClr val="tx"/>
                    </a:ext>
                  </a:extLst>
                </a:hlinkClick>
              </a:rPr>
              <a:t>STORYSET</a:t>
            </a:r>
            <a:r>
              <a:rPr b="1" lang="en" sz="1000">
                <a:solidFill>
                  <a:schemeClr val="dk1"/>
                </a:solidFill>
                <a:latin typeface="Didact Gothic"/>
                <a:ea typeface="Didact Gothic"/>
                <a:cs typeface="Didact Gothic"/>
                <a:sym typeface="Didact Gothic"/>
              </a:rPr>
              <a:t> | </a:t>
            </a:r>
            <a:r>
              <a:rPr b="1" lang="en" sz="1000">
                <a:solidFill>
                  <a:schemeClr val="dk1"/>
                </a:solidFill>
                <a:uFill>
                  <a:noFill/>
                </a:uFill>
                <a:latin typeface="Didact Gothic"/>
                <a:ea typeface="Didact Gothic"/>
                <a:cs typeface="Didact Gothic"/>
                <a:sym typeface="Didact Gothic"/>
                <a:hlinkClick r:id="rId9">
                  <a:extLst>
                    <a:ext uri="{A12FA001-AC4F-418D-AE19-62706E023703}">
                      <ahyp:hlinkClr val="tx"/>
                    </a:ext>
                  </a:extLst>
                </a:hlinkClick>
              </a:rPr>
              <a:t>WEPIK </a:t>
            </a:r>
            <a:r>
              <a:rPr b="1" lang="en" sz="1000">
                <a:solidFill>
                  <a:schemeClr val="dk1"/>
                </a:solidFill>
                <a:latin typeface="Didact Gothic"/>
                <a:ea typeface="Didact Gothic"/>
                <a:cs typeface="Didact Gothic"/>
                <a:sym typeface="Didact Gothic"/>
              </a:rPr>
              <a:t>| </a:t>
            </a:r>
            <a:r>
              <a:rPr b="1" lang="en" sz="1000">
                <a:solidFill>
                  <a:schemeClr val="dk1"/>
                </a:solidFill>
                <a:uFill>
                  <a:noFill/>
                </a:uFill>
                <a:latin typeface="Didact Gothic"/>
                <a:ea typeface="Didact Gothic"/>
                <a:cs typeface="Didact Gothic"/>
                <a:sym typeface="Didact Gothic"/>
                <a:hlinkClick r:id="rId10">
                  <a:extLst>
                    <a:ext uri="{A12FA001-AC4F-418D-AE19-62706E023703}">
                      <ahyp:hlinkClr val="tx"/>
                    </a:ext>
                  </a:extLst>
                </a:hlinkClick>
              </a:rPr>
              <a:t>VIDFY</a:t>
            </a:r>
            <a:endParaRPr b="1" sz="1000">
              <a:solidFill>
                <a:schemeClr val="dk1"/>
              </a:solidFill>
              <a:latin typeface="Didact Gothic"/>
              <a:ea typeface="Didact Gothic"/>
              <a:cs typeface="Didact Gothic"/>
              <a:sym typeface="Didact Gothic"/>
            </a:endParaRPr>
          </a:p>
          <a:p>
            <a:pPr indent="0" lvl="0" marL="0" rtl="0" algn="r">
              <a:spcBef>
                <a:spcPts val="0"/>
              </a:spcBef>
              <a:spcAft>
                <a:spcPts val="0"/>
              </a:spcAft>
              <a:buNone/>
            </a:pPr>
            <a:r>
              <a:t/>
            </a:r>
            <a:endParaRPr b="1" sz="1000">
              <a:solidFill>
                <a:schemeClr val="dk1"/>
              </a:solidFill>
              <a:latin typeface="Didact Gothic"/>
              <a:ea typeface="Didact Gothic"/>
              <a:cs typeface="Didact Gothic"/>
              <a:sym typeface="Didact Gothic"/>
            </a:endParaRPr>
          </a:p>
        </p:txBody>
      </p:sp>
      <p:graphicFrame>
        <p:nvGraphicFramePr>
          <p:cNvPr id="2166" name="Google Shape;2166;p38"/>
          <p:cNvGraphicFramePr/>
          <p:nvPr/>
        </p:nvGraphicFramePr>
        <p:xfrm>
          <a:off x="720000" y="1650465"/>
          <a:ext cx="3000000" cy="3000000"/>
        </p:xfrm>
        <a:graphic>
          <a:graphicData uri="http://schemas.openxmlformats.org/drawingml/2006/table">
            <a:tbl>
              <a:tblPr>
                <a:noFill/>
                <a:tableStyleId>{96524877-6F27-48A3-B51B-2195CD4B78AA}</a:tableStyleId>
              </a:tblPr>
              <a:tblGrid>
                <a:gridCol w="2052925"/>
                <a:gridCol w="5649650"/>
              </a:tblGrid>
              <a:tr h="312025">
                <a:tc>
                  <a:txBody>
                    <a:bodyPr/>
                    <a:lstStyle/>
                    <a:p>
                      <a:pPr indent="0" lvl="0" marL="0" rtl="0" algn="ctr">
                        <a:spcBef>
                          <a:spcPts val="0"/>
                        </a:spcBef>
                        <a:spcAft>
                          <a:spcPts val="0"/>
                        </a:spcAft>
                        <a:buNone/>
                      </a:pPr>
                      <a:r>
                        <a:rPr b="1" lang="en">
                          <a:solidFill>
                            <a:schemeClr val="hlink"/>
                          </a:solidFill>
                          <a:uFill>
                            <a:noFill/>
                          </a:uFill>
                          <a:latin typeface="Bahiana"/>
                          <a:ea typeface="Bahiana"/>
                          <a:cs typeface="Bahiana"/>
                          <a:sym typeface="Bahiana"/>
                          <a:hlinkClick action="ppaction://hlinksldjump" r:id="rId11"/>
                        </a:rPr>
                        <a:t>Fonts</a:t>
                      </a:r>
                      <a:endParaRPr>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l">
                        <a:spcBef>
                          <a:spcPts val="0"/>
                        </a:spcBef>
                        <a:spcAft>
                          <a:spcPts val="1600"/>
                        </a:spcAft>
                        <a:buClr>
                          <a:schemeClr val="dk1"/>
                        </a:buClr>
                        <a:buSzPts val="1100"/>
                        <a:buFont typeface="Arial"/>
                        <a:buNone/>
                      </a:pPr>
                      <a:r>
                        <a:rPr lang="en" sz="1100">
                          <a:solidFill>
                            <a:schemeClr val="dk1"/>
                          </a:solidFill>
                          <a:latin typeface="Didact Gothic"/>
                          <a:ea typeface="Didact Gothic"/>
                          <a:cs typeface="Didact Gothic"/>
                          <a:sym typeface="Didact Gothic"/>
                        </a:rPr>
                        <a:t>To view this template correctly in PowerPoint, download and install the fonts we used</a:t>
                      </a:r>
                      <a:endParaRPr sz="11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r>
              <a:tr h="461250">
                <a:tc>
                  <a:txBody>
                    <a:bodyPr/>
                    <a:lstStyle/>
                    <a:p>
                      <a:pPr indent="0" lvl="0" marL="0" rtl="0" algn="ctr">
                        <a:spcBef>
                          <a:spcPts val="0"/>
                        </a:spcBef>
                        <a:spcAft>
                          <a:spcPts val="0"/>
                        </a:spcAft>
                        <a:buNone/>
                      </a:pPr>
                      <a:r>
                        <a:rPr b="1" lang="en">
                          <a:solidFill>
                            <a:schemeClr val="dk1"/>
                          </a:solidFill>
                          <a:uFill>
                            <a:noFill/>
                          </a:uFill>
                          <a:latin typeface="Bahiana"/>
                          <a:ea typeface="Bahiana"/>
                          <a:cs typeface="Bahiana"/>
                          <a:sym typeface="Bahiana"/>
                          <a:hlinkClick action="ppaction://hlinksldjump" r:id="rId12">
                            <a:extLst>
                              <a:ext uri="{A12FA001-AC4F-418D-AE19-62706E023703}">
                                <ahyp:hlinkClr val="tx"/>
                              </a:ext>
                            </a:extLst>
                          </a:hlinkClick>
                        </a:rPr>
                        <a:t>Used</a:t>
                      </a:r>
                      <a:r>
                        <a:rPr b="1" lang="en">
                          <a:solidFill>
                            <a:schemeClr val="dk1"/>
                          </a:solidFill>
                          <a:latin typeface="Bahiana"/>
                          <a:ea typeface="Bahiana"/>
                          <a:cs typeface="Bahiana"/>
                          <a:sym typeface="Bahiana"/>
                        </a:rPr>
                        <a:t> and </a:t>
                      </a:r>
                      <a:r>
                        <a:rPr b="1" lang="en">
                          <a:solidFill>
                            <a:schemeClr val="hlink"/>
                          </a:solidFill>
                          <a:uFill>
                            <a:noFill/>
                          </a:uFill>
                          <a:latin typeface="Bahiana"/>
                          <a:ea typeface="Bahiana"/>
                          <a:cs typeface="Bahiana"/>
                          <a:sym typeface="Bahiana"/>
                          <a:hlinkClick action="ppaction://hlinksldjump" r:id="rId13"/>
                        </a:rPr>
                        <a:t>alternative resources</a:t>
                      </a:r>
                      <a:endParaRPr>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l">
                        <a:spcBef>
                          <a:spcPts val="0"/>
                        </a:spcBef>
                        <a:spcAft>
                          <a:spcPts val="1600"/>
                        </a:spcAft>
                        <a:buClr>
                          <a:schemeClr val="dk1"/>
                        </a:buClr>
                        <a:buSzPts val="1100"/>
                        <a:buFont typeface="Arial"/>
                        <a:buNone/>
                      </a:pPr>
                      <a:r>
                        <a:rPr lang="en" sz="1100">
                          <a:solidFill>
                            <a:schemeClr val="dk1"/>
                          </a:solidFill>
                          <a:latin typeface="Didact Gothic"/>
                          <a:ea typeface="Didact Gothic"/>
                          <a:cs typeface="Didact Gothic"/>
                          <a:sym typeface="Didact Gothic"/>
                        </a:rPr>
                        <a:t>An assortment of graphic resources that are suitable for use in this presentation</a:t>
                      </a:r>
                      <a:endParaRPr sz="11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12025">
                <a:tc>
                  <a:txBody>
                    <a:bodyPr/>
                    <a:lstStyle/>
                    <a:p>
                      <a:pPr indent="0" lvl="0" marL="0" rtl="0" algn="ctr">
                        <a:spcBef>
                          <a:spcPts val="0"/>
                        </a:spcBef>
                        <a:spcAft>
                          <a:spcPts val="0"/>
                        </a:spcAft>
                        <a:buNone/>
                      </a:pPr>
                      <a:r>
                        <a:rPr b="1" lang="en">
                          <a:solidFill>
                            <a:schemeClr val="dk1"/>
                          </a:solidFill>
                          <a:uFill>
                            <a:noFill/>
                          </a:uFill>
                          <a:latin typeface="Bahiana"/>
                          <a:ea typeface="Bahiana"/>
                          <a:cs typeface="Bahiana"/>
                          <a:sym typeface="Bahiana"/>
                          <a:hlinkClick action="ppaction://hlinksldjump" r:id="rId14">
                            <a:extLst>
                              <a:ext uri="{A12FA001-AC4F-418D-AE19-62706E023703}">
                                <ahyp:hlinkClr val="tx"/>
                              </a:ext>
                            </a:extLst>
                          </a:hlinkClick>
                        </a:rPr>
                        <a:t>Thanks slide</a:t>
                      </a:r>
                      <a:r>
                        <a:rPr lang="en">
                          <a:solidFill>
                            <a:schemeClr val="dk1"/>
                          </a:solidFill>
                          <a:uFill>
                            <a:noFill/>
                          </a:uFill>
                          <a:latin typeface="Bahiana"/>
                          <a:ea typeface="Bahiana"/>
                          <a:cs typeface="Bahiana"/>
                          <a:sym typeface="Bahiana"/>
                          <a:hlinkClick action="ppaction://hlinksldjump" r:id="rId15">
                            <a:extLst>
                              <a:ext uri="{A12FA001-AC4F-418D-AE19-62706E023703}">
                                <ahyp:hlinkClr val="tx"/>
                              </a:ext>
                            </a:extLst>
                          </a:hlinkClick>
                        </a:rPr>
                        <a:t> </a:t>
                      </a:r>
                      <a:endParaRPr>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l">
                        <a:spcBef>
                          <a:spcPts val="0"/>
                        </a:spcBef>
                        <a:spcAft>
                          <a:spcPts val="1600"/>
                        </a:spcAft>
                        <a:buNone/>
                      </a:pPr>
                      <a:r>
                        <a:rPr lang="en" sz="1100">
                          <a:solidFill>
                            <a:schemeClr val="dk1"/>
                          </a:solidFill>
                          <a:latin typeface="Didact Gothic"/>
                          <a:ea typeface="Didact Gothic"/>
                          <a:cs typeface="Didact Gothic"/>
                          <a:sym typeface="Didact Gothic"/>
                        </a:rPr>
                        <a:t>You must keep it so that proper credits for our design are given</a:t>
                      </a:r>
                      <a:endParaRPr sz="11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12025">
                <a:tc>
                  <a:txBody>
                    <a:bodyPr/>
                    <a:lstStyle/>
                    <a:p>
                      <a:pPr indent="0" lvl="0" marL="0" rtl="0" algn="ctr">
                        <a:spcBef>
                          <a:spcPts val="0"/>
                        </a:spcBef>
                        <a:spcAft>
                          <a:spcPts val="0"/>
                        </a:spcAft>
                        <a:buNone/>
                      </a:pPr>
                      <a:r>
                        <a:rPr b="1" lang="en">
                          <a:solidFill>
                            <a:schemeClr val="hlink"/>
                          </a:solidFill>
                          <a:uFill>
                            <a:noFill/>
                          </a:uFill>
                          <a:latin typeface="Bahiana"/>
                          <a:ea typeface="Bahiana"/>
                          <a:cs typeface="Bahiana"/>
                          <a:sym typeface="Bahiana"/>
                          <a:hlinkClick action="ppaction://hlinksldjump" r:id="rId16"/>
                        </a:rPr>
                        <a:t>Colors</a:t>
                      </a:r>
                      <a:endParaRPr>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l">
                        <a:spcBef>
                          <a:spcPts val="0"/>
                        </a:spcBef>
                        <a:spcAft>
                          <a:spcPts val="1600"/>
                        </a:spcAft>
                        <a:buNone/>
                      </a:pPr>
                      <a:r>
                        <a:rPr lang="en" sz="1100">
                          <a:solidFill>
                            <a:schemeClr val="dk1"/>
                          </a:solidFill>
                          <a:latin typeface="Didact Gothic"/>
                          <a:ea typeface="Didact Gothic"/>
                          <a:cs typeface="Didact Gothic"/>
                          <a:sym typeface="Didact Gothic"/>
                        </a:rPr>
                        <a:t>All the colors used in this presentation</a:t>
                      </a:r>
                      <a:endParaRPr sz="11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461250">
                <a:tc>
                  <a:txBody>
                    <a:bodyPr/>
                    <a:lstStyle/>
                    <a:p>
                      <a:pPr indent="0" lvl="0" marL="0" rtl="0" algn="ctr">
                        <a:spcBef>
                          <a:spcPts val="0"/>
                        </a:spcBef>
                        <a:spcAft>
                          <a:spcPts val="0"/>
                        </a:spcAft>
                        <a:buNone/>
                      </a:pPr>
                      <a:r>
                        <a:rPr b="1" lang="en">
                          <a:solidFill>
                            <a:schemeClr val="hlink"/>
                          </a:solidFill>
                          <a:uFill>
                            <a:noFill/>
                          </a:uFill>
                          <a:latin typeface="Bahiana"/>
                          <a:ea typeface="Bahiana"/>
                          <a:cs typeface="Bahiana"/>
                          <a:sym typeface="Bahiana"/>
                          <a:hlinkClick action="ppaction://hlinksldjump" r:id="rId17"/>
                        </a:rPr>
                        <a:t>Infographic resources</a:t>
                      </a:r>
                      <a:endParaRPr>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Didact Gothic"/>
                          <a:ea typeface="Didact Gothic"/>
                          <a:cs typeface="Didact Gothic"/>
                          <a:sym typeface="Didact Gothic"/>
                        </a:rPr>
                        <a:t>These can be used in the template, and their size and color can be edited</a:t>
                      </a:r>
                      <a:endParaRPr sz="11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12025">
                <a:tc>
                  <a:txBody>
                    <a:bodyPr/>
                    <a:lstStyle/>
                    <a:p>
                      <a:pPr indent="0" lvl="0" marL="0" rtl="0" algn="ctr">
                        <a:spcBef>
                          <a:spcPts val="0"/>
                        </a:spcBef>
                        <a:spcAft>
                          <a:spcPts val="0"/>
                        </a:spcAft>
                        <a:buNone/>
                      </a:pPr>
                      <a:r>
                        <a:rPr b="1" lang="en">
                          <a:solidFill>
                            <a:schemeClr val="hlink"/>
                          </a:solidFill>
                          <a:uFill>
                            <a:noFill/>
                          </a:uFill>
                          <a:latin typeface="Bahiana"/>
                          <a:ea typeface="Bahiana"/>
                          <a:cs typeface="Bahiana"/>
                          <a:sym typeface="Bahiana"/>
                          <a:hlinkClick action="ppaction://hlinksldjump" r:id="rId18"/>
                        </a:rPr>
                        <a:t>Customizable icons</a:t>
                      </a:r>
                      <a:endParaRPr>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l">
                        <a:spcBef>
                          <a:spcPts val="0"/>
                        </a:spcBef>
                        <a:spcAft>
                          <a:spcPts val="1600"/>
                        </a:spcAft>
                        <a:buNone/>
                      </a:pPr>
                      <a:r>
                        <a:rPr lang="en" sz="1100">
                          <a:solidFill>
                            <a:schemeClr val="dk1"/>
                          </a:solidFill>
                          <a:latin typeface="Didact Gothic"/>
                          <a:ea typeface="Didact Gothic"/>
                          <a:cs typeface="Didact Gothic"/>
                          <a:sym typeface="Didact Gothic"/>
                        </a:rPr>
                        <a:t>They are sorted by theme so you can use them in all kinds of presentations</a:t>
                      </a:r>
                      <a:endParaRPr sz="11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0" name="Shape 2170"/>
        <p:cNvGrpSpPr/>
        <p:nvPr/>
      </p:nvGrpSpPr>
      <p:grpSpPr>
        <a:xfrm>
          <a:off x="0" y="0"/>
          <a:ext cx="0" cy="0"/>
          <a:chOff x="0" y="0"/>
          <a:chExt cx="0" cy="0"/>
        </a:xfrm>
      </p:grpSpPr>
      <p:sp>
        <p:nvSpPr>
          <p:cNvPr id="2171" name="Google Shape;2171;p39"/>
          <p:cNvSpPr/>
          <p:nvPr/>
        </p:nvSpPr>
        <p:spPr>
          <a:xfrm>
            <a:off x="3990150" y="1270875"/>
            <a:ext cx="1281900" cy="12819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9"/>
          <p:cNvSpPr/>
          <p:nvPr/>
        </p:nvSpPr>
        <p:spPr>
          <a:xfrm>
            <a:off x="6697125" y="1270875"/>
            <a:ext cx="1281900" cy="12819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9"/>
          <p:cNvSpPr/>
          <p:nvPr/>
        </p:nvSpPr>
        <p:spPr>
          <a:xfrm>
            <a:off x="1165025" y="1270875"/>
            <a:ext cx="1281900" cy="12819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9"/>
          <p:cNvSpPr txBox="1"/>
          <p:nvPr>
            <p:ph type="title"/>
          </p:nvPr>
        </p:nvSpPr>
        <p:spPr>
          <a:xfrm rot="1973">
            <a:off x="1283375" y="1386075"/>
            <a:ext cx="1045200" cy="10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175" name="Google Shape;2175;p39"/>
          <p:cNvSpPr txBox="1"/>
          <p:nvPr>
            <p:ph idx="2" type="title"/>
          </p:nvPr>
        </p:nvSpPr>
        <p:spPr>
          <a:xfrm>
            <a:off x="720000" y="2593525"/>
            <a:ext cx="2172000" cy="7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PRE-socratic philosophy</a:t>
            </a:r>
            <a:endParaRPr/>
          </a:p>
        </p:txBody>
      </p:sp>
      <p:sp>
        <p:nvSpPr>
          <p:cNvPr id="2176" name="Google Shape;2176;p39"/>
          <p:cNvSpPr txBox="1"/>
          <p:nvPr>
            <p:ph idx="1" type="subTitle"/>
          </p:nvPr>
        </p:nvSpPr>
        <p:spPr>
          <a:xfrm>
            <a:off x="720000" y="3229425"/>
            <a:ext cx="2172000" cy="6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177" name="Google Shape;2177;p39"/>
          <p:cNvSpPr txBox="1"/>
          <p:nvPr>
            <p:ph idx="9"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Table</a:t>
            </a:r>
            <a:r>
              <a:rPr lang="en"/>
              <a:t> of contents</a:t>
            </a:r>
            <a:endParaRPr/>
          </a:p>
        </p:txBody>
      </p:sp>
      <p:sp>
        <p:nvSpPr>
          <p:cNvPr id="2178" name="Google Shape;2178;p39"/>
          <p:cNvSpPr txBox="1"/>
          <p:nvPr>
            <p:ph idx="3" type="title"/>
          </p:nvPr>
        </p:nvSpPr>
        <p:spPr>
          <a:xfrm rot="1973">
            <a:off x="4049325" y="1386075"/>
            <a:ext cx="1045200" cy="10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179" name="Google Shape;2179;p39"/>
          <p:cNvSpPr txBox="1"/>
          <p:nvPr>
            <p:ph idx="4" type="title"/>
          </p:nvPr>
        </p:nvSpPr>
        <p:spPr>
          <a:xfrm>
            <a:off x="3486000" y="2593525"/>
            <a:ext cx="2172000" cy="7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CLASSICAL GREEK philosophy</a:t>
            </a:r>
            <a:endParaRPr/>
          </a:p>
        </p:txBody>
      </p:sp>
      <p:sp>
        <p:nvSpPr>
          <p:cNvPr id="2180" name="Google Shape;2180;p39"/>
          <p:cNvSpPr txBox="1"/>
          <p:nvPr>
            <p:ph idx="5" type="subTitle"/>
          </p:nvPr>
        </p:nvSpPr>
        <p:spPr>
          <a:xfrm>
            <a:off x="3486000" y="3229425"/>
            <a:ext cx="2172000" cy="6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181" name="Google Shape;2181;p39"/>
          <p:cNvSpPr txBox="1"/>
          <p:nvPr>
            <p:ph idx="6" type="title"/>
          </p:nvPr>
        </p:nvSpPr>
        <p:spPr>
          <a:xfrm rot="1973">
            <a:off x="6815325" y="1386075"/>
            <a:ext cx="1045200" cy="10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182" name="Google Shape;2182;p39"/>
          <p:cNvSpPr txBox="1"/>
          <p:nvPr>
            <p:ph idx="7" type="title"/>
          </p:nvPr>
        </p:nvSpPr>
        <p:spPr>
          <a:xfrm>
            <a:off x="6252000" y="2593525"/>
            <a:ext cx="2172000" cy="749700"/>
          </a:xfrm>
          <a:prstGeom prst="rect">
            <a:avLst/>
          </a:prstGeom>
        </p:spPr>
        <p:txBody>
          <a:bodyPr anchorCtr="0" anchor="t" bIns="91425" lIns="182875" spcFirstLastPara="1" rIns="182875" wrap="square" tIns="91425">
            <a:noAutofit/>
          </a:bodyPr>
          <a:lstStyle/>
          <a:p>
            <a:pPr indent="0" lvl="0" marL="0" rtl="0" algn="ctr">
              <a:spcBef>
                <a:spcPts val="0"/>
              </a:spcBef>
              <a:spcAft>
                <a:spcPts val="0"/>
              </a:spcAft>
              <a:buNone/>
            </a:pPr>
            <a:r>
              <a:rPr lang="en"/>
              <a:t>Hellenistic philosophy</a:t>
            </a:r>
            <a:endParaRPr/>
          </a:p>
        </p:txBody>
      </p:sp>
      <p:sp>
        <p:nvSpPr>
          <p:cNvPr id="2183" name="Google Shape;2183;p39"/>
          <p:cNvSpPr txBox="1"/>
          <p:nvPr>
            <p:ph idx="8" type="subTitle"/>
          </p:nvPr>
        </p:nvSpPr>
        <p:spPr>
          <a:xfrm>
            <a:off x="6252000" y="3229425"/>
            <a:ext cx="2172000" cy="6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grpSp>
        <p:nvGrpSpPr>
          <p:cNvPr id="2184" name="Google Shape;2184;p39"/>
          <p:cNvGrpSpPr/>
          <p:nvPr/>
        </p:nvGrpSpPr>
        <p:grpSpPr>
          <a:xfrm>
            <a:off x="4" y="3746091"/>
            <a:ext cx="10920175" cy="3162429"/>
            <a:chOff x="4" y="3746091"/>
            <a:chExt cx="10920175" cy="3162429"/>
          </a:xfrm>
        </p:grpSpPr>
        <p:grpSp>
          <p:nvGrpSpPr>
            <p:cNvPr id="2185" name="Google Shape;2185;p39"/>
            <p:cNvGrpSpPr/>
            <p:nvPr/>
          </p:nvGrpSpPr>
          <p:grpSpPr>
            <a:xfrm>
              <a:off x="4" y="3746091"/>
              <a:ext cx="9144014" cy="2035097"/>
              <a:chOff x="609975" y="2032925"/>
              <a:chExt cx="2729475" cy="706950"/>
            </a:xfrm>
          </p:grpSpPr>
          <p:sp>
            <p:nvSpPr>
              <p:cNvPr id="2186" name="Google Shape;2186;p39"/>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9"/>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9"/>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9"/>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9"/>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39"/>
            <p:cNvGrpSpPr/>
            <p:nvPr/>
          </p:nvGrpSpPr>
          <p:grpSpPr>
            <a:xfrm>
              <a:off x="375455" y="4267377"/>
              <a:ext cx="3750658" cy="950331"/>
              <a:chOff x="365750" y="2226825"/>
              <a:chExt cx="1302900" cy="330125"/>
            </a:xfrm>
          </p:grpSpPr>
          <p:sp>
            <p:nvSpPr>
              <p:cNvPr id="2192" name="Google Shape;2192;p39"/>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9"/>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9"/>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9"/>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9"/>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9"/>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9"/>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39"/>
            <p:cNvGrpSpPr/>
            <p:nvPr/>
          </p:nvGrpSpPr>
          <p:grpSpPr>
            <a:xfrm>
              <a:off x="4732114" y="3982835"/>
              <a:ext cx="4498041" cy="1561623"/>
              <a:chOff x="1786325" y="2127525"/>
              <a:chExt cx="1562525" cy="542475"/>
            </a:xfrm>
          </p:grpSpPr>
          <p:sp>
            <p:nvSpPr>
              <p:cNvPr id="2200" name="Google Shape;2200;p39"/>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9"/>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39"/>
            <p:cNvGrpSpPr/>
            <p:nvPr/>
          </p:nvGrpSpPr>
          <p:grpSpPr>
            <a:xfrm>
              <a:off x="6" y="4627727"/>
              <a:ext cx="8096344" cy="2280794"/>
              <a:chOff x="609975" y="2365950"/>
              <a:chExt cx="2812500" cy="792300"/>
            </a:xfrm>
          </p:grpSpPr>
          <p:sp>
            <p:nvSpPr>
              <p:cNvPr id="2203" name="Google Shape;2203;p39"/>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9"/>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9"/>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9"/>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9"/>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9"/>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 name="Google Shape;2209;p39"/>
            <p:cNvGrpSpPr/>
            <p:nvPr/>
          </p:nvGrpSpPr>
          <p:grpSpPr>
            <a:xfrm>
              <a:off x="2136410" y="3951534"/>
              <a:ext cx="8783769" cy="2147874"/>
              <a:chOff x="360222" y="4137309"/>
              <a:chExt cx="8783769" cy="2147874"/>
            </a:xfrm>
          </p:grpSpPr>
          <p:sp>
            <p:nvSpPr>
              <p:cNvPr id="2210" name="Google Shape;2210;p39"/>
              <p:cNvSpPr/>
              <p:nvPr/>
            </p:nvSpPr>
            <p:spPr>
              <a:xfrm>
                <a:off x="5284374" y="4137309"/>
                <a:ext cx="3859617" cy="1608690"/>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rgbClr val="FFC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1" name="Google Shape;2211;p39"/>
              <p:cNvGrpSpPr/>
              <p:nvPr/>
            </p:nvGrpSpPr>
            <p:grpSpPr>
              <a:xfrm>
                <a:off x="360222" y="4330977"/>
                <a:ext cx="8653084" cy="1954205"/>
                <a:chOff x="371175" y="2476825"/>
                <a:chExt cx="3005900" cy="678850"/>
              </a:xfrm>
            </p:grpSpPr>
            <p:sp>
              <p:nvSpPr>
                <p:cNvPr id="2212" name="Google Shape;2212;p39"/>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9"/>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9"/>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9"/>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9"/>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9"/>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9"/>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9"/>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9"/>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9"/>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9"/>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9"/>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9"/>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9"/>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9"/>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9"/>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9"/>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9"/>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9"/>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9"/>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9"/>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9"/>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9"/>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9"/>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9"/>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9"/>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1" name="Shape 2241"/>
        <p:cNvGrpSpPr/>
        <p:nvPr/>
      </p:nvGrpSpPr>
      <p:grpSpPr>
        <a:xfrm>
          <a:off x="0" y="0"/>
          <a:ext cx="0" cy="0"/>
          <a:chOff x="0" y="0"/>
          <a:chExt cx="0" cy="0"/>
        </a:xfrm>
      </p:grpSpPr>
      <p:sp>
        <p:nvSpPr>
          <p:cNvPr id="2242" name="Google Shape;2242;p40"/>
          <p:cNvSpPr txBox="1"/>
          <p:nvPr>
            <p:ph idx="1" type="subTitle"/>
          </p:nvPr>
        </p:nvSpPr>
        <p:spPr>
          <a:xfrm rot="213">
            <a:off x="2148400" y="3739663"/>
            <a:ext cx="4847100" cy="693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can be the part of the presentation where you introduce yourself, write your email…</a:t>
            </a:r>
            <a:endParaRPr/>
          </a:p>
        </p:txBody>
      </p:sp>
      <p:sp>
        <p:nvSpPr>
          <p:cNvPr id="2243" name="Google Shape;2243;p40"/>
          <p:cNvSpPr txBox="1"/>
          <p:nvPr>
            <p:ph type="title"/>
          </p:nvPr>
        </p:nvSpPr>
        <p:spPr>
          <a:xfrm>
            <a:off x="1789200" y="709788"/>
            <a:ext cx="5565600" cy="289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whoa</a:t>
            </a:r>
            <a:r>
              <a:rPr lang="en"/>
              <a: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7" name="Shape 2247"/>
        <p:cNvGrpSpPr/>
        <p:nvPr/>
      </p:nvGrpSpPr>
      <p:grpSpPr>
        <a:xfrm>
          <a:off x="0" y="0"/>
          <a:ext cx="0" cy="0"/>
          <a:chOff x="0" y="0"/>
          <a:chExt cx="0" cy="0"/>
        </a:xfrm>
      </p:grpSpPr>
      <p:grpSp>
        <p:nvGrpSpPr>
          <p:cNvPr id="2248" name="Google Shape;2248;p41"/>
          <p:cNvGrpSpPr/>
          <p:nvPr/>
        </p:nvGrpSpPr>
        <p:grpSpPr>
          <a:xfrm>
            <a:off x="8541416" y="1085174"/>
            <a:ext cx="718700" cy="191564"/>
            <a:chOff x="1955600" y="1609450"/>
            <a:chExt cx="363825" cy="96975"/>
          </a:xfrm>
        </p:grpSpPr>
        <p:sp>
          <p:nvSpPr>
            <p:cNvPr id="2249" name="Google Shape;2249;p41"/>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1"/>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1"/>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1"/>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1"/>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1"/>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1"/>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1"/>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1"/>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1"/>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1"/>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1"/>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1"/>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 name="Google Shape;2262;p41"/>
          <p:cNvGrpSpPr/>
          <p:nvPr/>
        </p:nvGrpSpPr>
        <p:grpSpPr>
          <a:xfrm>
            <a:off x="7172447" y="1126277"/>
            <a:ext cx="1061432" cy="379326"/>
            <a:chOff x="2714500" y="1614925"/>
            <a:chExt cx="537325" cy="192025"/>
          </a:xfrm>
        </p:grpSpPr>
        <p:sp>
          <p:nvSpPr>
            <p:cNvPr id="2263" name="Google Shape;2263;p41"/>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1"/>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1"/>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1"/>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1"/>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1"/>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1"/>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1"/>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1"/>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1"/>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1"/>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1"/>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1"/>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1"/>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 name="Google Shape;2277;p41"/>
          <p:cNvGrpSpPr/>
          <p:nvPr/>
        </p:nvGrpSpPr>
        <p:grpSpPr>
          <a:xfrm>
            <a:off x="7966556" y="1641850"/>
            <a:ext cx="2151507" cy="1128102"/>
            <a:chOff x="6195700" y="3234125"/>
            <a:chExt cx="1089150" cy="571075"/>
          </a:xfrm>
        </p:grpSpPr>
        <p:sp>
          <p:nvSpPr>
            <p:cNvPr id="2278" name="Google Shape;2278;p41"/>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1"/>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1"/>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1"/>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1"/>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1"/>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1"/>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1"/>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 name="Google Shape;2286;p41"/>
          <p:cNvGrpSpPr/>
          <p:nvPr/>
        </p:nvGrpSpPr>
        <p:grpSpPr>
          <a:xfrm>
            <a:off x="1649867" y="361945"/>
            <a:ext cx="1077531" cy="356115"/>
            <a:chOff x="6417800" y="2661150"/>
            <a:chExt cx="545475" cy="180275"/>
          </a:xfrm>
        </p:grpSpPr>
        <p:sp>
          <p:nvSpPr>
            <p:cNvPr id="2287" name="Google Shape;2287;p41"/>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1"/>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1"/>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1"/>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1"/>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1"/>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 name="Google Shape;2293;p41"/>
          <p:cNvGrpSpPr/>
          <p:nvPr/>
        </p:nvGrpSpPr>
        <p:grpSpPr>
          <a:xfrm>
            <a:off x="523218" y="1074475"/>
            <a:ext cx="1998907" cy="482936"/>
            <a:chOff x="5272425" y="2835250"/>
            <a:chExt cx="1011900" cy="244475"/>
          </a:xfrm>
        </p:grpSpPr>
        <p:sp>
          <p:nvSpPr>
            <p:cNvPr id="2294" name="Google Shape;2294;p41"/>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1"/>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1"/>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1"/>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1"/>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1"/>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1"/>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1"/>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1"/>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41"/>
          <p:cNvGrpSpPr/>
          <p:nvPr/>
        </p:nvGrpSpPr>
        <p:grpSpPr>
          <a:xfrm>
            <a:off x="-147091" y="2776510"/>
            <a:ext cx="10622366" cy="3635531"/>
            <a:chOff x="-147091" y="2776510"/>
            <a:chExt cx="10622366" cy="3635531"/>
          </a:xfrm>
        </p:grpSpPr>
        <p:grpSp>
          <p:nvGrpSpPr>
            <p:cNvPr id="2304" name="Google Shape;2304;p41"/>
            <p:cNvGrpSpPr/>
            <p:nvPr/>
          </p:nvGrpSpPr>
          <p:grpSpPr>
            <a:xfrm>
              <a:off x="-147046" y="2776510"/>
              <a:ext cx="2414995" cy="2267163"/>
              <a:chOff x="644450" y="3526100"/>
              <a:chExt cx="590550" cy="554400"/>
            </a:xfrm>
          </p:grpSpPr>
          <p:sp>
            <p:nvSpPr>
              <p:cNvPr id="2305" name="Google Shape;2305;p41"/>
              <p:cNvSpPr/>
              <p:nvPr/>
            </p:nvSpPr>
            <p:spPr>
              <a:xfrm>
                <a:off x="644450" y="3526100"/>
                <a:ext cx="590550" cy="554400"/>
              </a:xfrm>
              <a:custGeom>
                <a:rect b="b" l="l" r="r" t="t"/>
                <a:pathLst>
                  <a:path extrusionOk="0" h="22176" w="23622">
                    <a:moveTo>
                      <a:pt x="8661" y="0"/>
                    </a:moveTo>
                    <a:cubicBezTo>
                      <a:pt x="8521" y="0"/>
                      <a:pt x="8381" y="5"/>
                      <a:pt x="8243" y="13"/>
                    </a:cubicBezTo>
                    <a:cubicBezTo>
                      <a:pt x="5244" y="192"/>
                      <a:pt x="2397" y="2031"/>
                      <a:pt x="1006" y="4694"/>
                    </a:cubicBezTo>
                    <a:cubicBezTo>
                      <a:pt x="176" y="6279"/>
                      <a:pt x="0" y="8274"/>
                      <a:pt x="95" y="10062"/>
                    </a:cubicBezTo>
                    <a:cubicBezTo>
                      <a:pt x="192" y="11924"/>
                      <a:pt x="303" y="13848"/>
                      <a:pt x="1137" y="15517"/>
                    </a:cubicBezTo>
                    <a:cubicBezTo>
                      <a:pt x="2026" y="17298"/>
                      <a:pt x="3652" y="18601"/>
                      <a:pt x="5364" y="19621"/>
                    </a:cubicBezTo>
                    <a:cubicBezTo>
                      <a:pt x="7934" y="21152"/>
                      <a:pt x="10870" y="22176"/>
                      <a:pt x="13858" y="22176"/>
                    </a:cubicBezTo>
                    <a:cubicBezTo>
                      <a:pt x="13971" y="22176"/>
                      <a:pt x="14083" y="22174"/>
                      <a:pt x="14196" y="22172"/>
                    </a:cubicBezTo>
                    <a:cubicBezTo>
                      <a:pt x="17300" y="22089"/>
                      <a:pt x="20438" y="20790"/>
                      <a:pt x="22376" y="18364"/>
                    </a:cubicBezTo>
                    <a:cubicBezTo>
                      <a:pt x="23074" y="17492"/>
                      <a:pt x="23621" y="16437"/>
                      <a:pt x="23598" y="15322"/>
                    </a:cubicBezTo>
                    <a:cubicBezTo>
                      <a:pt x="23575" y="14207"/>
                      <a:pt x="22798" y="12935"/>
                      <a:pt x="21705" y="12713"/>
                    </a:cubicBezTo>
                    <a:cubicBezTo>
                      <a:pt x="22440" y="11990"/>
                      <a:pt x="22922" y="10999"/>
                      <a:pt x="22965" y="9970"/>
                    </a:cubicBezTo>
                    <a:cubicBezTo>
                      <a:pt x="23009" y="8940"/>
                      <a:pt x="22597" y="7887"/>
                      <a:pt x="21819" y="7211"/>
                    </a:cubicBezTo>
                    <a:cubicBezTo>
                      <a:pt x="21133" y="6614"/>
                      <a:pt x="20212" y="6338"/>
                      <a:pt x="19305" y="6295"/>
                    </a:cubicBezTo>
                    <a:cubicBezTo>
                      <a:pt x="19219" y="6291"/>
                      <a:pt x="19133" y="6289"/>
                      <a:pt x="19047" y="6289"/>
                    </a:cubicBezTo>
                    <a:cubicBezTo>
                      <a:pt x="18219" y="6289"/>
                      <a:pt x="17370" y="6468"/>
                      <a:pt x="16570" y="6668"/>
                    </a:cubicBezTo>
                    <a:cubicBezTo>
                      <a:pt x="16566" y="5482"/>
                      <a:pt x="16025" y="4309"/>
                      <a:pt x="15128" y="3536"/>
                    </a:cubicBezTo>
                    <a:cubicBezTo>
                      <a:pt x="14387" y="2893"/>
                      <a:pt x="13363" y="2566"/>
                      <a:pt x="12367" y="2566"/>
                    </a:cubicBezTo>
                    <a:cubicBezTo>
                      <a:pt x="12159" y="2566"/>
                      <a:pt x="11952" y="2581"/>
                      <a:pt x="11749" y="2609"/>
                    </a:cubicBezTo>
                    <a:cubicBezTo>
                      <a:pt x="11927" y="1785"/>
                      <a:pt x="11415" y="922"/>
                      <a:pt x="10692" y="484"/>
                    </a:cubicBezTo>
                    <a:cubicBezTo>
                      <a:pt x="10089" y="119"/>
                      <a:pt x="9372" y="0"/>
                      <a:pt x="8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1"/>
              <p:cNvSpPr/>
              <p:nvPr/>
            </p:nvSpPr>
            <p:spPr>
              <a:xfrm>
                <a:off x="707575" y="3581175"/>
                <a:ext cx="230250" cy="275050"/>
              </a:xfrm>
              <a:custGeom>
                <a:rect b="b" l="l" r="r" t="t"/>
                <a:pathLst>
                  <a:path extrusionOk="0" h="11002" w="9210">
                    <a:moveTo>
                      <a:pt x="4700" y="1"/>
                    </a:moveTo>
                    <a:cubicBezTo>
                      <a:pt x="4632" y="1"/>
                      <a:pt x="4564" y="5"/>
                      <a:pt x="4497" y="13"/>
                    </a:cubicBezTo>
                    <a:cubicBezTo>
                      <a:pt x="3770" y="102"/>
                      <a:pt x="3185" y="596"/>
                      <a:pt x="2789" y="1187"/>
                    </a:cubicBezTo>
                    <a:cubicBezTo>
                      <a:pt x="2366" y="1815"/>
                      <a:pt x="2054" y="2613"/>
                      <a:pt x="2120" y="3380"/>
                    </a:cubicBezTo>
                    <a:cubicBezTo>
                      <a:pt x="2152" y="3744"/>
                      <a:pt x="2278" y="4083"/>
                      <a:pt x="2472" y="4381"/>
                    </a:cubicBezTo>
                    <a:cubicBezTo>
                      <a:pt x="1047" y="5627"/>
                      <a:pt x="192" y="7500"/>
                      <a:pt x="44" y="9375"/>
                    </a:cubicBezTo>
                    <a:cubicBezTo>
                      <a:pt x="1" y="9919"/>
                      <a:pt x="37" y="10445"/>
                      <a:pt x="133" y="10981"/>
                    </a:cubicBezTo>
                    <a:cubicBezTo>
                      <a:pt x="136" y="10995"/>
                      <a:pt x="147" y="11002"/>
                      <a:pt x="159" y="11002"/>
                    </a:cubicBezTo>
                    <a:cubicBezTo>
                      <a:pt x="174" y="11002"/>
                      <a:pt x="189" y="10992"/>
                      <a:pt x="188" y="10974"/>
                    </a:cubicBezTo>
                    <a:cubicBezTo>
                      <a:pt x="80" y="9790"/>
                      <a:pt x="212" y="8571"/>
                      <a:pt x="614" y="7450"/>
                    </a:cubicBezTo>
                    <a:cubicBezTo>
                      <a:pt x="1018" y="6320"/>
                      <a:pt x="1686" y="5319"/>
                      <a:pt x="2538" y="4481"/>
                    </a:cubicBezTo>
                    <a:cubicBezTo>
                      <a:pt x="2686" y="4685"/>
                      <a:pt x="2866" y="4871"/>
                      <a:pt x="3072" y="5027"/>
                    </a:cubicBezTo>
                    <a:cubicBezTo>
                      <a:pt x="3583" y="5409"/>
                      <a:pt x="4184" y="5574"/>
                      <a:pt x="4795" y="5574"/>
                    </a:cubicBezTo>
                    <a:cubicBezTo>
                      <a:pt x="5627" y="5574"/>
                      <a:pt x="6477" y="5268"/>
                      <a:pt x="7142" y="4789"/>
                    </a:cubicBezTo>
                    <a:cubicBezTo>
                      <a:pt x="8314" y="3942"/>
                      <a:pt x="9210" y="2449"/>
                      <a:pt x="9119" y="971"/>
                    </a:cubicBezTo>
                    <a:cubicBezTo>
                      <a:pt x="9117" y="941"/>
                      <a:pt x="9095" y="926"/>
                      <a:pt x="9074" y="926"/>
                    </a:cubicBezTo>
                    <a:cubicBezTo>
                      <a:pt x="9052" y="926"/>
                      <a:pt x="9030" y="941"/>
                      <a:pt x="9027" y="971"/>
                    </a:cubicBezTo>
                    <a:cubicBezTo>
                      <a:pt x="8917" y="2141"/>
                      <a:pt x="8508" y="3229"/>
                      <a:pt x="7676" y="4080"/>
                    </a:cubicBezTo>
                    <a:cubicBezTo>
                      <a:pt x="6942" y="4831"/>
                      <a:pt x="5883" y="5376"/>
                      <a:pt x="4817" y="5376"/>
                    </a:cubicBezTo>
                    <a:cubicBezTo>
                      <a:pt x="4616" y="5376"/>
                      <a:pt x="4415" y="5357"/>
                      <a:pt x="4216" y="5316"/>
                    </a:cubicBezTo>
                    <a:cubicBezTo>
                      <a:pt x="3639" y="5197"/>
                      <a:pt x="3104" y="4884"/>
                      <a:pt x="2740" y="4414"/>
                    </a:cubicBezTo>
                    <a:cubicBezTo>
                      <a:pt x="2329" y="3883"/>
                      <a:pt x="2237" y="3223"/>
                      <a:pt x="2391" y="2579"/>
                    </a:cubicBezTo>
                    <a:cubicBezTo>
                      <a:pt x="2544" y="1939"/>
                      <a:pt x="2874" y="1288"/>
                      <a:pt x="3342" y="821"/>
                    </a:cubicBezTo>
                    <a:cubicBezTo>
                      <a:pt x="3703" y="461"/>
                      <a:pt x="4207" y="196"/>
                      <a:pt x="4719" y="196"/>
                    </a:cubicBezTo>
                    <a:cubicBezTo>
                      <a:pt x="4861" y="196"/>
                      <a:pt x="5004" y="217"/>
                      <a:pt x="5144" y="261"/>
                    </a:cubicBezTo>
                    <a:cubicBezTo>
                      <a:pt x="5785" y="461"/>
                      <a:pt x="6226" y="1148"/>
                      <a:pt x="5913" y="1795"/>
                    </a:cubicBezTo>
                    <a:cubicBezTo>
                      <a:pt x="5763" y="2104"/>
                      <a:pt x="5479" y="2248"/>
                      <a:pt x="5187" y="2248"/>
                    </a:cubicBezTo>
                    <a:cubicBezTo>
                      <a:pt x="4900" y="2248"/>
                      <a:pt x="4604" y="2109"/>
                      <a:pt x="4419" y="1851"/>
                    </a:cubicBezTo>
                    <a:cubicBezTo>
                      <a:pt x="4411" y="1839"/>
                      <a:pt x="4399" y="1834"/>
                      <a:pt x="4387" y="1834"/>
                    </a:cubicBezTo>
                    <a:cubicBezTo>
                      <a:pt x="4365" y="1834"/>
                      <a:pt x="4344" y="1852"/>
                      <a:pt x="4352" y="1880"/>
                    </a:cubicBezTo>
                    <a:cubicBezTo>
                      <a:pt x="4444" y="2263"/>
                      <a:pt x="4817" y="2457"/>
                      <a:pt x="5189" y="2457"/>
                    </a:cubicBezTo>
                    <a:cubicBezTo>
                      <a:pt x="5348" y="2457"/>
                      <a:pt x="5507" y="2422"/>
                      <a:pt x="5644" y="2350"/>
                    </a:cubicBezTo>
                    <a:cubicBezTo>
                      <a:pt x="6163" y="2077"/>
                      <a:pt x="6341" y="1376"/>
                      <a:pt x="6117" y="857"/>
                    </a:cubicBezTo>
                    <a:cubicBezTo>
                      <a:pt x="5878" y="303"/>
                      <a:pt x="5285" y="1"/>
                      <a:pt x="47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1"/>
              <p:cNvSpPr/>
              <p:nvPr/>
            </p:nvSpPr>
            <p:spPr>
              <a:xfrm>
                <a:off x="852300" y="3692000"/>
                <a:ext cx="205775" cy="250825"/>
              </a:xfrm>
              <a:custGeom>
                <a:rect b="b" l="l" r="r" t="t"/>
                <a:pathLst>
                  <a:path extrusionOk="0" h="10033" w="8231">
                    <a:moveTo>
                      <a:pt x="4206" y="1"/>
                    </a:moveTo>
                    <a:cubicBezTo>
                      <a:pt x="3645" y="1"/>
                      <a:pt x="3099" y="270"/>
                      <a:pt x="2703" y="670"/>
                    </a:cubicBezTo>
                    <a:cubicBezTo>
                      <a:pt x="1826" y="1559"/>
                      <a:pt x="1428" y="3093"/>
                      <a:pt x="2038" y="4213"/>
                    </a:cubicBezTo>
                    <a:cubicBezTo>
                      <a:pt x="2036" y="4214"/>
                      <a:pt x="2035" y="4214"/>
                      <a:pt x="2033" y="4219"/>
                    </a:cubicBezTo>
                    <a:cubicBezTo>
                      <a:pt x="1558" y="4847"/>
                      <a:pt x="1155" y="5548"/>
                      <a:pt x="817" y="6263"/>
                    </a:cubicBezTo>
                    <a:cubicBezTo>
                      <a:pt x="488" y="6959"/>
                      <a:pt x="184" y="7694"/>
                      <a:pt x="6" y="8444"/>
                    </a:cubicBezTo>
                    <a:cubicBezTo>
                      <a:pt x="0" y="8473"/>
                      <a:pt x="22" y="8491"/>
                      <a:pt x="43" y="8491"/>
                    </a:cubicBezTo>
                    <a:cubicBezTo>
                      <a:pt x="58" y="8491"/>
                      <a:pt x="72" y="8483"/>
                      <a:pt x="78" y="8464"/>
                    </a:cubicBezTo>
                    <a:cubicBezTo>
                      <a:pt x="349" y="7721"/>
                      <a:pt x="616" y="6986"/>
                      <a:pt x="975" y="6279"/>
                    </a:cubicBezTo>
                    <a:cubicBezTo>
                      <a:pt x="1313" y="5607"/>
                      <a:pt x="1706" y="4978"/>
                      <a:pt x="2124" y="4355"/>
                    </a:cubicBezTo>
                    <a:cubicBezTo>
                      <a:pt x="2186" y="4450"/>
                      <a:pt x="2252" y="4544"/>
                      <a:pt x="2330" y="4631"/>
                    </a:cubicBezTo>
                    <a:cubicBezTo>
                      <a:pt x="2441" y="4754"/>
                      <a:pt x="2562" y="4865"/>
                      <a:pt x="2690" y="4962"/>
                    </a:cubicBezTo>
                    <a:cubicBezTo>
                      <a:pt x="2167" y="5694"/>
                      <a:pt x="1748" y="6498"/>
                      <a:pt x="1415" y="7331"/>
                    </a:cubicBezTo>
                    <a:cubicBezTo>
                      <a:pt x="1077" y="8181"/>
                      <a:pt x="802" y="9090"/>
                      <a:pt x="709" y="10003"/>
                    </a:cubicBezTo>
                    <a:cubicBezTo>
                      <a:pt x="707" y="10022"/>
                      <a:pt x="724" y="10033"/>
                      <a:pt x="740" y="10033"/>
                    </a:cubicBezTo>
                    <a:cubicBezTo>
                      <a:pt x="753" y="10033"/>
                      <a:pt x="765" y="10026"/>
                      <a:pt x="768" y="10012"/>
                    </a:cubicBezTo>
                    <a:cubicBezTo>
                      <a:pt x="972" y="9120"/>
                      <a:pt x="1192" y="8247"/>
                      <a:pt x="1538" y="7398"/>
                    </a:cubicBezTo>
                    <a:cubicBezTo>
                      <a:pt x="1876" y="6570"/>
                      <a:pt x="2314" y="5790"/>
                      <a:pt x="2806" y="5044"/>
                    </a:cubicBezTo>
                    <a:cubicBezTo>
                      <a:pt x="3267" y="5355"/>
                      <a:pt x="3813" y="5503"/>
                      <a:pt x="4364" y="5503"/>
                    </a:cubicBezTo>
                    <a:cubicBezTo>
                      <a:pt x="4915" y="5503"/>
                      <a:pt x="5472" y="5355"/>
                      <a:pt x="5957" y="5074"/>
                    </a:cubicBezTo>
                    <a:cubicBezTo>
                      <a:pt x="6648" y="4674"/>
                      <a:pt x="7196" y="4060"/>
                      <a:pt x="7563" y="3356"/>
                    </a:cubicBezTo>
                    <a:cubicBezTo>
                      <a:pt x="7969" y="2579"/>
                      <a:pt x="8230" y="1647"/>
                      <a:pt x="8197" y="767"/>
                    </a:cubicBezTo>
                    <a:cubicBezTo>
                      <a:pt x="8196" y="742"/>
                      <a:pt x="8175" y="727"/>
                      <a:pt x="8155" y="727"/>
                    </a:cubicBezTo>
                    <a:cubicBezTo>
                      <a:pt x="8140" y="727"/>
                      <a:pt x="8125" y="736"/>
                      <a:pt x="8121" y="755"/>
                    </a:cubicBezTo>
                    <a:cubicBezTo>
                      <a:pt x="7977" y="1402"/>
                      <a:pt x="7877" y="2050"/>
                      <a:pt x="7642" y="2676"/>
                    </a:cubicBezTo>
                    <a:cubicBezTo>
                      <a:pt x="7416" y="3281"/>
                      <a:pt x="7078" y="3847"/>
                      <a:pt x="6616" y="4304"/>
                    </a:cubicBezTo>
                    <a:cubicBezTo>
                      <a:pt x="6008" y="4907"/>
                      <a:pt x="5194" y="5301"/>
                      <a:pt x="4357" y="5301"/>
                    </a:cubicBezTo>
                    <a:cubicBezTo>
                      <a:pt x="4044" y="5301"/>
                      <a:pt x="3729" y="5246"/>
                      <a:pt x="3419" y="5126"/>
                    </a:cubicBezTo>
                    <a:cubicBezTo>
                      <a:pt x="2895" y="4923"/>
                      <a:pt x="2434" y="4548"/>
                      <a:pt x="2179" y="4041"/>
                    </a:cubicBezTo>
                    <a:cubicBezTo>
                      <a:pt x="1869" y="3429"/>
                      <a:pt x="1901" y="2699"/>
                      <a:pt x="2110" y="2059"/>
                    </a:cubicBezTo>
                    <a:cubicBezTo>
                      <a:pt x="2307" y="1465"/>
                      <a:pt x="2667" y="879"/>
                      <a:pt x="3195" y="524"/>
                    </a:cubicBezTo>
                    <a:cubicBezTo>
                      <a:pt x="3493" y="325"/>
                      <a:pt x="3857" y="205"/>
                      <a:pt x="4216" y="205"/>
                    </a:cubicBezTo>
                    <a:cubicBezTo>
                      <a:pt x="4498" y="205"/>
                      <a:pt x="4775" y="278"/>
                      <a:pt x="5016" y="445"/>
                    </a:cubicBezTo>
                    <a:cubicBezTo>
                      <a:pt x="5595" y="849"/>
                      <a:pt x="5766" y="1640"/>
                      <a:pt x="5412" y="2246"/>
                    </a:cubicBezTo>
                    <a:cubicBezTo>
                      <a:pt x="5228" y="2563"/>
                      <a:pt x="4896" y="2834"/>
                      <a:pt x="4519" y="2850"/>
                    </a:cubicBezTo>
                    <a:cubicBezTo>
                      <a:pt x="4510" y="2850"/>
                      <a:pt x="4501" y="2850"/>
                      <a:pt x="4493" y="2850"/>
                    </a:cubicBezTo>
                    <a:cubicBezTo>
                      <a:pt x="4134" y="2850"/>
                      <a:pt x="3831" y="2530"/>
                      <a:pt x="3931" y="2165"/>
                    </a:cubicBezTo>
                    <a:cubicBezTo>
                      <a:pt x="3944" y="2119"/>
                      <a:pt x="3902" y="2081"/>
                      <a:pt x="3862" y="2081"/>
                    </a:cubicBezTo>
                    <a:cubicBezTo>
                      <a:pt x="3841" y="2081"/>
                      <a:pt x="3821" y="2091"/>
                      <a:pt x="3808" y="2115"/>
                    </a:cubicBezTo>
                    <a:cubicBezTo>
                      <a:pt x="3679" y="2370"/>
                      <a:pt x="3772" y="2657"/>
                      <a:pt x="3980" y="2844"/>
                    </a:cubicBezTo>
                    <a:cubicBezTo>
                      <a:pt x="4124" y="2974"/>
                      <a:pt x="4310" y="3030"/>
                      <a:pt x="4498" y="3030"/>
                    </a:cubicBezTo>
                    <a:cubicBezTo>
                      <a:pt x="4605" y="3030"/>
                      <a:pt x="4713" y="3012"/>
                      <a:pt x="4814" y="2978"/>
                    </a:cubicBezTo>
                    <a:cubicBezTo>
                      <a:pt x="5448" y="2765"/>
                      <a:pt x="5847" y="2063"/>
                      <a:pt x="5784" y="1409"/>
                    </a:cubicBezTo>
                    <a:cubicBezTo>
                      <a:pt x="5723" y="772"/>
                      <a:pt x="5256" y="218"/>
                      <a:pt x="4638" y="56"/>
                    </a:cubicBezTo>
                    <a:cubicBezTo>
                      <a:pt x="4495" y="19"/>
                      <a:pt x="4350" y="1"/>
                      <a:pt x="4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1"/>
              <p:cNvSpPr/>
              <p:nvPr/>
            </p:nvSpPr>
            <p:spPr>
              <a:xfrm>
                <a:off x="971550" y="3761425"/>
                <a:ext cx="203475" cy="226450"/>
              </a:xfrm>
              <a:custGeom>
                <a:rect b="b" l="l" r="r" t="t"/>
                <a:pathLst>
                  <a:path extrusionOk="0" h="9058" w="8139">
                    <a:moveTo>
                      <a:pt x="5685" y="0"/>
                    </a:moveTo>
                    <a:cubicBezTo>
                      <a:pt x="5481" y="0"/>
                      <a:pt x="5277" y="36"/>
                      <a:pt x="5084" y="102"/>
                    </a:cubicBezTo>
                    <a:cubicBezTo>
                      <a:pt x="4160" y="417"/>
                      <a:pt x="3358" y="1391"/>
                      <a:pt x="3172" y="2343"/>
                    </a:cubicBezTo>
                    <a:cubicBezTo>
                      <a:pt x="3064" y="2904"/>
                      <a:pt x="3232" y="3428"/>
                      <a:pt x="3571" y="3829"/>
                    </a:cubicBezTo>
                    <a:cubicBezTo>
                      <a:pt x="3353" y="3901"/>
                      <a:pt x="3139" y="4121"/>
                      <a:pt x="2969" y="4265"/>
                    </a:cubicBezTo>
                    <a:cubicBezTo>
                      <a:pt x="2764" y="4437"/>
                      <a:pt x="2568" y="4617"/>
                      <a:pt x="2380" y="4806"/>
                    </a:cubicBezTo>
                    <a:cubicBezTo>
                      <a:pt x="1999" y="5187"/>
                      <a:pt x="1652" y="5604"/>
                      <a:pt x="1342" y="6045"/>
                    </a:cubicBezTo>
                    <a:cubicBezTo>
                      <a:pt x="718" y="6934"/>
                      <a:pt x="270" y="7955"/>
                      <a:pt x="8" y="9007"/>
                    </a:cubicBezTo>
                    <a:cubicBezTo>
                      <a:pt x="0" y="9037"/>
                      <a:pt x="25" y="9057"/>
                      <a:pt x="50" y="9057"/>
                    </a:cubicBezTo>
                    <a:cubicBezTo>
                      <a:pt x="66" y="9057"/>
                      <a:pt x="82" y="9049"/>
                      <a:pt x="87" y="9028"/>
                    </a:cubicBezTo>
                    <a:cubicBezTo>
                      <a:pt x="375" y="7991"/>
                      <a:pt x="848" y="7030"/>
                      <a:pt x="1465" y="6148"/>
                    </a:cubicBezTo>
                    <a:cubicBezTo>
                      <a:pt x="1770" y="5709"/>
                      <a:pt x="2116" y="5298"/>
                      <a:pt x="2495" y="4921"/>
                    </a:cubicBezTo>
                    <a:cubicBezTo>
                      <a:pt x="2684" y="4734"/>
                      <a:pt x="2879" y="4554"/>
                      <a:pt x="3084" y="4382"/>
                    </a:cubicBezTo>
                    <a:cubicBezTo>
                      <a:pt x="3260" y="4235"/>
                      <a:pt x="3509" y="4105"/>
                      <a:pt x="3646" y="3915"/>
                    </a:cubicBezTo>
                    <a:cubicBezTo>
                      <a:pt x="3871" y="4153"/>
                      <a:pt x="4159" y="4340"/>
                      <a:pt x="4484" y="4454"/>
                    </a:cubicBezTo>
                    <a:cubicBezTo>
                      <a:pt x="4783" y="4558"/>
                      <a:pt x="5090" y="4604"/>
                      <a:pt x="5397" y="4604"/>
                    </a:cubicBezTo>
                    <a:cubicBezTo>
                      <a:pt x="6358" y="4604"/>
                      <a:pt x="7328" y="4157"/>
                      <a:pt x="8107" y="3644"/>
                    </a:cubicBezTo>
                    <a:cubicBezTo>
                      <a:pt x="8138" y="3625"/>
                      <a:pt x="8125" y="3571"/>
                      <a:pt x="8092" y="3571"/>
                    </a:cubicBezTo>
                    <a:cubicBezTo>
                      <a:pt x="8088" y="3571"/>
                      <a:pt x="8083" y="3572"/>
                      <a:pt x="8078" y="3574"/>
                    </a:cubicBezTo>
                    <a:cubicBezTo>
                      <a:pt x="7195" y="3907"/>
                      <a:pt x="6370" y="4360"/>
                      <a:pt x="5404" y="4372"/>
                    </a:cubicBezTo>
                    <a:cubicBezTo>
                      <a:pt x="5395" y="4372"/>
                      <a:pt x="5387" y="4372"/>
                      <a:pt x="5378" y="4372"/>
                    </a:cubicBezTo>
                    <a:cubicBezTo>
                      <a:pt x="4575" y="4372"/>
                      <a:pt x="3701" y="3967"/>
                      <a:pt x="3430" y="3159"/>
                    </a:cubicBezTo>
                    <a:cubicBezTo>
                      <a:pt x="3146" y="2315"/>
                      <a:pt x="3672" y="1466"/>
                      <a:pt x="4251" y="888"/>
                    </a:cubicBezTo>
                    <a:cubicBezTo>
                      <a:pt x="4626" y="514"/>
                      <a:pt x="5192" y="199"/>
                      <a:pt x="5731" y="199"/>
                    </a:cubicBezTo>
                    <a:cubicBezTo>
                      <a:pt x="6046" y="199"/>
                      <a:pt x="6352" y="306"/>
                      <a:pt x="6604" y="571"/>
                    </a:cubicBezTo>
                    <a:cubicBezTo>
                      <a:pt x="6914" y="897"/>
                      <a:pt x="6984" y="1427"/>
                      <a:pt x="6682" y="1783"/>
                    </a:cubicBezTo>
                    <a:cubicBezTo>
                      <a:pt x="6539" y="1951"/>
                      <a:pt x="6361" y="2019"/>
                      <a:pt x="6178" y="2019"/>
                    </a:cubicBezTo>
                    <a:cubicBezTo>
                      <a:pt x="5960" y="2019"/>
                      <a:pt x="5734" y="1923"/>
                      <a:pt x="5552" y="1780"/>
                    </a:cubicBezTo>
                    <a:cubicBezTo>
                      <a:pt x="5544" y="1774"/>
                      <a:pt x="5534" y="1771"/>
                      <a:pt x="5525" y="1771"/>
                    </a:cubicBezTo>
                    <a:cubicBezTo>
                      <a:pt x="5501" y="1771"/>
                      <a:pt x="5477" y="1788"/>
                      <a:pt x="5487" y="1818"/>
                    </a:cubicBezTo>
                    <a:cubicBezTo>
                      <a:pt x="5582" y="2094"/>
                      <a:pt x="5875" y="2215"/>
                      <a:pt x="6156" y="2215"/>
                    </a:cubicBezTo>
                    <a:cubicBezTo>
                      <a:pt x="6239" y="2215"/>
                      <a:pt x="6320" y="2205"/>
                      <a:pt x="6395" y="2185"/>
                    </a:cubicBezTo>
                    <a:cubicBezTo>
                      <a:pt x="6794" y="2078"/>
                      <a:pt x="7040" y="1697"/>
                      <a:pt x="7071" y="1299"/>
                    </a:cubicBezTo>
                    <a:cubicBezTo>
                      <a:pt x="7105" y="854"/>
                      <a:pt x="6849" y="447"/>
                      <a:pt x="6478" y="217"/>
                    </a:cubicBezTo>
                    <a:cubicBezTo>
                      <a:pt x="6238" y="67"/>
                      <a:pt x="5962" y="0"/>
                      <a:pt x="5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1"/>
              <p:cNvSpPr/>
              <p:nvPr/>
            </p:nvSpPr>
            <p:spPr>
              <a:xfrm>
                <a:off x="754375" y="3741525"/>
                <a:ext cx="31475" cy="78775"/>
              </a:xfrm>
              <a:custGeom>
                <a:rect b="b" l="l" r="r" t="t"/>
                <a:pathLst>
                  <a:path extrusionOk="0" h="3151" w="1259">
                    <a:moveTo>
                      <a:pt x="1185" y="1"/>
                    </a:moveTo>
                    <a:cubicBezTo>
                      <a:pt x="1169" y="1"/>
                      <a:pt x="1152" y="9"/>
                      <a:pt x="1141" y="27"/>
                    </a:cubicBezTo>
                    <a:cubicBezTo>
                      <a:pt x="863" y="503"/>
                      <a:pt x="624" y="997"/>
                      <a:pt x="422" y="1509"/>
                    </a:cubicBezTo>
                    <a:cubicBezTo>
                      <a:pt x="321" y="1765"/>
                      <a:pt x="235" y="2027"/>
                      <a:pt x="162" y="2294"/>
                    </a:cubicBezTo>
                    <a:cubicBezTo>
                      <a:pt x="91" y="2549"/>
                      <a:pt x="5" y="2828"/>
                      <a:pt x="2" y="3095"/>
                    </a:cubicBezTo>
                    <a:cubicBezTo>
                      <a:pt x="0" y="3132"/>
                      <a:pt x="26" y="3150"/>
                      <a:pt x="53" y="3150"/>
                    </a:cubicBezTo>
                    <a:cubicBezTo>
                      <a:pt x="78" y="3150"/>
                      <a:pt x="103" y="3137"/>
                      <a:pt x="114" y="3111"/>
                    </a:cubicBezTo>
                    <a:cubicBezTo>
                      <a:pt x="218" y="2858"/>
                      <a:pt x="264" y="2576"/>
                      <a:pt x="340" y="2315"/>
                    </a:cubicBezTo>
                    <a:cubicBezTo>
                      <a:pt x="412" y="2068"/>
                      <a:pt x="491" y="1823"/>
                      <a:pt x="575" y="1581"/>
                    </a:cubicBezTo>
                    <a:cubicBezTo>
                      <a:pt x="754" y="1063"/>
                      <a:pt x="976" y="565"/>
                      <a:pt x="1235" y="84"/>
                    </a:cubicBezTo>
                    <a:cubicBezTo>
                      <a:pt x="1259" y="40"/>
                      <a:pt x="1222" y="1"/>
                      <a:pt x="1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1"/>
              <p:cNvSpPr/>
              <p:nvPr/>
            </p:nvSpPr>
            <p:spPr>
              <a:xfrm>
                <a:off x="927425" y="3858725"/>
                <a:ext cx="36150" cy="72200"/>
              </a:xfrm>
              <a:custGeom>
                <a:rect b="b" l="l" r="r" t="t"/>
                <a:pathLst>
                  <a:path extrusionOk="0" h="2888" w="1446">
                    <a:moveTo>
                      <a:pt x="1387" y="0"/>
                    </a:moveTo>
                    <a:cubicBezTo>
                      <a:pt x="1375" y="0"/>
                      <a:pt x="1362" y="4"/>
                      <a:pt x="1352" y="12"/>
                    </a:cubicBezTo>
                    <a:cubicBezTo>
                      <a:pt x="1162" y="170"/>
                      <a:pt x="1041" y="418"/>
                      <a:pt x="919" y="631"/>
                    </a:cubicBezTo>
                    <a:cubicBezTo>
                      <a:pt x="782" y="866"/>
                      <a:pt x="657" y="1108"/>
                      <a:pt x="541" y="1355"/>
                    </a:cubicBezTo>
                    <a:cubicBezTo>
                      <a:pt x="319" y="1830"/>
                      <a:pt x="146" y="2331"/>
                      <a:pt x="10" y="2837"/>
                    </a:cubicBezTo>
                    <a:cubicBezTo>
                      <a:pt x="1" y="2867"/>
                      <a:pt x="26" y="2887"/>
                      <a:pt x="50" y="2887"/>
                    </a:cubicBezTo>
                    <a:cubicBezTo>
                      <a:pt x="66" y="2887"/>
                      <a:pt x="83" y="2879"/>
                      <a:pt x="89" y="2859"/>
                    </a:cubicBezTo>
                    <a:cubicBezTo>
                      <a:pt x="250" y="2350"/>
                      <a:pt x="456" y="1863"/>
                      <a:pt x="690" y="1385"/>
                    </a:cubicBezTo>
                    <a:cubicBezTo>
                      <a:pt x="803" y="1157"/>
                      <a:pt x="924" y="931"/>
                      <a:pt x="1056" y="712"/>
                    </a:cubicBezTo>
                    <a:cubicBezTo>
                      <a:pt x="1182" y="499"/>
                      <a:pt x="1352" y="294"/>
                      <a:pt x="1435" y="59"/>
                    </a:cubicBezTo>
                    <a:cubicBezTo>
                      <a:pt x="1446" y="22"/>
                      <a:pt x="1417" y="0"/>
                      <a:pt x="1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41"/>
            <p:cNvGrpSpPr/>
            <p:nvPr/>
          </p:nvGrpSpPr>
          <p:grpSpPr>
            <a:xfrm>
              <a:off x="5263728" y="2908089"/>
              <a:ext cx="5211546" cy="2879670"/>
              <a:chOff x="1399675" y="3622200"/>
              <a:chExt cx="1511250" cy="835050"/>
            </a:xfrm>
          </p:grpSpPr>
          <p:sp>
            <p:nvSpPr>
              <p:cNvPr id="2312" name="Google Shape;2312;p41"/>
              <p:cNvSpPr/>
              <p:nvPr/>
            </p:nvSpPr>
            <p:spPr>
              <a:xfrm>
                <a:off x="1399675" y="3622200"/>
                <a:ext cx="1511250" cy="835050"/>
              </a:xfrm>
              <a:custGeom>
                <a:rect b="b" l="l" r="r" t="t"/>
                <a:pathLst>
                  <a:path extrusionOk="0" h="33402" w="60450">
                    <a:moveTo>
                      <a:pt x="36343" y="0"/>
                    </a:moveTo>
                    <a:cubicBezTo>
                      <a:pt x="34929" y="0"/>
                      <a:pt x="33420" y="582"/>
                      <a:pt x="32439" y="1379"/>
                    </a:cubicBezTo>
                    <a:cubicBezTo>
                      <a:pt x="30820" y="2694"/>
                      <a:pt x="29975" y="4898"/>
                      <a:pt x="30302" y="6959"/>
                    </a:cubicBezTo>
                    <a:cubicBezTo>
                      <a:pt x="29820" y="6695"/>
                      <a:pt x="29266" y="6583"/>
                      <a:pt x="28690" y="6583"/>
                    </a:cubicBezTo>
                    <a:cubicBezTo>
                      <a:pt x="27361" y="6583"/>
                      <a:pt x="25912" y="7178"/>
                      <a:pt x="24948" y="7874"/>
                    </a:cubicBezTo>
                    <a:cubicBezTo>
                      <a:pt x="23178" y="9149"/>
                      <a:pt x="22223" y="11292"/>
                      <a:pt x="22338" y="13472"/>
                    </a:cubicBezTo>
                    <a:cubicBezTo>
                      <a:pt x="21349" y="12850"/>
                      <a:pt x="20179" y="12525"/>
                      <a:pt x="19010" y="12525"/>
                    </a:cubicBezTo>
                    <a:cubicBezTo>
                      <a:pt x="18435" y="12525"/>
                      <a:pt x="17859" y="12604"/>
                      <a:pt x="17305" y="12765"/>
                    </a:cubicBezTo>
                    <a:cubicBezTo>
                      <a:pt x="15872" y="13180"/>
                      <a:pt x="14277" y="14292"/>
                      <a:pt x="13003" y="15700"/>
                    </a:cubicBezTo>
                    <a:cubicBezTo>
                      <a:pt x="11482" y="17384"/>
                      <a:pt x="10420" y="19495"/>
                      <a:pt x="10636" y="21362"/>
                    </a:cubicBezTo>
                    <a:cubicBezTo>
                      <a:pt x="9670" y="20930"/>
                      <a:pt x="8615" y="20720"/>
                      <a:pt x="7559" y="20720"/>
                    </a:cubicBezTo>
                    <a:cubicBezTo>
                      <a:pt x="5769" y="20720"/>
                      <a:pt x="3973" y="21322"/>
                      <a:pt x="2595" y="22468"/>
                    </a:cubicBezTo>
                    <a:cubicBezTo>
                      <a:pt x="1032" y="23768"/>
                      <a:pt x="1" y="25909"/>
                      <a:pt x="570" y="27861"/>
                    </a:cubicBezTo>
                    <a:cubicBezTo>
                      <a:pt x="1264" y="30244"/>
                      <a:pt x="3911" y="31424"/>
                      <a:pt x="6314" y="32038"/>
                    </a:cubicBezTo>
                    <a:cubicBezTo>
                      <a:pt x="10510" y="33111"/>
                      <a:pt x="14860" y="33401"/>
                      <a:pt x="19198" y="33401"/>
                    </a:cubicBezTo>
                    <a:cubicBezTo>
                      <a:pt x="19950" y="33401"/>
                      <a:pt x="20702" y="33392"/>
                      <a:pt x="21453" y="33378"/>
                    </a:cubicBezTo>
                    <a:cubicBezTo>
                      <a:pt x="32649" y="33156"/>
                      <a:pt x="43816" y="31592"/>
                      <a:pt x="54642" y="28731"/>
                    </a:cubicBezTo>
                    <a:cubicBezTo>
                      <a:pt x="55994" y="28372"/>
                      <a:pt x="57371" y="27981"/>
                      <a:pt x="58495" y="27152"/>
                    </a:cubicBezTo>
                    <a:cubicBezTo>
                      <a:pt x="59619" y="26324"/>
                      <a:pt x="60450" y="24956"/>
                      <a:pt x="60261" y="23573"/>
                    </a:cubicBezTo>
                    <a:cubicBezTo>
                      <a:pt x="60014" y="21769"/>
                      <a:pt x="58119" y="20699"/>
                      <a:pt x="56261" y="20699"/>
                    </a:cubicBezTo>
                    <a:cubicBezTo>
                      <a:pt x="55788" y="20699"/>
                      <a:pt x="55317" y="20768"/>
                      <a:pt x="54877" y="20912"/>
                    </a:cubicBezTo>
                    <a:cubicBezTo>
                      <a:pt x="56762" y="19747"/>
                      <a:pt x="57272" y="16852"/>
                      <a:pt x="55900" y="15113"/>
                    </a:cubicBezTo>
                    <a:cubicBezTo>
                      <a:pt x="55158" y="14174"/>
                      <a:pt x="53961" y="13690"/>
                      <a:pt x="52770" y="13690"/>
                    </a:cubicBezTo>
                    <a:cubicBezTo>
                      <a:pt x="51842" y="13690"/>
                      <a:pt x="50918" y="13983"/>
                      <a:pt x="50214" y="14583"/>
                    </a:cubicBezTo>
                    <a:lnTo>
                      <a:pt x="50214" y="14583"/>
                    </a:lnTo>
                    <a:cubicBezTo>
                      <a:pt x="52724" y="12175"/>
                      <a:pt x="53137" y="7858"/>
                      <a:pt x="51085" y="5037"/>
                    </a:cubicBezTo>
                    <a:cubicBezTo>
                      <a:pt x="49834" y="3317"/>
                      <a:pt x="47152" y="1900"/>
                      <a:pt x="44765" y="1900"/>
                    </a:cubicBezTo>
                    <a:cubicBezTo>
                      <a:pt x="43990" y="1900"/>
                      <a:pt x="43246" y="2049"/>
                      <a:pt x="42592" y="2386"/>
                    </a:cubicBezTo>
                    <a:cubicBezTo>
                      <a:pt x="41596" y="2898"/>
                      <a:pt x="40821" y="3818"/>
                      <a:pt x="40464" y="4878"/>
                    </a:cubicBezTo>
                    <a:lnTo>
                      <a:pt x="40464" y="4878"/>
                    </a:lnTo>
                    <a:cubicBezTo>
                      <a:pt x="40724" y="3185"/>
                      <a:pt x="39765" y="1294"/>
                      <a:pt x="38277" y="461"/>
                    </a:cubicBezTo>
                    <a:cubicBezTo>
                      <a:pt x="37704" y="139"/>
                      <a:pt x="37035" y="0"/>
                      <a:pt x="36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1"/>
              <p:cNvSpPr/>
              <p:nvPr/>
            </p:nvSpPr>
            <p:spPr>
              <a:xfrm>
                <a:off x="2173575" y="3667875"/>
                <a:ext cx="212350" cy="154625"/>
              </a:xfrm>
              <a:custGeom>
                <a:rect b="b" l="l" r="r" t="t"/>
                <a:pathLst>
                  <a:path extrusionOk="0" h="6185" w="8494">
                    <a:moveTo>
                      <a:pt x="4913" y="0"/>
                    </a:moveTo>
                    <a:cubicBezTo>
                      <a:pt x="4359" y="0"/>
                      <a:pt x="3815" y="100"/>
                      <a:pt x="3340" y="299"/>
                    </a:cubicBezTo>
                    <a:cubicBezTo>
                      <a:pt x="1023" y="1268"/>
                      <a:pt x="0" y="3766"/>
                      <a:pt x="196" y="6150"/>
                    </a:cubicBezTo>
                    <a:cubicBezTo>
                      <a:pt x="200" y="6173"/>
                      <a:pt x="220" y="6185"/>
                      <a:pt x="238" y="6185"/>
                    </a:cubicBezTo>
                    <a:cubicBezTo>
                      <a:pt x="257" y="6185"/>
                      <a:pt x="274" y="6173"/>
                      <a:pt x="274" y="6149"/>
                    </a:cubicBezTo>
                    <a:cubicBezTo>
                      <a:pt x="283" y="3976"/>
                      <a:pt x="1082" y="1683"/>
                      <a:pt x="3138" y="655"/>
                    </a:cubicBezTo>
                    <a:cubicBezTo>
                      <a:pt x="3703" y="374"/>
                      <a:pt x="4319" y="218"/>
                      <a:pt x="4936" y="218"/>
                    </a:cubicBezTo>
                    <a:cubicBezTo>
                      <a:pt x="5371" y="218"/>
                      <a:pt x="5806" y="295"/>
                      <a:pt x="6223" y="461"/>
                    </a:cubicBezTo>
                    <a:cubicBezTo>
                      <a:pt x="7231" y="861"/>
                      <a:pt x="7793" y="1599"/>
                      <a:pt x="8260" y="2540"/>
                    </a:cubicBezTo>
                    <a:cubicBezTo>
                      <a:pt x="8281" y="2583"/>
                      <a:pt x="8315" y="2601"/>
                      <a:pt x="8350" y="2601"/>
                    </a:cubicBezTo>
                    <a:cubicBezTo>
                      <a:pt x="8420" y="2601"/>
                      <a:pt x="8494" y="2531"/>
                      <a:pt x="8478" y="2448"/>
                    </a:cubicBezTo>
                    <a:cubicBezTo>
                      <a:pt x="8147" y="812"/>
                      <a:pt x="6492" y="0"/>
                      <a:pt x="4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1"/>
              <p:cNvSpPr/>
              <p:nvPr/>
            </p:nvSpPr>
            <p:spPr>
              <a:xfrm>
                <a:off x="2251625" y="3705375"/>
                <a:ext cx="104225" cy="41475"/>
              </a:xfrm>
              <a:custGeom>
                <a:rect b="b" l="l" r="r" t="t"/>
                <a:pathLst>
                  <a:path extrusionOk="0" h="1659" w="4169">
                    <a:moveTo>
                      <a:pt x="1752" y="0"/>
                    </a:moveTo>
                    <a:cubicBezTo>
                      <a:pt x="1162" y="0"/>
                      <a:pt x="558" y="183"/>
                      <a:pt x="100" y="537"/>
                    </a:cubicBezTo>
                    <a:cubicBezTo>
                      <a:pt x="0" y="615"/>
                      <a:pt x="42" y="645"/>
                      <a:pt x="108" y="645"/>
                    </a:cubicBezTo>
                    <a:cubicBezTo>
                      <a:pt x="144" y="645"/>
                      <a:pt x="187" y="637"/>
                      <a:pt x="219" y="622"/>
                    </a:cubicBezTo>
                    <a:cubicBezTo>
                      <a:pt x="343" y="566"/>
                      <a:pt x="469" y="514"/>
                      <a:pt x="598" y="472"/>
                    </a:cubicBezTo>
                    <a:cubicBezTo>
                      <a:pt x="858" y="389"/>
                      <a:pt x="1129" y="337"/>
                      <a:pt x="1401" y="319"/>
                    </a:cubicBezTo>
                    <a:cubicBezTo>
                      <a:pt x="1477" y="314"/>
                      <a:pt x="1553" y="312"/>
                      <a:pt x="1629" y="312"/>
                    </a:cubicBezTo>
                    <a:cubicBezTo>
                      <a:pt x="2001" y="312"/>
                      <a:pt x="2373" y="373"/>
                      <a:pt x="2726" y="495"/>
                    </a:cubicBezTo>
                    <a:cubicBezTo>
                      <a:pt x="3195" y="659"/>
                      <a:pt x="3612" y="1110"/>
                      <a:pt x="3899" y="1504"/>
                    </a:cubicBezTo>
                    <a:cubicBezTo>
                      <a:pt x="3932" y="1551"/>
                      <a:pt x="3967" y="1602"/>
                      <a:pt x="4019" y="1628"/>
                    </a:cubicBezTo>
                    <a:cubicBezTo>
                      <a:pt x="4059" y="1649"/>
                      <a:pt x="4089" y="1659"/>
                      <a:pt x="4109" y="1659"/>
                    </a:cubicBezTo>
                    <a:cubicBezTo>
                      <a:pt x="4131" y="1659"/>
                      <a:pt x="4143" y="1648"/>
                      <a:pt x="4147" y="1630"/>
                    </a:cubicBezTo>
                    <a:cubicBezTo>
                      <a:pt x="4169" y="1557"/>
                      <a:pt x="4055" y="1358"/>
                      <a:pt x="4024" y="1314"/>
                    </a:cubicBezTo>
                    <a:cubicBezTo>
                      <a:pt x="3929" y="1180"/>
                      <a:pt x="3821" y="1057"/>
                      <a:pt x="3716" y="932"/>
                    </a:cubicBezTo>
                    <a:cubicBezTo>
                      <a:pt x="3376" y="512"/>
                      <a:pt x="2938" y="213"/>
                      <a:pt x="2411" y="80"/>
                    </a:cubicBezTo>
                    <a:cubicBezTo>
                      <a:pt x="2199" y="27"/>
                      <a:pt x="1977" y="0"/>
                      <a:pt x="1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1"/>
              <p:cNvSpPr/>
              <p:nvPr/>
            </p:nvSpPr>
            <p:spPr>
              <a:xfrm>
                <a:off x="1990050" y="3839600"/>
                <a:ext cx="150375" cy="151375"/>
              </a:xfrm>
              <a:custGeom>
                <a:rect b="b" l="l" r="r" t="t"/>
                <a:pathLst>
                  <a:path extrusionOk="0" h="6055" w="6015">
                    <a:moveTo>
                      <a:pt x="5155" y="1"/>
                    </a:moveTo>
                    <a:cubicBezTo>
                      <a:pt x="4771" y="1"/>
                      <a:pt x="4381" y="59"/>
                      <a:pt x="4020" y="139"/>
                    </a:cubicBezTo>
                    <a:cubicBezTo>
                      <a:pt x="3395" y="280"/>
                      <a:pt x="2796" y="532"/>
                      <a:pt x="2266" y="889"/>
                    </a:cubicBezTo>
                    <a:cubicBezTo>
                      <a:pt x="1204" y="1607"/>
                      <a:pt x="475" y="2681"/>
                      <a:pt x="187" y="3928"/>
                    </a:cubicBezTo>
                    <a:cubicBezTo>
                      <a:pt x="28" y="4613"/>
                      <a:pt x="1" y="5341"/>
                      <a:pt x="158" y="6030"/>
                    </a:cubicBezTo>
                    <a:cubicBezTo>
                      <a:pt x="162" y="6046"/>
                      <a:pt x="177" y="6054"/>
                      <a:pt x="192" y="6054"/>
                    </a:cubicBezTo>
                    <a:cubicBezTo>
                      <a:pt x="211" y="6054"/>
                      <a:pt x="231" y="6042"/>
                      <a:pt x="228" y="6020"/>
                    </a:cubicBezTo>
                    <a:cubicBezTo>
                      <a:pt x="87" y="4795"/>
                      <a:pt x="326" y="3585"/>
                      <a:pt x="993" y="2543"/>
                    </a:cubicBezTo>
                    <a:cubicBezTo>
                      <a:pt x="1652" y="1510"/>
                      <a:pt x="2659" y="774"/>
                      <a:pt x="3840" y="447"/>
                    </a:cubicBezTo>
                    <a:cubicBezTo>
                      <a:pt x="4170" y="355"/>
                      <a:pt x="4506" y="296"/>
                      <a:pt x="4847" y="275"/>
                    </a:cubicBezTo>
                    <a:cubicBezTo>
                      <a:pt x="4927" y="271"/>
                      <a:pt x="5006" y="269"/>
                      <a:pt x="5085" y="269"/>
                    </a:cubicBezTo>
                    <a:cubicBezTo>
                      <a:pt x="5348" y="269"/>
                      <a:pt x="5608" y="290"/>
                      <a:pt x="5872" y="298"/>
                    </a:cubicBezTo>
                    <a:cubicBezTo>
                      <a:pt x="5873" y="298"/>
                      <a:pt x="5875" y="299"/>
                      <a:pt x="5876" y="299"/>
                    </a:cubicBezTo>
                    <a:cubicBezTo>
                      <a:pt x="5992" y="299"/>
                      <a:pt x="6015" y="117"/>
                      <a:pt x="5899" y="87"/>
                    </a:cubicBezTo>
                    <a:cubicBezTo>
                      <a:pt x="5660" y="26"/>
                      <a:pt x="5409" y="1"/>
                      <a:pt x="5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1"/>
              <p:cNvSpPr/>
              <p:nvPr/>
            </p:nvSpPr>
            <p:spPr>
              <a:xfrm>
                <a:off x="2067850" y="3890550"/>
                <a:ext cx="70775" cy="27600"/>
              </a:xfrm>
              <a:custGeom>
                <a:rect b="b" l="l" r="r" t="t"/>
                <a:pathLst>
                  <a:path extrusionOk="0" h="1104" w="2831">
                    <a:moveTo>
                      <a:pt x="2560" y="0"/>
                    </a:moveTo>
                    <a:cubicBezTo>
                      <a:pt x="2524" y="0"/>
                      <a:pt x="2489" y="2"/>
                      <a:pt x="2456" y="2"/>
                    </a:cubicBezTo>
                    <a:cubicBezTo>
                      <a:pt x="2328" y="4"/>
                      <a:pt x="2199" y="14"/>
                      <a:pt x="2073" y="30"/>
                    </a:cubicBezTo>
                    <a:cubicBezTo>
                      <a:pt x="1816" y="61"/>
                      <a:pt x="1565" y="119"/>
                      <a:pt x="1322" y="205"/>
                    </a:cubicBezTo>
                    <a:cubicBezTo>
                      <a:pt x="845" y="375"/>
                      <a:pt x="411" y="643"/>
                      <a:pt x="47" y="996"/>
                    </a:cubicBezTo>
                    <a:cubicBezTo>
                      <a:pt x="1" y="1040"/>
                      <a:pt x="46" y="1104"/>
                      <a:pt x="96" y="1104"/>
                    </a:cubicBezTo>
                    <a:cubicBezTo>
                      <a:pt x="110" y="1104"/>
                      <a:pt x="125" y="1099"/>
                      <a:pt x="138" y="1087"/>
                    </a:cubicBezTo>
                    <a:cubicBezTo>
                      <a:pt x="499" y="750"/>
                      <a:pt x="933" y="496"/>
                      <a:pt x="1406" y="345"/>
                    </a:cubicBezTo>
                    <a:cubicBezTo>
                      <a:pt x="1636" y="270"/>
                      <a:pt x="1874" y="220"/>
                      <a:pt x="2114" y="197"/>
                    </a:cubicBezTo>
                    <a:cubicBezTo>
                      <a:pt x="2228" y="187"/>
                      <a:pt x="2342" y="182"/>
                      <a:pt x="2457" y="182"/>
                    </a:cubicBezTo>
                    <a:cubicBezTo>
                      <a:pt x="2514" y="183"/>
                      <a:pt x="2572" y="190"/>
                      <a:pt x="2630" y="190"/>
                    </a:cubicBezTo>
                    <a:cubicBezTo>
                      <a:pt x="2685" y="190"/>
                      <a:pt x="2738" y="184"/>
                      <a:pt x="2787" y="159"/>
                    </a:cubicBezTo>
                    <a:cubicBezTo>
                      <a:pt x="2830" y="136"/>
                      <a:pt x="2819" y="76"/>
                      <a:pt x="2786" y="53"/>
                    </a:cubicBezTo>
                    <a:cubicBezTo>
                      <a:pt x="2723" y="8"/>
                      <a:pt x="2641" y="0"/>
                      <a:pt x="2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1"/>
              <p:cNvSpPr/>
              <p:nvPr/>
            </p:nvSpPr>
            <p:spPr>
              <a:xfrm>
                <a:off x="2377000" y="3771625"/>
                <a:ext cx="199425" cy="126575"/>
              </a:xfrm>
              <a:custGeom>
                <a:rect b="b" l="l" r="r" t="t"/>
                <a:pathLst>
                  <a:path extrusionOk="0" h="5063" w="7977">
                    <a:moveTo>
                      <a:pt x="6714" y="0"/>
                    </a:moveTo>
                    <a:cubicBezTo>
                      <a:pt x="6519" y="0"/>
                      <a:pt x="6324" y="17"/>
                      <a:pt x="6131" y="45"/>
                    </a:cubicBezTo>
                    <a:cubicBezTo>
                      <a:pt x="5464" y="142"/>
                      <a:pt x="4820" y="391"/>
                      <a:pt x="4228" y="709"/>
                    </a:cubicBezTo>
                    <a:cubicBezTo>
                      <a:pt x="3087" y="1327"/>
                      <a:pt x="2058" y="2182"/>
                      <a:pt x="1233" y="3183"/>
                    </a:cubicBezTo>
                    <a:cubicBezTo>
                      <a:pt x="770" y="3742"/>
                      <a:pt x="368" y="4350"/>
                      <a:pt x="22" y="4987"/>
                    </a:cubicBezTo>
                    <a:cubicBezTo>
                      <a:pt x="0" y="5026"/>
                      <a:pt x="35" y="5063"/>
                      <a:pt x="70" y="5063"/>
                    </a:cubicBezTo>
                    <a:cubicBezTo>
                      <a:pt x="85" y="5063"/>
                      <a:pt x="100" y="5056"/>
                      <a:pt x="110" y="5039"/>
                    </a:cubicBezTo>
                    <a:cubicBezTo>
                      <a:pt x="731" y="3970"/>
                      <a:pt x="1551" y="3033"/>
                      <a:pt x="2489" y="2232"/>
                    </a:cubicBezTo>
                    <a:cubicBezTo>
                      <a:pt x="3434" y="1425"/>
                      <a:pt x="4564" y="698"/>
                      <a:pt x="5785" y="404"/>
                    </a:cubicBezTo>
                    <a:cubicBezTo>
                      <a:pt x="6080" y="333"/>
                      <a:pt x="6382" y="291"/>
                      <a:pt x="6685" y="291"/>
                    </a:cubicBezTo>
                    <a:cubicBezTo>
                      <a:pt x="6733" y="291"/>
                      <a:pt x="6782" y="292"/>
                      <a:pt x="6830" y="294"/>
                    </a:cubicBezTo>
                    <a:cubicBezTo>
                      <a:pt x="7186" y="310"/>
                      <a:pt x="7524" y="457"/>
                      <a:pt x="7877" y="460"/>
                    </a:cubicBezTo>
                    <a:cubicBezTo>
                      <a:pt x="7944" y="459"/>
                      <a:pt x="7977" y="377"/>
                      <a:pt x="7932" y="329"/>
                    </a:cubicBezTo>
                    <a:cubicBezTo>
                      <a:pt x="7712" y="104"/>
                      <a:pt x="7372" y="52"/>
                      <a:pt x="7069" y="19"/>
                    </a:cubicBezTo>
                    <a:cubicBezTo>
                      <a:pt x="6951" y="6"/>
                      <a:pt x="6833" y="0"/>
                      <a:pt x="67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1"/>
              <p:cNvSpPr/>
              <p:nvPr/>
            </p:nvSpPr>
            <p:spPr>
              <a:xfrm>
                <a:off x="2462325" y="3828000"/>
                <a:ext cx="111725" cy="52650"/>
              </a:xfrm>
              <a:custGeom>
                <a:rect b="b" l="l" r="r" t="t"/>
                <a:pathLst>
                  <a:path extrusionOk="0" h="2106" w="4469">
                    <a:moveTo>
                      <a:pt x="3983" y="1"/>
                    </a:moveTo>
                    <a:cubicBezTo>
                      <a:pt x="3738" y="1"/>
                      <a:pt x="3481" y="77"/>
                      <a:pt x="3258" y="134"/>
                    </a:cubicBezTo>
                    <a:cubicBezTo>
                      <a:pt x="2852" y="237"/>
                      <a:pt x="2454" y="375"/>
                      <a:pt x="2074" y="552"/>
                    </a:cubicBezTo>
                    <a:cubicBezTo>
                      <a:pt x="1318" y="901"/>
                      <a:pt x="633" y="1408"/>
                      <a:pt x="47" y="1994"/>
                    </a:cubicBezTo>
                    <a:cubicBezTo>
                      <a:pt x="0" y="2041"/>
                      <a:pt x="44" y="2105"/>
                      <a:pt x="95" y="2105"/>
                    </a:cubicBezTo>
                    <a:cubicBezTo>
                      <a:pt x="110" y="2105"/>
                      <a:pt x="125" y="2100"/>
                      <a:pt x="139" y="2086"/>
                    </a:cubicBezTo>
                    <a:cubicBezTo>
                      <a:pt x="704" y="1546"/>
                      <a:pt x="1365" y="1111"/>
                      <a:pt x="2080" y="796"/>
                    </a:cubicBezTo>
                    <a:cubicBezTo>
                      <a:pt x="2437" y="637"/>
                      <a:pt x="2800" y="500"/>
                      <a:pt x="3176" y="399"/>
                    </a:cubicBezTo>
                    <a:cubicBezTo>
                      <a:pt x="3504" y="311"/>
                      <a:pt x="3845" y="229"/>
                      <a:pt x="4185" y="229"/>
                    </a:cubicBezTo>
                    <a:cubicBezTo>
                      <a:pt x="4254" y="229"/>
                      <a:pt x="4322" y="232"/>
                      <a:pt x="4391" y="239"/>
                    </a:cubicBezTo>
                    <a:cubicBezTo>
                      <a:pt x="4392" y="240"/>
                      <a:pt x="4394" y="240"/>
                      <a:pt x="4395" y="240"/>
                    </a:cubicBezTo>
                    <a:cubicBezTo>
                      <a:pt x="4458" y="240"/>
                      <a:pt x="4469" y="147"/>
                      <a:pt x="4421" y="117"/>
                    </a:cubicBezTo>
                    <a:cubicBezTo>
                      <a:pt x="4289" y="31"/>
                      <a:pt x="4138" y="1"/>
                      <a:pt x="39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1"/>
              <p:cNvSpPr/>
              <p:nvPr/>
            </p:nvSpPr>
            <p:spPr>
              <a:xfrm>
                <a:off x="2043950" y="3973500"/>
                <a:ext cx="204325" cy="137125"/>
              </a:xfrm>
              <a:custGeom>
                <a:rect b="b" l="l" r="r" t="t"/>
                <a:pathLst>
                  <a:path extrusionOk="0" h="5485" w="8173">
                    <a:moveTo>
                      <a:pt x="7448" y="1"/>
                    </a:moveTo>
                    <a:cubicBezTo>
                      <a:pt x="7301" y="1"/>
                      <a:pt x="7154" y="8"/>
                      <a:pt x="7014" y="14"/>
                    </a:cubicBezTo>
                    <a:cubicBezTo>
                      <a:pt x="6661" y="28"/>
                      <a:pt x="6306" y="63"/>
                      <a:pt x="5961" y="129"/>
                    </a:cubicBezTo>
                    <a:cubicBezTo>
                      <a:pt x="5257" y="263"/>
                      <a:pt x="4573" y="495"/>
                      <a:pt x="3932" y="812"/>
                    </a:cubicBezTo>
                    <a:cubicBezTo>
                      <a:pt x="2730" y="1406"/>
                      <a:pt x="1705" y="2309"/>
                      <a:pt x="965" y="3426"/>
                    </a:cubicBezTo>
                    <a:cubicBezTo>
                      <a:pt x="558" y="4044"/>
                      <a:pt x="236" y="4718"/>
                      <a:pt x="13" y="5424"/>
                    </a:cubicBezTo>
                    <a:cubicBezTo>
                      <a:pt x="1" y="5461"/>
                      <a:pt x="31" y="5485"/>
                      <a:pt x="61" y="5485"/>
                    </a:cubicBezTo>
                    <a:cubicBezTo>
                      <a:pt x="81" y="5485"/>
                      <a:pt x="101" y="5475"/>
                      <a:pt x="108" y="5451"/>
                    </a:cubicBezTo>
                    <a:cubicBezTo>
                      <a:pt x="973" y="2947"/>
                      <a:pt x="3140" y="1014"/>
                      <a:pt x="5727" y="450"/>
                    </a:cubicBezTo>
                    <a:cubicBezTo>
                      <a:pt x="6100" y="370"/>
                      <a:pt x="6481" y="309"/>
                      <a:pt x="6860" y="279"/>
                    </a:cubicBezTo>
                    <a:cubicBezTo>
                      <a:pt x="6974" y="270"/>
                      <a:pt x="7088" y="268"/>
                      <a:pt x="7203" y="268"/>
                    </a:cubicBezTo>
                    <a:cubicBezTo>
                      <a:pt x="7350" y="268"/>
                      <a:pt x="7498" y="272"/>
                      <a:pt x="7645" y="272"/>
                    </a:cubicBezTo>
                    <a:cubicBezTo>
                      <a:pt x="7777" y="272"/>
                      <a:pt x="7909" y="268"/>
                      <a:pt x="8040" y="256"/>
                    </a:cubicBezTo>
                    <a:cubicBezTo>
                      <a:pt x="8137" y="243"/>
                      <a:pt x="8172" y="99"/>
                      <a:pt x="8064" y="69"/>
                    </a:cubicBezTo>
                    <a:cubicBezTo>
                      <a:pt x="7869" y="15"/>
                      <a:pt x="7658" y="1"/>
                      <a:pt x="7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1"/>
              <p:cNvSpPr/>
              <p:nvPr/>
            </p:nvSpPr>
            <p:spPr>
              <a:xfrm>
                <a:off x="2401450" y="3921200"/>
                <a:ext cx="195175" cy="43075"/>
              </a:xfrm>
              <a:custGeom>
                <a:rect b="b" l="l" r="r" t="t"/>
                <a:pathLst>
                  <a:path extrusionOk="0" h="1723" w="7807">
                    <a:moveTo>
                      <a:pt x="4999" y="1"/>
                    </a:moveTo>
                    <a:cubicBezTo>
                      <a:pt x="4881" y="1"/>
                      <a:pt x="4763" y="3"/>
                      <a:pt x="4645" y="8"/>
                    </a:cubicBezTo>
                    <a:cubicBezTo>
                      <a:pt x="3606" y="51"/>
                      <a:pt x="2560" y="295"/>
                      <a:pt x="1612" y="726"/>
                    </a:cubicBezTo>
                    <a:cubicBezTo>
                      <a:pt x="1058" y="975"/>
                      <a:pt x="535" y="1270"/>
                      <a:pt x="43" y="1629"/>
                    </a:cubicBezTo>
                    <a:cubicBezTo>
                      <a:pt x="1" y="1659"/>
                      <a:pt x="27" y="1723"/>
                      <a:pt x="67" y="1723"/>
                    </a:cubicBezTo>
                    <a:cubicBezTo>
                      <a:pt x="75" y="1723"/>
                      <a:pt x="84" y="1720"/>
                      <a:pt x="93" y="1714"/>
                    </a:cubicBezTo>
                    <a:cubicBezTo>
                      <a:pt x="1506" y="771"/>
                      <a:pt x="3234" y="273"/>
                      <a:pt x="4941" y="273"/>
                    </a:cubicBezTo>
                    <a:cubicBezTo>
                      <a:pt x="5292" y="273"/>
                      <a:pt x="5643" y="294"/>
                      <a:pt x="5990" y="337"/>
                    </a:cubicBezTo>
                    <a:cubicBezTo>
                      <a:pt x="6278" y="373"/>
                      <a:pt x="6562" y="423"/>
                      <a:pt x="6843" y="489"/>
                    </a:cubicBezTo>
                    <a:cubicBezTo>
                      <a:pt x="7112" y="552"/>
                      <a:pt x="7389" y="677"/>
                      <a:pt x="7667" y="677"/>
                    </a:cubicBezTo>
                    <a:cubicBezTo>
                      <a:pt x="7668" y="677"/>
                      <a:pt x="7670" y="677"/>
                      <a:pt x="7672" y="677"/>
                    </a:cubicBezTo>
                    <a:cubicBezTo>
                      <a:pt x="7787" y="677"/>
                      <a:pt x="7807" y="535"/>
                      <a:pt x="7726" y="475"/>
                    </a:cubicBezTo>
                    <a:cubicBezTo>
                      <a:pt x="7526" y="324"/>
                      <a:pt x="7245" y="280"/>
                      <a:pt x="7007" y="224"/>
                    </a:cubicBezTo>
                    <a:cubicBezTo>
                      <a:pt x="6744" y="164"/>
                      <a:pt x="6479" y="116"/>
                      <a:pt x="6212" y="82"/>
                    </a:cubicBezTo>
                    <a:cubicBezTo>
                      <a:pt x="5810" y="29"/>
                      <a:pt x="5405" y="1"/>
                      <a:pt x="4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41"/>
            <p:cNvGrpSpPr/>
            <p:nvPr/>
          </p:nvGrpSpPr>
          <p:grpSpPr>
            <a:xfrm>
              <a:off x="6176277" y="4216447"/>
              <a:ext cx="3221934" cy="1437680"/>
              <a:chOff x="1719600" y="4138800"/>
              <a:chExt cx="934300" cy="416900"/>
            </a:xfrm>
          </p:grpSpPr>
          <p:sp>
            <p:nvSpPr>
              <p:cNvPr id="2322" name="Google Shape;2322;p41"/>
              <p:cNvSpPr/>
              <p:nvPr/>
            </p:nvSpPr>
            <p:spPr>
              <a:xfrm>
                <a:off x="1719600" y="4138800"/>
                <a:ext cx="934300" cy="416900"/>
              </a:xfrm>
              <a:custGeom>
                <a:rect b="b" l="l" r="r" t="t"/>
                <a:pathLst>
                  <a:path extrusionOk="0" h="16676" w="37372">
                    <a:moveTo>
                      <a:pt x="25036" y="0"/>
                    </a:moveTo>
                    <a:cubicBezTo>
                      <a:pt x="23147" y="2031"/>
                      <a:pt x="20386" y="3115"/>
                      <a:pt x="17626" y="3115"/>
                    </a:cubicBezTo>
                    <a:cubicBezTo>
                      <a:pt x="16340" y="3115"/>
                      <a:pt x="15055" y="2880"/>
                      <a:pt x="13857" y="2396"/>
                    </a:cubicBezTo>
                    <a:cubicBezTo>
                      <a:pt x="12674" y="4190"/>
                      <a:pt x="10840" y="5544"/>
                      <a:pt x="8779" y="6147"/>
                    </a:cubicBezTo>
                    <a:cubicBezTo>
                      <a:pt x="7947" y="6390"/>
                      <a:pt x="7080" y="6511"/>
                      <a:pt x="6213" y="6511"/>
                    </a:cubicBezTo>
                    <a:cubicBezTo>
                      <a:pt x="4932" y="6511"/>
                      <a:pt x="3650" y="6247"/>
                      <a:pt x="2478" y="5727"/>
                    </a:cubicBezTo>
                    <a:cubicBezTo>
                      <a:pt x="310" y="7243"/>
                      <a:pt x="0" y="10999"/>
                      <a:pt x="2092" y="12747"/>
                    </a:cubicBezTo>
                    <a:cubicBezTo>
                      <a:pt x="4392" y="14669"/>
                      <a:pt x="7391" y="15622"/>
                      <a:pt x="10312" y="16069"/>
                    </a:cubicBezTo>
                    <a:cubicBezTo>
                      <a:pt x="12961" y="16473"/>
                      <a:pt x="15642" y="16676"/>
                      <a:pt x="18322" y="16676"/>
                    </a:cubicBezTo>
                    <a:cubicBezTo>
                      <a:pt x="20782" y="16676"/>
                      <a:pt x="23241" y="16505"/>
                      <a:pt x="25677" y="16164"/>
                    </a:cubicBezTo>
                    <a:cubicBezTo>
                      <a:pt x="28229" y="15805"/>
                      <a:pt x="30837" y="15228"/>
                      <a:pt x="32941" y="13742"/>
                    </a:cubicBezTo>
                    <a:cubicBezTo>
                      <a:pt x="37372" y="10617"/>
                      <a:pt x="35996" y="5281"/>
                      <a:pt x="35368" y="676"/>
                    </a:cubicBezTo>
                    <a:lnTo>
                      <a:pt x="35368" y="676"/>
                    </a:lnTo>
                    <a:cubicBezTo>
                      <a:pt x="33974" y="1543"/>
                      <a:pt x="32479" y="1929"/>
                      <a:pt x="30980" y="1929"/>
                    </a:cubicBezTo>
                    <a:cubicBezTo>
                      <a:pt x="28929" y="1929"/>
                      <a:pt x="26867" y="1206"/>
                      <a:pt x="25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1"/>
              <p:cNvSpPr/>
              <p:nvPr/>
            </p:nvSpPr>
            <p:spPr>
              <a:xfrm>
                <a:off x="2091300" y="4177025"/>
                <a:ext cx="249650" cy="70425"/>
              </a:xfrm>
              <a:custGeom>
                <a:rect b="b" l="l" r="r" t="t"/>
                <a:pathLst>
                  <a:path extrusionOk="0" h="2817" w="9986">
                    <a:moveTo>
                      <a:pt x="9939" y="1"/>
                    </a:moveTo>
                    <a:cubicBezTo>
                      <a:pt x="9935" y="1"/>
                      <a:pt x="9931" y="2"/>
                      <a:pt x="9927" y="3"/>
                    </a:cubicBezTo>
                    <a:cubicBezTo>
                      <a:pt x="9631" y="104"/>
                      <a:pt x="9364" y="357"/>
                      <a:pt x="9103" y="527"/>
                    </a:cubicBezTo>
                    <a:cubicBezTo>
                      <a:pt x="8824" y="709"/>
                      <a:pt x="8537" y="883"/>
                      <a:pt x="8246" y="1043"/>
                    </a:cubicBezTo>
                    <a:cubicBezTo>
                      <a:pt x="7644" y="1377"/>
                      <a:pt x="7014" y="1661"/>
                      <a:pt x="6366" y="1889"/>
                    </a:cubicBezTo>
                    <a:cubicBezTo>
                      <a:pt x="5075" y="2343"/>
                      <a:pt x="3715" y="2585"/>
                      <a:pt x="2346" y="2596"/>
                    </a:cubicBezTo>
                    <a:cubicBezTo>
                      <a:pt x="2319" y="2596"/>
                      <a:pt x="2291" y="2597"/>
                      <a:pt x="2264" y="2597"/>
                    </a:cubicBezTo>
                    <a:cubicBezTo>
                      <a:pt x="1527" y="2597"/>
                      <a:pt x="792" y="2541"/>
                      <a:pt x="61" y="2442"/>
                    </a:cubicBezTo>
                    <a:cubicBezTo>
                      <a:pt x="59" y="2442"/>
                      <a:pt x="58" y="2442"/>
                      <a:pt x="56" y="2442"/>
                    </a:cubicBezTo>
                    <a:cubicBezTo>
                      <a:pt x="7" y="2442"/>
                      <a:pt x="1" y="2520"/>
                      <a:pt x="48" y="2533"/>
                    </a:cubicBezTo>
                    <a:cubicBezTo>
                      <a:pt x="822" y="2726"/>
                      <a:pt x="1623" y="2817"/>
                      <a:pt x="2428" y="2817"/>
                    </a:cubicBezTo>
                    <a:cubicBezTo>
                      <a:pt x="4397" y="2817"/>
                      <a:pt x="6394" y="2276"/>
                      <a:pt x="8098" y="1375"/>
                    </a:cubicBezTo>
                    <a:cubicBezTo>
                      <a:pt x="8446" y="1192"/>
                      <a:pt x="8785" y="991"/>
                      <a:pt x="9111" y="769"/>
                    </a:cubicBezTo>
                    <a:cubicBezTo>
                      <a:pt x="9268" y="661"/>
                      <a:pt x="9426" y="552"/>
                      <a:pt x="9574" y="435"/>
                    </a:cubicBezTo>
                    <a:cubicBezTo>
                      <a:pt x="9717" y="323"/>
                      <a:pt x="9876" y="212"/>
                      <a:pt x="9971" y="56"/>
                    </a:cubicBezTo>
                    <a:cubicBezTo>
                      <a:pt x="9986" y="35"/>
                      <a:pt x="9967" y="1"/>
                      <a:pt x="99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1"/>
              <p:cNvSpPr/>
              <p:nvPr/>
            </p:nvSpPr>
            <p:spPr>
              <a:xfrm>
                <a:off x="2179125" y="4235200"/>
                <a:ext cx="119775" cy="41950"/>
              </a:xfrm>
              <a:custGeom>
                <a:rect b="b" l="l" r="r" t="t"/>
                <a:pathLst>
                  <a:path extrusionOk="0" h="1678" w="4791">
                    <a:moveTo>
                      <a:pt x="4721" y="0"/>
                    </a:moveTo>
                    <a:cubicBezTo>
                      <a:pt x="4717" y="0"/>
                      <a:pt x="4712" y="1"/>
                      <a:pt x="4707" y="3"/>
                    </a:cubicBezTo>
                    <a:cubicBezTo>
                      <a:pt x="4344" y="140"/>
                      <a:pt x="4023" y="412"/>
                      <a:pt x="3681" y="595"/>
                    </a:cubicBezTo>
                    <a:cubicBezTo>
                      <a:pt x="3308" y="797"/>
                      <a:pt x="2919" y="964"/>
                      <a:pt x="2522" y="1106"/>
                    </a:cubicBezTo>
                    <a:cubicBezTo>
                      <a:pt x="1736" y="1387"/>
                      <a:pt x="896" y="1546"/>
                      <a:pt x="64" y="1576"/>
                    </a:cubicBezTo>
                    <a:cubicBezTo>
                      <a:pt x="0" y="1579"/>
                      <a:pt x="0" y="1674"/>
                      <a:pt x="64" y="1675"/>
                    </a:cubicBezTo>
                    <a:cubicBezTo>
                      <a:pt x="128" y="1677"/>
                      <a:pt x="192" y="1678"/>
                      <a:pt x="256" y="1678"/>
                    </a:cubicBezTo>
                    <a:cubicBezTo>
                      <a:pt x="1057" y="1678"/>
                      <a:pt x="1842" y="1553"/>
                      <a:pt x="2607" y="1299"/>
                    </a:cubicBezTo>
                    <a:cubicBezTo>
                      <a:pt x="3006" y="1168"/>
                      <a:pt x="3393" y="995"/>
                      <a:pt x="3762" y="797"/>
                    </a:cubicBezTo>
                    <a:cubicBezTo>
                      <a:pt x="4108" y="611"/>
                      <a:pt x="4527" y="402"/>
                      <a:pt x="4768" y="82"/>
                    </a:cubicBezTo>
                    <a:cubicBezTo>
                      <a:pt x="4791" y="47"/>
                      <a:pt x="4758" y="0"/>
                      <a:pt x="47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1"/>
              <p:cNvSpPr/>
              <p:nvPr/>
            </p:nvSpPr>
            <p:spPr>
              <a:xfrm>
                <a:off x="2384400" y="4203650"/>
                <a:ext cx="150475" cy="27950"/>
              </a:xfrm>
              <a:custGeom>
                <a:rect b="b" l="l" r="r" t="t"/>
                <a:pathLst>
                  <a:path extrusionOk="0" h="1118" w="6019">
                    <a:moveTo>
                      <a:pt x="72" y="0"/>
                    </a:moveTo>
                    <a:cubicBezTo>
                      <a:pt x="18" y="0"/>
                      <a:pt x="0" y="87"/>
                      <a:pt x="61" y="106"/>
                    </a:cubicBezTo>
                    <a:cubicBezTo>
                      <a:pt x="1030" y="425"/>
                      <a:pt x="2006" y="696"/>
                      <a:pt x="3013" y="864"/>
                    </a:cubicBezTo>
                    <a:cubicBezTo>
                      <a:pt x="3500" y="948"/>
                      <a:pt x="3994" y="1007"/>
                      <a:pt x="4487" y="1052"/>
                    </a:cubicBezTo>
                    <a:cubicBezTo>
                      <a:pt x="4729" y="1073"/>
                      <a:pt x="4972" y="1089"/>
                      <a:pt x="5213" y="1101"/>
                    </a:cubicBezTo>
                    <a:cubicBezTo>
                      <a:pt x="5341" y="1107"/>
                      <a:pt x="5476" y="1118"/>
                      <a:pt x="5609" y="1118"/>
                    </a:cubicBezTo>
                    <a:cubicBezTo>
                      <a:pt x="5728" y="1118"/>
                      <a:pt x="5845" y="1109"/>
                      <a:pt x="5956" y="1080"/>
                    </a:cubicBezTo>
                    <a:cubicBezTo>
                      <a:pt x="6018" y="1064"/>
                      <a:pt x="6015" y="977"/>
                      <a:pt x="5958" y="958"/>
                    </a:cubicBezTo>
                    <a:cubicBezTo>
                      <a:pt x="5731" y="892"/>
                      <a:pt x="5479" y="900"/>
                      <a:pt x="5247" y="886"/>
                    </a:cubicBezTo>
                    <a:cubicBezTo>
                      <a:pt x="5004" y="871"/>
                      <a:pt x="4763" y="853"/>
                      <a:pt x="4521" y="831"/>
                    </a:cubicBezTo>
                    <a:cubicBezTo>
                      <a:pt x="4014" y="785"/>
                      <a:pt x="3508" y="719"/>
                      <a:pt x="3004" y="639"/>
                    </a:cubicBezTo>
                    <a:cubicBezTo>
                      <a:pt x="2024" y="484"/>
                      <a:pt x="1042" y="286"/>
                      <a:pt x="89" y="3"/>
                    </a:cubicBezTo>
                    <a:cubicBezTo>
                      <a:pt x="83" y="1"/>
                      <a:pt x="78" y="0"/>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1"/>
              <p:cNvSpPr/>
              <p:nvPr/>
            </p:nvSpPr>
            <p:spPr>
              <a:xfrm>
                <a:off x="1795050" y="4277500"/>
                <a:ext cx="262600" cy="57675"/>
              </a:xfrm>
              <a:custGeom>
                <a:rect b="b" l="l" r="r" t="t"/>
                <a:pathLst>
                  <a:path extrusionOk="0" h="2307" w="10504">
                    <a:moveTo>
                      <a:pt x="10422" y="1"/>
                    </a:moveTo>
                    <a:cubicBezTo>
                      <a:pt x="10415" y="1"/>
                      <a:pt x="10409" y="2"/>
                      <a:pt x="10401" y="4"/>
                    </a:cubicBezTo>
                    <a:cubicBezTo>
                      <a:pt x="10081" y="99"/>
                      <a:pt x="9773" y="257"/>
                      <a:pt x="9465" y="387"/>
                    </a:cubicBezTo>
                    <a:cubicBezTo>
                      <a:pt x="9139" y="524"/>
                      <a:pt x="8811" y="656"/>
                      <a:pt x="8478" y="779"/>
                    </a:cubicBezTo>
                    <a:cubicBezTo>
                      <a:pt x="7828" y="1021"/>
                      <a:pt x="7168" y="1231"/>
                      <a:pt x="6498" y="1411"/>
                    </a:cubicBezTo>
                    <a:cubicBezTo>
                      <a:pt x="5157" y="1773"/>
                      <a:pt x="3785" y="2015"/>
                      <a:pt x="2399" y="2129"/>
                    </a:cubicBezTo>
                    <a:cubicBezTo>
                      <a:pt x="1794" y="2177"/>
                      <a:pt x="1186" y="2201"/>
                      <a:pt x="577" y="2201"/>
                    </a:cubicBezTo>
                    <a:cubicBezTo>
                      <a:pt x="404" y="2201"/>
                      <a:pt x="231" y="2199"/>
                      <a:pt x="58" y="2195"/>
                    </a:cubicBezTo>
                    <a:cubicBezTo>
                      <a:pt x="58" y="2195"/>
                      <a:pt x="57" y="2195"/>
                      <a:pt x="57" y="2195"/>
                    </a:cubicBezTo>
                    <a:cubicBezTo>
                      <a:pt x="1" y="2195"/>
                      <a:pt x="1" y="2281"/>
                      <a:pt x="58" y="2283"/>
                    </a:cubicBezTo>
                    <a:cubicBezTo>
                      <a:pt x="397" y="2299"/>
                      <a:pt x="735" y="2306"/>
                      <a:pt x="1074" y="2306"/>
                    </a:cubicBezTo>
                    <a:cubicBezTo>
                      <a:pt x="3537" y="2306"/>
                      <a:pt x="5996" y="1892"/>
                      <a:pt x="8317" y="1058"/>
                    </a:cubicBezTo>
                    <a:cubicBezTo>
                      <a:pt x="8678" y="929"/>
                      <a:pt x="9037" y="789"/>
                      <a:pt x="9391" y="640"/>
                    </a:cubicBezTo>
                    <a:cubicBezTo>
                      <a:pt x="9747" y="491"/>
                      <a:pt x="10130" y="344"/>
                      <a:pt x="10447" y="122"/>
                    </a:cubicBezTo>
                    <a:cubicBezTo>
                      <a:pt x="10504" y="87"/>
                      <a:pt x="10483" y="1"/>
                      <a:pt x="10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1"/>
              <p:cNvSpPr/>
              <p:nvPr/>
            </p:nvSpPr>
            <p:spPr>
              <a:xfrm>
                <a:off x="1902725" y="4329050"/>
                <a:ext cx="110050" cy="34875"/>
              </a:xfrm>
              <a:custGeom>
                <a:rect b="b" l="l" r="r" t="t"/>
                <a:pathLst>
                  <a:path extrusionOk="0" h="1395" w="4402">
                    <a:moveTo>
                      <a:pt x="4302" y="0"/>
                    </a:moveTo>
                    <a:cubicBezTo>
                      <a:pt x="4297" y="0"/>
                      <a:pt x="4292" y="1"/>
                      <a:pt x="4288" y="2"/>
                    </a:cubicBezTo>
                    <a:cubicBezTo>
                      <a:pt x="3945" y="90"/>
                      <a:pt x="3613" y="284"/>
                      <a:pt x="3282" y="414"/>
                    </a:cubicBezTo>
                    <a:cubicBezTo>
                      <a:pt x="2932" y="551"/>
                      <a:pt x="2579" y="678"/>
                      <a:pt x="2220" y="789"/>
                    </a:cubicBezTo>
                    <a:cubicBezTo>
                      <a:pt x="1514" y="1010"/>
                      <a:pt x="797" y="1179"/>
                      <a:pt x="63" y="1280"/>
                    </a:cubicBezTo>
                    <a:cubicBezTo>
                      <a:pt x="1" y="1288"/>
                      <a:pt x="12" y="1394"/>
                      <a:pt x="72" y="1394"/>
                    </a:cubicBezTo>
                    <a:cubicBezTo>
                      <a:pt x="74" y="1394"/>
                      <a:pt x="77" y="1394"/>
                      <a:pt x="79" y="1394"/>
                    </a:cubicBezTo>
                    <a:cubicBezTo>
                      <a:pt x="828" y="1301"/>
                      <a:pt x="1575" y="1163"/>
                      <a:pt x="2299" y="950"/>
                    </a:cubicBezTo>
                    <a:cubicBezTo>
                      <a:pt x="2660" y="846"/>
                      <a:pt x="3015" y="725"/>
                      <a:pt x="3363" y="585"/>
                    </a:cubicBezTo>
                    <a:cubicBezTo>
                      <a:pt x="3693" y="453"/>
                      <a:pt x="4069" y="327"/>
                      <a:pt x="4350" y="107"/>
                    </a:cubicBezTo>
                    <a:cubicBezTo>
                      <a:pt x="4401" y="71"/>
                      <a:pt x="4354" y="0"/>
                      <a:pt x="4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1"/>
              <p:cNvSpPr/>
              <p:nvPr/>
            </p:nvSpPr>
            <p:spPr>
              <a:xfrm>
                <a:off x="2114225" y="4304100"/>
                <a:ext cx="409125" cy="134225"/>
              </a:xfrm>
              <a:custGeom>
                <a:rect b="b" l="l" r="r" t="t"/>
                <a:pathLst>
                  <a:path extrusionOk="0" h="5369" w="16365">
                    <a:moveTo>
                      <a:pt x="16272" y="0"/>
                    </a:moveTo>
                    <a:cubicBezTo>
                      <a:pt x="16264" y="0"/>
                      <a:pt x="16255" y="2"/>
                      <a:pt x="16247" y="6"/>
                    </a:cubicBezTo>
                    <a:cubicBezTo>
                      <a:pt x="15379" y="411"/>
                      <a:pt x="14503" y="785"/>
                      <a:pt x="13556" y="970"/>
                    </a:cubicBezTo>
                    <a:cubicBezTo>
                      <a:pt x="13091" y="1059"/>
                      <a:pt x="12612" y="1111"/>
                      <a:pt x="12137" y="1124"/>
                    </a:cubicBezTo>
                    <a:cubicBezTo>
                      <a:pt x="12090" y="1125"/>
                      <a:pt x="12037" y="1126"/>
                      <a:pt x="11980" y="1126"/>
                    </a:cubicBezTo>
                    <a:cubicBezTo>
                      <a:pt x="11650" y="1126"/>
                      <a:pt x="11179" y="1107"/>
                      <a:pt x="10947" y="1107"/>
                    </a:cubicBezTo>
                    <a:cubicBezTo>
                      <a:pt x="10868" y="1107"/>
                      <a:pt x="10816" y="1109"/>
                      <a:pt x="10809" y="1115"/>
                    </a:cubicBezTo>
                    <a:cubicBezTo>
                      <a:pt x="10797" y="1124"/>
                      <a:pt x="10785" y="1131"/>
                      <a:pt x="10774" y="1140"/>
                    </a:cubicBezTo>
                    <a:lnTo>
                      <a:pt x="10771" y="1140"/>
                    </a:lnTo>
                    <a:cubicBezTo>
                      <a:pt x="10768" y="1140"/>
                      <a:pt x="10767" y="1143"/>
                      <a:pt x="10767" y="1144"/>
                    </a:cubicBezTo>
                    <a:cubicBezTo>
                      <a:pt x="10358" y="1445"/>
                      <a:pt x="9983" y="1759"/>
                      <a:pt x="9525" y="1988"/>
                    </a:cubicBezTo>
                    <a:cubicBezTo>
                      <a:pt x="9058" y="2220"/>
                      <a:pt x="8557" y="2382"/>
                      <a:pt x="8044" y="2472"/>
                    </a:cubicBezTo>
                    <a:cubicBezTo>
                      <a:pt x="7719" y="2530"/>
                      <a:pt x="7388" y="2560"/>
                      <a:pt x="7057" y="2560"/>
                    </a:cubicBezTo>
                    <a:cubicBezTo>
                      <a:pt x="6868" y="2560"/>
                      <a:pt x="6678" y="2550"/>
                      <a:pt x="6489" y="2530"/>
                    </a:cubicBezTo>
                    <a:cubicBezTo>
                      <a:pt x="6233" y="2504"/>
                      <a:pt x="5976" y="2458"/>
                      <a:pt x="5726" y="2393"/>
                    </a:cubicBezTo>
                    <a:cubicBezTo>
                      <a:pt x="5495" y="2334"/>
                      <a:pt x="5254" y="2226"/>
                      <a:pt x="5012" y="2226"/>
                    </a:cubicBezTo>
                    <a:cubicBezTo>
                      <a:pt x="5004" y="2222"/>
                      <a:pt x="4994" y="2219"/>
                      <a:pt x="4984" y="2219"/>
                    </a:cubicBezTo>
                    <a:cubicBezTo>
                      <a:pt x="4973" y="2219"/>
                      <a:pt x="4962" y="2223"/>
                      <a:pt x="4950" y="2230"/>
                    </a:cubicBezTo>
                    <a:cubicBezTo>
                      <a:pt x="4770" y="2357"/>
                      <a:pt x="4641" y="2577"/>
                      <a:pt x="4497" y="2743"/>
                    </a:cubicBezTo>
                    <a:cubicBezTo>
                      <a:pt x="4335" y="2926"/>
                      <a:pt x="4174" y="3106"/>
                      <a:pt x="4000" y="3276"/>
                    </a:cubicBezTo>
                    <a:cubicBezTo>
                      <a:pt x="3636" y="3628"/>
                      <a:pt x="3239" y="3940"/>
                      <a:pt x="2812" y="4208"/>
                    </a:cubicBezTo>
                    <a:cubicBezTo>
                      <a:pt x="1975" y="4734"/>
                      <a:pt x="1032" y="5102"/>
                      <a:pt x="55" y="5267"/>
                    </a:cubicBezTo>
                    <a:cubicBezTo>
                      <a:pt x="0" y="5277"/>
                      <a:pt x="11" y="5368"/>
                      <a:pt x="64" y="5368"/>
                    </a:cubicBezTo>
                    <a:cubicBezTo>
                      <a:pt x="66" y="5368"/>
                      <a:pt x="68" y="5368"/>
                      <a:pt x="69" y="5368"/>
                    </a:cubicBezTo>
                    <a:cubicBezTo>
                      <a:pt x="1083" y="5260"/>
                      <a:pt x="2055" y="4935"/>
                      <a:pt x="2923" y="4400"/>
                    </a:cubicBezTo>
                    <a:cubicBezTo>
                      <a:pt x="3354" y="4135"/>
                      <a:pt x="3758" y="3827"/>
                      <a:pt x="4123" y="3479"/>
                    </a:cubicBezTo>
                    <a:cubicBezTo>
                      <a:pt x="4312" y="3299"/>
                      <a:pt x="4497" y="3112"/>
                      <a:pt x="4659" y="2909"/>
                    </a:cubicBezTo>
                    <a:cubicBezTo>
                      <a:pt x="4792" y="2745"/>
                      <a:pt x="4973" y="2549"/>
                      <a:pt x="5040" y="2341"/>
                    </a:cubicBezTo>
                    <a:cubicBezTo>
                      <a:pt x="5213" y="2484"/>
                      <a:pt x="5456" y="2547"/>
                      <a:pt x="5665" y="2605"/>
                    </a:cubicBezTo>
                    <a:cubicBezTo>
                      <a:pt x="5917" y="2673"/>
                      <a:pt x="6175" y="2722"/>
                      <a:pt x="6434" y="2752"/>
                    </a:cubicBezTo>
                    <a:cubicBezTo>
                      <a:pt x="6644" y="2777"/>
                      <a:pt x="6855" y="2789"/>
                      <a:pt x="7066" y="2789"/>
                    </a:cubicBezTo>
                    <a:cubicBezTo>
                      <a:pt x="7395" y="2789"/>
                      <a:pt x="7725" y="2759"/>
                      <a:pt x="8049" y="2701"/>
                    </a:cubicBezTo>
                    <a:cubicBezTo>
                      <a:pt x="8581" y="2606"/>
                      <a:pt x="9097" y="2435"/>
                      <a:pt x="9582" y="2196"/>
                    </a:cubicBezTo>
                    <a:cubicBezTo>
                      <a:pt x="10052" y="1961"/>
                      <a:pt x="10571" y="1650"/>
                      <a:pt x="10901" y="1233"/>
                    </a:cubicBezTo>
                    <a:cubicBezTo>
                      <a:pt x="10905" y="1229"/>
                      <a:pt x="10908" y="1222"/>
                      <a:pt x="10911" y="1215"/>
                    </a:cubicBezTo>
                    <a:cubicBezTo>
                      <a:pt x="11285" y="1367"/>
                      <a:pt x="11741" y="1367"/>
                      <a:pt x="12137" y="1367"/>
                    </a:cubicBezTo>
                    <a:cubicBezTo>
                      <a:pt x="12638" y="1367"/>
                      <a:pt x="13135" y="1318"/>
                      <a:pt x="13627" y="1223"/>
                    </a:cubicBezTo>
                    <a:cubicBezTo>
                      <a:pt x="14583" y="1037"/>
                      <a:pt x="15541" y="696"/>
                      <a:pt x="16318" y="95"/>
                    </a:cubicBezTo>
                    <a:cubicBezTo>
                      <a:pt x="16365" y="60"/>
                      <a:pt x="16321" y="0"/>
                      <a:pt x="16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41"/>
            <p:cNvGrpSpPr/>
            <p:nvPr/>
          </p:nvGrpSpPr>
          <p:grpSpPr>
            <a:xfrm>
              <a:off x="1377874" y="3809978"/>
              <a:ext cx="5725624" cy="2602063"/>
              <a:chOff x="657225" y="3846275"/>
              <a:chExt cx="1425100" cy="647650"/>
            </a:xfrm>
          </p:grpSpPr>
          <p:sp>
            <p:nvSpPr>
              <p:cNvPr id="2330" name="Google Shape;2330;p41"/>
              <p:cNvSpPr/>
              <p:nvPr/>
            </p:nvSpPr>
            <p:spPr>
              <a:xfrm>
                <a:off x="657225" y="3846275"/>
                <a:ext cx="1425100" cy="647650"/>
              </a:xfrm>
              <a:custGeom>
                <a:rect b="b" l="l" r="r" t="t"/>
                <a:pathLst>
                  <a:path extrusionOk="0" h="25906" w="57004">
                    <a:moveTo>
                      <a:pt x="39819" y="1"/>
                    </a:moveTo>
                    <a:cubicBezTo>
                      <a:pt x="39634" y="1"/>
                      <a:pt x="39449" y="9"/>
                      <a:pt x="39267" y="24"/>
                    </a:cubicBezTo>
                    <a:cubicBezTo>
                      <a:pt x="37124" y="209"/>
                      <a:pt x="35183" y="1275"/>
                      <a:pt x="33287" y="2291"/>
                    </a:cubicBezTo>
                    <a:cubicBezTo>
                      <a:pt x="32306" y="1696"/>
                      <a:pt x="31158" y="1381"/>
                      <a:pt x="30011" y="1381"/>
                    </a:cubicBezTo>
                    <a:cubicBezTo>
                      <a:pt x="29727" y="1381"/>
                      <a:pt x="29443" y="1400"/>
                      <a:pt x="29161" y="1439"/>
                    </a:cubicBezTo>
                    <a:cubicBezTo>
                      <a:pt x="27745" y="1635"/>
                      <a:pt x="26265" y="2203"/>
                      <a:pt x="25288" y="3249"/>
                    </a:cubicBezTo>
                    <a:cubicBezTo>
                      <a:pt x="24925" y="2440"/>
                      <a:pt x="23719" y="1792"/>
                      <a:pt x="22846" y="1651"/>
                    </a:cubicBezTo>
                    <a:cubicBezTo>
                      <a:pt x="22640" y="1618"/>
                      <a:pt x="22432" y="1603"/>
                      <a:pt x="22224" y="1603"/>
                    </a:cubicBezTo>
                    <a:cubicBezTo>
                      <a:pt x="21551" y="1603"/>
                      <a:pt x="20877" y="1760"/>
                      <a:pt x="20234" y="1974"/>
                    </a:cubicBezTo>
                    <a:cubicBezTo>
                      <a:pt x="17945" y="2733"/>
                      <a:pt x="15954" y="4169"/>
                      <a:pt x="13987" y="5568"/>
                    </a:cubicBezTo>
                    <a:cubicBezTo>
                      <a:pt x="12022" y="6966"/>
                      <a:pt x="9996" y="8369"/>
                      <a:pt x="7683" y="9043"/>
                    </a:cubicBezTo>
                    <a:cubicBezTo>
                      <a:pt x="6845" y="9288"/>
                      <a:pt x="5958" y="9422"/>
                      <a:pt x="5079" y="9422"/>
                    </a:cubicBezTo>
                    <a:cubicBezTo>
                      <a:pt x="3525" y="9422"/>
                      <a:pt x="1995" y="9003"/>
                      <a:pt x="800" y="8030"/>
                    </a:cubicBezTo>
                    <a:cubicBezTo>
                      <a:pt x="508" y="12572"/>
                      <a:pt x="1" y="17061"/>
                      <a:pt x="329" y="21602"/>
                    </a:cubicBezTo>
                    <a:cubicBezTo>
                      <a:pt x="401" y="22606"/>
                      <a:pt x="519" y="23686"/>
                      <a:pt x="1186" y="24442"/>
                    </a:cubicBezTo>
                    <a:cubicBezTo>
                      <a:pt x="2067" y="25439"/>
                      <a:pt x="3565" y="25522"/>
                      <a:pt x="4896" y="25535"/>
                    </a:cubicBezTo>
                    <a:cubicBezTo>
                      <a:pt x="19759" y="25658"/>
                      <a:pt x="34622" y="25780"/>
                      <a:pt x="49487" y="25904"/>
                    </a:cubicBezTo>
                    <a:cubicBezTo>
                      <a:pt x="49565" y="25905"/>
                      <a:pt x="49643" y="25905"/>
                      <a:pt x="49721" y="25905"/>
                    </a:cubicBezTo>
                    <a:cubicBezTo>
                      <a:pt x="52244" y="25905"/>
                      <a:pt x="55004" y="25555"/>
                      <a:pt x="57004" y="24046"/>
                    </a:cubicBezTo>
                    <a:cubicBezTo>
                      <a:pt x="55628" y="23278"/>
                      <a:pt x="54098" y="22843"/>
                      <a:pt x="52598" y="22360"/>
                    </a:cubicBezTo>
                    <a:cubicBezTo>
                      <a:pt x="51096" y="21879"/>
                      <a:pt x="49588" y="21331"/>
                      <a:pt x="48330" y="20380"/>
                    </a:cubicBezTo>
                    <a:cubicBezTo>
                      <a:pt x="47074" y="19431"/>
                      <a:pt x="46087" y="18010"/>
                      <a:pt x="46006" y="16439"/>
                    </a:cubicBezTo>
                    <a:cubicBezTo>
                      <a:pt x="45924" y="14864"/>
                      <a:pt x="46784" y="13210"/>
                      <a:pt x="48322" y="12871"/>
                    </a:cubicBezTo>
                    <a:cubicBezTo>
                      <a:pt x="48691" y="13001"/>
                      <a:pt x="49077" y="13062"/>
                      <a:pt x="49465" y="13062"/>
                    </a:cubicBezTo>
                    <a:cubicBezTo>
                      <a:pt x="50466" y="13062"/>
                      <a:pt x="51479" y="12659"/>
                      <a:pt x="52253" y="12008"/>
                    </a:cubicBezTo>
                    <a:cubicBezTo>
                      <a:pt x="53328" y="11106"/>
                      <a:pt x="53991" y="9791"/>
                      <a:pt x="54357" y="8435"/>
                    </a:cubicBezTo>
                    <a:cubicBezTo>
                      <a:pt x="54654" y="7332"/>
                      <a:pt x="54763" y="6121"/>
                      <a:pt x="54309" y="5073"/>
                    </a:cubicBezTo>
                    <a:cubicBezTo>
                      <a:pt x="53776" y="3845"/>
                      <a:pt x="52555" y="3047"/>
                      <a:pt x="51294" y="2592"/>
                    </a:cubicBezTo>
                    <a:cubicBezTo>
                      <a:pt x="50304" y="2234"/>
                      <a:pt x="49235" y="2060"/>
                      <a:pt x="48163" y="2060"/>
                    </a:cubicBezTo>
                    <a:cubicBezTo>
                      <a:pt x="46983" y="2060"/>
                      <a:pt x="45800" y="2270"/>
                      <a:pt x="44714" y="2678"/>
                    </a:cubicBezTo>
                    <a:cubicBezTo>
                      <a:pt x="43876" y="899"/>
                      <a:pt x="41806" y="1"/>
                      <a:pt x="39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1"/>
              <p:cNvSpPr/>
              <p:nvPr/>
            </p:nvSpPr>
            <p:spPr>
              <a:xfrm>
                <a:off x="662850" y="3909775"/>
                <a:ext cx="1293675" cy="558325"/>
              </a:xfrm>
              <a:custGeom>
                <a:rect b="b" l="l" r="r" t="t"/>
                <a:pathLst>
                  <a:path extrusionOk="0" h="22333" w="51747">
                    <a:moveTo>
                      <a:pt x="44704" y="488"/>
                    </a:moveTo>
                    <a:cubicBezTo>
                      <a:pt x="44677" y="488"/>
                      <a:pt x="44650" y="510"/>
                      <a:pt x="44658" y="546"/>
                    </a:cubicBezTo>
                    <a:cubicBezTo>
                      <a:pt x="44839" y="1399"/>
                      <a:pt x="45034" y="2244"/>
                      <a:pt x="45085" y="3116"/>
                    </a:cubicBezTo>
                    <a:cubicBezTo>
                      <a:pt x="45130" y="3888"/>
                      <a:pt x="45068" y="4666"/>
                      <a:pt x="44846" y="5408"/>
                    </a:cubicBezTo>
                    <a:cubicBezTo>
                      <a:pt x="44437" y="6780"/>
                      <a:pt x="43391" y="7986"/>
                      <a:pt x="41932" y="8236"/>
                    </a:cubicBezTo>
                    <a:cubicBezTo>
                      <a:pt x="41782" y="8262"/>
                      <a:pt x="41631" y="8275"/>
                      <a:pt x="41481" y="8275"/>
                    </a:cubicBezTo>
                    <a:cubicBezTo>
                      <a:pt x="40320" y="8275"/>
                      <a:pt x="39208" y="7526"/>
                      <a:pt x="38725" y="6467"/>
                    </a:cubicBezTo>
                    <a:cubicBezTo>
                      <a:pt x="38141" y="5192"/>
                      <a:pt x="38506" y="3576"/>
                      <a:pt x="39521" y="2623"/>
                    </a:cubicBezTo>
                    <a:cubicBezTo>
                      <a:pt x="39883" y="2283"/>
                      <a:pt x="40377" y="2030"/>
                      <a:pt x="40866" y="2030"/>
                    </a:cubicBezTo>
                    <a:cubicBezTo>
                      <a:pt x="41129" y="2030"/>
                      <a:pt x="41390" y="2103"/>
                      <a:pt x="41628" y="2275"/>
                    </a:cubicBezTo>
                    <a:cubicBezTo>
                      <a:pt x="41903" y="2475"/>
                      <a:pt x="42073" y="2786"/>
                      <a:pt x="42037" y="3130"/>
                    </a:cubicBezTo>
                    <a:cubicBezTo>
                      <a:pt x="42004" y="3443"/>
                      <a:pt x="41811" y="3767"/>
                      <a:pt x="41518" y="3896"/>
                    </a:cubicBezTo>
                    <a:cubicBezTo>
                      <a:pt x="41447" y="3928"/>
                      <a:pt x="41490" y="4030"/>
                      <a:pt x="41557" y="4030"/>
                    </a:cubicBezTo>
                    <a:cubicBezTo>
                      <a:pt x="41562" y="4030"/>
                      <a:pt x="41568" y="4029"/>
                      <a:pt x="41573" y="4028"/>
                    </a:cubicBezTo>
                    <a:cubicBezTo>
                      <a:pt x="42178" y="3877"/>
                      <a:pt x="42429" y="3174"/>
                      <a:pt x="42217" y="2619"/>
                    </a:cubicBezTo>
                    <a:cubicBezTo>
                      <a:pt x="42003" y="2062"/>
                      <a:pt x="41405" y="1783"/>
                      <a:pt x="40831" y="1783"/>
                    </a:cubicBezTo>
                    <a:cubicBezTo>
                      <a:pt x="40730" y="1783"/>
                      <a:pt x="40630" y="1792"/>
                      <a:pt x="40533" y="1809"/>
                    </a:cubicBezTo>
                    <a:cubicBezTo>
                      <a:pt x="39765" y="1943"/>
                      <a:pt x="39134" y="2560"/>
                      <a:pt x="38745" y="3204"/>
                    </a:cubicBezTo>
                    <a:cubicBezTo>
                      <a:pt x="38349" y="3858"/>
                      <a:pt x="38158" y="4650"/>
                      <a:pt x="38212" y="5413"/>
                    </a:cubicBezTo>
                    <a:cubicBezTo>
                      <a:pt x="38313" y="6888"/>
                      <a:pt x="39444" y="8203"/>
                      <a:pt x="40910" y="8474"/>
                    </a:cubicBezTo>
                    <a:cubicBezTo>
                      <a:pt x="41095" y="8508"/>
                      <a:pt x="41279" y="8524"/>
                      <a:pt x="41461" y="8524"/>
                    </a:cubicBezTo>
                    <a:cubicBezTo>
                      <a:pt x="42817" y="8524"/>
                      <a:pt x="44055" y="7622"/>
                      <a:pt x="44695" y="6434"/>
                    </a:cubicBezTo>
                    <a:cubicBezTo>
                      <a:pt x="45669" y="4623"/>
                      <a:pt x="45408" y="2389"/>
                      <a:pt x="44748" y="521"/>
                    </a:cubicBezTo>
                    <a:cubicBezTo>
                      <a:pt x="44741" y="498"/>
                      <a:pt x="44722" y="488"/>
                      <a:pt x="44704" y="488"/>
                    </a:cubicBezTo>
                    <a:close/>
                    <a:moveTo>
                      <a:pt x="49143" y="3264"/>
                    </a:moveTo>
                    <a:cubicBezTo>
                      <a:pt x="48682" y="3264"/>
                      <a:pt x="48213" y="3367"/>
                      <a:pt x="47788" y="3563"/>
                    </a:cubicBezTo>
                    <a:cubicBezTo>
                      <a:pt x="46660" y="4080"/>
                      <a:pt x="45918" y="5263"/>
                      <a:pt x="45832" y="6486"/>
                    </a:cubicBezTo>
                    <a:cubicBezTo>
                      <a:pt x="45784" y="7156"/>
                      <a:pt x="45959" y="7871"/>
                      <a:pt x="46314" y="8441"/>
                    </a:cubicBezTo>
                    <a:cubicBezTo>
                      <a:pt x="46689" y="9043"/>
                      <a:pt x="47188" y="9503"/>
                      <a:pt x="47850" y="9759"/>
                    </a:cubicBezTo>
                    <a:cubicBezTo>
                      <a:pt x="47861" y="9764"/>
                      <a:pt x="47872" y="9766"/>
                      <a:pt x="47882" y="9766"/>
                    </a:cubicBezTo>
                    <a:cubicBezTo>
                      <a:pt x="47963" y="9766"/>
                      <a:pt x="48002" y="9635"/>
                      <a:pt x="47922" y="9589"/>
                    </a:cubicBezTo>
                    <a:cubicBezTo>
                      <a:pt x="47015" y="9063"/>
                      <a:pt x="46329" y="8159"/>
                      <a:pt x="46163" y="7114"/>
                    </a:cubicBezTo>
                    <a:cubicBezTo>
                      <a:pt x="45997" y="6074"/>
                      <a:pt x="46453" y="4982"/>
                      <a:pt x="47234" y="4295"/>
                    </a:cubicBezTo>
                    <a:cubicBezTo>
                      <a:pt x="47760" y="3832"/>
                      <a:pt x="48479" y="3546"/>
                      <a:pt x="49185" y="3546"/>
                    </a:cubicBezTo>
                    <a:cubicBezTo>
                      <a:pt x="49627" y="3546"/>
                      <a:pt x="50065" y="3659"/>
                      <a:pt x="50446" y="3910"/>
                    </a:cubicBezTo>
                    <a:cubicBezTo>
                      <a:pt x="50896" y="4205"/>
                      <a:pt x="51250" y="4640"/>
                      <a:pt x="51379" y="5168"/>
                    </a:cubicBezTo>
                    <a:cubicBezTo>
                      <a:pt x="51505" y="5702"/>
                      <a:pt x="51369" y="6270"/>
                      <a:pt x="51049" y="6711"/>
                    </a:cubicBezTo>
                    <a:cubicBezTo>
                      <a:pt x="50755" y="7113"/>
                      <a:pt x="50265" y="7402"/>
                      <a:pt x="49766" y="7402"/>
                    </a:cubicBezTo>
                    <a:cubicBezTo>
                      <a:pt x="49634" y="7402"/>
                      <a:pt x="49501" y="7382"/>
                      <a:pt x="49370" y="7337"/>
                    </a:cubicBezTo>
                    <a:cubicBezTo>
                      <a:pt x="48808" y="7147"/>
                      <a:pt x="48574" y="6531"/>
                      <a:pt x="48731" y="5985"/>
                    </a:cubicBezTo>
                    <a:cubicBezTo>
                      <a:pt x="48740" y="5951"/>
                      <a:pt x="48708" y="5918"/>
                      <a:pt x="48677" y="5918"/>
                    </a:cubicBezTo>
                    <a:cubicBezTo>
                      <a:pt x="48665" y="5918"/>
                      <a:pt x="48654" y="5923"/>
                      <a:pt x="48644" y="5934"/>
                    </a:cubicBezTo>
                    <a:cubicBezTo>
                      <a:pt x="48318" y="6348"/>
                      <a:pt x="48514" y="6946"/>
                      <a:pt x="48872" y="7277"/>
                    </a:cubicBezTo>
                    <a:cubicBezTo>
                      <a:pt x="49117" y="7506"/>
                      <a:pt x="49431" y="7603"/>
                      <a:pt x="49752" y="7603"/>
                    </a:cubicBezTo>
                    <a:cubicBezTo>
                      <a:pt x="49992" y="7603"/>
                      <a:pt x="50236" y="7548"/>
                      <a:pt x="50458" y="7453"/>
                    </a:cubicBezTo>
                    <a:cubicBezTo>
                      <a:pt x="51018" y="7209"/>
                      <a:pt x="51426" y="6693"/>
                      <a:pt x="51585" y="6110"/>
                    </a:cubicBezTo>
                    <a:cubicBezTo>
                      <a:pt x="51746" y="5509"/>
                      <a:pt x="51634" y="4893"/>
                      <a:pt x="51299" y="4371"/>
                    </a:cubicBezTo>
                    <a:cubicBezTo>
                      <a:pt x="50808" y="3610"/>
                      <a:pt x="49987" y="3264"/>
                      <a:pt x="49143" y="3264"/>
                    </a:cubicBezTo>
                    <a:close/>
                    <a:moveTo>
                      <a:pt x="7885" y="14508"/>
                    </a:moveTo>
                    <a:cubicBezTo>
                      <a:pt x="7735" y="14508"/>
                      <a:pt x="7592" y="14576"/>
                      <a:pt x="7453" y="14626"/>
                    </a:cubicBezTo>
                    <a:cubicBezTo>
                      <a:pt x="7282" y="14687"/>
                      <a:pt x="7109" y="14747"/>
                      <a:pt x="6936" y="14805"/>
                    </a:cubicBezTo>
                    <a:cubicBezTo>
                      <a:pt x="6590" y="14920"/>
                      <a:pt x="6243" y="15025"/>
                      <a:pt x="5893" y="15125"/>
                    </a:cubicBezTo>
                    <a:cubicBezTo>
                      <a:pt x="5216" y="15319"/>
                      <a:pt x="4530" y="15483"/>
                      <a:pt x="3837" y="15617"/>
                    </a:cubicBezTo>
                    <a:cubicBezTo>
                      <a:pt x="2569" y="15865"/>
                      <a:pt x="1288" y="16001"/>
                      <a:pt x="0" y="16073"/>
                    </a:cubicBezTo>
                    <a:lnTo>
                      <a:pt x="0" y="16156"/>
                    </a:lnTo>
                    <a:cubicBezTo>
                      <a:pt x="2104" y="16156"/>
                      <a:pt x="4222" y="15806"/>
                      <a:pt x="6236" y="15213"/>
                    </a:cubicBezTo>
                    <a:cubicBezTo>
                      <a:pt x="6540" y="15123"/>
                      <a:pt x="6845" y="15025"/>
                      <a:pt x="7145" y="14923"/>
                    </a:cubicBezTo>
                    <a:cubicBezTo>
                      <a:pt x="7396" y="14838"/>
                      <a:pt x="7764" y="14772"/>
                      <a:pt x="7952" y="14576"/>
                    </a:cubicBezTo>
                    <a:cubicBezTo>
                      <a:pt x="7978" y="14548"/>
                      <a:pt x="7957" y="14511"/>
                      <a:pt x="7926" y="14509"/>
                    </a:cubicBezTo>
                    <a:cubicBezTo>
                      <a:pt x="7912" y="14508"/>
                      <a:pt x="7898" y="14508"/>
                      <a:pt x="7885" y="14508"/>
                    </a:cubicBezTo>
                    <a:close/>
                    <a:moveTo>
                      <a:pt x="33476" y="1"/>
                    </a:moveTo>
                    <a:cubicBezTo>
                      <a:pt x="33426" y="1"/>
                      <a:pt x="33381" y="67"/>
                      <a:pt x="33430" y="105"/>
                    </a:cubicBezTo>
                    <a:cubicBezTo>
                      <a:pt x="34309" y="789"/>
                      <a:pt x="35072" y="1559"/>
                      <a:pt x="35581" y="2563"/>
                    </a:cubicBezTo>
                    <a:cubicBezTo>
                      <a:pt x="36095" y="3583"/>
                      <a:pt x="36294" y="4746"/>
                      <a:pt x="36123" y="5877"/>
                    </a:cubicBezTo>
                    <a:cubicBezTo>
                      <a:pt x="35951" y="7005"/>
                      <a:pt x="35430" y="8077"/>
                      <a:pt x="34591" y="8857"/>
                    </a:cubicBezTo>
                    <a:cubicBezTo>
                      <a:pt x="33780" y="9615"/>
                      <a:pt x="32688" y="10089"/>
                      <a:pt x="31576" y="10133"/>
                    </a:cubicBezTo>
                    <a:cubicBezTo>
                      <a:pt x="31525" y="10134"/>
                      <a:pt x="31475" y="10135"/>
                      <a:pt x="31424" y="10135"/>
                    </a:cubicBezTo>
                    <a:cubicBezTo>
                      <a:pt x="29362" y="10135"/>
                      <a:pt x="27398" y="8539"/>
                      <a:pt x="27246" y="6427"/>
                    </a:cubicBezTo>
                    <a:cubicBezTo>
                      <a:pt x="27174" y="5416"/>
                      <a:pt x="27514" y="4364"/>
                      <a:pt x="28180" y="3599"/>
                    </a:cubicBezTo>
                    <a:cubicBezTo>
                      <a:pt x="28778" y="2911"/>
                      <a:pt x="29709" y="2450"/>
                      <a:pt x="30634" y="2450"/>
                    </a:cubicBezTo>
                    <a:cubicBezTo>
                      <a:pt x="30862" y="2450"/>
                      <a:pt x="31091" y="2478"/>
                      <a:pt x="31313" y="2538"/>
                    </a:cubicBezTo>
                    <a:cubicBezTo>
                      <a:pt x="32342" y="2815"/>
                      <a:pt x="33207" y="3750"/>
                      <a:pt x="33034" y="4865"/>
                    </a:cubicBezTo>
                    <a:cubicBezTo>
                      <a:pt x="32959" y="5349"/>
                      <a:pt x="32694" y="5823"/>
                      <a:pt x="32254" y="6064"/>
                    </a:cubicBezTo>
                    <a:cubicBezTo>
                      <a:pt x="32031" y="6188"/>
                      <a:pt x="31773" y="6249"/>
                      <a:pt x="31516" y="6249"/>
                    </a:cubicBezTo>
                    <a:cubicBezTo>
                      <a:pt x="31299" y="6249"/>
                      <a:pt x="31083" y="6206"/>
                      <a:pt x="30887" y="6120"/>
                    </a:cubicBezTo>
                    <a:cubicBezTo>
                      <a:pt x="30682" y="6031"/>
                      <a:pt x="30484" y="5887"/>
                      <a:pt x="30332" y="5724"/>
                    </a:cubicBezTo>
                    <a:cubicBezTo>
                      <a:pt x="30318" y="5708"/>
                      <a:pt x="30300" y="5702"/>
                      <a:pt x="30284" y="5702"/>
                    </a:cubicBezTo>
                    <a:cubicBezTo>
                      <a:pt x="30234" y="5702"/>
                      <a:pt x="30188" y="5758"/>
                      <a:pt x="30217" y="5812"/>
                    </a:cubicBezTo>
                    <a:cubicBezTo>
                      <a:pt x="30477" y="6285"/>
                      <a:pt x="30974" y="6498"/>
                      <a:pt x="31484" y="6498"/>
                    </a:cubicBezTo>
                    <a:cubicBezTo>
                      <a:pt x="31968" y="6498"/>
                      <a:pt x="32464" y="6307"/>
                      <a:pt x="32783" y="5966"/>
                    </a:cubicBezTo>
                    <a:cubicBezTo>
                      <a:pt x="33552" y="5145"/>
                      <a:pt x="33431" y="3816"/>
                      <a:pt x="32679" y="3035"/>
                    </a:cubicBezTo>
                    <a:cubicBezTo>
                      <a:pt x="32137" y="2472"/>
                      <a:pt x="31385" y="2208"/>
                      <a:pt x="30626" y="2208"/>
                    </a:cubicBezTo>
                    <a:cubicBezTo>
                      <a:pt x="30179" y="2208"/>
                      <a:pt x="29729" y="2300"/>
                      <a:pt x="29318" y="2476"/>
                    </a:cubicBezTo>
                    <a:cubicBezTo>
                      <a:pt x="28250" y="2936"/>
                      <a:pt x="27469" y="3901"/>
                      <a:pt x="27157" y="5012"/>
                    </a:cubicBezTo>
                    <a:cubicBezTo>
                      <a:pt x="26853" y="6097"/>
                      <a:pt x="26995" y="7260"/>
                      <a:pt x="27586" y="8222"/>
                    </a:cubicBezTo>
                    <a:cubicBezTo>
                      <a:pt x="28077" y="9023"/>
                      <a:pt x="28835" y="9661"/>
                      <a:pt x="29704" y="10024"/>
                    </a:cubicBezTo>
                    <a:cubicBezTo>
                      <a:pt x="29546" y="10184"/>
                      <a:pt x="29430" y="10398"/>
                      <a:pt x="29317" y="10588"/>
                    </a:cubicBezTo>
                    <a:cubicBezTo>
                      <a:pt x="29180" y="10817"/>
                      <a:pt x="29063" y="11056"/>
                      <a:pt x="28956" y="11301"/>
                    </a:cubicBezTo>
                    <a:cubicBezTo>
                      <a:pt x="28746" y="11779"/>
                      <a:pt x="28577" y="12272"/>
                      <a:pt x="28458" y="12778"/>
                    </a:cubicBezTo>
                    <a:cubicBezTo>
                      <a:pt x="28337" y="13285"/>
                      <a:pt x="28256" y="13804"/>
                      <a:pt x="28229" y="14322"/>
                    </a:cubicBezTo>
                    <a:cubicBezTo>
                      <a:pt x="28201" y="14822"/>
                      <a:pt x="28184" y="15384"/>
                      <a:pt x="28328" y="15868"/>
                    </a:cubicBezTo>
                    <a:cubicBezTo>
                      <a:pt x="28335" y="15891"/>
                      <a:pt x="28353" y="15901"/>
                      <a:pt x="28371" y="15901"/>
                    </a:cubicBezTo>
                    <a:cubicBezTo>
                      <a:pt x="28394" y="15901"/>
                      <a:pt x="28417" y="15885"/>
                      <a:pt x="28417" y="15857"/>
                    </a:cubicBezTo>
                    <a:cubicBezTo>
                      <a:pt x="28442" y="15345"/>
                      <a:pt x="28384" y="14835"/>
                      <a:pt x="28416" y="14321"/>
                    </a:cubicBezTo>
                    <a:cubicBezTo>
                      <a:pt x="28449" y="13806"/>
                      <a:pt x="28521" y="13296"/>
                      <a:pt x="28644" y="12796"/>
                    </a:cubicBezTo>
                    <a:cubicBezTo>
                      <a:pt x="28763" y="12295"/>
                      <a:pt x="28928" y="11804"/>
                      <a:pt x="29135" y="11331"/>
                    </a:cubicBezTo>
                    <a:cubicBezTo>
                      <a:pt x="29234" y="11106"/>
                      <a:pt x="29344" y="10886"/>
                      <a:pt x="29455" y="10667"/>
                    </a:cubicBezTo>
                    <a:cubicBezTo>
                      <a:pt x="29560" y="10464"/>
                      <a:pt x="29695" y="10268"/>
                      <a:pt x="29779" y="10055"/>
                    </a:cubicBezTo>
                    <a:cubicBezTo>
                      <a:pt x="29919" y="10111"/>
                      <a:pt x="30059" y="10160"/>
                      <a:pt x="30201" y="10199"/>
                    </a:cubicBezTo>
                    <a:cubicBezTo>
                      <a:pt x="30499" y="10285"/>
                      <a:pt x="30806" y="10334"/>
                      <a:pt x="31112" y="10354"/>
                    </a:cubicBezTo>
                    <a:cubicBezTo>
                      <a:pt x="30862" y="10801"/>
                      <a:pt x="30714" y="11330"/>
                      <a:pt x="30579" y="11817"/>
                    </a:cubicBezTo>
                    <a:cubicBezTo>
                      <a:pt x="30432" y="12351"/>
                      <a:pt x="30329" y="12896"/>
                      <a:pt x="30259" y="13445"/>
                    </a:cubicBezTo>
                    <a:cubicBezTo>
                      <a:pt x="30118" y="14557"/>
                      <a:pt x="30135" y="15685"/>
                      <a:pt x="30308" y="16794"/>
                    </a:cubicBezTo>
                    <a:cubicBezTo>
                      <a:pt x="30403" y="17398"/>
                      <a:pt x="30518" y="18049"/>
                      <a:pt x="30788" y="18603"/>
                    </a:cubicBezTo>
                    <a:cubicBezTo>
                      <a:pt x="30799" y="18624"/>
                      <a:pt x="30816" y="18633"/>
                      <a:pt x="30833" y="18633"/>
                    </a:cubicBezTo>
                    <a:cubicBezTo>
                      <a:pt x="30868" y="18633"/>
                      <a:pt x="30905" y="18597"/>
                      <a:pt x="30898" y="18555"/>
                    </a:cubicBezTo>
                    <a:cubicBezTo>
                      <a:pt x="30805" y="18019"/>
                      <a:pt x="30636" y="17498"/>
                      <a:pt x="30541" y="16960"/>
                    </a:cubicBezTo>
                    <a:cubicBezTo>
                      <a:pt x="30446" y="16421"/>
                      <a:pt x="30391" y="15877"/>
                      <a:pt x="30373" y="15332"/>
                    </a:cubicBezTo>
                    <a:cubicBezTo>
                      <a:pt x="30334" y="14239"/>
                      <a:pt x="30452" y="13149"/>
                      <a:pt x="30711" y="12086"/>
                    </a:cubicBezTo>
                    <a:cubicBezTo>
                      <a:pt x="30785" y="11785"/>
                      <a:pt x="30870" y="11487"/>
                      <a:pt x="30966" y="11193"/>
                    </a:cubicBezTo>
                    <a:cubicBezTo>
                      <a:pt x="31058" y="10916"/>
                      <a:pt x="31172" y="10643"/>
                      <a:pt x="31251" y="10362"/>
                    </a:cubicBezTo>
                    <a:cubicBezTo>
                      <a:pt x="31296" y="10363"/>
                      <a:pt x="31341" y="10364"/>
                      <a:pt x="31386" y="10364"/>
                    </a:cubicBezTo>
                    <a:cubicBezTo>
                      <a:pt x="32173" y="10364"/>
                      <a:pt x="32963" y="10161"/>
                      <a:pt x="33665" y="9797"/>
                    </a:cubicBezTo>
                    <a:cubicBezTo>
                      <a:pt x="34755" y="9233"/>
                      <a:pt x="35591" y="8284"/>
                      <a:pt x="36038" y="7142"/>
                    </a:cubicBezTo>
                    <a:cubicBezTo>
                      <a:pt x="36958" y="4779"/>
                      <a:pt x="36121" y="2102"/>
                      <a:pt x="34209" y="498"/>
                    </a:cubicBezTo>
                    <a:cubicBezTo>
                      <a:pt x="33989" y="311"/>
                      <a:pt x="33758" y="148"/>
                      <a:pt x="33503" y="8"/>
                    </a:cubicBezTo>
                    <a:cubicBezTo>
                      <a:pt x="33494" y="3"/>
                      <a:pt x="33485" y="1"/>
                      <a:pt x="33476" y="1"/>
                    </a:cubicBezTo>
                    <a:close/>
                    <a:moveTo>
                      <a:pt x="25163" y="9326"/>
                    </a:moveTo>
                    <a:cubicBezTo>
                      <a:pt x="25151" y="9326"/>
                      <a:pt x="25140" y="9332"/>
                      <a:pt x="25133" y="9346"/>
                    </a:cubicBezTo>
                    <a:cubicBezTo>
                      <a:pt x="23941" y="11609"/>
                      <a:pt x="23323" y="14156"/>
                      <a:pt x="23250" y="16711"/>
                    </a:cubicBezTo>
                    <a:cubicBezTo>
                      <a:pt x="23228" y="17423"/>
                      <a:pt x="23214" y="18175"/>
                      <a:pt x="23349" y="18878"/>
                    </a:cubicBezTo>
                    <a:cubicBezTo>
                      <a:pt x="23355" y="18910"/>
                      <a:pt x="23380" y="18924"/>
                      <a:pt x="23406" y="18924"/>
                    </a:cubicBezTo>
                    <a:cubicBezTo>
                      <a:pt x="23440" y="18924"/>
                      <a:pt x="23476" y="18900"/>
                      <a:pt x="23476" y="18859"/>
                    </a:cubicBezTo>
                    <a:cubicBezTo>
                      <a:pt x="23479" y="18231"/>
                      <a:pt x="23417" y="17603"/>
                      <a:pt x="23424" y="16973"/>
                    </a:cubicBezTo>
                    <a:cubicBezTo>
                      <a:pt x="23431" y="16354"/>
                      <a:pt x="23473" y="15736"/>
                      <a:pt x="23545" y="15119"/>
                    </a:cubicBezTo>
                    <a:cubicBezTo>
                      <a:pt x="23692" y="13863"/>
                      <a:pt x="23986" y="12631"/>
                      <a:pt x="24385" y="11429"/>
                    </a:cubicBezTo>
                    <a:cubicBezTo>
                      <a:pt x="24618" y="10735"/>
                      <a:pt x="24893" y="10052"/>
                      <a:pt x="25202" y="9385"/>
                    </a:cubicBezTo>
                    <a:cubicBezTo>
                      <a:pt x="25216" y="9354"/>
                      <a:pt x="25189" y="9326"/>
                      <a:pt x="25163" y="9326"/>
                    </a:cubicBezTo>
                    <a:close/>
                    <a:moveTo>
                      <a:pt x="14073" y="12592"/>
                    </a:moveTo>
                    <a:cubicBezTo>
                      <a:pt x="14063" y="12592"/>
                      <a:pt x="14053" y="12596"/>
                      <a:pt x="14043" y="12603"/>
                    </a:cubicBezTo>
                    <a:cubicBezTo>
                      <a:pt x="10915" y="15213"/>
                      <a:pt x="7445" y="17513"/>
                      <a:pt x="3419" y="18424"/>
                    </a:cubicBezTo>
                    <a:cubicBezTo>
                      <a:pt x="2317" y="18673"/>
                      <a:pt x="1215" y="18764"/>
                      <a:pt x="92" y="18836"/>
                    </a:cubicBezTo>
                    <a:cubicBezTo>
                      <a:pt x="97" y="18886"/>
                      <a:pt x="98" y="18935"/>
                      <a:pt x="101" y="18986"/>
                    </a:cubicBezTo>
                    <a:cubicBezTo>
                      <a:pt x="206" y="18990"/>
                      <a:pt x="311" y="18992"/>
                      <a:pt x="417" y="18992"/>
                    </a:cubicBezTo>
                    <a:cubicBezTo>
                      <a:pt x="1308" y="18992"/>
                      <a:pt x="2212" y="18856"/>
                      <a:pt x="3079" y="18682"/>
                    </a:cubicBezTo>
                    <a:cubicBezTo>
                      <a:pt x="4098" y="18476"/>
                      <a:pt x="5099" y="18179"/>
                      <a:pt x="6069" y="17806"/>
                    </a:cubicBezTo>
                    <a:cubicBezTo>
                      <a:pt x="7978" y="17071"/>
                      <a:pt x="9780" y="16047"/>
                      <a:pt x="11435" y="14845"/>
                    </a:cubicBezTo>
                    <a:cubicBezTo>
                      <a:pt x="12366" y="14168"/>
                      <a:pt x="13255" y="13440"/>
                      <a:pt x="14105" y="12667"/>
                    </a:cubicBezTo>
                    <a:cubicBezTo>
                      <a:pt x="14138" y="12635"/>
                      <a:pt x="14108" y="12592"/>
                      <a:pt x="14073" y="12592"/>
                    </a:cubicBezTo>
                    <a:close/>
                    <a:moveTo>
                      <a:pt x="38571" y="8701"/>
                    </a:moveTo>
                    <a:cubicBezTo>
                      <a:pt x="38559" y="8701"/>
                      <a:pt x="38546" y="8706"/>
                      <a:pt x="38536" y="8719"/>
                    </a:cubicBezTo>
                    <a:cubicBezTo>
                      <a:pt x="36784" y="11040"/>
                      <a:pt x="36232" y="14174"/>
                      <a:pt x="36794" y="17002"/>
                    </a:cubicBezTo>
                    <a:cubicBezTo>
                      <a:pt x="36875" y="17413"/>
                      <a:pt x="36981" y="17819"/>
                      <a:pt x="37112" y="18217"/>
                    </a:cubicBezTo>
                    <a:cubicBezTo>
                      <a:pt x="37238" y="18594"/>
                      <a:pt x="37367" y="19013"/>
                      <a:pt x="37605" y="19333"/>
                    </a:cubicBezTo>
                    <a:cubicBezTo>
                      <a:pt x="37618" y="19350"/>
                      <a:pt x="37636" y="19358"/>
                      <a:pt x="37654" y="19358"/>
                    </a:cubicBezTo>
                    <a:cubicBezTo>
                      <a:pt x="37687" y="19358"/>
                      <a:pt x="37718" y="19332"/>
                      <a:pt x="37707" y="19290"/>
                    </a:cubicBezTo>
                    <a:cubicBezTo>
                      <a:pt x="37624" y="18941"/>
                      <a:pt x="37458" y="18611"/>
                      <a:pt x="37341" y="18271"/>
                    </a:cubicBezTo>
                    <a:cubicBezTo>
                      <a:pt x="37226" y="17938"/>
                      <a:pt x="37128" y="17600"/>
                      <a:pt x="37050" y="17256"/>
                    </a:cubicBezTo>
                    <a:cubicBezTo>
                      <a:pt x="36888" y="16558"/>
                      <a:pt x="36800" y="15845"/>
                      <a:pt x="36780" y="15130"/>
                    </a:cubicBezTo>
                    <a:cubicBezTo>
                      <a:pt x="36742" y="13700"/>
                      <a:pt x="36990" y="12262"/>
                      <a:pt x="37501" y="10926"/>
                    </a:cubicBezTo>
                    <a:cubicBezTo>
                      <a:pt x="37792" y="10173"/>
                      <a:pt x="38167" y="9440"/>
                      <a:pt x="38604" y="8761"/>
                    </a:cubicBezTo>
                    <a:cubicBezTo>
                      <a:pt x="38627" y="8729"/>
                      <a:pt x="38600" y="8701"/>
                      <a:pt x="38571" y="8701"/>
                    </a:cubicBezTo>
                    <a:close/>
                    <a:moveTo>
                      <a:pt x="44956" y="9525"/>
                    </a:moveTo>
                    <a:cubicBezTo>
                      <a:pt x="44946" y="9525"/>
                      <a:pt x="44935" y="9529"/>
                      <a:pt x="44926" y="9537"/>
                    </a:cubicBezTo>
                    <a:cubicBezTo>
                      <a:pt x="43495" y="10841"/>
                      <a:pt x="43017" y="12966"/>
                      <a:pt x="43335" y="14824"/>
                    </a:cubicBezTo>
                    <a:cubicBezTo>
                      <a:pt x="43679" y="16832"/>
                      <a:pt x="44881" y="18604"/>
                      <a:pt x="46427" y="19892"/>
                    </a:cubicBezTo>
                    <a:cubicBezTo>
                      <a:pt x="46865" y="20257"/>
                      <a:pt x="47332" y="20588"/>
                      <a:pt x="47816" y="20888"/>
                    </a:cubicBezTo>
                    <a:cubicBezTo>
                      <a:pt x="48300" y="21186"/>
                      <a:pt x="48818" y="21494"/>
                      <a:pt x="49363" y="21669"/>
                    </a:cubicBezTo>
                    <a:cubicBezTo>
                      <a:pt x="49370" y="21671"/>
                      <a:pt x="49377" y="21673"/>
                      <a:pt x="49383" y="21673"/>
                    </a:cubicBezTo>
                    <a:cubicBezTo>
                      <a:pt x="49428" y="21673"/>
                      <a:pt x="49447" y="21606"/>
                      <a:pt x="49405" y="21579"/>
                    </a:cubicBezTo>
                    <a:cubicBezTo>
                      <a:pt x="48988" y="21318"/>
                      <a:pt x="48540" y="21112"/>
                      <a:pt x="48120" y="20859"/>
                    </a:cubicBezTo>
                    <a:cubicBezTo>
                      <a:pt x="47699" y="20605"/>
                      <a:pt x="47290" y="20334"/>
                      <a:pt x="46899" y="20036"/>
                    </a:cubicBezTo>
                    <a:cubicBezTo>
                      <a:pt x="46104" y="19427"/>
                      <a:pt x="45388" y="18708"/>
                      <a:pt x="44816" y="17885"/>
                    </a:cubicBezTo>
                    <a:cubicBezTo>
                      <a:pt x="43710" y="16297"/>
                      <a:pt x="43151" y="14328"/>
                      <a:pt x="43553" y="12409"/>
                    </a:cubicBezTo>
                    <a:cubicBezTo>
                      <a:pt x="43773" y="11359"/>
                      <a:pt x="44277" y="10402"/>
                      <a:pt x="44990" y="9602"/>
                    </a:cubicBezTo>
                    <a:cubicBezTo>
                      <a:pt x="45020" y="9568"/>
                      <a:pt x="44991" y="9525"/>
                      <a:pt x="44956" y="9525"/>
                    </a:cubicBezTo>
                    <a:close/>
                    <a:moveTo>
                      <a:pt x="41656" y="15582"/>
                    </a:moveTo>
                    <a:cubicBezTo>
                      <a:pt x="41629" y="15582"/>
                      <a:pt x="41599" y="15605"/>
                      <a:pt x="41605" y="15640"/>
                    </a:cubicBezTo>
                    <a:cubicBezTo>
                      <a:pt x="41913" y="17812"/>
                      <a:pt x="43090" y="19807"/>
                      <a:pt x="44806" y="21167"/>
                    </a:cubicBezTo>
                    <a:cubicBezTo>
                      <a:pt x="45279" y="21542"/>
                      <a:pt x="45797" y="21898"/>
                      <a:pt x="46368" y="22104"/>
                    </a:cubicBezTo>
                    <a:cubicBezTo>
                      <a:pt x="46374" y="22106"/>
                      <a:pt x="46380" y="22107"/>
                      <a:pt x="46386" y="22107"/>
                    </a:cubicBezTo>
                    <a:cubicBezTo>
                      <a:pt x="46433" y="22107"/>
                      <a:pt x="46453" y="22035"/>
                      <a:pt x="46410" y="22006"/>
                    </a:cubicBezTo>
                    <a:cubicBezTo>
                      <a:pt x="45969" y="21723"/>
                      <a:pt x="45512" y="21468"/>
                      <a:pt x="45091" y="21153"/>
                    </a:cubicBezTo>
                    <a:cubicBezTo>
                      <a:pt x="44658" y="20829"/>
                      <a:pt x="44254" y="20460"/>
                      <a:pt x="43888" y="20058"/>
                    </a:cubicBezTo>
                    <a:cubicBezTo>
                      <a:pt x="43162" y="19264"/>
                      <a:pt x="42577" y="18330"/>
                      <a:pt x="42179" y="17330"/>
                    </a:cubicBezTo>
                    <a:cubicBezTo>
                      <a:pt x="41958" y="16776"/>
                      <a:pt x="41795" y="16202"/>
                      <a:pt x="41693" y="15615"/>
                    </a:cubicBezTo>
                    <a:cubicBezTo>
                      <a:pt x="41689" y="15591"/>
                      <a:pt x="41673" y="15582"/>
                      <a:pt x="41656" y="15582"/>
                    </a:cubicBezTo>
                    <a:close/>
                    <a:moveTo>
                      <a:pt x="25243" y="1270"/>
                    </a:moveTo>
                    <a:cubicBezTo>
                      <a:pt x="25221" y="1270"/>
                      <a:pt x="25199" y="1289"/>
                      <a:pt x="25205" y="1319"/>
                    </a:cubicBezTo>
                    <a:cubicBezTo>
                      <a:pt x="25318" y="1907"/>
                      <a:pt x="25431" y="2495"/>
                      <a:pt x="25452" y="3096"/>
                    </a:cubicBezTo>
                    <a:cubicBezTo>
                      <a:pt x="25473" y="3692"/>
                      <a:pt x="25431" y="4292"/>
                      <a:pt x="25316" y="4878"/>
                    </a:cubicBezTo>
                    <a:cubicBezTo>
                      <a:pt x="25104" y="5939"/>
                      <a:pt x="24657" y="6933"/>
                      <a:pt x="24023" y="7806"/>
                    </a:cubicBezTo>
                    <a:cubicBezTo>
                      <a:pt x="22989" y="9231"/>
                      <a:pt x="21268" y="10465"/>
                      <a:pt x="19459" y="10465"/>
                    </a:cubicBezTo>
                    <a:cubicBezTo>
                      <a:pt x="19119" y="10465"/>
                      <a:pt x="18776" y="10421"/>
                      <a:pt x="18433" y="10327"/>
                    </a:cubicBezTo>
                    <a:cubicBezTo>
                      <a:pt x="17394" y="10043"/>
                      <a:pt x="16585" y="9290"/>
                      <a:pt x="16224" y="8273"/>
                    </a:cubicBezTo>
                    <a:cubicBezTo>
                      <a:pt x="15857" y="7231"/>
                      <a:pt x="15984" y="6088"/>
                      <a:pt x="16436" y="5096"/>
                    </a:cubicBezTo>
                    <a:cubicBezTo>
                      <a:pt x="16867" y="4152"/>
                      <a:pt x="17566" y="3257"/>
                      <a:pt x="18489" y="2757"/>
                    </a:cubicBezTo>
                    <a:cubicBezTo>
                      <a:pt x="18900" y="2537"/>
                      <a:pt x="19356" y="2416"/>
                      <a:pt x="19808" y="2416"/>
                    </a:cubicBezTo>
                    <a:cubicBezTo>
                      <a:pt x="20275" y="2416"/>
                      <a:pt x="20738" y="2545"/>
                      <a:pt x="21142" y="2827"/>
                    </a:cubicBezTo>
                    <a:cubicBezTo>
                      <a:pt x="21516" y="3087"/>
                      <a:pt x="21790" y="3471"/>
                      <a:pt x="21882" y="3921"/>
                    </a:cubicBezTo>
                    <a:cubicBezTo>
                      <a:pt x="21987" y="4433"/>
                      <a:pt x="21852" y="4972"/>
                      <a:pt x="21607" y="5426"/>
                    </a:cubicBezTo>
                    <a:cubicBezTo>
                      <a:pt x="21288" y="6018"/>
                      <a:pt x="20549" y="6775"/>
                      <a:pt x="19823" y="6775"/>
                    </a:cubicBezTo>
                    <a:cubicBezTo>
                      <a:pt x="19578" y="6775"/>
                      <a:pt x="19334" y="6689"/>
                      <a:pt x="19109" y="6480"/>
                    </a:cubicBezTo>
                    <a:cubicBezTo>
                      <a:pt x="18949" y="6333"/>
                      <a:pt x="18837" y="6121"/>
                      <a:pt x="18808" y="5905"/>
                    </a:cubicBezTo>
                    <a:cubicBezTo>
                      <a:pt x="18802" y="5868"/>
                      <a:pt x="18775" y="5851"/>
                      <a:pt x="18746" y="5851"/>
                    </a:cubicBezTo>
                    <a:cubicBezTo>
                      <a:pt x="18707" y="5851"/>
                      <a:pt x="18663" y="5880"/>
                      <a:pt x="18661" y="5926"/>
                    </a:cubicBezTo>
                    <a:cubicBezTo>
                      <a:pt x="18628" y="6402"/>
                      <a:pt x="18996" y="6765"/>
                      <a:pt x="19426" y="6911"/>
                    </a:cubicBezTo>
                    <a:cubicBezTo>
                      <a:pt x="19556" y="6955"/>
                      <a:pt x="19689" y="6975"/>
                      <a:pt x="19822" y="6975"/>
                    </a:cubicBezTo>
                    <a:cubicBezTo>
                      <a:pt x="20209" y="6975"/>
                      <a:pt x="20592" y="6804"/>
                      <a:pt x="20901" y="6571"/>
                    </a:cubicBezTo>
                    <a:cubicBezTo>
                      <a:pt x="21737" y="5941"/>
                      <a:pt x="22366" y="4784"/>
                      <a:pt x="22070" y="3726"/>
                    </a:cubicBezTo>
                    <a:cubicBezTo>
                      <a:pt x="21804" y="2775"/>
                      <a:pt x="20833" y="2220"/>
                      <a:pt x="19893" y="2178"/>
                    </a:cubicBezTo>
                    <a:cubicBezTo>
                      <a:pt x="19856" y="2177"/>
                      <a:pt x="19819" y="2176"/>
                      <a:pt x="19783" y="2176"/>
                    </a:cubicBezTo>
                    <a:cubicBezTo>
                      <a:pt x="18727" y="2176"/>
                      <a:pt x="17773" y="2830"/>
                      <a:pt x="17113" y="3612"/>
                    </a:cubicBezTo>
                    <a:cubicBezTo>
                      <a:pt x="16645" y="4166"/>
                      <a:pt x="16266" y="4818"/>
                      <a:pt x="16034" y="5513"/>
                    </a:cubicBezTo>
                    <a:cubicBezTo>
                      <a:pt x="14177" y="6741"/>
                      <a:pt x="12159" y="7676"/>
                      <a:pt x="9996" y="8222"/>
                    </a:cubicBezTo>
                    <a:cubicBezTo>
                      <a:pt x="8550" y="8586"/>
                      <a:pt x="7069" y="8759"/>
                      <a:pt x="5585" y="8759"/>
                    </a:cubicBezTo>
                    <a:cubicBezTo>
                      <a:pt x="4748" y="8759"/>
                      <a:pt x="3910" y="8704"/>
                      <a:pt x="3076" y="8597"/>
                    </a:cubicBezTo>
                    <a:cubicBezTo>
                      <a:pt x="2171" y="8480"/>
                      <a:pt x="1274" y="8290"/>
                      <a:pt x="394" y="8048"/>
                    </a:cubicBezTo>
                    <a:cubicBezTo>
                      <a:pt x="389" y="8088"/>
                      <a:pt x="388" y="8128"/>
                      <a:pt x="385" y="8170"/>
                    </a:cubicBezTo>
                    <a:cubicBezTo>
                      <a:pt x="2068" y="8692"/>
                      <a:pt x="3835" y="8944"/>
                      <a:pt x="5599" y="8944"/>
                    </a:cubicBezTo>
                    <a:cubicBezTo>
                      <a:pt x="5787" y="8944"/>
                      <a:pt x="5975" y="8941"/>
                      <a:pt x="6162" y="8935"/>
                    </a:cubicBezTo>
                    <a:cubicBezTo>
                      <a:pt x="8439" y="8865"/>
                      <a:pt x="10705" y="8372"/>
                      <a:pt x="12801" y="7480"/>
                    </a:cubicBezTo>
                    <a:cubicBezTo>
                      <a:pt x="13906" y="7010"/>
                      <a:pt x="14977" y="6436"/>
                      <a:pt x="15962" y="5747"/>
                    </a:cubicBezTo>
                    <a:lnTo>
                      <a:pt x="15962" y="5747"/>
                    </a:lnTo>
                    <a:cubicBezTo>
                      <a:pt x="15860" y="6110"/>
                      <a:pt x="15798" y="6480"/>
                      <a:pt x="15786" y="6855"/>
                    </a:cubicBezTo>
                    <a:cubicBezTo>
                      <a:pt x="15781" y="7025"/>
                      <a:pt x="15786" y="7193"/>
                      <a:pt x="15802" y="7363"/>
                    </a:cubicBezTo>
                    <a:cubicBezTo>
                      <a:pt x="13687" y="8735"/>
                      <a:pt x="11335" y="9709"/>
                      <a:pt x="8858" y="10194"/>
                    </a:cubicBezTo>
                    <a:cubicBezTo>
                      <a:pt x="8515" y="10261"/>
                      <a:pt x="8172" y="10320"/>
                      <a:pt x="7828" y="10370"/>
                    </a:cubicBezTo>
                    <a:cubicBezTo>
                      <a:pt x="7478" y="10421"/>
                      <a:pt x="7110" y="10442"/>
                      <a:pt x="6770" y="10537"/>
                    </a:cubicBezTo>
                    <a:cubicBezTo>
                      <a:pt x="6753" y="10543"/>
                      <a:pt x="6757" y="10566"/>
                      <a:pt x="6775" y="10569"/>
                    </a:cubicBezTo>
                    <a:cubicBezTo>
                      <a:pt x="6857" y="10579"/>
                      <a:pt x="6941" y="10583"/>
                      <a:pt x="7025" y="10583"/>
                    </a:cubicBezTo>
                    <a:cubicBezTo>
                      <a:pt x="7257" y="10583"/>
                      <a:pt x="7493" y="10552"/>
                      <a:pt x="7721" y="10526"/>
                    </a:cubicBezTo>
                    <a:cubicBezTo>
                      <a:pt x="8022" y="10490"/>
                      <a:pt x="8321" y="10449"/>
                      <a:pt x="8620" y="10398"/>
                    </a:cubicBezTo>
                    <a:cubicBezTo>
                      <a:pt x="9256" y="10288"/>
                      <a:pt x="9887" y="10145"/>
                      <a:pt x="10506" y="9971"/>
                    </a:cubicBezTo>
                    <a:cubicBezTo>
                      <a:pt x="11724" y="9627"/>
                      <a:pt x="12906" y="9161"/>
                      <a:pt x="14032" y="8584"/>
                    </a:cubicBezTo>
                    <a:cubicBezTo>
                      <a:pt x="14650" y="8267"/>
                      <a:pt x="15243" y="7914"/>
                      <a:pt x="15820" y="7526"/>
                    </a:cubicBezTo>
                    <a:cubicBezTo>
                      <a:pt x="15938" y="8415"/>
                      <a:pt x="16344" y="9274"/>
                      <a:pt x="17036" y="9852"/>
                    </a:cubicBezTo>
                    <a:cubicBezTo>
                      <a:pt x="17712" y="10418"/>
                      <a:pt x="18584" y="10680"/>
                      <a:pt x="19456" y="10680"/>
                    </a:cubicBezTo>
                    <a:cubicBezTo>
                      <a:pt x="19513" y="10680"/>
                      <a:pt x="19570" y="10679"/>
                      <a:pt x="19626" y="10677"/>
                    </a:cubicBezTo>
                    <a:lnTo>
                      <a:pt x="19626" y="10677"/>
                    </a:lnTo>
                    <a:cubicBezTo>
                      <a:pt x="19061" y="12075"/>
                      <a:pt x="18813" y="13623"/>
                      <a:pt x="18705" y="15119"/>
                    </a:cubicBezTo>
                    <a:cubicBezTo>
                      <a:pt x="18593" y="16656"/>
                      <a:pt x="18678" y="18209"/>
                      <a:pt x="18947" y="19726"/>
                    </a:cubicBezTo>
                    <a:cubicBezTo>
                      <a:pt x="19099" y="20585"/>
                      <a:pt x="19288" y="21475"/>
                      <a:pt x="19613" y="22285"/>
                    </a:cubicBezTo>
                    <a:cubicBezTo>
                      <a:pt x="19626" y="22318"/>
                      <a:pt x="19654" y="22333"/>
                      <a:pt x="19682" y="22333"/>
                    </a:cubicBezTo>
                    <a:cubicBezTo>
                      <a:pt x="19723" y="22333"/>
                      <a:pt x="19762" y="22301"/>
                      <a:pt x="19749" y="22248"/>
                    </a:cubicBezTo>
                    <a:cubicBezTo>
                      <a:pt x="19557" y="21509"/>
                      <a:pt x="19335" y="20785"/>
                      <a:pt x="19190" y="20035"/>
                    </a:cubicBezTo>
                    <a:cubicBezTo>
                      <a:pt x="19043" y="19273"/>
                      <a:pt x="18942" y="18503"/>
                      <a:pt x="18888" y="17731"/>
                    </a:cubicBezTo>
                    <a:cubicBezTo>
                      <a:pt x="18786" y="16199"/>
                      <a:pt x="18873" y="14651"/>
                      <a:pt x="19146" y="13142"/>
                    </a:cubicBezTo>
                    <a:cubicBezTo>
                      <a:pt x="19298" y="12308"/>
                      <a:pt x="19518" y="11491"/>
                      <a:pt x="19727" y="10670"/>
                    </a:cubicBezTo>
                    <a:cubicBezTo>
                      <a:pt x="19894" y="10658"/>
                      <a:pt x="20061" y="10641"/>
                      <a:pt x="20227" y="10609"/>
                    </a:cubicBezTo>
                    <a:cubicBezTo>
                      <a:pt x="21414" y="10398"/>
                      <a:pt x="22493" y="9729"/>
                      <a:pt x="23349" y="8899"/>
                    </a:cubicBezTo>
                    <a:cubicBezTo>
                      <a:pt x="25117" y="7185"/>
                      <a:pt x="25964" y="4685"/>
                      <a:pt x="25548" y="2250"/>
                    </a:cubicBezTo>
                    <a:cubicBezTo>
                      <a:pt x="25490" y="1920"/>
                      <a:pt x="25406" y="1608"/>
                      <a:pt x="25281" y="1298"/>
                    </a:cubicBezTo>
                    <a:cubicBezTo>
                      <a:pt x="25273" y="1279"/>
                      <a:pt x="25258" y="1270"/>
                      <a:pt x="25243" y="1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41"/>
            <p:cNvGrpSpPr/>
            <p:nvPr/>
          </p:nvGrpSpPr>
          <p:grpSpPr>
            <a:xfrm>
              <a:off x="-147091" y="3935138"/>
              <a:ext cx="2192805" cy="1628772"/>
              <a:chOff x="636050" y="3857425"/>
              <a:chExt cx="375050" cy="278575"/>
            </a:xfrm>
          </p:grpSpPr>
          <p:sp>
            <p:nvSpPr>
              <p:cNvPr id="2333" name="Google Shape;2333;p41"/>
              <p:cNvSpPr/>
              <p:nvPr/>
            </p:nvSpPr>
            <p:spPr>
              <a:xfrm>
                <a:off x="636050" y="3857425"/>
                <a:ext cx="375050" cy="278575"/>
              </a:xfrm>
              <a:custGeom>
                <a:rect b="b" l="l" r="r" t="t"/>
                <a:pathLst>
                  <a:path extrusionOk="0" h="11143" w="15002">
                    <a:moveTo>
                      <a:pt x="6080" y="0"/>
                    </a:moveTo>
                    <a:lnTo>
                      <a:pt x="6080" y="0"/>
                    </a:lnTo>
                    <a:cubicBezTo>
                      <a:pt x="4783" y="653"/>
                      <a:pt x="3332" y="990"/>
                      <a:pt x="1880" y="990"/>
                    </a:cubicBezTo>
                    <a:cubicBezTo>
                      <a:pt x="1360" y="990"/>
                      <a:pt x="839" y="947"/>
                      <a:pt x="326" y="859"/>
                    </a:cubicBezTo>
                    <a:cubicBezTo>
                      <a:pt x="162" y="2321"/>
                      <a:pt x="0" y="3827"/>
                      <a:pt x="146" y="5289"/>
                    </a:cubicBezTo>
                    <a:cubicBezTo>
                      <a:pt x="290" y="6742"/>
                      <a:pt x="630" y="8260"/>
                      <a:pt x="1631" y="9323"/>
                    </a:cubicBezTo>
                    <a:cubicBezTo>
                      <a:pt x="2654" y="10410"/>
                      <a:pt x="4196" y="10832"/>
                      <a:pt x="5677" y="11023"/>
                    </a:cubicBezTo>
                    <a:cubicBezTo>
                      <a:pt x="6250" y="11097"/>
                      <a:pt x="6833" y="11143"/>
                      <a:pt x="7413" y="11143"/>
                    </a:cubicBezTo>
                    <a:cubicBezTo>
                      <a:pt x="8496" y="11143"/>
                      <a:pt x="9571" y="10986"/>
                      <a:pt x="10564" y="10565"/>
                    </a:cubicBezTo>
                    <a:cubicBezTo>
                      <a:pt x="12286" y="9836"/>
                      <a:pt x="13588" y="8398"/>
                      <a:pt x="14833" y="7002"/>
                    </a:cubicBezTo>
                    <a:cubicBezTo>
                      <a:pt x="14913" y="6910"/>
                      <a:pt x="15001" y="6801"/>
                      <a:pt x="14986" y="6678"/>
                    </a:cubicBezTo>
                    <a:cubicBezTo>
                      <a:pt x="14962" y="6494"/>
                      <a:pt x="14754" y="6446"/>
                      <a:pt x="14552" y="6446"/>
                    </a:cubicBezTo>
                    <a:cubicBezTo>
                      <a:pt x="14496" y="6446"/>
                      <a:pt x="14440" y="6449"/>
                      <a:pt x="14389" y="6455"/>
                    </a:cubicBezTo>
                    <a:cubicBezTo>
                      <a:pt x="14283" y="6466"/>
                      <a:pt x="14177" y="6472"/>
                      <a:pt x="14070" y="6472"/>
                    </a:cubicBezTo>
                    <a:cubicBezTo>
                      <a:pt x="13372" y="6472"/>
                      <a:pt x="12676" y="6233"/>
                      <a:pt x="12127" y="5801"/>
                    </a:cubicBezTo>
                    <a:cubicBezTo>
                      <a:pt x="11495" y="5304"/>
                      <a:pt x="11192" y="4511"/>
                      <a:pt x="11088" y="3713"/>
                    </a:cubicBezTo>
                    <a:cubicBezTo>
                      <a:pt x="10581" y="3901"/>
                      <a:pt x="10034" y="4001"/>
                      <a:pt x="9491" y="4001"/>
                    </a:cubicBezTo>
                    <a:cubicBezTo>
                      <a:pt x="8742" y="4001"/>
                      <a:pt x="8001" y="3809"/>
                      <a:pt x="7384" y="3389"/>
                    </a:cubicBezTo>
                    <a:cubicBezTo>
                      <a:pt x="6319" y="2667"/>
                      <a:pt x="5605" y="1198"/>
                      <a:pt x="6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1"/>
              <p:cNvSpPr/>
              <p:nvPr/>
            </p:nvSpPr>
            <p:spPr>
              <a:xfrm>
                <a:off x="759050" y="3895475"/>
                <a:ext cx="128975" cy="86150"/>
              </a:xfrm>
              <a:custGeom>
                <a:rect b="b" l="l" r="r" t="t"/>
                <a:pathLst>
                  <a:path extrusionOk="0" h="3446" w="5159">
                    <a:moveTo>
                      <a:pt x="56" y="0"/>
                    </a:moveTo>
                    <a:cubicBezTo>
                      <a:pt x="27" y="0"/>
                      <a:pt x="0" y="22"/>
                      <a:pt x="11" y="57"/>
                    </a:cubicBezTo>
                    <a:cubicBezTo>
                      <a:pt x="326" y="1095"/>
                      <a:pt x="954" y="1981"/>
                      <a:pt x="1855" y="2595"/>
                    </a:cubicBezTo>
                    <a:cubicBezTo>
                      <a:pt x="2339" y="2924"/>
                      <a:pt x="2889" y="3168"/>
                      <a:pt x="3458" y="3308"/>
                    </a:cubicBezTo>
                    <a:cubicBezTo>
                      <a:pt x="3729" y="3374"/>
                      <a:pt x="4009" y="3413"/>
                      <a:pt x="4288" y="3429"/>
                    </a:cubicBezTo>
                    <a:cubicBezTo>
                      <a:pt x="4397" y="3435"/>
                      <a:pt x="4525" y="3446"/>
                      <a:pt x="4654" y="3446"/>
                    </a:cubicBezTo>
                    <a:cubicBezTo>
                      <a:pt x="4822" y="3446"/>
                      <a:pt x="4991" y="3428"/>
                      <a:pt x="5119" y="3358"/>
                    </a:cubicBezTo>
                    <a:cubicBezTo>
                      <a:pt x="5158" y="3337"/>
                      <a:pt x="5145" y="3283"/>
                      <a:pt x="5109" y="3270"/>
                    </a:cubicBezTo>
                    <a:cubicBezTo>
                      <a:pt x="4992" y="3232"/>
                      <a:pt x="4859" y="3225"/>
                      <a:pt x="4724" y="3225"/>
                    </a:cubicBezTo>
                    <a:cubicBezTo>
                      <a:pt x="4654" y="3225"/>
                      <a:pt x="4584" y="3227"/>
                      <a:pt x="4515" y="3227"/>
                    </a:cubicBezTo>
                    <a:cubicBezTo>
                      <a:pt x="4458" y="3227"/>
                      <a:pt x="4402" y="3226"/>
                      <a:pt x="4349" y="3221"/>
                    </a:cubicBezTo>
                    <a:cubicBezTo>
                      <a:pt x="4071" y="3197"/>
                      <a:pt x="3793" y="3145"/>
                      <a:pt x="3520" y="3077"/>
                    </a:cubicBezTo>
                    <a:cubicBezTo>
                      <a:pt x="2979" y="2945"/>
                      <a:pt x="2461" y="2717"/>
                      <a:pt x="1999" y="2403"/>
                    </a:cubicBezTo>
                    <a:cubicBezTo>
                      <a:pt x="1162" y="1834"/>
                      <a:pt x="472" y="977"/>
                      <a:pt x="103" y="33"/>
                    </a:cubicBezTo>
                    <a:cubicBezTo>
                      <a:pt x="94" y="10"/>
                      <a:pt x="75" y="0"/>
                      <a:pt x="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1"/>
              <p:cNvSpPr/>
              <p:nvPr/>
            </p:nvSpPr>
            <p:spPr>
              <a:xfrm>
                <a:off x="734400" y="3954775"/>
                <a:ext cx="71400" cy="38875"/>
              </a:xfrm>
              <a:custGeom>
                <a:rect b="b" l="l" r="r" t="t"/>
                <a:pathLst>
                  <a:path extrusionOk="0" h="1555" w="2856">
                    <a:moveTo>
                      <a:pt x="79" y="0"/>
                    </a:moveTo>
                    <a:cubicBezTo>
                      <a:pt x="39" y="0"/>
                      <a:pt x="1" y="39"/>
                      <a:pt x="30" y="83"/>
                    </a:cubicBezTo>
                    <a:cubicBezTo>
                      <a:pt x="335" y="545"/>
                      <a:pt x="743" y="921"/>
                      <a:pt x="1233" y="1184"/>
                    </a:cubicBezTo>
                    <a:cubicBezTo>
                      <a:pt x="1471" y="1310"/>
                      <a:pt x="1726" y="1404"/>
                      <a:pt x="1989" y="1467"/>
                    </a:cubicBezTo>
                    <a:cubicBezTo>
                      <a:pt x="2164" y="1509"/>
                      <a:pt x="2369" y="1555"/>
                      <a:pt x="2563" y="1555"/>
                    </a:cubicBezTo>
                    <a:cubicBezTo>
                      <a:pt x="2647" y="1555"/>
                      <a:pt x="2728" y="1546"/>
                      <a:pt x="2805" y="1525"/>
                    </a:cubicBezTo>
                    <a:cubicBezTo>
                      <a:pt x="2855" y="1511"/>
                      <a:pt x="2855" y="1433"/>
                      <a:pt x="2805" y="1418"/>
                    </a:cubicBezTo>
                    <a:cubicBezTo>
                      <a:pt x="2563" y="1352"/>
                      <a:pt x="2302" y="1354"/>
                      <a:pt x="2057" y="1294"/>
                    </a:cubicBezTo>
                    <a:cubicBezTo>
                      <a:pt x="1805" y="1231"/>
                      <a:pt x="1560" y="1137"/>
                      <a:pt x="1326" y="1022"/>
                    </a:cubicBezTo>
                    <a:cubicBezTo>
                      <a:pt x="858" y="789"/>
                      <a:pt x="436" y="449"/>
                      <a:pt x="126" y="25"/>
                    </a:cubicBezTo>
                    <a:cubicBezTo>
                      <a:pt x="114" y="8"/>
                      <a:pt x="96"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1"/>
              <p:cNvSpPr/>
              <p:nvPr/>
            </p:nvSpPr>
            <p:spPr>
              <a:xfrm>
                <a:off x="882900" y="4003250"/>
                <a:ext cx="59575" cy="50550"/>
              </a:xfrm>
              <a:custGeom>
                <a:rect b="b" l="l" r="r" t="t"/>
                <a:pathLst>
                  <a:path extrusionOk="0" h="2022" w="2383">
                    <a:moveTo>
                      <a:pt x="69" y="0"/>
                    </a:moveTo>
                    <a:cubicBezTo>
                      <a:pt x="36" y="0"/>
                      <a:pt x="1" y="41"/>
                      <a:pt x="24" y="76"/>
                    </a:cubicBezTo>
                    <a:cubicBezTo>
                      <a:pt x="299" y="505"/>
                      <a:pt x="625" y="897"/>
                      <a:pt x="1014" y="1228"/>
                    </a:cubicBezTo>
                    <a:cubicBezTo>
                      <a:pt x="1201" y="1388"/>
                      <a:pt x="1400" y="1540"/>
                      <a:pt x="1605" y="1675"/>
                    </a:cubicBezTo>
                    <a:cubicBezTo>
                      <a:pt x="1713" y="1746"/>
                      <a:pt x="1822" y="1813"/>
                      <a:pt x="1936" y="1875"/>
                    </a:cubicBezTo>
                    <a:cubicBezTo>
                      <a:pt x="2049" y="1934"/>
                      <a:pt x="2165" y="2004"/>
                      <a:pt x="2291" y="2021"/>
                    </a:cubicBezTo>
                    <a:cubicBezTo>
                      <a:pt x="2293" y="2021"/>
                      <a:pt x="2295" y="2021"/>
                      <a:pt x="2298" y="2021"/>
                    </a:cubicBezTo>
                    <a:cubicBezTo>
                      <a:pt x="2345" y="2021"/>
                      <a:pt x="2382" y="1970"/>
                      <a:pt x="2344" y="1932"/>
                    </a:cubicBezTo>
                    <a:cubicBezTo>
                      <a:pt x="2260" y="1849"/>
                      <a:pt x="2157" y="1796"/>
                      <a:pt x="2059" y="1737"/>
                    </a:cubicBezTo>
                    <a:cubicBezTo>
                      <a:pt x="1955" y="1671"/>
                      <a:pt x="1850" y="1609"/>
                      <a:pt x="1747" y="1540"/>
                    </a:cubicBezTo>
                    <a:cubicBezTo>
                      <a:pt x="1534" y="1398"/>
                      <a:pt x="1330" y="1247"/>
                      <a:pt x="1135" y="1081"/>
                    </a:cubicBezTo>
                    <a:cubicBezTo>
                      <a:pt x="759" y="759"/>
                      <a:pt x="406" y="407"/>
                      <a:pt x="101" y="17"/>
                    </a:cubicBezTo>
                    <a:cubicBezTo>
                      <a:pt x="92" y="5"/>
                      <a:pt x="81"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1"/>
              <p:cNvSpPr/>
              <p:nvPr/>
            </p:nvSpPr>
            <p:spPr>
              <a:xfrm>
                <a:off x="674550" y="4015400"/>
                <a:ext cx="140350" cy="75025"/>
              </a:xfrm>
              <a:custGeom>
                <a:rect b="b" l="l" r="r" t="t"/>
                <a:pathLst>
                  <a:path extrusionOk="0" h="3001" w="5614">
                    <a:moveTo>
                      <a:pt x="41" y="1"/>
                    </a:moveTo>
                    <a:cubicBezTo>
                      <a:pt x="16" y="1"/>
                      <a:pt x="0" y="42"/>
                      <a:pt x="28" y="55"/>
                    </a:cubicBezTo>
                    <a:cubicBezTo>
                      <a:pt x="549" y="307"/>
                      <a:pt x="1100" y="469"/>
                      <a:pt x="1675" y="541"/>
                    </a:cubicBezTo>
                    <a:cubicBezTo>
                      <a:pt x="1893" y="568"/>
                      <a:pt x="2116" y="582"/>
                      <a:pt x="2337" y="582"/>
                    </a:cubicBezTo>
                    <a:cubicBezTo>
                      <a:pt x="2403" y="582"/>
                      <a:pt x="2469" y="581"/>
                      <a:pt x="2535" y="578"/>
                    </a:cubicBezTo>
                    <a:cubicBezTo>
                      <a:pt x="2755" y="571"/>
                      <a:pt x="3059" y="588"/>
                      <a:pt x="3274" y="492"/>
                    </a:cubicBezTo>
                    <a:cubicBezTo>
                      <a:pt x="3284" y="562"/>
                      <a:pt x="3320" y="636"/>
                      <a:pt x="3340" y="691"/>
                    </a:cubicBezTo>
                    <a:cubicBezTo>
                      <a:pt x="3396" y="835"/>
                      <a:pt x="3457" y="977"/>
                      <a:pt x="3527" y="1114"/>
                    </a:cubicBezTo>
                    <a:cubicBezTo>
                      <a:pt x="3673" y="1392"/>
                      <a:pt x="3853" y="1652"/>
                      <a:pt x="4055" y="1894"/>
                    </a:cubicBezTo>
                    <a:cubicBezTo>
                      <a:pt x="4256" y="2134"/>
                      <a:pt x="4483" y="2356"/>
                      <a:pt x="4730" y="2549"/>
                    </a:cubicBezTo>
                    <a:cubicBezTo>
                      <a:pt x="4974" y="2736"/>
                      <a:pt x="5236" y="2922"/>
                      <a:pt x="5537" y="2999"/>
                    </a:cubicBezTo>
                    <a:cubicBezTo>
                      <a:pt x="5541" y="3000"/>
                      <a:pt x="5545" y="3000"/>
                      <a:pt x="5549" y="3000"/>
                    </a:cubicBezTo>
                    <a:cubicBezTo>
                      <a:pt x="5585" y="3000"/>
                      <a:pt x="5613" y="2951"/>
                      <a:pt x="5582" y="2925"/>
                    </a:cubicBezTo>
                    <a:cubicBezTo>
                      <a:pt x="5349" y="2725"/>
                      <a:pt x="5079" y="2571"/>
                      <a:pt x="4846" y="2370"/>
                    </a:cubicBezTo>
                    <a:cubicBezTo>
                      <a:pt x="4608" y="2169"/>
                      <a:pt x="4385" y="1951"/>
                      <a:pt x="4189" y="1708"/>
                    </a:cubicBezTo>
                    <a:cubicBezTo>
                      <a:pt x="3994" y="1469"/>
                      <a:pt x="3824" y="1205"/>
                      <a:pt x="3677" y="936"/>
                    </a:cubicBezTo>
                    <a:cubicBezTo>
                      <a:pt x="3601" y="794"/>
                      <a:pt x="3530" y="655"/>
                      <a:pt x="3465" y="509"/>
                    </a:cubicBezTo>
                    <a:cubicBezTo>
                      <a:pt x="3457" y="487"/>
                      <a:pt x="3395" y="348"/>
                      <a:pt x="3338" y="348"/>
                    </a:cubicBezTo>
                    <a:cubicBezTo>
                      <a:pt x="3329" y="348"/>
                      <a:pt x="3320" y="351"/>
                      <a:pt x="3311" y="359"/>
                    </a:cubicBezTo>
                    <a:cubicBezTo>
                      <a:pt x="3307" y="362"/>
                      <a:pt x="3304" y="368"/>
                      <a:pt x="3300" y="372"/>
                    </a:cubicBezTo>
                    <a:cubicBezTo>
                      <a:pt x="3268" y="367"/>
                      <a:pt x="3237" y="365"/>
                      <a:pt x="3206" y="365"/>
                    </a:cubicBezTo>
                    <a:cubicBezTo>
                      <a:pt x="3129" y="365"/>
                      <a:pt x="3052" y="378"/>
                      <a:pt x="2974" y="388"/>
                    </a:cubicBezTo>
                    <a:cubicBezTo>
                      <a:pt x="2837" y="404"/>
                      <a:pt x="2700" y="415"/>
                      <a:pt x="2564" y="420"/>
                    </a:cubicBezTo>
                    <a:cubicBezTo>
                      <a:pt x="2478" y="424"/>
                      <a:pt x="2392" y="426"/>
                      <a:pt x="2306" y="426"/>
                    </a:cubicBezTo>
                    <a:cubicBezTo>
                      <a:pt x="2108" y="426"/>
                      <a:pt x="1911" y="415"/>
                      <a:pt x="1712" y="395"/>
                    </a:cubicBezTo>
                    <a:cubicBezTo>
                      <a:pt x="1143" y="339"/>
                      <a:pt x="585" y="201"/>
                      <a:pt x="49" y="2"/>
                    </a:cubicBezTo>
                    <a:cubicBezTo>
                      <a:pt x="47" y="1"/>
                      <a:pt x="44"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38" name="Google Shape;2338;p41"/>
          <p:cNvSpPr/>
          <p:nvPr/>
        </p:nvSpPr>
        <p:spPr>
          <a:xfrm>
            <a:off x="3931175" y="540000"/>
            <a:ext cx="1281900" cy="12819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1"/>
          <p:cNvSpPr txBox="1"/>
          <p:nvPr>
            <p:ph type="title"/>
          </p:nvPr>
        </p:nvSpPr>
        <p:spPr>
          <a:xfrm>
            <a:off x="1680775" y="1947050"/>
            <a:ext cx="57825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Pre-socratic</a:t>
            </a:r>
            <a:r>
              <a:rPr lang="en"/>
              <a:t> philosophy</a:t>
            </a:r>
            <a:endParaRPr/>
          </a:p>
        </p:txBody>
      </p:sp>
      <p:sp>
        <p:nvSpPr>
          <p:cNvPr id="2340" name="Google Shape;2340;p41"/>
          <p:cNvSpPr txBox="1"/>
          <p:nvPr>
            <p:ph idx="2" type="title"/>
          </p:nvPr>
        </p:nvSpPr>
        <p:spPr>
          <a:xfrm>
            <a:off x="3796850" y="708402"/>
            <a:ext cx="1550100" cy="96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341" name="Google Shape;2341;p41"/>
          <p:cNvSpPr txBox="1"/>
          <p:nvPr>
            <p:ph idx="1" type="subTitle"/>
          </p:nvPr>
        </p:nvSpPr>
        <p:spPr>
          <a:xfrm rot="497">
            <a:off x="2498375" y="2776725"/>
            <a:ext cx="4147500" cy="45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5" name="Shape 2345"/>
        <p:cNvGrpSpPr/>
        <p:nvPr/>
      </p:nvGrpSpPr>
      <p:grpSpPr>
        <a:xfrm>
          <a:off x="0" y="0"/>
          <a:ext cx="0" cy="0"/>
          <a:chOff x="0" y="0"/>
          <a:chExt cx="0" cy="0"/>
        </a:xfrm>
      </p:grpSpPr>
      <p:sp>
        <p:nvSpPr>
          <p:cNvPr id="2346" name="Google Shape;2346;p42"/>
          <p:cNvSpPr txBox="1"/>
          <p:nvPr>
            <p:ph type="title"/>
          </p:nvPr>
        </p:nvSpPr>
        <p:spPr>
          <a:xfrm>
            <a:off x="720000" y="1435900"/>
            <a:ext cx="4667400" cy="116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347" name="Google Shape;2347;p42"/>
          <p:cNvSpPr txBox="1"/>
          <p:nvPr>
            <p:ph idx="1" type="subTitle"/>
          </p:nvPr>
        </p:nvSpPr>
        <p:spPr>
          <a:xfrm>
            <a:off x="720000" y="2502488"/>
            <a:ext cx="4667400" cy="120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solidFill>
                <a:srgbClr val="595959"/>
              </a:solidFill>
              <a:latin typeface="Anaheim"/>
              <a:ea typeface="Anaheim"/>
              <a:cs typeface="Anaheim"/>
              <a:sym typeface="Anaheim"/>
            </a:endParaRPr>
          </a:p>
        </p:txBody>
      </p:sp>
      <p:grpSp>
        <p:nvGrpSpPr>
          <p:cNvPr id="2348" name="Google Shape;2348;p42"/>
          <p:cNvGrpSpPr/>
          <p:nvPr/>
        </p:nvGrpSpPr>
        <p:grpSpPr>
          <a:xfrm>
            <a:off x="6601675" y="1120388"/>
            <a:ext cx="1011900" cy="244475"/>
            <a:chOff x="5272425" y="2835250"/>
            <a:chExt cx="1011900" cy="244475"/>
          </a:xfrm>
        </p:grpSpPr>
        <p:sp>
          <p:nvSpPr>
            <p:cNvPr id="2349" name="Google Shape;2349;p42"/>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2"/>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2"/>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2"/>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2"/>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2"/>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2"/>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2"/>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2"/>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42"/>
          <p:cNvGrpSpPr/>
          <p:nvPr/>
        </p:nvGrpSpPr>
        <p:grpSpPr>
          <a:xfrm>
            <a:off x="5944000" y="1798825"/>
            <a:ext cx="1538225" cy="703675"/>
            <a:chOff x="3504250" y="2617325"/>
            <a:chExt cx="1538225" cy="703675"/>
          </a:xfrm>
        </p:grpSpPr>
        <p:sp>
          <p:nvSpPr>
            <p:cNvPr id="2359" name="Google Shape;2359;p42"/>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2"/>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2"/>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2"/>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2"/>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2"/>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2"/>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2"/>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2"/>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2"/>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2"/>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2"/>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1" name="Google Shape;2371;p42"/>
          <p:cNvSpPr/>
          <p:nvPr/>
        </p:nvSpPr>
        <p:spPr>
          <a:xfrm>
            <a:off x="7706513" y="864475"/>
            <a:ext cx="434625" cy="756300"/>
          </a:xfrm>
          <a:custGeom>
            <a:rect b="b" l="l" r="r" t="t"/>
            <a:pathLst>
              <a:path extrusionOk="0" h="30252" w="17385">
                <a:moveTo>
                  <a:pt x="14240" y="1"/>
                </a:moveTo>
                <a:cubicBezTo>
                  <a:pt x="14221" y="1"/>
                  <a:pt x="14202" y="1"/>
                  <a:pt x="14183" y="1"/>
                </a:cubicBezTo>
                <a:cubicBezTo>
                  <a:pt x="14155" y="1"/>
                  <a:pt x="14133" y="16"/>
                  <a:pt x="14119" y="34"/>
                </a:cubicBezTo>
                <a:cubicBezTo>
                  <a:pt x="14115" y="34"/>
                  <a:pt x="14110" y="34"/>
                  <a:pt x="14106" y="34"/>
                </a:cubicBezTo>
                <a:cubicBezTo>
                  <a:pt x="14104" y="34"/>
                  <a:pt x="14102" y="34"/>
                  <a:pt x="14100" y="34"/>
                </a:cubicBezTo>
                <a:cubicBezTo>
                  <a:pt x="14062" y="39"/>
                  <a:pt x="14031" y="55"/>
                  <a:pt x="14002" y="76"/>
                </a:cubicBezTo>
                <a:cubicBezTo>
                  <a:pt x="13991" y="67"/>
                  <a:pt x="13976" y="61"/>
                  <a:pt x="13960" y="61"/>
                </a:cubicBezTo>
                <a:cubicBezTo>
                  <a:pt x="13946" y="61"/>
                  <a:pt x="13932" y="65"/>
                  <a:pt x="13918" y="76"/>
                </a:cubicBezTo>
                <a:cubicBezTo>
                  <a:pt x="13505" y="409"/>
                  <a:pt x="13133" y="797"/>
                  <a:pt x="12763" y="1178"/>
                </a:cubicBezTo>
                <a:cubicBezTo>
                  <a:pt x="12391" y="1560"/>
                  <a:pt x="6496" y="8862"/>
                  <a:pt x="6517" y="9053"/>
                </a:cubicBezTo>
                <a:cubicBezTo>
                  <a:pt x="6525" y="9130"/>
                  <a:pt x="7098" y="9157"/>
                  <a:pt x="7734" y="9157"/>
                </a:cubicBezTo>
                <a:cubicBezTo>
                  <a:pt x="8443" y="9157"/>
                  <a:pt x="9229" y="9124"/>
                  <a:pt x="9400" y="9094"/>
                </a:cubicBezTo>
                <a:lnTo>
                  <a:pt x="9400" y="9094"/>
                </a:lnTo>
                <a:cubicBezTo>
                  <a:pt x="9284" y="9284"/>
                  <a:pt x="7349" y="13551"/>
                  <a:pt x="7444" y="13786"/>
                </a:cubicBezTo>
                <a:cubicBezTo>
                  <a:pt x="7446" y="13792"/>
                  <a:pt x="7462" y="13795"/>
                  <a:pt x="7490" y="13795"/>
                </a:cubicBezTo>
                <a:cubicBezTo>
                  <a:pt x="7858" y="13795"/>
                  <a:pt x="10280" y="13326"/>
                  <a:pt x="10767" y="13188"/>
                </a:cubicBezTo>
                <a:cubicBezTo>
                  <a:pt x="11168" y="13076"/>
                  <a:pt x="11571" y="12968"/>
                  <a:pt x="11975" y="12857"/>
                </a:cubicBezTo>
                <a:lnTo>
                  <a:pt x="11975" y="12857"/>
                </a:lnTo>
                <a:cubicBezTo>
                  <a:pt x="11473" y="13664"/>
                  <a:pt x="10979" y="14476"/>
                  <a:pt x="10474" y="15280"/>
                </a:cubicBezTo>
                <a:cubicBezTo>
                  <a:pt x="9688" y="16527"/>
                  <a:pt x="8887" y="17761"/>
                  <a:pt x="8069" y="18986"/>
                </a:cubicBezTo>
                <a:cubicBezTo>
                  <a:pt x="6441" y="21425"/>
                  <a:pt x="4747" y="23822"/>
                  <a:pt x="2995" y="26175"/>
                </a:cubicBezTo>
                <a:cubicBezTo>
                  <a:pt x="2008" y="27501"/>
                  <a:pt x="999" y="28810"/>
                  <a:pt x="17" y="30139"/>
                </a:cubicBezTo>
                <a:cubicBezTo>
                  <a:pt x="1" y="30163"/>
                  <a:pt x="21" y="30188"/>
                  <a:pt x="44" y="30193"/>
                </a:cubicBezTo>
                <a:cubicBezTo>
                  <a:pt x="43" y="30224"/>
                  <a:pt x="68" y="30252"/>
                  <a:pt x="96" y="30252"/>
                </a:cubicBezTo>
                <a:cubicBezTo>
                  <a:pt x="107" y="30252"/>
                  <a:pt x="119" y="30247"/>
                  <a:pt x="130" y="30235"/>
                </a:cubicBezTo>
                <a:cubicBezTo>
                  <a:pt x="2500" y="27731"/>
                  <a:pt x="4745" y="25106"/>
                  <a:pt x="7024" y="22521"/>
                </a:cubicBezTo>
                <a:cubicBezTo>
                  <a:pt x="9307" y="19935"/>
                  <a:pt x="16862" y="10429"/>
                  <a:pt x="16849" y="10412"/>
                </a:cubicBezTo>
                <a:cubicBezTo>
                  <a:pt x="16849" y="10408"/>
                  <a:pt x="16825" y="10407"/>
                  <a:pt x="16779" y="10407"/>
                </a:cubicBezTo>
                <a:cubicBezTo>
                  <a:pt x="16173" y="10407"/>
                  <a:pt x="11854" y="10694"/>
                  <a:pt x="11800" y="10703"/>
                </a:cubicBezTo>
                <a:cubicBezTo>
                  <a:pt x="11891" y="10586"/>
                  <a:pt x="13923" y="7604"/>
                  <a:pt x="14064" y="7356"/>
                </a:cubicBezTo>
                <a:cubicBezTo>
                  <a:pt x="14169" y="7173"/>
                  <a:pt x="14261" y="6943"/>
                  <a:pt x="14168" y="6737"/>
                </a:cubicBezTo>
                <a:cubicBezTo>
                  <a:pt x="14088" y="6558"/>
                  <a:pt x="13908" y="6485"/>
                  <a:pt x="13725" y="6463"/>
                </a:cubicBezTo>
                <a:cubicBezTo>
                  <a:pt x="13670" y="6456"/>
                  <a:pt x="13580" y="6454"/>
                  <a:pt x="13472" y="6454"/>
                </a:cubicBezTo>
                <a:cubicBezTo>
                  <a:pt x="13062" y="6454"/>
                  <a:pt x="12378" y="6492"/>
                  <a:pt x="12187" y="6503"/>
                </a:cubicBezTo>
                <a:cubicBezTo>
                  <a:pt x="12247" y="6426"/>
                  <a:pt x="13283" y="5292"/>
                  <a:pt x="13735" y="4800"/>
                </a:cubicBezTo>
                <a:cubicBezTo>
                  <a:pt x="14637" y="3819"/>
                  <a:pt x="15545" y="2842"/>
                  <a:pt x="16444" y="1858"/>
                </a:cubicBezTo>
                <a:cubicBezTo>
                  <a:pt x="16663" y="1616"/>
                  <a:pt x="16891" y="1377"/>
                  <a:pt x="17087" y="1116"/>
                </a:cubicBezTo>
                <a:cubicBezTo>
                  <a:pt x="17245" y="903"/>
                  <a:pt x="17385" y="638"/>
                  <a:pt x="17310" y="370"/>
                </a:cubicBezTo>
                <a:cubicBezTo>
                  <a:pt x="17306" y="357"/>
                  <a:pt x="17297" y="351"/>
                  <a:pt x="17287" y="348"/>
                </a:cubicBezTo>
                <a:cubicBezTo>
                  <a:pt x="17280" y="340"/>
                  <a:pt x="17270" y="330"/>
                  <a:pt x="17259" y="327"/>
                </a:cubicBezTo>
                <a:cubicBezTo>
                  <a:pt x="17029" y="236"/>
                  <a:pt x="16749" y="236"/>
                  <a:pt x="16506" y="212"/>
                </a:cubicBezTo>
                <a:cubicBezTo>
                  <a:pt x="16251" y="184"/>
                  <a:pt x="15997" y="160"/>
                  <a:pt x="15741" y="135"/>
                </a:cubicBezTo>
                <a:cubicBezTo>
                  <a:pt x="15247" y="89"/>
                  <a:pt x="14737" y="1"/>
                  <a:pt x="14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2"/>
          <p:cNvSpPr/>
          <p:nvPr/>
        </p:nvSpPr>
        <p:spPr>
          <a:xfrm>
            <a:off x="7644463" y="661175"/>
            <a:ext cx="196175" cy="325425"/>
          </a:xfrm>
          <a:custGeom>
            <a:rect b="b" l="l" r="r" t="t"/>
            <a:pathLst>
              <a:path extrusionOk="0" h="13017" w="7847">
                <a:moveTo>
                  <a:pt x="6580" y="1"/>
                </a:moveTo>
                <a:cubicBezTo>
                  <a:pt x="5976" y="1"/>
                  <a:pt x="5370" y="37"/>
                  <a:pt x="4767" y="60"/>
                </a:cubicBezTo>
                <a:cubicBezTo>
                  <a:pt x="4447" y="73"/>
                  <a:pt x="4128" y="80"/>
                  <a:pt x="3811" y="109"/>
                </a:cubicBezTo>
                <a:cubicBezTo>
                  <a:pt x="3726" y="116"/>
                  <a:pt x="3583" y="137"/>
                  <a:pt x="3515" y="204"/>
                </a:cubicBezTo>
                <a:cubicBezTo>
                  <a:pt x="3512" y="203"/>
                  <a:pt x="3508" y="202"/>
                  <a:pt x="3505" y="202"/>
                </a:cubicBezTo>
                <a:cubicBezTo>
                  <a:pt x="3501" y="202"/>
                  <a:pt x="3496" y="203"/>
                  <a:pt x="3492" y="206"/>
                </a:cubicBezTo>
                <a:cubicBezTo>
                  <a:pt x="3292" y="348"/>
                  <a:pt x="3161" y="626"/>
                  <a:pt x="3025" y="828"/>
                </a:cubicBezTo>
                <a:cubicBezTo>
                  <a:pt x="2870" y="1056"/>
                  <a:pt x="2716" y="1285"/>
                  <a:pt x="2564" y="1515"/>
                </a:cubicBezTo>
                <a:cubicBezTo>
                  <a:pt x="2242" y="2005"/>
                  <a:pt x="1925" y="2499"/>
                  <a:pt x="1622" y="3001"/>
                </a:cubicBezTo>
                <a:cubicBezTo>
                  <a:pt x="1325" y="3493"/>
                  <a:pt x="1037" y="3991"/>
                  <a:pt x="762" y="4496"/>
                </a:cubicBezTo>
                <a:cubicBezTo>
                  <a:pt x="625" y="4748"/>
                  <a:pt x="484" y="5000"/>
                  <a:pt x="354" y="5255"/>
                </a:cubicBezTo>
                <a:cubicBezTo>
                  <a:pt x="232" y="5496"/>
                  <a:pt x="73" y="5763"/>
                  <a:pt x="7" y="6023"/>
                </a:cubicBezTo>
                <a:cubicBezTo>
                  <a:pt x="0" y="6049"/>
                  <a:pt x="24" y="6073"/>
                  <a:pt x="48" y="6073"/>
                </a:cubicBezTo>
                <a:cubicBezTo>
                  <a:pt x="54" y="6073"/>
                  <a:pt x="59" y="6071"/>
                  <a:pt x="65" y="6068"/>
                </a:cubicBezTo>
                <a:cubicBezTo>
                  <a:pt x="71" y="6074"/>
                  <a:pt x="80" y="6078"/>
                  <a:pt x="91" y="6078"/>
                </a:cubicBezTo>
                <a:cubicBezTo>
                  <a:pt x="94" y="6078"/>
                  <a:pt x="97" y="6078"/>
                  <a:pt x="101" y="6077"/>
                </a:cubicBezTo>
                <a:cubicBezTo>
                  <a:pt x="959" y="5960"/>
                  <a:pt x="1808" y="5806"/>
                  <a:pt x="2651" y="5604"/>
                </a:cubicBezTo>
                <a:cubicBezTo>
                  <a:pt x="3060" y="5506"/>
                  <a:pt x="3465" y="5397"/>
                  <a:pt x="3870" y="5289"/>
                </a:cubicBezTo>
                <a:cubicBezTo>
                  <a:pt x="3994" y="5254"/>
                  <a:pt x="4119" y="5217"/>
                  <a:pt x="4241" y="5181"/>
                </a:cubicBezTo>
                <a:lnTo>
                  <a:pt x="4241" y="5181"/>
                </a:lnTo>
                <a:cubicBezTo>
                  <a:pt x="4230" y="5202"/>
                  <a:pt x="4220" y="5225"/>
                  <a:pt x="4207" y="5247"/>
                </a:cubicBezTo>
                <a:cubicBezTo>
                  <a:pt x="4066" y="5526"/>
                  <a:pt x="3927" y="5806"/>
                  <a:pt x="3790" y="6084"/>
                </a:cubicBezTo>
                <a:cubicBezTo>
                  <a:pt x="3530" y="6624"/>
                  <a:pt x="3273" y="7169"/>
                  <a:pt x="3027" y="7716"/>
                </a:cubicBezTo>
                <a:cubicBezTo>
                  <a:pt x="2534" y="8805"/>
                  <a:pt x="2067" y="9908"/>
                  <a:pt x="1635" y="11024"/>
                </a:cubicBezTo>
                <a:cubicBezTo>
                  <a:pt x="1508" y="11347"/>
                  <a:pt x="1390" y="11673"/>
                  <a:pt x="1271" y="11997"/>
                </a:cubicBezTo>
                <a:cubicBezTo>
                  <a:pt x="1174" y="12265"/>
                  <a:pt x="1062" y="12541"/>
                  <a:pt x="988" y="12819"/>
                </a:cubicBezTo>
                <a:cubicBezTo>
                  <a:pt x="961" y="12860"/>
                  <a:pt x="935" y="12897"/>
                  <a:pt x="907" y="12938"/>
                </a:cubicBezTo>
                <a:cubicBezTo>
                  <a:pt x="886" y="12971"/>
                  <a:pt x="917" y="13007"/>
                  <a:pt x="950" y="13007"/>
                </a:cubicBezTo>
                <a:cubicBezTo>
                  <a:pt x="952" y="13007"/>
                  <a:pt x="954" y="13007"/>
                  <a:pt x="956" y="13007"/>
                </a:cubicBezTo>
                <a:cubicBezTo>
                  <a:pt x="962" y="13012"/>
                  <a:pt x="969" y="13016"/>
                  <a:pt x="976" y="13016"/>
                </a:cubicBezTo>
                <a:cubicBezTo>
                  <a:pt x="984" y="13016"/>
                  <a:pt x="991" y="13012"/>
                  <a:pt x="995" y="13004"/>
                </a:cubicBezTo>
                <a:cubicBezTo>
                  <a:pt x="1004" y="12988"/>
                  <a:pt x="1011" y="12969"/>
                  <a:pt x="1021" y="12953"/>
                </a:cubicBezTo>
                <a:cubicBezTo>
                  <a:pt x="1537" y="12406"/>
                  <a:pt x="1984" y="11775"/>
                  <a:pt x="2436" y="11175"/>
                </a:cubicBezTo>
                <a:cubicBezTo>
                  <a:pt x="2909" y="10550"/>
                  <a:pt x="3371" y="9921"/>
                  <a:pt x="3824" y="9282"/>
                </a:cubicBezTo>
                <a:cubicBezTo>
                  <a:pt x="4736" y="7999"/>
                  <a:pt x="5614" y="6689"/>
                  <a:pt x="6453" y="5355"/>
                </a:cubicBezTo>
                <a:cubicBezTo>
                  <a:pt x="6923" y="4606"/>
                  <a:pt x="7378" y="3848"/>
                  <a:pt x="7819" y="3083"/>
                </a:cubicBezTo>
                <a:cubicBezTo>
                  <a:pt x="7847" y="3037"/>
                  <a:pt x="7816" y="2965"/>
                  <a:pt x="7758" y="2965"/>
                </a:cubicBezTo>
                <a:cubicBezTo>
                  <a:pt x="7756" y="2965"/>
                  <a:pt x="7754" y="2965"/>
                  <a:pt x="7752" y="2965"/>
                </a:cubicBezTo>
                <a:cubicBezTo>
                  <a:pt x="7623" y="2978"/>
                  <a:pt x="7487" y="2983"/>
                  <a:pt x="7350" y="2991"/>
                </a:cubicBezTo>
                <a:cubicBezTo>
                  <a:pt x="7186" y="2984"/>
                  <a:pt x="7020" y="2981"/>
                  <a:pt x="6854" y="2981"/>
                </a:cubicBezTo>
                <a:cubicBezTo>
                  <a:pt x="6048" y="2981"/>
                  <a:pt x="5232" y="3055"/>
                  <a:pt x="4433" y="3185"/>
                </a:cubicBezTo>
                <a:cubicBezTo>
                  <a:pt x="4447" y="3166"/>
                  <a:pt x="4460" y="3149"/>
                  <a:pt x="4475" y="3130"/>
                </a:cubicBezTo>
                <a:cubicBezTo>
                  <a:pt x="4743" y="2787"/>
                  <a:pt x="5012" y="2445"/>
                  <a:pt x="5282" y="2103"/>
                </a:cubicBezTo>
                <a:cubicBezTo>
                  <a:pt x="5545" y="1769"/>
                  <a:pt x="5805" y="1436"/>
                  <a:pt x="6065" y="1102"/>
                </a:cubicBezTo>
                <a:cubicBezTo>
                  <a:pt x="6182" y="952"/>
                  <a:pt x="6294" y="796"/>
                  <a:pt x="6407" y="644"/>
                </a:cubicBezTo>
                <a:cubicBezTo>
                  <a:pt x="6529" y="478"/>
                  <a:pt x="6669" y="314"/>
                  <a:pt x="6731" y="116"/>
                </a:cubicBezTo>
                <a:cubicBezTo>
                  <a:pt x="6734" y="111"/>
                  <a:pt x="6734" y="105"/>
                  <a:pt x="6731" y="102"/>
                </a:cubicBezTo>
                <a:cubicBezTo>
                  <a:pt x="6755" y="62"/>
                  <a:pt x="6738" y="1"/>
                  <a:pt x="6679" y="1"/>
                </a:cubicBezTo>
                <a:cubicBezTo>
                  <a:pt x="6646" y="1"/>
                  <a:pt x="6613" y="1"/>
                  <a:pt x="6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3" name="Google Shape;2373;p42"/>
          <p:cNvGrpSpPr/>
          <p:nvPr/>
        </p:nvGrpSpPr>
        <p:grpSpPr>
          <a:xfrm>
            <a:off x="-35100" y="2016955"/>
            <a:ext cx="9925587" cy="3273894"/>
            <a:chOff x="-35100" y="2016955"/>
            <a:chExt cx="9925587" cy="3273894"/>
          </a:xfrm>
        </p:grpSpPr>
        <p:sp>
          <p:nvSpPr>
            <p:cNvPr id="2374" name="Google Shape;2374;p42"/>
            <p:cNvSpPr/>
            <p:nvPr/>
          </p:nvSpPr>
          <p:spPr>
            <a:xfrm>
              <a:off x="-35100" y="3968050"/>
              <a:ext cx="6557837" cy="1256335"/>
            </a:xfrm>
            <a:custGeom>
              <a:rect b="b" l="l" r="r" t="t"/>
              <a:pathLst>
                <a:path extrusionOk="0" h="35189" w="109179">
                  <a:moveTo>
                    <a:pt x="98506" y="1"/>
                  </a:moveTo>
                  <a:cubicBezTo>
                    <a:pt x="98495" y="1"/>
                    <a:pt x="98483" y="1"/>
                    <a:pt x="98471" y="1"/>
                  </a:cubicBezTo>
                  <a:cubicBezTo>
                    <a:pt x="97346" y="4"/>
                    <a:pt x="96244" y="328"/>
                    <a:pt x="95123" y="442"/>
                  </a:cubicBezTo>
                  <a:cubicBezTo>
                    <a:pt x="94812" y="473"/>
                    <a:pt x="94496" y="486"/>
                    <a:pt x="94177" y="486"/>
                  </a:cubicBezTo>
                  <a:cubicBezTo>
                    <a:pt x="92383" y="486"/>
                    <a:pt x="90476" y="68"/>
                    <a:pt x="88671" y="68"/>
                  </a:cubicBezTo>
                  <a:cubicBezTo>
                    <a:pt x="88593" y="68"/>
                    <a:pt x="88515" y="69"/>
                    <a:pt x="88438" y="70"/>
                  </a:cubicBezTo>
                  <a:cubicBezTo>
                    <a:pt x="85389" y="139"/>
                    <a:pt x="82470" y="1374"/>
                    <a:pt x="79497" y="1472"/>
                  </a:cubicBezTo>
                  <a:cubicBezTo>
                    <a:pt x="79376" y="1476"/>
                    <a:pt x="79254" y="1478"/>
                    <a:pt x="79131" y="1478"/>
                  </a:cubicBezTo>
                  <a:cubicBezTo>
                    <a:pt x="77823" y="1478"/>
                    <a:pt x="76421" y="1270"/>
                    <a:pt x="75083" y="1270"/>
                  </a:cubicBezTo>
                  <a:cubicBezTo>
                    <a:pt x="74558" y="1270"/>
                    <a:pt x="74043" y="1302"/>
                    <a:pt x="73548" y="1391"/>
                  </a:cubicBezTo>
                  <a:cubicBezTo>
                    <a:pt x="72369" y="1603"/>
                    <a:pt x="71523" y="2021"/>
                    <a:pt x="70366" y="2021"/>
                  </a:cubicBezTo>
                  <a:cubicBezTo>
                    <a:pt x="70177" y="2021"/>
                    <a:pt x="69981" y="2010"/>
                    <a:pt x="69773" y="1985"/>
                  </a:cubicBezTo>
                  <a:cubicBezTo>
                    <a:pt x="67092" y="1665"/>
                    <a:pt x="64480" y="224"/>
                    <a:pt x="61769" y="224"/>
                  </a:cubicBezTo>
                  <a:cubicBezTo>
                    <a:pt x="61249" y="224"/>
                    <a:pt x="60724" y="277"/>
                    <a:pt x="60195" y="402"/>
                  </a:cubicBezTo>
                  <a:cubicBezTo>
                    <a:pt x="58977" y="690"/>
                    <a:pt x="57862" y="1358"/>
                    <a:pt x="56641" y="1636"/>
                  </a:cubicBezTo>
                  <a:cubicBezTo>
                    <a:pt x="56129" y="1752"/>
                    <a:pt x="55612" y="1797"/>
                    <a:pt x="55092" y="1797"/>
                  </a:cubicBezTo>
                  <a:cubicBezTo>
                    <a:pt x="53947" y="1797"/>
                    <a:pt x="52789" y="1580"/>
                    <a:pt x="51646" y="1424"/>
                  </a:cubicBezTo>
                  <a:cubicBezTo>
                    <a:pt x="50749" y="1303"/>
                    <a:pt x="49865" y="1255"/>
                    <a:pt x="48990" y="1255"/>
                  </a:cubicBezTo>
                  <a:cubicBezTo>
                    <a:pt x="46102" y="1255"/>
                    <a:pt x="43306" y="1776"/>
                    <a:pt x="40442" y="1900"/>
                  </a:cubicBezTo>
                  <a:cubicBezTo>
                    <a:pt x="40292" y="1906"/>
                    <a:pt x="40143" y="1913"/>
                    <a:pt x="39994" y="1917"/>
                  </a:cubicBezTo>
                  <a:cubicBezTo>
                    <a:pt x="39766" y="1923"/>
                    <a:pt x="39538" y="1926"/>
                    <a:pt x="39309" y="1926"/>
                  </a:cubicBezTo>
                  <a:cubicBezTo>
                    <a:pt x="39128" y="1926"/>
                    <a:pt x="38946" y="1924"/>
                    <a:pt x="38764" y="1920"/>
                  </a:cubicBezTo>
                  <a:cubicBezTo>
                    <a:pt x="38639" y="1917"/>
                    <a:pt x="38515" y="1914"/>
                    <a:pt x="38391" y="1913"/>
                  </a:cubicBezTo>
                  <a:cubicBezTo>
                    <a:pt x="34910" y="1841"/>
                    <a:pt x="31396" y="1867"/>
                    <a:pt x="27898" y="1848"/>
                  </a:cubicBezTo>
                  <a:cubicBezTo>
                    <a:pt x="27404" y="1847"/>
                    <a:pt x="26909" y="1842"/>
                    <a:pt x="26417" y="1838"/>
                  </a:cubicBezTo>
                  <a:cubicBezTo>
                    <a:pt x="26324" y="1838"/>
                    <a:pt x="26237" y="1838"/>
                    <a:pt x="26146" y="1835"/>
                  </a:cubicBezTo>
                  <a:cubicBezTo>
                    <a:pt x="26058" y="1834"/>
                    <a:pt x="25971" y="1834"/>
                    <a:pt x="25884" y="1834"/>
                  </a:cubicBezTo>
                  <a:cubicBezTo>
                    <a:pt x="21836" y="1834"/>
                    <a:pt x="17962" y="2676"/>
                    <a:pt x="13941" y="2676"/>
                  </a:cubicBezTo>
                  <a:cubicBezTo>
                    <a:pt x="13827" y="2676"/>
                    <a:pt x="13712" y="2675"/>
                    <a:pt x="13597" y="2674"/>
                  </a:cubicBezTo>
                  <a:cubicBezTo>
                    <a:pt x="11182" y="2642"/>
                    <a:pt x="8766" y="2617"/>
                    <a:pt x="6349" y="2609"/>
                  </a:cubicBezTo>
                  <a:cubicBezTo>
                    <a:pt x="5973" y="2609"/>
                    <a:pt x="5520" y="2577"/>
                    <a:pt x="5030" y="2548"/>
                  </a:cubicBezTo>
                  <a:cubicBezTo>
                    <a:pt x="4816" y="2534"/>
                    <a:pt x="4592" y="2519"/>
                    <a:pt x="4368" y="2509"/>
                  </a:cubicBezTo>
                  <a:lnTo>
                    <a:pt x="4365" y="2509"/>
                  </a:lnTo>
                  <a:cubicBezTo>
                    <a:pt x="4025" y="2492"/>
                    <a:pt x="3675" y="2480"/>
                    <a:pt x="3325" y="2480"/>
                  </a:cubicBezTo>
                  <a:cubicBezTo>
                    <a:pt x="2047" y="2480"/>
                    <a:pt x="771" y="2645"/>
                    <a:pt x="1" y="3352"/>
                  </a:cubicBezTo>
                  <a:lnTo>
                    <a:pt x="1" y="35188"/>
                  </a:lnTo>
                  <a:lnTo>
                    <a:pt x="109179" y="35188"/>
                  </a:lnTo>
                  <a:lnTo>
                    <a:pt x="109179" y="2166"/>
                  </a:lnTo>
                  <a:cubicBezTo>
                    <a:pt x="107417" y="1488"/>
                    <a:pt x="105544" y="1162"/>
                    <a:pt x="103701" y="822"/>
                  </a:cubicBezTo>
                  <a:cubicBezTo>
                    <a:pt x="102671" y="632"/>
                    <a:pt x="101639" y="445"/>
                    <a:pt x="100608" y="256"/>
                  </a:cubicBezTo>
                  <a:cubicBezTo>
                    <a:pt x="99910" y="128"/>
                    <a:pt x="99212" y="1"/>
                    <a:pt x="98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 name="Google Shape;2375;p42"/>
            <p:cNvGrpSpPr/>
            <p:nvPr/>
          </p:nvGrpSpPr>
          <p:grpSpPr>
            <a:xfrm flipH="1">
              <a:off x="5698414" y="2016955"/>
              <a:ext cx="4192073" cy="2327754"/>
              <a:chOff x="514025" y="1827025"/>
              <a:chExt cx="1307775" cy="726175"/>
            </a:xfrm>
          </p:grpSpPr>
          <p:sp>
            <p:nvSpPr>
              <p:cNvPr id="2376" name="Google Shape;2376;p42"/>
              <p:cNvSpPr/>
              <p:nvPr/>
            </p:nvSpPr>
            <p:spPr>
              <a:xfrm>
                <a:off x="853150" y="1827025"/>
                <a:ext cx="529050" cy="313225"/>
              </a:xfrm>
              <a:custGeom>
                <a:rect b="b" l="l" r="r" t="t"/>
                <a:pathLst>
                  <a:path extrusionOk="0" h="12529" w="21162">
                    <a:moveTo>
                      <a:pt x="16660" y="1"/>
                    </a:moveTo>
                    <a:cubicBezTo>
                      <a:pt x="12565" y="1"/>
                      <a:pt x="8472" y="158"/>
                      <a:pt x="4384" y="379"/>
                    </a:cubicBezTo>
                    <a:cubicBezTo>
                      <a:pt x="3826" y="410"/>
                      <a:pt x="3153" y="420"/>
                      <a:pt x="2812" y="860"/>
                    </a:cubicBezTo>
                    <a:cubicBezTo>
                      <a:pt x="2092" y="1791"/>
                      <a:pt x="1442" y="2777"/>
                      <a:pt x="870" y="3805"/>
                    </a:cubicBezTo>
                    <a:cubicBezTo>
                      <a:pt x="711" y="3814"/>
                      <a:pt x="556" y="3823"/>
                      <a:pt x="396" y="3834"/>
                    </a:cubicBezTo>
                    <a:cubicBezTo>
                      <a:pt x="236" y="3843"/>
                      <a:pt x="95" y="3978"/>
                      <a:pt x="85" y="4137"/>
                    </a:cubicBezTo>
                    <a:cubicBezTo>
                      <a:pt x="59" y="4493"/>
                      <a:pt x="31" y="4851"/>
                      <a:pt x="7" y="5209"/>
                    </a:cubicBezTo>
                    <a:cubicBezTo>
                      <a:pt x="0" y="5305"/>
                      <a:pt x="151" y="5326"/>
                      <a:pt x="295" y="5326"/>
                    </a:cubicBezTo>
                    <a:cubicBezTo>
                      <a:pt x="367" y="5326"/>
                      <a:pt x="437" y="5321"/>
                      <a:pt x="485" y="5317"/>
                    </a:cubicBezTo>
                    <a:cubicBezTo>
                      <a:pt x="654" y="5299"/>
                      <a:pt x="831" y="5289"/>
                      <a:pt x="1014" y="5281"/>
                    </a:cubicBezTo>
                    <a:lnTo>
                      <a:pt x="1014" y="5281"/>
                    </a:lnTo>
                    <a:cubicBezTo>
                      <a:pt x="894" y="7610"/>
                      <a:pt x="831" y="9944"/>
                      <a:pt x="828" y="12280"/>
                    </a:cubicBezTo>
                    <a:cubicBezTo>
                      <a:pt x="1014" y="12393"/>
                      <a:pt x="1221" y="12529"/>
                      <a:pt x="1415" y="12529"/>
                    </a:cubicBezTo>
                    <a:cubicBezTo>
                      <a:pt x="1487" y="12529"/>
                      <a:pt x="1557" y="12510"/>
                      <a:pt x="1623" y="12464"/>
                    </a:cubicBezTo>
                    <a:cubicBezTo>
                      <a:pt x="1832" y="12320"/>
                      <a:pt x="1851" y="12025"/>
                      <a:pt x="1851" y="11773"/>
                    </a:cubicBezTo>
                    <a:cubicBezTo>
                      <a:pt x="1840" y="9679"/>
                      <a:pt x="1831" y="7587"/>
                      <a:pt x="1821" y="5494"/>
                    </a:cubicBezTo>
                    <a:cubicBezTo>
                      <a:pt x="1821" y="5415"/>
                      <a:pt x="1818" y="5335"/>
                      <a:pt x="1814" y="5258"/>
                    </a:cubicBezTo>
                    <a:cubicBezTo>
                      <a:pt x="2083" y="5253"/>
                      <a:pt x="2350" y="5248"/>
                      <a:pt x="2596" y="5236"/>
                    </a:cubicBezTo>
                    <a:lnTo>
                      <a:pt x="3093" y="5216"/>
                    </a:lnTo>
                    <a:lnTo>
                      <a:pt x="3093" y="5216"/>
                    </a:lnTo>
                    <a:cubicBezTo>
                      <a:pt x="2978" y="7511"/>
                      <a:pt x="2917" y="9810"/>
                      <a:pt x="2913" y="12111"/>
                    </a:cubicBezTo>
                    <a:cubicBezTo>
                      <a:pt x="3100" y="12223"/>
                      <a:pt x="3307" y="12359"/>
                      <a:pt x="3500" y="12359"/>
                    </a:cubicBezTo>
                    <a:cubicBezTo>
                      <a:pt x="3573" y="12359"/>
                      <a:pt x="3643" y="12340"/>
                      <a:pt x="3710" y="12294"/>
                    </a:cubicBezTo>
                    <a:cubicBezTo>
                      <a:pt x="3919" y="12150"/>
                      <a:pt x="3936" y="11855"/>
                      <a:pt x="3936" y="11603"/>
                    </a:cubicBezTo>
                    <a:cubicBezTo>
                      <a:pt x="3926" y="9511"/>
                      <a:pt x="3917" y="7417"/>
                      <a:pt x="3906" y="5325"/>
                    </a:cubicBezTo>
                    <a:cubicBezTo>
                      <a:pt x="3906" y="5278"/>
                      <a:pt x="3904" y="5229"/>
                      <a:pt x="3903" y="5183"/>
                    </a:cubicBezTo>
                    <a:cubicBezTo>
                      <a:pt x="4325" y="5164"/>
                      <a:pt x="4750" y="5147"/>
                      <a:pt x="5173" y="5128"/>
                    </a:cubicBezTo>
                    <a:lnTo>
                      <a:pt x="5173" y="5128"/>
                    </a:lnTo>
                    <a:cubicBezTo>
                      <a:pt x="5060" y="7397"/>
                      <a:pt x="5001" y="9671"/>
                      <a:pt x="4998" y="11941"/>
                    </a:cubicBezTo>
                    <a:cubicBezTo>
                      <a:pt x="5183" y="12055"/>
                      <a:pt x="5391" y="12190"/>
                      <a:pt x="5584" y="12190"/>
                    </a:cubicBezTo>
                    <a:cubicBezTo>
                      <a:pt x="5656" y="12190"/>
                      <a:pt x="5726" y="12171"/>
                      <a:pt x="5793" y="12126"/>
                    </a:cubicBezTo>
                    <a:cubicBezTo>
                      <a:pt x="6002" y="11982"/>
                      <a:pt x="6021" y="11686"/>
                      <a:pt x="6021" y="11434"/>
                    </a:cubicBezTo>
                    <a:cubicBezTo>
                      <a:pt x="6009" y="9341"/>
                      <a:pt x="6000" y="7249"/>
                      <a:pt x="5989" y="5155"/>
                    </a:cubicBezTo>
                    <a:lnTo>
                      <a:pt x="5989" y="5095"/>
                    </a:lnTo>
                    <a:cubicBezTo>
                      <a:pt x="6411" y="5076"/>
                      <a:pt x="6835" y="5059"/>
                      <a:pt x="7255" y="5040"/>
                    </a:cubicBezTo>
                    <a:lnTo>
                      <a:pt x="7255" y="5040"/>
                    </a:lnTo>
                    <a:cubicBezTo>
                      <a:pt x="7146" y="7282"/>
                      <a:pt x="7087" y="9528"/>
                      <a:pt x="7082" y="11773"/>
                    </a:cubicBezTo>
                    <a:cubicBezTo>
                      <a:pt x="7269" y="11885"/>
                      <a:pt x="7476" y="12021"/>
                      <a:pt x="7670" y="12021"/>
                    </a:cubicBezTo>
                    <a:cubicBezTo>
                      <a:pt x="7742" y="12021"/>
                      <a:pt x="7813" y="12002"/>
                      <a:pt x="7879" y="11956"/>
                    </a:cubicBezTo>
                    <a:cubicBezTo>
                      <a:pt x="8088" y="11812"/>
                      <a:pt x="8105" y="11516"/>
                      <a:pt x="8105" y="11264"/>
                    </a:cubicBezTo>
                    <a:cubicBezTo>
                      <a:pt x="8095" y="9176"/>
                      <a:pt x="8085" y="7092"/>
                      <a:pt x="8075" y="5004"/>
                    </a:cubicBezTo>
                    <a:cubicBezTo>
                      <a:pt x="8494" y="4987"/>
                      <a:pt x="8916" y="4968"/>
                      <a:pt x="9336" y="4951"/>
                    </a:cubicBezTo>
                    <a:lnTo>
                      <a:pt x="9336" y="4951"/>
                    </a:lnTo>
                    <a:cubicBezTo>
                      <a:pt x="9228" y="7167"/>
                      <a:pt x="9170" y="9384"/>
                      <a:pt x="9166" y="11603"/>
                    </a:cubicBezTo>
                    <a:cubicBezTo>
                      <a:pt x="9353" y="11716"/>
                      <a:pt x="9560" y="11852"/>
                      <a:pt x="9754" y="11852"/>
                    </a:cubicBezTo>
                    <a:cubicBezTo>
                      <a:pt x="9826" y="11852"/>
                      <a:pt x="9896" y="11833"/>
                      <a:pt x="9962" y="11787"/>
                    </a:cubicBezTo>
                    <a:cubicBezTo>
                      <a:pt x="10171" y="11643"/>
                      <a:pt x="10189" y="11348"/>
                      <a:pt x="10189" y="11095"/>
                    </a:cubicBezTo>
                    <a:cubicBezTo>
                      <a:pt x="10180" y="9035"/>
                      <a:pt x="10170" y="6975"/>
                      <a:pt x="10160" y="4915"/>
                    </a:cubicBezTo>
                    <a:cubicBezTo>
                      <a:pt x="10581" y="4896"/>
                      <a:pt x="10998" y="4879"/>
                      <a:pt x="11418" y="4860"/>
                    </a:cubicBezTo>
                    <a:lnTo>
                      <a:pt x="11418" y="4860"/>
                    </a:lnTo>
                    <a:cubicBezTo>
                      <a:pt x="11312" y="7050"/>
                      <a:pt x="11255" y="9243"/>
                      <a:pt x="11252" y="11434"/>
                    </a:cubicBezTo>
                    <a:cubicBezTo>
                      <a:pt x="11438" y="11546"/>
                      <a:pt x="11645" y="11682"/>
                      <a:pt x="11838" y="11682"/>
                    </a:cubicBezTo>
                    <a:cubicBezTo>
                      <a:pt x="11910" y="11682"/>
                      <a:pt x="11981" y="11663"/>
                      <a:pt x="12047" y="11617"/>
                    </a:cubicBezTo>
                    <a:cubicBezTo>
                      <a:pt x="12256" y="11473"/>
                      <a:pt x="12275" y="11178"/>
                      <a:pt x="12275" y="10925"/>
                    </a:cubicBezTo>
                    <a:cubicBezTo>
                      <a:pt x="12266" y="8893"/>
                      <a:pt x="12255" y="6857"/>
                      <a:pt x="12246" y="4824"/>
                    </a:cubicBezTo>
                    <a:lnTo>
                      <a:pt x="13499" y="4771"/>
                    </a:lnTo>
                    <a:lnTo>
                      <a:pt x="13499" y="4771"/>
                    </a:lnTo>
                    <a:cubicBezTo>
                      <a:pt x="13397" y="6933"/>
                      <a:pt x="13341" y="9100"/>
                      <a:pt x="13337" y="11265"/>
                    </a:cubicBezTo>
                    <a:cubicBezTo>
                      <a:pt x="13524" y="11379"/>
                      <a:pt x="13731" y="11514"/>
                      <a:pt x="13925" y="11514"/>
                    </a:cubicBezTo>
                    <a:cubicBezTo>
                      <a:pt x="13997" y="11514"/>
                      <a:pt x="14067" y="11496"/>
                      <a:pt x="14133" y="11450"/>
                    </a:cubicBezTo>
                    <a:cubicBezTo>
                      <a:pt x="14342" y="11306"/>
                      <a:pt x="14360" y="11010"/>
                      <a:pt x="14360" y="10758"/>
                    </a:cubicBezTo>
                    <a:cubicBezTo>
                      <a:pt x="14351" y="8750"/>
                      <a:pt x="14341" y="6742"/>
                      <a:pt x="14331" y="4736"/>
                    </a:cubicBezTo>
                    <a:cubicBezTo>
                      <a:pt x="14749" y="4717"/>
                      <a:pt x="15169" y="4700"/>
                      <a:pt x="15589" y="4681"/>
                    </a:cubicBezTo>
                    <a:lnTo>
                      <a:pt x="15589" y="4681"/>
                    </a:lnTo>
                    <a:cubicBezTo>
                      <a:pt x="15482" y="6876"/>
                      <a:pt x="15426" y="9071"/>
                      <a:pt x="15423" y="11268"/>
                    </a:cubicBezTo>
                    <a:cubicBezTo>
                      <a:pt x="15609" y="11381"/>
                      <a:pt x="15816" y="11517"/>
                      <a:pt x="16009" y="11517"/>
                    </a:cubicBezTo>
                    <a:cubicBezTo>
                      <a:pt x="16081" y="11517"/>
                      <a:pt x="16152" y="11498"/>
                      <a:pt x="16218" y="11451"/>
                    </a:cubicBezTo>
                    <a:cubicBezTo>
                      <a:pt x="16427" y="11307"/>
                      <a:pt x="16446" y="11012"/>
                      <a:pt x="16446" y="10760"/>
                    </a:cubicBezTo>
                    <a:cubicBezTo>
                      <a:pt x="16437" y="8723"/>
                      <a:pt x="16426" y="6684"/>
                      <a:pt x="16417" y="4648"/>
                    </a:cubicBezTo>
                    <a:cubicBezTo>
                      <a:pt x="16835" y="4629"/>
                      <a:pt x="17254" y="4612"/>
                      <a:pt x="17672" y="4593"/>
                    </a:cubicBezTo>
                    <a:lnTo>
                      <a:pt x="17672" y="4593"/>
                    </a:lnTo>
                    <a:cubicBezTo>
                      <a:pt x="17568" y="6780"/>
                      <a:pt x="17511" y="8966"/>
                      <a:pt x="17506" y="11155"/>
                    </a:cubicBezTo>
                    <a:cubicBezTo>
                      <a:pt x="17693" y="11267"/>
                      <a:pt x="17900" y="11403"/>
                      <a:pt x="18094" y="11403"/>
                    </a:cubicBezTo>
                    <a:cubicBezTo>
                      <a:pt x="18166" y="11403"/>
                      <a:pt x="18236" y="11384"/>
                      <a:pt x="18303" y="11338"/>
                    </a:cubicBezTo>
                    <a:cubicBezTo>
                      <a:pt x="18512" y="11193"/>
                      <a:pt x="18529" y="10898"/>
                      <a:pt x="18529" y="10646"/>
                    </a:cubicBezTo>
                    <a:cubicBezTo>
                      <a:pt x="18520" y="8617"/>
                      <a:pt x="18509" y="6587"/>
                      <a:pt x="18500" y="4557"/>
                    </a:cubicBezTo>
                    <a:cubicBezTo>
                      <a:pt x="18922" y="4540"/>
                      <a:pt x="19343" y="4521"/>
                      <a:pt x="19765" y="4506"/>
                    </a:cubicBezTo>
                    <a:lnTo>
                      <a:pt x="19765" y="4506"/>
                    </a:lnTo>
                    <a:cubicBezTo>
                      <a:pt x="19654" y="6747"/>
                      <a:pt x="19595" y="8993"/>
                      <a:pt x="19592" y="11240"/>
                    </a:cubicBezTo>
                    <a:cubicBezTo>
                      <a:pt x="19778" y="11352"/>
                      <a:pt x="19985" y="11488"/>
                      <a:pt x="20179" y="11488"/>
                    </a:cubicBezTo>
                    <a:cubicBezTo>
                      <a:pt x="20251" y="11488"/>
                      <a:pt x="20321" y="11469"/>
                      <a:pt x="20388" y="11423"/>
                    </a:cubicBezTo>
                    <a:cubicBezTo>
                      <a:pt x="20597" y="11278"/>
                      <a:pt x="20615" y="10983"/>
                      <a:pt x="20615" y="10731"/>
                    </a:cubicBezTo>
                    <a:cubicBezTo>
                      <a:pt x="20604" y="8643"/>
                      <a:pt x="20595" y="6559"/>
                      <a:pt x="20584" y="4471"/>
                    </a:cubicBezTo>
                    <a:cubicBezTo>
                      <a:pt x="20759" y="4464"/>
                      <a:pt x="20932" y="4457"/>
                      <a:pt x="21107" y="4449"/>
                    </a:cubicBezTo>
                    <a:cubicBezTo>
                      <a:pt x="21161" y="4117"/>
                      <a:pt x="21151" y="3660"/>
                      <a:pt x="21105" y="3324"/>
                    </a:cubicBezTo>
                    <a:cubicBezTo>
                      <a:pt x="21022" y="3281"/>
                      <a:pt x="20918" y="3187"/>
                      <a:pt x="20826" y="3186"/>
                    </a:cubicBezTo>
                    <a:cubicBezTo>
                      <a:pt x="20748" y="3184"/>
                      <a:pt x="20672" y="3184"/>
                      <a:pt x="20594" y="3181"/>
                    </a:cubicBezTo>
                    <a:cubicBezTo>
                      <a:pt x="20061" y="1945"/>
                      <a:pt x="19144" y="895"/>
                      <a:pt x="18120" y="8"/>
                    </a:cubicBezTo>
                    <a:cubicBezTo>
                      <a:pt x="17633" y="3"/>
                      <a:pt x="17147" y="1"/>
                      <a:pt x="166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2"/>
              <p:cNvSpPr/>
              <p:nvPr/>
            </p:nvSpPr>
            <p:spPr>
              <a:xfrm>
                <a:off x="885300" y="1905925"/>
                <a:ext cx="469350" cy="14700"/>
              </a:xfrm>
              <a:custGeom>
                <a:rect b="b" l="l" r="r" t="t"/>
                <a:pathLst>
                  <a:path extrusionOk="0" h="588" w="18774">
                    <a:moveTo>
                      <a:pt x="16471" y="1"/>
                    </a:moveTo>
                    <a:cubicBezTo>
                      <a:pt x="15999" y="1"/>
                      <a:pt x="15528" y="5"/>
                      <a:pt x="15058" y="11"/>
                    </a:cubicBezTo>
                    <a:cubicBezTo>
                      <a:pt x="13849" y="28"/>
                      <a:pt x="12639" y="28"/>
                      <a:pt x="11430" y="50"/>
                    </a:cubicBezTo>
                    <a:cubicBezTo>
                      <a:pt x="9001" y="90"/>
                      <a:pt x="6572" y="172"/>
                      <a:pt x="4144" y="292"/>
                    </a:cubicBezTo>
                    <a:cubicBezTo>
                      <a:pt x="2767" y="361"/>
                      <a:pt x="1388" y="446"/>
                      <a:pt x="16" y="564"/>
                    </a:cubicBezTo>
                    <a:cubicBezTo>
                      <a:pt x="3" y="566"/>
                      <a:pt x="0" y="588"/>
                      <a:pt x="14" y="588"/>
                    </a:cubicBezTo>
                    <a:cubicBezTo>
                      <a:pt x="14" y="588"/>
                      <a:pt x="15" y="588"/>
                      <a:pt x="16" y="587"/>
                    </a:cubicBezTo>
                    <a:cubicBezTo>
                      <a:pt x="2444" y="468"/>
                      <a:pt x="4870" y="325"/>
                      <a:pt x="7298" y="239"/>
                    </a:cubicBezTo>
                    <a:cubicBezTo>
                      <a:pt x="9727" y="151"/>
                      <a:pt x="12156" y="93"/>
                      <a:pt x="14588" y="93"/>
                    </a:cubicBezTo>
                    <a:cubicBezTo>
                      <a:pt x="15783" y="93"/>
                      <a:pt x="16980" y="118"/>
                      <a:pt x="18176" y="118"/>
                    </a:cubicBezTo>
                    <a:cubicBezTo>
                      <a:pt x="18359" y="118"/>
                      <a:pt x="18541" y="118"/>
                      <a:pt x="18723" y="116"/>
                    </a:cubicBezTo>
                    <a:cubicBezTo>
                      <a:pt x="18773" y="116"/>
                      <a:pt x="18770" y="40"/>
                      <a:pt x="18720" y="38"/>
                    </a:cubicBezTo>
                    <a:cubicBezTo>
                      <a:pt x="17972" y="11"/>
                      <a:pt x="17221" y="1"/>
                      <a:pt x="164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2"/>
              <p:cNvSpPr/>
              <p:nvPr/>
            </p:nvSpPr>
            <p:spPr>
              <a:xfrm>
                <a:off x="1267350" y="1837500"/>
                <a:ext cx="32175" cy="70875"/>
              </a:xfrm>
              <a:custGeom>
                <a:rect b="b" l="l" r="r" t="t"/>
                <a:pathLst>
                  <a:path extrusionOk="0" h="2835" w="1287">
                    <a:moveTo>
                      <a:pt x="1260" y="0"/>
                    </a:moveTo>
                    <a:cubicBezTo>
                      <a:pt x="1251" y="0"/>
                      <a:pt x="1241" y="4"/>
                      <a:pt x="1236" y="11"/>
                    </a:cubicBezTo>
                    <a:cubicBezTo>
                      <a:pt x="1097" y="197"/>
                      <a:pt x="1032" y="449"/>
                      <a:pt x="944" y="662"/>
                    </a:cubicBezTo>
                    <a:cubicBezTo>
                      <a:pt x="842" y="907"/>
                      <a:pt x="736" y="1152"/>
                      <a:pt x="631" y="1394"/>
                    </a:cubicBezTo>
                    <a:cubicBezTo>
                      <a:pt x="427" y="1856"/>
                      <a:pt x="213" y="2314"/>
                      <a:pt x="13" y="2777"/>
                    </a:cubicBezTo>
                    <a:cubicBezTo>
                      <a:pt x="0" y="2807"/>
                      <a:pt x="25" y="2835"/>
                      <a:pt x="50" y="2835"/>
                    </a:cubicBezTo>
                    <a:cubicBezTo>
                      <a:pt x="60" y="2835"/>
                      <a:pt x="71" y="2829"/>
                      <a:pt x="78" y="2816"/>
                    </a:cubicBezTo>
                    <a:cubicBezTo>
                      <a:pt x="323" y="2355"/>
                      <a:pt x="535" y="1875"/>
                      <a:pt x="744" y="1398"/>
                    </a:cubicBezTo>
                    <a:cubicBezTo>
                      <a:pt x="840" y="1178"/>
                      <a:pt x="932" y="959"/>
                      <a:pt x="1025" y="738"/>
                    </a:cubicBezTo>
                    <a:cubicBezTo>
                      <a:pt x="1118" y="513"/>
                      <a:pt x="1259" y="267"/>
                      <a:pt x="1285" y="24"/>
                    </a:cubicBezTo>
                    <a:cubicBezTo>
                      <a:pt x="1286" y="8"/>
                      <a:pt x="1273" y="0"/>
                      <a:pt x="1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2"/>
              <p:cNvSpPr/>
              <p:nvPr/>
            </p:nvSpPr>
            <p:spPr>
              <a:xfrm>
                <a:off x="514025" y="2068675"/>
                <a:ext cx="1307775" cy="484525"/>
              </a:xfrm>
              <a:custGeom>
                <a:rect b="b" l="l" r="r" t="t"/>
                <a:pathLst>
                  <a:path extrusionOk="0" h="19381" w="52311">
                    <a:moveTo>
                      <a:pt x="51226" y="0"/>
                    </a:moveTo>
                    <a:cubicBezTo>
                      <a:pt x="50960" y="0"/>
                      <a:pt x="50613" y="121"/>
                      <a:pt x="50063" y="176"/>
                    </a:cubicBezTo>
                    <a:cubicBezTo>
                      <a:pt x="45359" y="646"/>
                      <a:pt x="40723" y="1179"/>
                      <a:pt x="35984" y="1208"/>
                    </a:cubicBezTo>
                    <a:cubicBezTo>
                      <a:pt x="32981" y="1208"/>
                      <a:pt x="29940" y="1050"/>
                      <a:pt x="26912" y="1050"/>
                    </a:cubicBezTo>
                    <a:cubicBezTo>
                      <a:pt x="24878" y="1050"/>
                      <a:pt x="22850" y="1121"/>
                      <a:pt x="20845" y="1359"/>
                    </a:cubicBezTo>
                    <a:cubicBezTo>
                      <a:pt x="15593" y="1984"/>
                      <a:pt x="10358" y="2970"/>
                      <a:pt x="5129" y="3771"/>
                    </a:cubicBezTo>
                    <a:cubicBezTo>
                      <a:pt x="2968" y="4102"/>
                      <a:pt x="1794" y="5015"/>
                      <a:pt x="1176" y="6259"/>
                    </a:cubicBezTo>
                    <a:cubicBezTo>
                      <a:pt x="0" y="8633"/>
                      <a:pt x="62" y="12017"/>
                      <a:pt x="604" y="14542"/>
                    </a:cubicBezTo>
                    <a:cubicBezTo>
                      <a:pt x="1448" y="18448"/>
                      <a:pt x="3456" y="18930"/>
                      <a:pt x="7161" y="18979"/>
                    </a:cubicBezTo>
                    <a:cubicBezTo>
                      <a:pt x="17236" y="19110"/>
                      <a:pt x="27309" y="19240"/>
                      <a:pt x="37382" y="19372"/>
                    </a:cubicBezTo>
                    <a:cubicBezTo>
                      <a:pt x="37724" y="19377"/>
                      <a:pt x="38069" y="19380"/>
                      <a:pt x="38416" y="19380"/>
                    </a:cubicBezTo>
                    <a:cubicBezTo>
                      <a:pt x="41120" y="19380"/>
                      <a:pt x="43919" y="19171"/>
                      <a:pt x="46055" y="17574"/>
                    </a:cubicBezTo>
                    <a:cubicBezTo>
                      <a:pt x="47991" y="16128"/>
                      <a:pt x="49027" y="13791"/>
                      <a:pt x="49791" y="11499"/>
                    </a:cubicBezTo>
                    <a:cubicBezTo>
                      <a:pt x="50562" y="9186"/>
                      <a:pt x="51138" y="6809"/>
                      <a:pt x="51512" y="4399"/>
                    </a:cubicBezTo>
                    <a:cubicBezTo>
                      <a:pt x="51636" y="3602"/>
                      <a:pt x="52311" y="1303"/>
                      <a:pt x="51937" y="594"/>
                    </a:cubicBezTo>
                    <a:cubicBezTo>
                      <a:pt x="51694" y="129"/>
                      <a:pt x="51502" y="0"/>
                      <a:pt x="51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2"/>
              <p:cNvSpPr/>
              <p:nvPr/>
            </p:nvSpPr>
            <p:spPr>
              <a:xfrm>
                <a:off x="1688025" y="2145625"/>
                <a:ext cx="60400" cy="267900"/>
              </a:xfrm>
              <a:custGeom>
                <a:rect b="b" l="l" r="r" t="t"/>
                <a:pathLst>
                  <a:path extrusionOk="0" h="10716" w="2416">
                    <a:moveTo>
                      <a:pt x="2360" y="1"/>
                    </a:moveTo>
                    <a:cubicBezTo>
                      <a:pt x="2348" y="1"/>
                      <a:pt x="2336" y="7"/>
                      <a:pt x="2329" y="21"/>
                    </a:cubicBezTo>
                    <a:cubicBezTo>
                      <a:pt x="2200" y="327"/>
                      <a:pt x="2171" y="684"/>
                      <a:pt x="2108" y="1008"/>
                    </a:cubicBezTo>
                    <a:cubicBezTo>
                      <a:pt x="2040" y="1358"/>
                      <a:pt x="1969" y="1711"/>
                      <a:pt x="1904" y="2063"/>
                    </a:cubicBezTo>
                    <a:cubicBezTo>
                      <a:pt x="1776" y="2756"/>
                      <a:pt x="1636" y="3447"/>
                      <a:pt x="1492" y="4137"/>
                    </a:cubicBezTo>
                    <a:cubicBezTo>
                      <a:pt x="1203" y="5529"/>
                      <a:pt x="894" y="6918"/>
                      <a:pt x="566" y="8301"/>
                    </a:cubicBezTo>
                    <a:cubicBezTo>
                      <a:pt x="379" y="9092"/>
                      <a:pt x="197" y="9885"/>
                      <a:pt x="7" y="10676"/>
                    </a:cubicBezTo>
                    <a:cubicBezTo>
                      <a:pt x="1" y="10699"/>
                      <a:pt x="21" y="10715"/>
                      <a:pt x="41" y="10715"/>
                    </a:cubicBezTo>
                    <a:cubicBezTo>
                      <a:pt x="53" y="10715"/>
                      <a:pt x="65" y="10709"/>
                      <a:pt x="69" y="10693"/>
                    </a:cubicBezTo>
                    <a:cubicBezTo>
                      <a:pt x="801" y="7942"/>
                      <a:pt x="1399" y="5166"/>
                      <a:pt x="1985" y="2381"/>
                    </a:cubicBezTo>
                    <a:cubicBezTo>
                      <a:pt x="2070" y="1984"/>
                      <a:pt x="2149" y="1586"/>
                      <a:pt x="2223" y="1185"/>
                    </a:cubicBezTo>
                    <a:cubicBezTo>
                      <a:pt x="2292" y="817"/>
                      <a:pt x="2416" y="415"/>
                      <a:pt x="2401" y="39"/>
                    </a:cubicBezTo>
                    <a:cubicBezTo>
                      <a:pt x="2401" y="17"/>
                      <a:pt x="2380" y="1"/>
                      <a:pt x="23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2"/>
              <p:cNvSpPr/>
              <p:nvPr/>
            </p:nvSpPr>
            <p:spPr>
              <a:xfrm>
                <a:off x="1676550" y="2186625"/>
                <a:ext cx="25650" cy="131350"/>
              </a:xfrm>
              <a:custGeom>
                <a:rect b="b" l="l" r="r" t="t"/>
                <a:pathLst>
                  <a:path extrusionOk="0" h="5254" w="1026">
                    <a:moveTo>
                      <a:pt x="978" y="1"/>
                    </a:moveTo>
                    <a:cubicBezTo>
                      <a:pt x="958" y="1"/>
                      <a:pt x="938" y="12"/>
                      <a:pt x="930" y="34"/>
                    </a:cubicBezTo>
                    <a:cubicBezTo>
                      <a:pt x="800" y="442"/>
                      <a:pt x="757" y="888"/>
                      <a:pt x="683" y="1307"/>
                    </a:cubicBezTo>
                    <a:cubicBezTo>
                      <a:pt x="606" y="1745"/>
                      <a:pt x="529" y="2182"/>
                      <a:pt x="453" y="2621"/>
                    </a:cubicBezTo>
                    <a:cubicBezTo>
                      <a:pt x="303" y="3486"/>
                      <a:pt x="155" y="4352"/>
                      <a:pt x="5" y="5216"/>
                    </a:cubicBezTo>
                    <a:cubicBezTo>
                      <a:pt x="0" y="5238"/>
                      <a:pt x="20" y="5253"/>
                      <a:pt x="37" y="5253"/>
                    </a:cubicBezTo>
                    <a:cubicBezTo>
                      <a:pt x="48" y="5253"/>
                      <a:pt x="58" y="5247"/>
                      <a:pt x="61" y="5233"/>
                    </a:cubicBezTo>
                    <a:cubicBezTo>
                      <a:pt x="228" y="4362"/>
                      <a:pt x="395" y="3487"/>
                      <a:pt x="562" y="2616"/>
                    </a:cubicBezTo>
                    <a:cubicBezTo>
                      <a:pt x="645" y="2191"/>
                      <a:pt x="725" y="1766"/>
                      <a:pt x="804" y="1343"/>
                    </a:cubicBezTo>
                    <a:cubicBezTo>
                      <a:pt x="884" y="918"/>
                      <a:pt x="1002" y="482"/>
                      <a:pt x="1023" y="50"/>
                    </a:cubicBezTo>
                    <a:cubicBezTo>
                      <a:pt x="1026" y="17"/>
                      <a:pt x="1003" y="1"/>
                      <a:pt x="9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2"/>
              <p:cNvSpPr/>
              <p:nvPr/>
            </p:nvSpPr>
            <p:spPr>
              <a:xfrm>
                <a:off x="1381225" y="2180700"/>
                <a:ext cx="17725" cy="141600"/>
              </a:xfrm>
              <a:custGeom>
                <a:rect b="b" l="l" r="r" t="t"/>
                <a:pathLst>
                  <a:path extrusionOk="0" h="5664" w="709">
                    <a:moveTo>
                      <a:pt x="648" y="0"/>
                    </a:moveTo>
                    <a:cubicBezTo>
                      <a:pt x="628" y="0"/>
                      <a:pt x="610" y="11"/>
                      <a:pt x="605" y="33"/>
                    </a:cubicBezTo>
                    <a:cubicBezTo>
                      <a:pt x="501" y="474"/>
                      <a:pt x="494" y="955"/>
                      <a:pt x="443" y="1406"/>
                    </a:cubicBezTo>
                    <a:cubicBezTo>
                      <a:pt x="393" y="1870"/>
                      <a:pt x="341" y="2335"/>
                      <a:pt x="293" y="2801"/>
                    </a:cubicBezTo>
                    <a:lnTo>
                      <a:pt x="4" y="5626"/>
                    </a:lnTo>
                    <a:cubicBezTo>
                      <a:pt x="1" y="5651"/>
                      <a:pt x="19" y="5663"/>
                      <a:pt x="38" y="5663"/>
                    </a:cubicBezTo>
                    <a:cubicBezTo>
                      <a:pt x="58" y="5663"/>
                      <a:pt x="79" y="5651"/>
                      <a:pt x="83" y="5626"/>
                    </a:cubicBezTo>
                    <a:lnTo>
                      <a:pt x="406" y="2837"/>
                    </a:lnTo>
                    <a:cubicBezTo>
                      <a:pt x="458" y="2384"/>
                      <a:pt x="507" y="1931"/>
                      <a:pt x="557" y="1477"/>
                    </a:cubicBezTo>
                    <a:cubicBezTo>
                      <a:pt x="607" y="1008"/>
                      <a:pt x="708" y="517"/>
                      <a:pt x="701" y="48"/>
                    </a:cubicBezTo>
                    <a:cubicBezTo>
                      <a:pt x="699" y="17"/>
                      <a:pt x="672" y="0"/>
                      <a:pt x="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2"/>
              <p:cNvSpPr/>
              <p:nvPr/>
            </p:nvSpPr>
            <p:spPr>
              <a:xfrm>
                <a:off x="1430775" y="2177050"/>
                <a:ext cx="17850" cy="87800"/>
              </a:xfrm>
              <a:custGeom>
                <a:rect b="b" l="l" r="r" t="t"/>
                <a:pathLst>
                  <a:path extrusionOk="0" h="3512" w="714">
                    <a:moveTo>
                      <a:pt x="681" y="0"/>
                    </a:moveTo>
                    <a:cubicBezTo>
                      <a:pt x="669" y="0"/>
                      <a:pt x="658" y="7"/>
                      <a:pt x="653" y="21"/>
                    </a:cubicBezTo>
                    <a:cubicBezTo>
                      <a:pt x="442" y="572"/>
                      <a:pt x="318" y="1167"/>
                      <a:pt x="213" y="1748"/>
                    </a:cubicBezTo>
                    <a:cubicBezTo>
                      <a:pt x="111" y="2316"/>
                      <a:pt x="42" y="2889"/>
                      <a:pt x="3" y="3464"/>
                    </a:cubicBezTo>
                    <a:cubicBezTo>
                      <a:pt x="1" y="3496"/>
                      <a:pt x="24" y="3512"/>
                      <a:pt x="49" y="3512"/>
                    </a:cubicBezTo>
                    <a:cubicBezTo>
                      <a:pt x="73" y="3512"/>
                      <a:pt x="99" y="3496"/>
                      <a:pt x="102" y="3464"/>
                    </a:cubicBezTo>
                    <a:cubicBezTo>
                      <a:pt x="143" y="2875"/>
                      <a:pt x="215" y="2290"/>
                      <a:pt x="323" y="1711"/>
                    </a:cubicBezTo>
                    <a:cubicBezTo>
                      <a:pt x="428" y="1146"/>
                      <a:pt x="585" y="595"/>
                      <a:pt x="709" y="36"/>
                    </a:cubicBezTo>
                    <a:cubicBezTo>
                      <a:pt x="714" y="14"/>
                      <a:pt x="698" y="0"/>
                      <a:pt x="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2"/>
              <p:cNvSpPr/>
              <p:nvPr/>
            </p:nvSpPr>
            <p:spPr>
              <a:xfrm>
                <a:off x="966125" y="2158850"/>
                <a:ext cx="3525" cy="57900"/>
              </a:xfrm>
              <a:custGeom>
                <a:rect b="b" l="l" r="r" t="t"/>
                <a:pathLst>
                  <a:path extrusionOk="0" h="2316" w="141">
                    <a:moveTo>
                      <a:pt x="99" y="1"/>
                    </a:moveTo>
                    <a:cubicBezTo>
                      <a:pt x="88" y="1"/>
                      <a:pt x="77" y="8"/>
                      <a:pt x="75" y="22"/>
                    </a:cubicBezTo>
                    <a:cubicBezTo>
                      <a:pt x="18" y="772"/>
                      <a:pt x="18" y="1525"/>
                      <a:pt x="2" y="2277"/>
                    </a:cubicBezTo>
                    <a:cubicBezTo>
                      <a:pt x="0" y="2302"/>
                      <a:pt x="19" y="2315"/>
                      <a:pt x="39" y="2315"/>
                    </a:cubicBezTo>
                    <a:cubicBezTo>
                      <a:pt x="59" y="2315"/>
                      <a:pt x="80" y="2302"/>
                      <a:pt x="81" y="2277"/>
                    </a:cubicBezTo>
                    <a:cubicBezTo>
                      <a:pt x="103" y="1527"/>
                      <a:pt x="140" y="775"/>
                      <a:pt x="120" y="22"/>
                    </a:cubicBezTo>
                    <a:cubicBezTo>
                      <a:pt x="120" y="8"/>
                      <a:pt x="109" y="1"/>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42"/>
            <p:cNvGrpSpPr/>
            <p:nvPr/>
          </p:nvGrpSpPr>
          <p:grpSpPr>
            <a:xfrm flipH="1">
              <a:off x="5577662" y="3298514"/>
              <a:ext cx="4176446" cy="1058216"/>
              <a:chOff x="365750" y="2226825"/>
              <a:chExt cx="1302900" cy="330125"/>
            </a:xfrm>
          </p:grpSpPr>
          <p:sp>
            <p:nvSpPr>
              <p:cNvPr id="2386" name="Google Shape;2386;p42"/>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2"/>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2"/>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2"/>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2"/>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2"/>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2"/>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 name="Google Shape;2393;p42"/>
            <p:cNvGrpSpPr/>
            <p:nvPr/>
          </p:nvGrpSpPr>
          <p:grpSpPr>
            <a:xfrm>
              <a:off x="3995524" y="4121750"/>
              <a:ext cx="5435176" cy="1169100"/>
              <a:chOff x="1651850" y="2787425"/>
              <a:chExt cx="1723975" cy="370825"/>
            </a:xfrm>
          </p:grpSpPr>
          <p:sp>
            <p:nvSpPr>
              <p:cNvPr id="2394" name="Google Shape;2394;p42"/>
              <p:cNvSpPr/>
              <p:nvPr/>
            </p:nvSpPr>
            <p:spPr>
              <a:xfrm>
                <a:off x="1651850" y="2787525"/>
                <a:ext cx="1723975" cy="370725"/>
              </a:xfrm>
              <a:custGeom>
                <a:rect b="b" l="l" r="r" t="t"/>
                <a:pathLst>
                  <a:path extrusionOk="0" h="14829" w="68959">
                    <a:moveTo>
                      <a:pt x="54950" y="1"/>
                    </a:moveTo>
                    <a:cubicBezTo>
                      <a:pt x="42350" y="1"/>
                      <a:pt x="29741" y="842"/>
                      <a:pt x="17227" y="2356"/>
                    </a:cubicBezTo>
                    <a:cubicBezTo>
                      <a:pt x="14653" y="2666"/>
                      <a:pt x="12082" y="3006"/>
                      <a:pt x="9516" y="3373"/>
                    </a:cubicBezTo>
                    <a:cubicBezTo>
                      <a:pt x="9483" y="3379"/>
                      <a:pt x="9451" y="3385"/>
                      <a:pt x="9421" y="3392"/>
                    </a:cubicBezTo>
                    <a:cubicBezTo>
                      <a:pt x="9408" y="3394"/>
                      <a:pt x="9400" y="3395"/>
                      <a:pt x="9388" y="3399"/>
                    </a:cubicBezTo>
                    <a:cubicBezTo>
                      <a:pt x="9345" y="3408"/>
                      <a:pt x="9306" y="3421"/>
                      <a:pt x="9264" y="3434"/>
                    </a:cubicBezTo>
                    <a:cubicBezTo>
                      <a:pt x="9234" y="3443"/>
                      <a:pt x="9201" y="3455"/>
                      <a:pt x="9172" y="3467"/>
                    </a:cubicBezTo>
                    <a:cubicBezTo>
                      <a:pt x="9140" y="3480"/>
                      <a:pt x="9111" y="3494"/>
                      <a:pt x="9080" y="3509"/>
                    </a:cubicBezTo>
                    <a:cubicBezTo>
                      <a:pt x="9065" y="3516"/>
                      <a:pt x="9050" y="3523"/>
                      <a:pt x="9035" y="3532"/>
                    </a:cubicBezTo>
                    <a:cubicBezTo>
                      <a:pt x="9034" y="3535"/>
                      <a:pt x="9032" y="3535"/>
                      <a:pt x="9029" y="3536"/>
                    </a:cubicBezTo>
                    <a:cubicBezTo>
                      <a:pt x="8897" y="3607"/>
                      <a:pt x="8776" y="3702"/>
                      <a:pt x="8672" y="3813"/>
                    </a:cubicBezTo>
                    <a:lnTo>
                      <a:pt x="945" y="12119"/>
                    </a:lnTo>
                    <a:lnTo>
                      <a:pt x="0" y="13137"/>
                    </a:lnTo>
                    <a:cubicBezTo>
                      <a:pt x="2115" y="14544"/>
                      <a:pt x="4808" y="14829"/>
                      <a:pt x="7367" y="14829"/>
                    </a:cubicBezTo>
                    <a:cubicBezTo>
                      <a:pt x="7528" y="14829"/>
                      <a:pt x="7688" y="14828"/>
                      <a:pt x="7848" y="14826"/>
                    </a:cubicBezTo>
                    <a:cubicBezTo>
                      <a:pt x="13741" y="14748"/>
                      <a:pt x="19632" y="14673"/>
                      <a:pt x="25524" y="14595"/>
                    </a:cubicBezTo>
                    <a:cubicBezTo>
                      <a:pt x="38585" y="14427"/>
                      <a:pt x="51647" y="14257"/>
                      <a:pt x="64710" y="14085"/>
                    </a:cubicBezTo>
                    <a:cubicBezTo>
                      <a:pt x="65871" y="14071"/>
                      <a:pt x="67189" y="13984"/>
                      <a:pt x="67930" y="13090"/>
                    </a:cubicBezTo>
                    <a:cubicBezTo>
                      <a:pt x="68485" y="12424"/>
                      <a:pt x="68548" y="11492"/>
                      <a:pt x="68587" y="10626"/>
                    </a:cubicBezTo>
                    <a:cubicBezTo>
                      <a:pt x="68704" y="8070"/>
                      <a:pt x="68823" y="5516"/>
                      <a:pt x="68940" y="2960"/>
                    </a:cubicBezTo>
                    <a:cubicBezTo>
                      <a:pt x="68953" y="2670"/>
                      <a:pt x="68959" y="2362"/>
                      <a:pt x="68936" y="2062"/>
                    </a:cubicBezTo>
                    <a:cubicBezTo>
                      <a:pt x="68885" y="1469"/>
                      <a:pt x="68711" y="905"/>
                      <a:pt x="68235" y="578"/>
                    </a:cubicBezTo>
                    <a:cubicBezTo>
                      <a:pt x="68019" y="430"/>
                      <a:pt x="67767" y="354"/>
                      <a:pt x="67506" y="312"/>
                    </a:cubicBezTo>
                    <a:cubicBezTo>
                      <a:pt x="67296" y="276"/>
                      <a:pt x="67077" y="266"/>
                      <a:pt x="66864" y="257"/>
                    </a:cubicBezTo>
                    <a:cubicBezTo>
                      <a:pt x="62896" y="84"/>
                      <a:pt x="58923" y="1"/>
                      <a:pt x="54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2"/>
              <p:cNvSpPr/>
              <p:nvPr/>
            </p:nvSpPr>
            <p:spPr>
              <a:xfrm>
                <a:off x="1875400" y="2787425"/>
                <a:ext cx="1500425" cy="365000"/>
              </a:xfrm>
              <a:custGeom>
                <a:rect b="b" l="l" r="r" t="t"/>
                <a:pathLst>
                  <a:path extrusionOk="0" h="14600" w="60017">
                    <a:moveTo>
                      <a:pt x="46004" y="0"/>
                    </a:moveTo>
                    <a:cubicBezTo>
                      <a:pt x="33403" y="0"/>
                      <a:pt x="20794" y="842"/>
                      <a:pt x="8281" y="2357"/>
                    </a:cubicBezTo>
                    <a:cubicBezTo>
                      <a:pt x="5705" y="2667"/>
                      <a:pt x="3135" y="3007"/>
                      <a:pt x="569" y="3374"/>
                    </a:cubicBezTo>
                    <a:cubicBezTo>
                      <a:pt x="537" y="3380"/>
                      <a:pt x="504" y="3385"/>
                      <a:pt x="473" y="3392"/>
                    </a:cubicBezTo>
                    <a:cubicBezTo>
                      <a:pt x="461" y="3395"/>
                      <a:pt x="452" y="3396"/>
                      <a:pt x="440" y="3399"/>
                    </a:cubicBezTo>
                    <a:cubicBezTo>
                      <a:pt x="397" y="3409"/>
                      <a:pt x="358" y="3421"/>
                      <a:pt x="316" y="3434"/>
                    </a:cubicBezTo>
                    <a:cubicBezTo>
                      <a:pt x="286" y="3442"/>
                      <a:pt x="253" y="3455"/>
                      <a:pt x="224" y="3468"/>
                    </a:cubicBezTo>
                    <a:cubicBezTo>
                      <a:pt x="193" y="3480"/>
                      <a:pt x="164" y="3494"/>
                      <a:pt x="133" y="3510"/>
                    </a:cubicBezTo>
                    <a:cubicBezTo>
                      <a:pt x="119" y="3517"/>
                      <a:pt x="102" y="3524"/>
                      <a:pt x="87" y="3533"/>
                    </a:cubicBezTo>
                    <a:cubicBezTo>
                      <a:pt x="86" y="3534"/>
                      <a:pt x="84" y="3534"/>
                      <a:pt x="83" y="3536"/>
                    </a:cubicBezTo>
                    <a:cubicBezTo>
                      <a:pt x="1" y="4271"/>
                      <a:pt x="610" y="4968"/>
                      <a:pt x="1194" y="5351"/>
                    </a:cubicBezTo>
                    <a:cubicBezTo>
                      <a:pt x="1907" y="5818"/>
                      <a:pt x="2764" y="6005"/>
                      <a:pt x="3596" y="6121"/>
                    </a:cubicBezTo>
                    <a:cubicBezTo>
                      <a:pt x="4689" y="6273"/>
                      <a:pt x="5796" y="6358"/>
                      <a:pt x="6899" y="6378"/>
                    </a:cubicBezTo>
                    <a:cubicBezTo>
                      <a:pt x="7045" y="6381"/>
                      <a:pt x="7190" y="6382"/>
                      <a:pt x="7336" y="6382"/>
                    </a:cubicBezTo>
                    <a:cubicBezTo>
                      <a:pt x="8300" y="6382"/>
                      <a:pt x="9266" y="6329"/>
                      <a:pt x="10227" y="6229"/>
                    </a:cubicBezTo>
                    <a:lnTo>
                      <a:pt x="10227" y="6229"/>
                    </a:lnTo>
                    <a:cubicBezTo>
                      <a:pt x="9592" y="6422"/>
                      <a:pt x="8962" y="6638"/>
                      <a:pt x="8340" y="6871"/>
                    </a:cubicBezTo>
                    <a:cubicBezTo>
                      <a:pt x="7742" y="7096"/>
                      <a:pt x="7153" y="7347"/>
                      <a:pt x="6571" y="7612"/>
                    </a:cubicBezTo>
                    <a:cubicBezTo>
                      <a:pt x="6275" y="7744"/>
                      <a:pt x="5979" y="7884"/>
                      <a:pt x="5688" y="8027"/>
                    </a:cubicBezTo>
                    <a:cubicBezTo>
                      <a:pt x="5381" y="8174"/>
                      <a:pt x="5072" y="8309"/>
                      <a:pt x="4803" y="8516"/>
                    </a:cubicBezTo>
                    <a:cubicBezTo>
                      <a:pt x="4759" y="8549"/>
                      <a:pt x="4773" y="8627"/>
                      <a:pt x="4830" y="8627"/>
                    </a:cubicBezTo>
                    <a:cubicBezTo>
                      <a:pt x="4836" y="8627"/>
                      <a:pt x="4842" y="8626"/>
                      <a:pt x="4849" y="8625"/>
                    </a:cubicBezTo>
                    <a:cubicBezTo>
                      <a:pt x="4862" y="8622"/>
                      <a:pt x="4874" y="8616"/>
                      <a:pt x="4884" y="8613"/>
                    </a:cubicBezTo>
                    <a:lnTo>
                      <a:pt x="4884" y="8614"/>
                    </a:lnTo>
                    <a:cubicBezTo>
                      <a:pt x="4855" y="8661"/>
                      <a:pt x="4884" y="8705"/>
                      <a:pt x="4927" y="8723"/>
                    </a:cubicBezTo>
                    <a:cubicBezTo>
                      <a:pt x="5214" y="8841"/>
                      <a:pt x="5558" y="8867"/>
                      <a:pt x="5858" y="8930"/>
                    </a:cubicBezTo>
                    <a:cubicBezTo>
                      <a:pt x="6159" y="8993"/>
                      <a:pt x="6458" y="9057"/>
                      <a:pt x="6758" y="9123"/>
                    </a:cubicBezTo>
                    <a:cubicBezTo>
                      <a:pt x="7380" y="9260"/>
                      <a:pt x="8000" y="9407"/>
                      <a:pt x="8619" y="9551"/>
                    </a:cubicBezTo>
                    <a:cubicBezTo>
                      <a:pt x="9837" y="9836"/>
                      <a:pt x="11041" y="10175"/>
                      <a:pt x="12243" y="10516"/>
                    </a:cubicBezTo>
                    <a:cubicBezTo>
                      <a:pt x="12858" y="10692"/>
                      <a:pt x="13470" y="10874"/>
                      <a:pt x="14084" y="11045"/>
                    </a:cubicBezTo>
                    <a:cubicBezTo>
                      <a:pt x="13887" y="11234"/>
                      <a:pt x="13825" y="11538"/>
                      <a:pt x="13894" y="11819"/>
                    </a:cubicBezTo>
                    <a:cubicBezTo>
                      <a:pt x="13919" y="11928"/>
                      <a:pt x="13967" y="12028"/>
                      <a:pt x="14027" y="12121"/>
                    </a:cubicBezTo>
                    <a:cubicBezTo>
                      <a:pt x="14097" y="12234"/>
                      <a:pt x="14188" y="12332"/>
                      <a:pt x="14282" y="12428"/>
                    </a:cubicBezTo>
                    <a:cubicBezTo>
                      <a:pt x="14493" y="12641"/>
                      <a:pt x="14715" y="12843"/>
                      <a:pt x="14931" y="13050"/>
                    </a:cubicBezTo>
                    <a:cubicBezTo>
                      <a:pt x="15402" y="13501"/>
                      <a:pt x="15874" y="13952"/>
                      <a:pt x="16356" y="14390"/>
                    </a:cubicBezTo>
                    <a:cubicBezTo>
                      <a:pt x="16433" y="14460"/>
                      <a:pt x="16508" y="14529"/>
                      <a:pt x="16582" y="14599"/>
                    </a:cubicBezTo>
                    <a:cubicBezTo>
                      <a:pt x="29643" y="14431"/>
                      <a:pt x="42705" y="14261"/>
                      <a:pt x="55768" y="14089"/>
                    </a:cubicBezTo>
                    <a:cubicBezTo>
                      <a:pt x="56929" y="14075"/>
                      <a:pt x="58247" y="13988"/>
                      <a:pt x="58988" y="13094"/>
                    </a:cubicBezTo>
                    <a:cubicBezTo>
                      <a:pt x="59543" y="12428"/>
                      <a:pt x="59606" y="11496"/>
                      <a:pt x="59645" y="10630"/>
                    </a:cubicBezTo>
                    <a:cubicBezTo>
                      <a:pt x="59762" y="8074"/>
                      <a:pt x="59881" y="5520"/>
                      <a:pt x="59998" y="2964"/>
                    </a:cubicBezTo>
                    <a:cubicBezTo>
                      <a:pt x="60011" y="2674"/>
                      <a:pt x="60017" y="2366"/>
                      <a:pt x="59989" y="2063"/>
                    </a:cubicBezTo>
                    <a:cubicBezTo>
                      <a:pt x="59939" y="1468"/>
                      <a:pt x="59763" y="905"/>
                      <a:pt x="59289" y="579"/>
                    </a:cubicBezTo>
                    <a:cubicBezTo>
                      <a:pt x="59073" y="430"/>
                      <a:pt x="58821" y="355"/>
                      <a:pt x="58559" y="313"/>
                    </a:cubicBezTo>
                    <a:cubicBezTo>
                      <a:pt x="58348" y="277"/>
                      <a:pt x="58131" y="265"/>
                      <a:pt x="57916" y="257"/>
                    </a:cubicBezTo>
                    <a:cubicBezTo>
                      <a:pt x="53948" y="84"/>
                      <a:pt x="49977" y="0"/>
                      <a:pt x="460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2"/>
              <p:cNvSpPr/>
              <p:nvPr/>
            </p:nvSpPr>
            <p:spPr>
              <a:xfrm>
                <a:off x="1849400" y="3012275"/>
                <a:ext cx="132500" cy="137325"/>
              </a:xfrm>
              <a:custGeom>
                <a:rect b="b" l="l" r="r" t="t"/>
                <a:pathLst>
                  <a:path extrusionOk="0" h="5493" w="5300">
                    <a:moveTo>
                      <a:pt x="5234" y="0"/>
                    </a:moveTo>
                    <a:cubicBezTo>
                      <a:pt x="5225" y="0"/>
                      <a:pt x="5216" y="3"/>
                      <a:pt x="5208" y="8"/>
                    </a:cubicBezTo>
                    <a:cubicBezTo>
                      <a:pt x="4954" y="165"/>
                      <a:pt x="4748" y="427"/>
                      <a:pt x="4543" y="640"/>
                    </a:cubicBezTo>
                    <a:cubicBezTo>
                      <a:pt x="4317" y="874"/>
                      <a:pt x="4091" y="1109"/>
                      <a:pt x="3866" y="1342"/>
                    </a:cubicBezTo>
                    <a:cubicBezTo>
                      <a:pt x="3431" y="1795"/>
                      <a:pt x="2997" y="2245"/>
                      <a:pt x="2562" y="2696"/>
                    </a:cubicBezTo>
                    <a:cubicBezTo>
                      <a:pt x="2126" y="3149"/>
                      <a:pt x="1694" y="3601"/>
                      <a:pt x="1266" y="4058"/>
                    </a:cubicBezTo>
                    <a:cubicBezTo>
                      <a:pt x="1051" y="4287"/>
                      <a:pt x="835" y="4515"/>
                      <a:pt x="622" y="4745"/>
                    </a:cubicBezTo>
                    <a:cubicBezTo>
                      <a:pt x="411" y="4973"/>
                      <a:pt x="172" y="5200"/>
                      <a:pt x="8" y="5467"/>
                    </a:cubicBezTo>
                    <a:cubicBezTo>
                      <a:pt x="1" y="5479"/>
                      <a:pt x="11" y="5492"/>
                      <a:pt x="23" y="5492"/>
                    </a:cubicBezTo>
                    <a:cubicBezTo>
                      <a:pt x="25" y="5492"/>
                      <a:pt x="28" y="5492"/>
                      <a:pt x="31" y="5490"/>
                    </a:cubicBezTo>
                    <a:cubicBezTo>
                      <a:pt x="282" y="5323"/>
                      <a:pt x="488" y="5087"/>
                      <a:pt x="701" y="4876"/>
                    </a:cubicBezTo>
                    <a:cubicBezTo>
                      <a:pt x="931" y="4647"/>
                      <a:pt x="1159" y="4414"/>
                      <a:pt x="1385" y="4180"/>
                    </a:cubicBezTo>
                    <a:cubicBezTo>
                      <a:pt x="1825" y="3734"/>
                      <a:pt x="2261" y="3284"/>
                      <a:pt x="2695" y="2832"/>
                    </a:cubicBezTo>
                    <a:cubicBezTo>
                      <a:pt x="3129" y="2379"/>
                      <a:pt x="3561" y="1929"/>
                      <a:pt x="3996" y="1476"/>
                    </a:cubicBezTo>
                    <a:cubicBezTo>
                      <a:pt x="4213" y="1251"/>
                      <a:pt x="4430" y="1024"/>
                      <a:pt x="4646" y="798"/>
                    </a:cubicBezTo>
                    <a:cubicBezTo>
                      <a:pt x="4857" y="576"/>
                      <a:pt x="5125" y="351"/>
                      <a:pt x="5278" y="81"/>
                    </a:cubicBezTo>
                    <a:cubicBezTo>
                      <a:pt x="5299" y="44"/>
                      <a:pt x="5270" y="0"/>
                      <a:pt x="52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2"/>
              <p:cNvSpPr/>
              <p:nvPr/>
            </p:nvSpPr>
            <p:spPr>
              <a:xfrm>
                <a:off x="1938000" y="3036325"/>
                <a:ext cx="54175" cy="62550"/>
              </a:xfrm>
              <a:custGeom>
                <a:rect b="b" l="l" r="r" t="t"/>
                <a:pathLst>
                  <a:path extrusionOk="0" h="2502" w="2167">
                    <a:moveTo>
                      <a:pt x="2097" y="1"/>
                    </a:moveTo>
                    <a:cubicBezTo>
                      <a:pt x="2087" y="1"/>
                      <a:pt x="2077" y="4"/>
                      <a:pt x="2067" y="11"/>
                    </a:cubicBezTo>
                    <a:cubicBezTo>
                      <a:pt x="1867" y="154"/>
                      <a:pt x="1717" y="380"/>
                      <a:pt x="1558" y="566"/>
                    </a:cubicBezTo>
                    <a:cubicBezTo>
                      <a:pt x="1384" y="772"/>
                      <a:pt x="1211" y="978"/>
                      <a:pt x="1038" y="1187"/>
                    </a:cubicBezTo>
                    <a:cubicBezTo>
                      <a:pt x="700" y="1598"/>
                      <a:pt x="363" y="2013"/>
                      <a:pt x="27" y="2426"/>
                    </a:cubicBezTo>
                    <a:cubicBezTo>
                      <a:pt x="1" y="2458"/>
                      <a:pt x="28" y="2501"/>
                      <a:pt x="58" y="2501"/>
                    </a:cubicBezTo>
                    <a:cubicBezTo>
                      <a:pt x="67" y="2501"/>
                      <a:pt x="77" y="2497"/>
                      <a:pt x="86" y="2487"/>
                    </a:cubicBezTo>
                    <a:cubicBezTo>
                      <a:pt x="439" y="2090"/>
                      <a:pt x="793" y="1694"/>
                      <a:pt x="1145" y="1295"/>
                    </a:cubicBezTo>
                    <a:cubicBezTo>
                      <a:pt x="1318" y="1099"/>
                      <a:pt x="1491" y="902"/>
                      <a:pt x="1659" y="703"/>
                    </a:cubicBezTo>
                    <a:cubicBezTo>
                      <a:pt x="1822" y="513"/>
                      <a:pt x="2034" y="320"/>
                      <a:pt x="2148" y="95"/>
                    </a:cubicBezTo>
                    <a:cubicBezTo>
                      <a:pt x="2166" y="54"/>
                      <a:pt x="2136" y="1"/>
                      <a:pt x="2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2"/>
              <p:cNvSpPr/>
              <p:nvPr/>
            </p:nvSpPr>
            <p:spPr>
              <a:xfrm>
                <a:off x="1738900" y="2951550"/>
                <a:ext cx="88025" cy="112300"/>
              </a:xfrm>
              <a:custGeom>
                <a:rect b="b" l="l" r="r" t="t"/>
                <a:pathLst>
                  <a:path extrusionOk="0" h="4492" w="3521">
                    <a:moveTo>
                      <a:pt x="3456" y="0"/>
                    </a:moveTo>
                    <a:cubicBezTo>
                      <a:pt x="3444" y="0"/>
                      <a:pt x="3431" y="5"/>
                      <a:pt x="3419" y="15"/>
                    </a:cubicBezTo>
                    <a:cubicBezTo>
                      <a:pt x="3255" y="161"/>
                      <a:pt x="3131" y="354"/>
                      <a:pt x="2999" y="528"/>
                    </a:cubicBezTo>
                    <a:lnTo>
                      <a:pt x="2582" y="1070"/>
                    </a:lnTo>
                    <a:cubicBezTo>
                      <a:pt x="2297" y="1441"/>
                      <a:pt x="2012" y="1812"/>
                      <a:pt x="1728" y="2185"/>
                    </a:cubicBezTo>
                    <a:cubicBezTo>
                      <a:pt x="1163" y="2931"/>
                      <a:pt x="596" y="3675"/>
                      <a:pt x="26" y="4417"/>
                    </a:cubicBezTo>
                    <a:cubicBezTo>
                      <a:pt x="1" y="4450"/>
                      <a:pt x="38" y="4492"/>
                      <a:pt x="72" y="4492"/>
                    </a:cubicBezTo>
                    <a:cubicBezTo>
                      <a:pt x="84" y="4492"/>
                      <a:pt x="96" y="4487"/>
                      <a:pt x="104" y="4476"/>
                    </a:cubicBezTo>
                    <a:cubicBezTo>
                      <a:pt x="676" y="3735"/>
                      <a:pt x="1255" y="2999"/>
                      <a:pt x="1832" y="2263"/>
                    </a:cubicBezTo>
                    <a:cubicBezTo>
                      <a:pt x="2113" y="1904"/>
                      <a:pt x="2391" y="1542"/>
                      <a:pt x="2670" y="1182"/>
                    </a:cubicBezTo>
                    <a:cubicBezTo>
                      <a:pt x="2819" y="993"/>
                      <a:pt x="2964" y="803"/>
                      <a:pt x="3111" y="613"/>
                    </a:cubicBezTo>
                    <a:cubicBezTo>
                      <a:pt x="3246" y="440"/>
                      <a:pt x="3402" y="270"/>
                      <a:pt x="3500" y="74"/>
                    </a:cubicBezTo>
                    <a:cubicBezTo>
                      <a:pt x="3520" y="37"/>
                      <a:pt x="3491" y="0"/>
                      <a:pt x="3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2"/>
              <p:cNvSpPr/>
              <p:nvPr/>
            </p:nvSpPr>
            <p:spPr>
              <a:xfrm>
                <a:off x="2016250" y="2826075"/>
                <a:ext cx="388925" cy="53000"/>
              </a:xfrm>
              <a:custGeom>
                <a:rect b="b" l="l" r="r" t="t"/>
                <a:pathLst>
                  <a:path extrusionOk="0" h="2120" w="15557">
                    <a:moveTo>
                      <a:pt x="15505" y="0"/>
                    </a:moveTo>
                    <a:cubicBezTo>
                      <a:pt x="15505" y="0"/>
                      <a:pt x="15505" y="0"/>
                      <a:pt x="15504" y="0"/>
                    </a:cubicBezTo>
                    <a:cubicBezTo>
                      <a:pt x="14997" y="19"/>
                      <a:pt x="14496" y="91"/>
                      <a:pt x="13993" y="149"/>
                    </a:cubicBezTo>
                    <a:cubicBezTo>
                      <a:pt x="13488" y="206"/>
                      <a:pt x="12986" y="265"/>
                      <a:pt x="12481" y="324"/>
                    </a:cubicBezTo>
                    <a:cubicBezTo>
                      <a:pt x="11474" y="444"/>
                      <a:pt x="10469" y="568"/>
                      <a:pt x="9462" y="696"/>
                    </a:cubicBezTo>
                    <a:cubicBezTo>
                      <a:pt x="7453" y="951"/>
                      <a:pt x="5448" y="1216"/>
                      <a:pt x="3445" y="1507"/>
                    </a:cubicBezTo>
                    <a:cubicBezTo>
                      <a:pt x="2310" y="1673"/>
                      <a:pt x="1179" y="1852"/>
                      <a:pt x="48" y="2033"/>
                    </a:cubicBezTo>
                    <a:cubicBezTo>
                      <a:pt x="1" y="2040"/>
                      <a:pt x="9" y="2120"/>
                      <a:pt x="55" y="2120"/>
                    </a:cubicBezTo>
                    <a:cubicBezTo>
                      <a:pt x="57" y="2120"/>
                      <a:pt x="59" y="2120"/>
                      <a:pt x="61" y="2120"/>
                    </a:cubicBezTo>
                    <a:cubicBezTo>
                      <a:pt x="4093" y="1579"/>
                      <a:pt x="8123" y="1029"/>
                      <a:pt x="12159" y="516"/>
                    </a:cubicBezTo>
                    <a:cubicBezTo>
                      <a:pt x="12723" y="444"/>
                      <a:pt x="13287" y="373"/>
                      <a:pt x="13850" y="303"/>
                    </a:cubicBezTo>
                    <a:cubicBezTo>
                      <a:pt x="14405" y="235"/>
                      <a:pt x="14967" y="186"/>
                      <a:pt x="15516" y="74"/>
                    </a:cubicBezTo>
                    <a:cubicBezTo>
                      <a:pt x="15557" y="67"/>
                      <a:pt x="15547" y="0"/>
                      <a:pt x="15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2"/>
              <p:cNvSpPr/>
              <p:nvPr/>
            </p:nvSpPr>
            <p:spPr>
              <a:xfrm>
                <a:off x="2236450" y="2855925"/>
                <a:ext cx="94075" cy="17225"/>
              </a:xfrm>
              <a:custGeom>
                <a:rect b="b" l="l" r="r" t="t"/>
                <a:pathLst>
                  <a:path extrusionOk="0" h="689" w="3763">
                    <a:moveTo>
                      <a:pt x="3663" y="0"/>
                    </a:moveTo>
                    <a:cubicBezTo>
                      <a:pt x="3382" y="0"/>
                      <a:pt x="3095" y="62"/>
                      <a:pt x="2818" y="106"/>
                    </a:cubicBezTo>
                    <a:cubicBezTo>
                      <a:pt x="2512" y="155"/>
                      <a:pt x="2205" y="205"/>
                      <a:pt x="1900" y="261"/>
                    </a:cubicBezTo>
                    <a:cubicBezTo>
                      <a:pt x="1289" y="371"/>
                      <a:pt x="678" y="479"/>
                      <a:pt x="66" y="584"/>
                    </a:cubicBezTo>
                    <a:cubicBezTo>
                      <a:pt x="0" y="595"/>
                      <a:pt x="24" y="689"/>
                      <a:pt x="84" y="689"/>
                    </a:cubicBezTo>
                    <a:cubicBezTo>
                      <a:pt x="88" y="689"/>
                      <a:pt x="91" y="688"/>
                      <a:pt x="95" y="688"/>
                    </a:cubicBezTo>
                    <a:cubicBezTo>
                      <a:pt x="698" y="598"/>
                      <a:pt x="1303" y="511"/>
                      <a:pt x="1907" y="424"/>
                    </a:cubicBezTo>
                    <a:cubicBezTo>
                      <a:pt x="2202" y="381"/>
                      <a:pt x="2498" y="338"/>
                      <a:pt x="2793" y="289"/>
                    </a:cubicBezTo>
                    <a:cubicBezTo>
                      <a:pt x="3096" y="238"/>
                      <a:pt x="3414" y="208"/>
                      <a:pt x="3704" y="106"/>
                    </a:cubicBezTo>
                    <a:cubicBezTo>
                      <a:pt x="3763" y="88"/>
                      <a:pt x="3754" y="1"/>
                      <a:pt x="3691" y="1"/>
                    </a:cubicBezTo>
                    <a:cubicBezTo>
                      <a:pt x="3681" y="0"/>
                      <a:pt x="3672" y="0"/>
                      <a:pt x="36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2"/>
              <p:cNvSpPr/>
              <p:nvPr/>
            </p:nvSpPr>
            <p:spPr>
              <a:xfrm>
                <a:off x="2157100" y="3000925"/>
                <a:ext cx="66050" cy="7875"/>
              </a:xfrm>
              <a:custGeom>
                <a:rect b="b" l="l" r="r" t="t"/>
                <a:pathLst>
                  <a:path extrusionOk="0" h="315" w="2642">
                    <a:moveTo>
                      <a:pt x="106" y="0"/>
                    </a:moveTo>
                    <a:cubicBezTo>
                      <a:pt x="31" y="0"/>
                      <a:pt x="1" y="117"/>
                      <a:pt x="82" y="129"/>
                    </a:cubicBezTo>
                    <a:cubicBezTo>
                      <a:pt x="488" y="194"/>
                      <a:pt x="899" y="244"/>
                      <a:pt x="1312" y="276"/>
                    </a:cubicBezTo>
                    <a:cubicBezTo>
                      <a:pt x="1561" y="296"/>
                      <a:pt x="1815" y="314"/>
                      <a:pt x="2066" y="314"/>
                    </a:cubicBezTo>
                    <a:cubicBezTo>
                      <a:pt x="2238" y="314"/>
                      <a:pt x="2410" y="306"/>
                      <a:pt x="2578" y="283"/>
                    </a:cubicBezTo>
                    <a:cubicBezTo>
                      <a:pt x="2640" y="279"/>
                      <a:pt x="2642" y="195"/>
                      <a:pt x="2578" y="190"/>
                    </a:cubicBezTo>
                    <a:cubicBezTo>
                      <a:pt x="2174" y="151"/>
                      <a:pt x="1766" y="157"/>
                      <a:pt x="1360" y="131"/>
                    </a:cubicBezTo>
                    <a:cubicBezTo>
                      <a:pt x="943" y="106"/>
                      <a:pt x="530" y="63"/>
                      <a:pt x="118" y="1"/>
                    </a:cubicBezTo>
                    <a:cubicBezTo>
                      <a:pt x="114" y="0"/>
                      <a:pt x="110" y="0"/>
                      <a:pt x="1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2"/>
              <p:cNvSpPr/>
              <p:nvPr/>
            </p:nvSpPr>
            <p:spPr>
              <a:xfrm>
                <a:off x="2775050" y="2916300"/>
                <a:ext cx="458900" cy="17375"/>
              </a:xfrm>
              <a:custGeom>
                <a:rect b="b" l="l" r="r" t="t"/>
                <a:pathLst>
                  <a:path extrusionOk="0" h="695" w="18356">
                    <a:moveTo>
                      <a:pt x="18256" y="0"/>
                    </a:moveTo>
                    <a:cubicBezTo>
                      <a:pt x="18254" y="0"/>
                      <a:pt x="18252" y="0"/>
                      <a:pt x="18250" y="0"/>
                    </a:cubicBezTo>
                    <a:cubicBezTo>
                      <a:pt x="17053" y="67"/>
                      <a:pt x="15859" y="185"/>
                      <a:pt x="14663" y="258"/>
                    </a:cubicBezTo>
                    <a:cubicBezTo>
                      <a:pt x="13489" y="332"/>
                      <a:pt x="12314" y="389"/>
                      <a:pt x="11140" y="430"/>
                    </a:cubicBezTo>
                    <a:cubicBezTo>
                      <a:pt x="9857" y="473"/>
                      <a:pt x="8574" y="494"/>
                      <a:pt x="7290" y="494"/>
                    </a:cubicBezTo>
                    <a:cubicBezTo>
                      <a:pt x="6223" y="494"/>
                      <a:pt x="5155" y="479"/>
                      <a:pt x="4088" y="451"/>
                    </a:cubicBezTo>
                    <a:cubicBezTo>
                      <a:pt x="2746" y="415"/>
                      <a:pt x="1404" y="372"/>
                      <a:pt x="61" y="311"/>
                    </a:cubicBezTo>
                    <a:cubicBezTo>
                      <a:pt x="60" y="311"/>
                      <a:pt x="59" y="311"/>
                      <a:pt x="58" y="311"/>
                    </a:cubicBezTo>
                    <a:cubicBezTo>
                      <a:pt x="0" y="311"/>
                      <a:pt x="1" y="402"/>
                      <a:pt x="61" y="408"/>
                    </a:cubicBezTo>
                    <a:cubicBezTo>
                      <a:pt x="2506" y="607"/>
                      <a:pt x="4962" y="695"/>
                      <a:pt x="7418" y="695"/>
                    </a:cubicBezTo>
                    <a:cubicBezTo>
                      <a:pt x="9692" y="695"/>
                      <a:pt x="11966" y="620"/>
                      <a:pt x="14232" y="487"/>
                    </a:cubicBezTo>
                    <a:cubicBezTo>
                      <a:pt x="15572" y="409"/>
                      <a:pt x="16922" y="330"/>
                      <a:pt x="18252" y="156"/>
                    </a:cubicBezTo>
                    <a:cubicBezTo>
                      <a:pt x="18346" y="146"/>
                      <a:pt x="18355" y="0"/>
                      <a:pt x="182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2"/>
              <p:cNvSpPr/>
              <p:nvPr/>
            </p:nvSpPr>
            <p:spPr>
              <a:xfrm>
                <a:off x="3109375" y="2869975"/>
                <a:ext cx="75125" cy="8350"/>
              </a:xfrm>
              <a:custGeom>
                <a:rect b="b" l="l" r="r" t="t"/>
                <a:pathLst>
                  <a:path extrusionOk="0" h="334" w="3005">
                    <a:moveTo>
                      <a:pt x="2868" y="0"/>
                    </a:moveTo>
                    <a:cubicBezTo>
                      <a:pt x="2413" y="0"/>
                      <a:pt x="1946" y="74"/>
                      <a:pt x="1490" y="114"/>
                    </a:cubicBezTo>
                    <a:cubicBezTo>
                      <a:pt x="1015" y="155"/>
                      <a:pt x="539" y="196"/>
                      <a:pt x="62" y="238"/>
                    </a:cubicBezTo>
                    <a:cubicBezTo>
                      <a:pt x="2" y="244"/>
                      <a:pt x="0" y="333"/>
                      <a:pt x="58" y="333"/>
                    </a:cubicBezTo>
                    <a:cubicBezTo>
                      <a:pt x="60" y="333"/>
                      <a:pt x="61" y="333"/>
                      <a:pt x="62" y="333"/>
                    </a:cubicBezTo>
                    <a:cubicBezTo>
                      <a:pt x="546" y="299"/>
                      <a:pt x="1033" y="266"/>
                      <a:pt x="1517" y="231"/>
                    </a:cubicBezTo>
                    <a:cubicBezTo>
                      <a:pt x="1986" y="198"/>
                      <a:pt x="2470" y="198"/>
                      <a:pt x="2932" y="119"/>
                    </a:cubicBezTo>
                    <a:cubicBezTo>
                      <a:pt x="3004" y="110"/>
                      <a:pt x="2986" y="2"/>
                      <a:pt x="2918" y="0"/>
                    </a:cubicBezTo>
                    <a:cubicBezTo>
                      <a:pt x="2901" y="0"/>
                      <a:pt x="2885" y="0"/>
                      <a:pt x="2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2"/>
              <p:cNvSpPr/>
              <p:nvPr/>
            </p:nvSpPr>
            <p:spPr>
              <a:xfrm>
                <a:off x="3101525" y="2818850"/>
                <a:ext cx="84400" cy="4575"/>
              </a:xfrm>
              <a:custGeom>
                <a:rect b="b" l="l" r="r" t="t"/>
                <a:pathLst>
                  <a:path extrusionOk="0" h="183" w="3376">
                    <a:moveTo>
                      <a:pt x="2779" y="1"/>
                    </a:moveTo>
                    <a:cubicBezTo>
                      <a:pt x="2416" y="1"/>
                      <a:pt x="2051" y="25"/>
                      <a:pt x="1693" y="31"/>
                    </a:cubicBezTo>
                    <a:lnTo>
                      <a:pt x="77" y="64"/>
                    </a:lnTo>
                    <a:cubicBezTo>
                      <a:pt x="1" y="66"/>
                      <a:pt x="0" y="183"/>
                      <a:pt x="74" y="183"/>
                    </a:cubicBezTo>
                    <a:cubicBezTo>
                      <a:pt x="75" y="183"/>
                      <a:pt x="76" y="183"/>
                      <a:pt x="77" y="183"/>
                    </a:cubicBezTo>
                    <a:lnTo>
                      <a:pt x="1693" y="167"/>
                    </a:lnTo>
                    <a:cubicBezTo>
                      <a:pt x="1742" y="166"/>
                      <a:pt x="1791" y="166"/>
                      <a:pt x="1841" y="166"/>
                    </a:cubicBezTo>
                    <a:cubicBezTo>
                      <a:pt x="2042" y="166"/>
                      <a:pt x="2245" y="170"/>
                      <a:pt x="2448" y="170"/>
                    </a:cubicBezTo>
                    <a:cubicBezTo>
                      <a:pt x="2736" y="170"/>
                      <a:pt x="3025" y="162"/>
                      <a:pt x="3308" y="128"/>
                    </a:cubicBezTo>
                    <a:cubicBezTo>
                      <a:pt x="3375" y="121"/>
                      <a:pt x="3376" y="28"/>
                      <a:pt x="3308" y="23"/>
                    </a:cubicBezTo>
                    <a:cubicBezTo>
                      <a:pt x="3133" y="7"/>
                      <a:pt x="2956" y="1"/>
                      <a:pt x="2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5" name="Google Shape;2405;p42"/>
          <p:cNvGrpSpPr/>
          <p:nvPr/>
        </p:nvGrpSpPr>
        <p:grpSpPr>
          <a:xfrm>
            <a:off x="-269525" y="720275"/>
            <a:ext cx="1282000" cy="526400"/>
            <a:chOff x="3450550" y="1144050"/>
            <a:chExt cx="1282000" cy="526400"/>
          </a:xfrm>
        </p:grpSpPr>
        <p:sp>
          <p:nvSpPr>
            <p:cNvPr id="2406" name="Google Shape;2406;p42"/>
            <p:cNvSpPr/>
            <p:nvPr/>
          </p:nvSpPr>
          <p:spPr>
            <a:xfrm>
              <a:off x="3450550" y="1144050"/>
              <a:ext cx="1282000" cy="526400"/>
            </a:xfrm>
            <a:custGeom>
              <a:rect b="b" l="l" r="r" t="t"/>
              <a:pathLst>
                <a:path extrusionOk="0" h="21056" w="51280">
                  <a:moveTo>
                    <a:pt x="28284" y="1"/>
                  </a:moveTo>
                  <a:cubicBezTo>
                    <a:pt x="28138" y="1"/>
                    <a:pt x="27995" y="12"/>
                    <a:pt x="27858" y="37"/>
                  </a:cubicBezTo>
                  <a:cubicBezTo>
                    <a:pt x="26661" y="261"/>
                    <a:pt x="25595" y="1330"/>
                    <a:pt x="25271" y="2477"/>
                  </a:cubicBezTo>
                  <a:cubicBezTo>
                    <a:pt x="24919" y="3717"/>
                    <a:pt x="25346" y="5142"/>
                    <a:pt x="26318" y="5986"/>
                  </a:cubicBezTo>
                  <a:cubicBezTo>
                    <a:pt x="25832" y="5774"/>
                    <a:pt x="25301" y="5669"/>
                    <a:pt x="24771" y="5669"/>
                  </a:cubicBezTo>
                  <a:cubicBezTo>
                    <a:pt x="24193" y="5669"/>
                    <a:pt x="23616" y="5794"/>
                    <a:pt x="23095" y="6042"/>
                  </a:cubicBezTo>
                  <a:cubicBezTo>
                    <a:pt x="22095" y="6519"/>
                    <a:pt x="21270" y="7431"/>
                    <a:pt x="20974" y="8499"/>
                  </a:cubicBezTo>
                  <a:cubicBezTo>
                    <a:pt x="20543" y="8227"/>
                    <a:pt x="20042" y="8100"/>
                    <a:pt x="19535" y="8100"/>
                  </a:cubicBezTo>
                  <a:cubicBezTo>
                    <a:pt x="18725" y="8100"/>
                    <a:pt x="17899" y="8424"/>
                    <a:pt x="17321" y="9000"/>
                  </a:cubicBezTo>
                  <a:cubicBezTo>
                    <a:pt x="16804" y="9513"/>
                    <a:pt x="16479" y="10193"/>
                    <a:pt x="16348" y="10905"/>
                  </a:cubicBezTo>
                  <a:cubicBezTo>
                    <a:pt x="16184" y="11785"/>
                    <a:pt x="16435" y="12403"/>
                    <a:pt x="16723" y="13233"/>
                  </a:cubicBezTo>
                  <a:cubicBezTo>
                    <a:pt x="16344" y="13039"/>
                    <a:pt x="15920" y="12945"/>
                    <a:pt x="15495" y="12945"/>
                  </a:cubicBezTo>
                  <a:cubicBezTo>
                    <a:pt x="14860" y="12945"/>
                    <a:pt x="14223" y="13155"/>
                    <a:pt x="13732" y="13560"/>
                  </a:cubicBezTo>
                  <a:cubicBezTo>
                    <a:pt x="12913" y="14237"/>
                    <a:pt x="12552" y="15419"/>
                    <a:pt x="12853" y="16437"/>
                  </a:cubicBezTo>
                  <a:cubicBezTo>
                    <a:pt x="12068" y="15361"/>
                    <a:pt x="10748" y="14699"/>
                    <a:pt x="9419" y="14699"/>
                  </a:cubicBezTo>
                  <a:cubicBezTo>
                    <a:pt x="9360" y="14699"/>
                    <a:pt x="9301" y="14700"/>
                    <a:pt x="9242" y="14703"/>
                  </a:cubicBezTo>
                  <a:cubicBezTo>
                    <a:pt x="7852" y="14766"/>
                    <a:pt x="6517" y="15564"/>
                    <a:pt x="5803" y="16757"/>
                  </a:cubicBezTo>
                  <a:cubicBezTo>
                    <a:pt x="4984" y="16376"/>
                    <a:pt x="4080" y="16082"/>
                    <a:pt x="3189" y="16082"/>
                  </a:cubicBezTo>
                  <a:cubicBezTo>
                    <a:pt x="2848" y="16082"/>
                    <a:pt x="2508" y="16125"/>
                    <a:pt x="2177" y="16223"/>
                  </a:cubicBezTo>
                  <a:cubicBezTo>
                    <a:pt x="980" y="16577"/>
                    <a:pt x="0" y="17867"/>
                    <a:pt x="363" y="19062"/>
                  </a:cubicBezTo>
                  <a:cubicBezTo>
                    <a:pt x="804" y="20516"/>
                    <a:pt x="2676" y="20859"/>
                    <a:pt x="4194" y="20920"/>
                  </a:cubicBezTo>
                  <a:cubicBezTo>
                    <a:pt x="6517" y="21013"/>
                    <a:pt x="8839" y="21056"/>
                    <a:pt x="11162" y="21056"/>
                  </a:cubicBezTo>
                  <a:cubicBezTo>
                    <a:pt x="23315" y="21056"/>
                    <a:pt x="35461" y="19888"/>
                    <a:pt x="47569" y="18722"/>
                  </a:cubicBezTo>
                  <a:cubicBezTo>
                    <a:pt x="48395" y="18643"/>
                    <a:pt x="49242" y="18557"/>
                    <a:pt x="49969" y="18162"/>
                  </a:cubicBezTo>
                  <a:cubicBezTo>
                    <a:pt x="50697" y="17769"/>
                    <a:pt x="51279" y="16985"/>
                    <a:pt x="51175" y="16164"/>
                  </a:cubicBezTo>
                  <a:cubicBezTo>
                    <a:pt x="51057" y="15234"/>
                    <a:pt x="50099" y="14595"/>
                    <a:pt x="49167" y="14515"/>
                  </a:cubicBezTo>
                  <a:cubicBezTo>
                    <a:pt x="49075" y="14508"/>
                    <a:pt x="48983" y="14504"/>
                    <a:pt x="48891" y="14504"/>
                  </a:cubicBezTo>
                  <a:cubicBezTo>
                    <a:pt x="48053" y="14504"/>
                    <a:pt x="47235" y="14812"/>
                    <a:pt x="46447" y="15116"/>
                  </a:cubicBezTo>
                  <a:cubicBezTo>
                    <a:pt x="47676" y="14044"/>
                    <a:pt x="47823" y="11955"/>
                    <a:pt x="46759" y="10722"/>
                  </a:cubicBezTo>
                  <a:cubicBezTo>
                    <a:pt x="46170" y="10038"/>
                    <a:pt x="45266" y="9684"/>
                    <a:pt x="44366" y="9684"/>
                  </a:cubicBezTo>
                  <a:cubicBezTo>
                    <a:pt x="43642" y="9684"/>
                    <a:pt x="42920" y="9913"/>
                    <a:pt x="42367" y="10385"/>
                  </a:cubicBezTo>
                  <a:cubicBezTo>
                    <a:pt x="43168" y="9437"/>
                    <a:pt x="43124" y="7885"/>
                    <a:pt x="42272" y="6985"/>
                  </a:cubicBezTo>
                  <a:cubicBezTo>
                    <a:pt x="41792" y="6479"/>
                    <a:pt x="41095" y="6218"/>
                    <a:pt x="40400" y="6218"/>
                  </a:cubicBezTo>
                  <a:cubicBezTo>
                    <a:pt x="39857" y="6218"/>
                    <a:pt x="39315" y="6378"/>
                    <a:pt x="38881" y="6707"/>
                  </a:cubicBezTo>
                  <a:cubicBezTo>
                    <a:pt x="39668" y="4752"/>
                    <a:pt x="38952" y="2304"/>
                    <a:pt x="37236" y="1081"/>
                  </a:cubicBezTo>
                  <a:cubicBezTo>
                    <a:pt x="36444" y="516"/>
                    <a:pt x="35475" y="238"/>
                    <a:pt x="34504" y="238"/>
                  </a:cubicBezTo>
                  <a:cubicBezTo>
                    <a:pt x="33371" y="238"/>
                    <a:pt x="32237" y="617"/>
                    <a:pt x="31381" y="1361"/>
                  </a:cubicBezTo>
                  <a:cubicBezTo>
                    <a:pt x="31477" y="1276"/>
                    <a:pt x="29985" y="395"/>
                    <a:pt x="29845" y="339"/>
                  </a:cubicBezTo>
                  <a:cubicBezTo>
                    <a:pt x="29382" y="153"/>
                    <a:pt x="28814" y="1"/>
                    <a:pt x="28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2"/>
            <p:cNvSpPr/>
            <p:nvPr/>
          </p:nvSpPr>
          <p:spPr>
            <a:xfrm>
              <a:off x="3894950" y="1383950"/>
              <a:ext cx="46750" cy="87750"/>
            </a:xfrm>
            <a:custGeom>
              <a:rect b="b" l="l" r="r" t="t"/>
              <a:pathLst>
                <a:path extrusionOk="0" h="3510" w="1870">
                  <a:moveTo>
                    <a:pt x="1825" y="0"/>
                  </a:moveTo>
                  <a:cubicBezTo>
                    <a:pt x="1821" y="0"/>
                    <a:pt x="1818" y="1"/>
                    <a:pt x="1814" y="2"/>
                  </a:cubicBezTo>
                  <a:cubicBezTo>
                    <a:pt x="726" y="380"/>
                    <a:pt x="0" y="1614"/>
                    <a:pt x="349" y="2743"/>
                  </a:cubicBezTo>
                  <a:cubicBezTo>
                    <a:pt x="438" y="3032"/>
                    <a:pt x="596" y="3303"/>
                    <a:pt x="823" y="3505"/>
                  </a:cubicBezTo>
                  <a:cubicBezTo>
                    <a:pt x="827" y="3508"/>
                    <a:pt x="831" y="3510"/>
                    <a:pt x="836" y="3510"/>
                  </a:cubicBezTo>
                  <a:cubicBezTo>
                    <a:pt x="850" y="3510"/>
                    <a:pt x="862" y="3492"/>
                    <a:pt x="850" y="3477"/>
                  </a:cubicBezTo>
                  <a:cubicBezTo>
                    <a:pt x="409" y="2967"/>
                    <a:pt x="264" y="2253"/>
                    <a:pt x="458" y="1606"/>
                  </a:cubicBezTo>
                  <a:cubicBezTo>
                    <a:pt x="667" y="913"/>
                    <a:pt x="1236" y="417"/>
                    <a:pt x="1838" y="63"/>
                  </a:cubicBezTo>
                  <a:cubicBezTo>
                    <a:pt x="1869" y="47"/>
                    <a:pt x="1855" y="0"/>
                    <a:pt x="1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2"/>
            <p:cNvSpPr/>
            <p:nvPr/>
          </p:nvSpPr>
          <p:spPr>
            <a:xfrm>
              <a:off x="4108175" y="1175500"/>
              <a:ext cx="62325" cy="79425"/>
            </a:xfrm>
            <a:custGeom>
              <a:rect b="b" l="l" r="r" t="t"/>
              <a:pathLst>
                <a:path extrusionOk="0" h="3177" w="2493">
                  <a:moveTo>
                    <a:pt x="2142" y="0"/>
                  </a:moveTo>
                  <a:cubicBezTo>
                    <a:pt x="1929" y="0"/>
                    <a:pt x="1703" y="57"/>
                    <a:pt x="1517" y="116"/>
                  </a:cubicBezTo>
                  <a:cubicBezTo>
                    <a:pt x="1235" y="207"/>
                    <a:pt x="973" y="347"/>
                    <a:pt x="747" y="541"/>
                  </a:cubicBezTo>
                  <a:cubicBezTo>
                    <a:pt x="271" y="946"/>
                    <a:pt x="0" y="1541"/>
                    <a:pt x="7" y="2167"/>
                  </a:cubicBezTo>
                  <a:cubicBezTo>
                    <a:pt x="12" y="2521"/>
                    <a:pt x="104" y="2861"/>
                    <a:pt x="285" y="3165"/>
                  </a:cubicBezTo>
                  <a:cubicBezTo>
                    <a:pt x="290" y="3173"/>
                    <a:pt x="296" y="3176"/>
                    <a:pt x="302" y="3176"/>
                  </a:cubicBezTo>
                  <a:cubicBezTo>
                    <a:pt x="314" y="3176"/>
                    <a:pt x="326" y="3162"/>
                    <a:pt x="320" y="3146"/>
                  </a:cubicBezTo>
                  <a:cubicBezTo>
                    <a:pt x="92" y="2602"/>
                    <a:pt x="94" y="1994"/>
                    <a:pt x="306" y="1446"/>
                  </a:cubicBezTo>
                  <a:cubicBezTo>
                    <a:pt x="507" y="922"/>
                    <a:pt x="955" y="520"/>
                    <a:pt x="1474" y="322"/>
                  </a:cubicBezTo>
                  <a:cubicBezTo>
                    <a:pt x="1614" y="268"/>
                    <a:pt x="1762" y="232"/>
                    <a:pt x="1912" y="212"/>
                  </a:cubicBezTo>
                  <a:cubicBezTo>
                    <a:pt x="2071" y="190"/>
                    <a:pt x="2229" y="207"/>
                    <a:pt x="2385" y="190"/>
                  </a:cubicBezTo>
                  <a:cubicBezTo>
                    <a:pt x="2470" y="180"/>
                    <a:pt x="2493" y="60"/>
                    <a:pt x="2405" y="36"/>
                  </a:cubicBezTo>
                  <a:cubicBezTo>
                    <a:pt x="2323" y="11"/>
                    <a:pt x="2234" y="0"/>
                    <a:pt x="2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2"/>
            <p:cNvSpPr/>
            <p:nvPr/>
          </p:nvSpPr>
          <p:spPr>
            <a:xfrm>
              <a:off x="4236375" y="1188775"/>
              <a:ext cx="128350" cy="26025"/>
            </a:xfrm>
            <a:custGeom>
              <a:rect b="b" l="l" r="r" t="t"/>
              <a:pathLst>
                <a:path extrusionOk="0" h="1041" w="5134">
                  <a:moveTo>
                    <a:pt x="2586" y="1"/>
                  </a:moveTo>
                  <a:cubicBezTo>
                    <a:pt x="2045" y="1"/>
                    <a:pt x="1515" y="109"/>
                    <a:pt x="1008" y="326"/>
                  </a:cubicBezTo>
                  <a:cubicBezTo>
                    <a:pt x="654" y="477"/>
                    <a:pt x="276" y="682"/>
                    <a:pt x="23" y="977"/>
                  </a:cubicBezTo>
                  <a:cubicBezTo>
                    <a:pt x="0" y="1003"/>
                    <a:pt x="19" y="1040"/>
                    <a:pt x="48" y="1040"/>
                  </a:cubicBezTo>
                  <a:cubicBezTo>
                    <a:pt x="54" y="1040"/>
                    <a:pt x="61" y="1039"/>
                    <a:pt x="68" y="1035"/>
                  </a:cubicBezTo>
                  <a:cubicBezTo>
                    <a:pt x="354" y="875"/>
                    <a:pt x="622" y="692"/>
                    <a:pt x="922" y="552"/>
                  </a:cubicBezTo>
                  <a:cubicBezTo>
                    <a:pt x="1224" y="412"/>
                    <a:pt x="1543" y="317"/>
                    <a:pt x="1871" y="255"/>
                  </a:cubicBezTo>
                  <a:cubicBezTo>
                    <a:pt x="2110" y="211"/>
                    <a:pt x="2350" y="190"/>
                    <a:pt x="2590" y="190"/>
                  </a:cubicBezTo>
                  <a:cubicBezTo>
                    <a:pt x="3065" y="190"/>
                    <a:pt x="3537" y="276"/>
                    <a:pt x="3989" y="448"/>
                  </a:cubicBezTo>
                  <a:cubicBezTo>
                    <a:pt x="4184" y="522"/>
                    <a:pt x="4377" y="610"/>
                    <a:pt x="4560" y="711"/>
                  </a:cubicBezTo>
                  <a:cubicBezTo>
                    <a:pt x="4734" y="809"/>
                    <a:pt x="4897" y="938"/>
                    <a:pt x="5084" y="1010"/>
                  </a:cubicBezTo>
                  <a:cubicBezTo>
                    <a:pt x="5088" y="1012"/>
                    <a:pt x="5091" y="1013"/>
                    <a:pt x="5094" y="1013"/>
                  </a:cubicBezTo>
                  <a:cubicBezTo>
                    <a:pt x="5115" y="1013"/>
                    <a:pt x="5134" y="981"/>
                    <a:pt x="5120" y="960"/>
                  </a:cubicBezTo>
                  <a:cubicBezTo>
                    <a:pt x="5019" y="809"/>
                    <a:pt x="4859" y="703"/>
                    <a:pt x="4708" y="608"/>
                  </a:cubicBezTo>
                  <a:cubicBezTo>
                    <a:pt x="4547" y="506"/>
                    <a:pt x="4378" y="411"/>
                    <a:pt x="4201" y="335"/>
                  </a:cubicBezTo>
                  <a:cubicBezTo>
                    <a:pt x="3848" y="185"/>
                    <a:pt x="3481" y="83"/>
                    <a:pt x="3102" y="34"/>
                  </a:cubicBezTo>
                  <a:cubicBezTo>
                    <a:pt x="2929" y="12"/>
                    <a:pt x="2757" y="1"/>
                    <a:pt x="2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2"/>
            <p:cNvSpPr/>
            <p:nvPr/>
          </p:nvSpPr>
          <p:spPr>
            <a:xfrm>
              <a:off x="4278175" y="1222625"/>
              <a:ext cx="69375" cy="18950"/>
            </a:xfrm>
            <a:custGeom>
              <a:rect b="b" l="l" r="r" t="t"/>
              <a:pathLst>
                <a:path extrusionOk="0" h="758" w="2775">
                  <a:moveTo>
                    <a:pt x="949" y="1"/>
                  </a:moveTo>
                  <a:cubicBezTo>
                    <a:pt x="640" y="1"/>
                    <a:pt x="335" y="50"/>
                    <a:pt x="34" y="142"/>
                  </a:cubicBezTo>
                  <a:cubicBezTo>
                    <a:pt x="0" y="153"/>
                    <a:pt x="10" y="199"/>
                    <a:pt x="40" y="199"/>
                  </a:cubicBezTo>
                  <a:cubicBezTo>
                    <a:pt x="43" y="199"/>
                    <a:pt x="45" y="199"/>
                    <a:pt x="48" y="198"/>
                  </a:cubicBezTo>
                  <a:cubicBezTo>
                    <a:pt x="278" y="133"/>
                    <a:pt x="521" y="102"/>
                    <a:pt x="765" y="102"/>
                  </a:cubicBezTo>
                  <a:cubicBezTo>
                    <a:pt x="998" y="102"/>
                    <a:pt x="1232" y="130"/>
                    <a:pt x="1454" y="182"/>
                  </a:cubicBezTo>
                  <a:cubicBezTo>
                    <a:pt x="1676" y="234"/>
                    <a:pt x="1895" y="312"/>
                    <a:pt x="2100" y="410"/>
                  </a:cubicBezTo>
                  <a:cubicBezTo>
                    <a:pt x="2205" y="463"/>
                    <a:pt x="2306" y="522"/>
                    <a:pt x="2404" y="589"/>
                  </a:cubicBezTo>
                  <a:cubicBezTo>
                    <a:pt x="2489" y="646"/>
                    <a:pt x="2590" y="733"/>
                    <a:pt x="2688" y="756"/>
                  </a:cubicBezTo>
                  <a:cubicBezTo>
                    <a:pt x="2693" y="757"/>
                    <a:pt x="2698" y="757"/>
                    <a:pt x="2703" y="757"/>
                  </a:cubicBezTo>
                  <a:cubicBezTo>
                    <a:pt x="2749" y="757"/>
                    <a:pt x="2775" y="714"/>
                    <a:pt x="2755" y="674"/>
                  </a:cubicBezTo>
                  <a:cubicBezTo>
                    <a:pt x="2709" y="576"/>
                    <a:pt x="2582" y="498"/>
                    <a:pt x="2492" y="442"/>
                  </a:cubicBezTo>
                  <a:cubicBezTo>
                    <a:pt x="2391" y="380"/>
                    <a:pt x="2287" y="323"/>
                    <a:pt x="2180" y="276"/>
                  </a:cubicBezTo>
                  <a:cubicBezTo>
                    <a:pt x="1953" y="169"/>
                    <a:pt x="1719" y="94"/>
                    <a:pt x="1473" y="48"/>
                  </a:cubicBezTo>
                  <a:cubicBezTo>
                    <a:pt x="1297" y="16"/>
                    <a:pt x="112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2"/>
            <p:cNvSpPr/>
            <p:nvPr/>
          </p:nvSpPr>
          <p:spPr>
            <a:xfrm>
              <a:off x="4002225" y="1324600"/>
              <a:ext cx="82825" cy="61175"/>
            </a:xfrm>
            <a:custGeom>
              <a:rect b="b" l="l" r="r" t="t"/>
              <a:pathLst>
                <a:path extrusionOk="0" h="2447" w="3313">
                  <a:moveTo>
                    <a:pt x="3218" y="0"/>
                  </a:moveTo>
                  <a:cubicBezTo>
                    <a:pt x="3216" y="0"/>
                    <a:pt x="3214" y="0"/>
                    <a:pt x="3212" y="0"/>
                  </a:cubicBezTo>
                  <a:cubicBezTo>
                    <a:pt x="3019" y="13"/>
                    <a:pt x="2825" y="65"/>
                    <a:pt x="2638" y="110"/>
                  </a:cubicBezTo>
                  <a:cubicBezTo>
                    <a:pt x="2456" y="153"/>
                    <a:pt x="2274" y="204"/>
                    <a:pt x="2096" y="261"/>
                  </a:cubicBezTo>
                  <a:cubicBezTo>
                    <a:pt x="1734" y="376"/>
                    <a:pt x="1367" y="521"/>
                    <a:pt x="1051" y="737"/>
                  </a:cubicBezTo>
                  <a:cubicBezTo>
                    <a:pt x="762" y="937"/>
                    <a:pt x="498" y="1183"/>
                    <a:pt x="311" y="1484"/>
                  </a:cubicBezTo>
                  <a:cubicBezTo>
                    <a:pt x="221" y="1628"/>
                    <a:pt x="145" y="1787"/>
                    <a:pt x="95" y="1948"/>
                  </a:cubicBezTo>
                  <a:cubicBezTo>
                    <a:pt x="49" y="2097"/>
                    <a:pt x="1" y="2280"/>
                    <a:pt x="24" y="2435"/>
                  </a:cubicBezTo>
                  <a:cubicBezTo>
                    <a:pt x="25" y="2443"/>
                    <a:pt x="32" y="2447"/>
                    <a:pt x="39" y="2447"/>
                  </a:cubicBezTo>
                  <a:cubicBezTo>
                    <a:pt x="46" y="2447"/>
                    <a:pt x="54" y="2443"/>
                    <a:pt x="56" y="2435"/>
                  </a:cubicBezTo>
                  <a:cubicBezTo>
                    <a:pt x="103" y="2270"/>
                    <a:pt x="122" y="2105"/>
                    <a:pt x="190" y="1944"/>
                  </a:cubicBezTo>
                  <a:cubicBezTo>
                    <a:pt x="257" y="1786"/>
                    <a:pt x="345" y="1639"/>
                    <a:pt x="449" y="1502"/>
                  </a:cubicBezTo>
                  <a:cubicBezTo>
                    <a:pt x="658" y="1232"/>
                    <a:pt x="917" y="1009"/>
                    <a:pt x="1211" y="836"/>
                  </a:cubicBezTo>
                  <a:cubicBezTo>
                    <a:pt x="1515" y="656"/>
                    <a:pt x="1842" y="525"/>
                    <a:pt x="2181" y="425"/>
                  </a:cubicBezTo>
                  <a:cubicBezTo>
                    <a:pt x="2348" y="376"/>
                    <a:pt x="2518" y="335"/>
                    <a:pt x="2689" y="296"/>
                  </a:cubicBezTo>
                  <a:cubicBezTo>
                    <a:pt x="2838" y="261"/>
                    <a:pt x="2991" y="234"/>
                    <a:pt x="3137" y="191"/>
                  </a:cubicBezTo>
                  <a:lnTo>
                    <a:pt x="3137" y="201"/>
                  </a:lnTo>
                  <a:cubicBezTo>
                    <a:pt x="3140" y="237"/>
                    <a:pt x="3165" y="255"/>
                    <a:pt x="3191" y="255"/>
                  </a:cubicBezTo>
                  <a:cubicBezTo>
                    <a:pt x="3214" y="255"/>
                    <a:pt x="3237" y="242"/>
                    <a:pt x="3248" y="215"/>
                  </a:cubicBezTo>
                  <a:cubicBezTo>
                    <a:pt x="3263" y="176"/>
                    <a:pt x="3279" y="139"/>
                    <a:pt x="3293" y="101"/>
                  </a:cubicBezTo>
                  <a:cubicBezTo>
                    <a:pt x="3313" y="55"/>
                    <a:pt x="3266" y="0"/>
                    <a:pt x="3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42"/>
          <p:cNvGrpSpPr/>
          <p:nvPr/>
        </p:nvGrpSpPr>
        <p:grpSpPr>
          <a:xfrm>
            <a:off x="8620125" y="1435900"/>
            <a:ext cx="363825" cy="96975"/>
            <a:chOff x="1955600" y="1609450"/>
            <a:chExt cx="363825" cy="96975"/>
          </a:xfrm>
        </p:grpSpPr>
        <p:sp>
          <p:nvSpPr>
            <p:cNvPr id="2413" name="Google Shape;2413;p42"/>
            <p:cNvSpPr/>
            <p:nvPr/>
          </p:nvSpPr>
          <p:spPr>
            <a:xfrm>
              <a:off x="1955600" y="1609450"/>
              <a:ext cx="363825" cy="96975"/>
            </a:xfrm>
            <a:custGeom>
              <a:rect b="b" l="l" r="r" t="t"/>
              <a:pathLst>
                <a:path extrusionOk="0" h="3879" w="14553">
                  <a:moveTo>
                    <a:pt x="9525" y="1"/>
                  </a:moveTo>
                  <a:cubicBezTo>
                    <a:pt x="8738" y="1"/>
                    <a:pt x="7963" y="594"/>
                    <a:pt x="7810" y="1376"/>
                  </a:cubicBezTo>
                  <a:cubicBezTo>
                    <a:pt x="7747" y="959"/>
                    <a:pt x="7381" y="605"/>
                    <a:pt x="6962" y="557"/>
                  </a:cubicBezTo>
                  <a:cubicBezTo>
                    <a:pt x="6927" y="553"/>
                    <a:pt x="6893" y="551"/>
                    <a:pt x="6859" y="551"/>
                  </a:cubicBezTo>
                  <a:cubicBezTo>
                    <a:pt x="6473" y="551"/>
                    <a:pt x="6093" y="798"/>
                    <a:pt x="5947" y="1158"/>
                  </a:cubicBezTo>
                  <a:cubicBezTo>
                    <a:pt x="5805" y="772"/>
                    <a:pt x="5393" y="516"/>
                    <a:pt x="4985" y="516"/>
                  </a:cubicBezTo>
                  <a:cubicBezTo>
                    <a:pt x="4879" y="516"/>
                    <a:pt x="4773" y="533"/>
                    <a:pt x="4672" y="570"/>
                  </a:cubicBezTo>
                  <a:cubicBezTo>
                    <a:pt x="4184" y="748"/>
                    <a:pt x="3902" y="1353"/>
                    <a:pt x="4079" y="1841"/>
                  </a:cubicBezTo>
                  <a:cubicBezTo>
                    <a:pt x="3776" y="1597"/>
                    <a:pt x="3387" y="1469"/>
                    <a:pt x="2999" y="1469"/>
                  </a:cubicBezTo>
                  <a:cubicBezTo>
                    <a:pt x="2773" y="1469"/>
                    <a:pt x="2547" y="1513"/>
                    <a:pt x="2338" y="1602"/>
                  </a:cubicBezTo>
                  <a:cubicBezTo>
                    <a:pt x="1774" y="1843"/>
                    <a:pt x="1363" y="2412"/>
                    <a:pt x="1310" y="3024"/>
                  </a:cubicBezTo>
                  <a:cubicBezTo>
                    <a:pt x="1253" y="2733"/>
                    <a:pt x="954" y="2537"/>
                    <a:pt x="664" y="2537"/>
                  </a:cubicBezTo>
                  <a:cubicBezTo>
                    <a:pt x="548" y="2537"/>
                    <a:pt x="433" y="2569"/>
                    <a:pt x="336" y="2639"/>
                  </a:cubicBezTo>
                  <a:cubicBezTo>
                    <a:pt x="0" y="2884"/>
                    <a:pt x="36" y="3484"/>
                    <a:pt x="399" y="3685"/>
                  </a:cubicBezTo>
                  <a:cubicBezTo>
                    <a:pt x="690" y="3847"/>
                    <a:pt x="1236" y="3832"/>
                    <a:pt x="1575" y="3852"/>
                  </a:cubicBezTo>
                  <a:cubicBezTo>
                    <a:pt x="1876" y="3870"/>
                    <a:pt x="2180" y="3874"/>
                    <a:pt x="2483" y="3874"/>
                  </a:cubicBezTo>
                  <a:cubicBezTo>
                    <a:pt x="2710" y="3874"/>
                    <a:pt x="2938" y="3872"/>
                    <a:pt x="3164" y="3872"/>
                  </a:cubicBezTo>
                  <a:cubicBezTo>
                    <a:pt x="3212" y="3872"/>
                    <a:pt x="3261" y="3872"/>
                    <a:pt x="3309" y="3873"/>
                  </a:cubicBezTo>
                  <a:cubicBezTo>
                    <a:pt x="3840" y="3876"/>
                    <a:pt x="4370" y="3878"/>
                    <a:pt x="4900" y="3878"/>
                  </a:cubicBezTo>
                  <a:cubicBezTo>
                    <a:pt x="5525" y="3878"/>
                    <a:pt x="6150" y="3876"/>
                    <a:pt x="6776" y="3871"/>
                  </a:cubicBezTo>
                  <a:cubicBezTo>
                    <a:pt x="9087" y="3849"/>
                    <a:pt x="11399" y="3792"/>
                    <a:pt x="13707" y="3694"/>
                  </a:cubicBezTo>
                  <a:cubicBezTo>
                    <a:pt x="13959" y="3684"/>
                    <a:pt x="14258" y="3648"/>
                    <a:pt x="14384" y="3430"/>
                  </a:cubicBezTo>
                  <a:cubicBezTo>
                    <a:pt x="14553" y="3145"/>
                    <a:pt x="14262" y="2766"/>
                    <a:pt x="13935" y="2720"/>
                  </a:cubicBezTo>
                  <a:cubicBezTo>
                    <a:pt x="13895" y="2714"/>
                    <a:pt x="13855" y="2711"/>
                    <a:pt x="13816" y="2711"/>
                  </a:cubicBezTo>
                  <a:cubicBezTo>
                    <a:pt x="13531" y="2711"/>
                    <a:pt x="13257" y="2856"/>
                    <a:pt x="13001" y="2998"/>
                  </a:cubicBezTo>
                  <a:cubicBezTo>
                    <a:pt x="13475" y="2734"/>
                    <a:pt x="12885" y="1638"/>
                    <a:pt x="12608" y="1455"/>
                  </a:cubicBezTo>
                  <a:cubicBezTo>
                    <a:pt x="12471" y="1365"/>
                    <a:pt x="12318" y="1325"/>
                    <a:pt x="12163" y="1325"/>
                  </a:cubicBezTo>
                  <a:cubicBezTo>
                    <a:pt x="11729" y="1325"/>
                    <a:pt x="11282" y="1640"/>
                    <a:pt x="11154" y="2064"/>
                  </a:cubicBezTo>
                  <a:cubicBezTo>
                    <a:pt x="11346" y="1186"/>
                    <a:pt x="10711" y="213"/>
                    <a:pt x="9830" y="32"/>
                  </a:cubicBezTo>
                  <a:cubicBezTo>
                    <a:pt x="9729" y="11"/>
                    <a:pt x="9627" y="1"/>
                    <a:pt x="9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2"/>
            <p:cNvSpPr/>
            <p:nvPr/>
          </p:nvSpPr>
          <p:spPr>
            <a:xfrm>
              <a:off x="1993225" y="1658300"/>
              <a:ext cx="55400" cy="27400"/>
            </a:xfrm>
            <a:custGeom>
              <a:rect b="b" l="l" r="r" t="t"/>
              <a:pathLst>
                <a:path extrusionOk="0" h="1096" w="2216">
                  <a:moveTo>
                    <a:pt x="1340" y="0"/>
                  </a:moveTo>
                  <a:cubicBezTo>
                    <a:pt x="732" y="0"/>
                    <a:pt x="149" y="401"/>
                    <a:pt x="3" y="1074"/>
                  </a:cubicBezTo>
                  <a:cubicBezTo>
                    <a:pt x="0" y="1087"/>
                    <a:pt x="10" y="1095"/>
                    <a:pt x="21" y="1095"/>
                  </a:cubicBezTo>
                  <a:cubicBezTo>
                    <a:pt x="28" y="1095"/>
                    <a:pt x="35" y="1092"/>
                    <a:pt x="38" y="1083"/>
                  </a:cubicBezTo>
                  <a:cubicBezTo>
                    <a:pt x="257" y="447"/>
                    <a:pt x="777" y="82"/>
                    <a:pt x="1348" y="82"/>
                  </a:cubicBezTo>
                  <a:cubicBezTo>
                    <a:pt x="1618" y="82"/>
                    <a:pt x="1898" y="163"/>
                    <a:pt x="2165" y="335"/>
                  </a:cubicBezTo>
                  <a:cubicBezTo>
                    <a:pt x="2169" y="338"/>
                    <a:pt x="2173" y="339"/>
                    <a:pt x="2177" y="339"/>
                  </a:cubicBezTo>
                  <a:cubicBezTo>
                    <a:pt x="2197" y="339"/>
                    <a:pt x="2215" y="311"/>
                    <a:pt x="2195" y="296"/>
                  </a:cubicBezTo>
                  <a:cubicBezTo>
                    <a:pt x="1935" y="94"/>
                    <a:pt x="1634"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2"/>
            <p:cNvSpPr/>
            <p:nvPr/>
          </p:nvSpPr>
          <p:spPr>
            <a:xfrm>
              <a:off x="2067725" y="1632650"/>
              <a:ext cx="23125" cy="12800"/>
            </a:xfrm>
            <a:custGeom>
              <a:rect b="b" l="l" r="r" t="t"/>
              <a:pathLst>
                <a:path extrusionOk="0" h="512" w="925">
                  <a:moveTo>
                    <a:pt x="578" y="0"/>
                  </a:moveTo>
                  <a:cubicBezTo>
                    <a:pt x="311" y="0"/>
                    <a:pt x="67" y="186"/>
                    <a:pt x="4" y="485"/>
                  </a:cubicBezTo>
                  <a:cubicBezTo>
                    <a:pt x="1" y="501"/>
                    <a:pt x="15" y="512"/>
                    <a:pt x="27" y="512"/>
                  </a:cubicBezTo>
                  <a:cubicBezTo>
                    <a:pt x="36" y="512"/>
                    <a:pt x="44" y="507"/>
                    <a:pt x="46" y="495"/>
                  </a:cubicBezTo>
                  <a:cubicBezTo>
                    <a:pt x="110" y="221"/>
                    <a:pt x="339" y="55"/>
                    <a:pt x="589" y="55"/>
                  </a:cubicBezTo>
                  <a:cubicBezTo>
                    <a:pt x="686" y="55"/>
                    <a:pt x="787" y="81"/>
                    <a:pt x="883" y="135"/>
                  </a:cubicBezTo>
                  <a:cubicBezTo>
                    <a:pt x="887" y="137"/>
                    <a:pt x="891" y="138"/>
                    <a:pt x="895" y="138"/>
                  </a:cubicBezTo>
                  <a:cubicBezTo>
                    <a:pt x="913" y="138"/>
                    <a:pt x="924" y="111"/>
                    <a:pt x="905" y="98"/>
                  </a:cubicBezTo>
                  <a:cubicBezTo>
                    <a:pt x="799" y="31"/>
                    <a:pt x="687" y="0"/>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2"/>
            <p:cNvSpPr/>
            <p:nvPr/>
          </p:nvSpPr>
          <p:spPr>
            <a:xfrm>
              <a:off x="2110500" y="1633950"/>
              <a:ext cx="27225" cy="12075"/>
            </a:xfrm>
            <a:custGeom>
              <a:rect b="b" l="l" r="r" t="t"/>
              <a:pathLst>
                <a:path extrusionOk="0" h="483" w="1089">
                  <a:moveTo>
                    <a:pt x="883" y="1"/>
                  </a:moveTo>
                  <a:cubicBezTo>
                    <a:pt x="551" y="1"/>
                    <a:pt x="211" y="215"/>
                    <a:pt x="11" y="456"/>
                  </a:cubicBezTo>
                  <a:cubicBezTo>
                    <a:pt x="1" y="467"/>
                    <a:pt x="10" y="483"/>
                    <a:pt x="22" y="483"/>
                  </a:cubicBezTo>
                  <a:cubicBezTo>
                    <a:pt x="25" y="483"/>
                    <a:pt x="29" y="481"/>
                    <a:pt x="32" y="478"/>
                  </a:cubicBezTo>
                  <a:cubicBezTo>
                    <a:pt x="322" y="157"/>
                    <a:pt x="653" y="100"/>
                    <a:pt x="1061" y="61"/>
                  </a:cubicBezTo>
                  <a:cubicBezTo>
                    <a:pt x="1081" y="60"/>
                    <a:pt x="1088" y="30"/>
                    <a:pt x="1067" y="24"/>
                  </a:cubicBezTo>
                  <a:cubicBezTo>
                    <a:pt x="1006" y="8"/>
                    <a:pt x="945"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2"/>
            <p:cNvSpPr/>
            <p:nvPr/>
          </p:nvSpPr>
          <p:spPr>
            <a:xfrm>
              <a:off x="2116225" y="1642925"/>
              <a:ext cx="18475" cy="6000"/>
            </a:xfrm>
            <a:custGeom>
              <a:rect b="b" l="l" r="r" t="t"/>
              <a:pathLst>
                <a:path extrusionOk="0" h="240" w="739">
                  <a:moveTo>
                    <a:pt x="641" y="0"/>
                  </a:moveTo>
                  <a:cubicBezTo>
                    <a:pt x="415" y="0"/>
                    <a:pt x="200" y="78"/>
                    <a:pt x="15" y="212"/>
                  </a:cubicBezTo>
                  <a:cubicBezTo>
                    <a:pt x="1" y="221"/>
                    <a:pt x="10" y="240"/>
                    <a:pt x="22" y="240"/>
                  </a:cubicBezTo>
                  <a:cubicBezTo>
                    <a:pt x="24" y="240"/>
                    <a:pt x="27" y="239"/>
                    <a:pt x="30" y="237"/>
                  </a:cubicBezTo>
                  <a:cubicBezTo>
                    <a:pt x="236" y="93"/>
                    <a:pt x="468" y="31"/>
                    <a:pt x="720" y="31"/>
                  </a:cubicBezTo>
                  <a:cubicBezTo>
                    <a:pt x="738" y="31"/>
                    <a:pt x="738" y="4"/>
                    <a:pt x="720" y="4"/>
                  </a:cubicBezTo>
                  <a:cubicBezTo>
                    <a:pt x="693" y="2"/>
                    <a:pt x="667"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2"/>
            <p:cNvSpPr/>
            <p:nvPr/>
          </p:nvSpPr>
          <p:spPr>
            <a:xfrm>
              <a:off x="2128875" y="1650250"/>
              <a:ext cx="3750" cy="2575"/>
            </a:xfrm>
            <a:custGeom>
              <a:rect b="b" l="l" r="r" t="t"/>
              <a:pathLst>
                <a:path extrusionOk="0" h="103" w="150">
                  <a:moveTo>
                    <a:pt x="134" y="1"/>
                  </a:moveTo>
                  <a:cubicBezTo>
                    <a:pt x="132" y="1"/>
                    <a:pt x="131" y="1"/>
                    <a:pt x="130" y="2"/>
                  </a:cubicBezTo>
                  <a:cubicBezTo>
                    <a:pt x="91" y="28"/>
                    <a:pt x="54" y="52"/>
                    <a:pt x="16" y="75"/>
                  </a:cubicBezTo>
                  <a:cubicBezTo>
                    <a:pt x="1" y="85"/>
                    <a:pt x="11" y="103"/>
                    <a:pt x="24" y="103"/>
                  </a:cubicBezTo>
                  <a:cubicBezTo>
                    <a:pt x="27" y="103"/>
                    <a:pt x="30" y="102"/>
                    <a:pt x="34" y="100"/>
                  </a:cubicBezTo>
                  <a:cubicBezTo>
                    <a:pt x="70" y="72"/>
                    <a:pt x="106" y="43"/>
                    <a:pt x="142" y="16"/>
                  </a:cubicBezTo>
                  <a:cubicBezTo>
                    <a:pt x="149" y="12"/>
                    <a:pt x="141"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2"/>
            <p:cNvSpPr/>
            <p:nvPr/>
          </p:nvSpPr>
          <p:spPr>
            <a:xfrm>
              <a:off x="2163675" y="1624050"/>
              <a:ext cx="63950" cy="34775"/>
            </a:xfrm>
            <a:custGeom>
              <a:rect b="b" l="l" r="r" t="t"/>
              <a:pathLst>
                <a:path extrusionOk="0" h="1391" w="2558">
                  <a:moveTo>
                    <a:pt x="1072" y="1"/>
                  </a:moveTo>
                  <a:cubicBezTo>
                    <a:pt x="653" y="1"/>
                    <a:pt x="247" y="212"/>
                    <a:pt x="6" y="711"/>
                  </a:cubicBezTo>
                  <a:cubicBezTo>
                    <a:pt x="1" y="721"/>
                    <a:pt x="10" y="730"/>
                    <a:pt x="18" y="730"/>
                  </a:cubicBezTo>
                  <a:cubicBezTo>
                    <a:pt x="22" y="730"/>
                    <a:pt x="25" y="728"/>
                    <a:pt x="28" y="724"/>
                  </a:cubicBezTo>
                  <a:cubicBezTo>
                    <a:pt x="256" y="301"/>
                    <a:pt x="661" y="69"/>
                    <a:pt x="1098" y="69"/>
                  </a:cubicBezTo>
                  <a:cubicBezTo>
                    <a:pt x="1263" y="69"/>
                    <a:pt x="1433" y="102"/>
                    <a:pt x="1599" y="171"/>
                  </a:cubicBezTo>
                  <a:cubicBezTo>
                    <a:pt x="2125" y="387"/>
                    <a:pt x="2360" y="848"/>
                    <a:pt x="2500" y="1371"/>
                  </a:cubicBezTo>
                  <a:cubicBezTo>
                    <a:pt x="2503" y="1384"/>
                    <a:pt x="2515" y="1391"/>
                    <a:pt x="2528" y="1391"/>
                  </a:cubicBezTo>
                  <a:cubicBezTo>
                    <a:pt x="2543" y="1391"/>
                    <a:pt x="2558" y="1381"/>
                    <a:pt x="2556" y="1364"/>
                  </a:cubicBezTo>
                  <a:cubicBezTo>
                    <a:pt x="2476" y="566"/>
                    <a:pt x="175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2"/>
            <p:cNvSpPr/>
            <p:nvPr/>
          </p:nvSpPr>
          <p:spPr>
            <a:xfrm>
              <a:off x="2212275" y="1644350"/>
              <a:ext cx="7400" cy="13325"/>
            </a:xfrm>
            <a:custGeom>
              <a:rect b="b" l="l" r="r" t="t"/>
              <a:pathLst>
                <a:path extrusionOk="0" h="533" w="296">
                  <a:moveTo>
                    <a:pt x="36" y="0"/>
                  </a:moveTo>
                  <a:cubicBezTo>
                    <a:pt x="17" y="0"/>
                    <a:pt x="1" y="25"/>
                    <a:pt x="17" y="43"/>
                  </a:cubicBezTo>
                  <a:cubicBezTo>
                    <a:pt x="145" y="186"/>
                    <a:pt x="207" y="341"/>
                    <a:pt x="262" y="521"/>
                  </a:cubicBezTo>
                  <a:cubicBezTo>
                    <a:pt x="265" y="529"/>
                    <a:pt x="272" y="532"/>
                    <a:pt x="279" y="532"/>
                  </a:cubicBezTo>
                  <a:cubicBezTo>
                    <a:pt x="288" y="532"/>
                    <a:pt x="296" y="527"/>
                    <a:pt x="295" y="517"/>
                  </a:cubicBezTo>
                  <a:cubicBezTo>
                    <a:pt x="281" y="328"/>
                    <a:pt x="178" y="150"/>
                    <a:pt x="56" y="10"/>
                  </a:cubicBezTo>
                  <a:cubicBezTo>
                    <a:pt x="50" y="3"/>
                    <a:pt x="43"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2"/>
            <p:cNvSpPr/>
            <p:nvPr/>
          </p:nvSpPr>
          <p:spPr>
            <a:xfrm>
              <a:off x="2241700" y="1657050"/>
              <a:ext cx="28875" cy="7200"/>
            </a:xfrm>
            <a:custGeom>
              <a:rect b="b" l="l" r="r" t="t"/>
              <a:pathLst>
                <a:path extrusionOk="0" h="288" w="1155">
                  <a:moveTo>
                    <a:pt x="665" y="0"/>
                  </a:moveTo>
                  <a:cubicBezTo>
                    <a:pt x="431" y="0"/>
                    <a:pt x="196" y="91"/>
                    <a:pt x="14" y="255"/>
                  </a:cubicBezTo>
                  <a:cubicBezTo>
                    <a:pt x="1" y="269"/>
                    <a:pt x="15" y="288"/>
                    <a:pt x="29" y="288"/>
                  </a:cubicBezTo>
                  <a:cubicBezTo>
                    <a:pt x="34" y="288"/>
                    <a:pt x="38" y="286"/>
                    <a:pt x="42" y="283"/>
                  </a:cubicBezTo>
                  <a:cubicBezTo>
                    <a:pt x="218" y="129"/>
                    <a:pt x="432" y="57"/>
                    <a:pt x="650" y="57"/>
                  </a:cubicBezTo>
                  <a:cubicBezTo>
                    <a:pt x="809" y="57"/>
                    <a:pt x="970" y="95"/>
                    <a:pt x="1121" y="169"/>
                  </a:cubicBezTo>
                  <a:cubicBezTo>
                    <a:pt x="1124" y="171"/>
                    <a:pt x="1127" y="172"/>
                    <a:pt x="1130" y="172"/>
                  </a:cubicBezTo>
                  <a:cubicBezTo>
                    <a:pt x="1146" y="172"/>
                    <a:pt x="1155" y="150"/>
                    <a:pt x="1138" y="139"/>
                  </a:cubicBezTo>
                  <a:cubicBezTo>
                    <a:pt x="992" y="44"/>
                    <a:pt x="829" y="0"/>
                    <a:pt x="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2"/>
            <p:cNvSpPr/>
            <p:nvPr/>
          </p:nvSpPr>
          <p:spPr>
            <a:xfrm>
              <a:off x="2254675" y="1663475"/>
              <a:ext cx="17425" cy="2875"/>
            </a:xfrm>
            <a:custGeom>
              <a:rect b="b" l="l" r="r" t="t"/>
              <a:pathLst>
                <a:path extrusionOk="0" h="115" w="697">
                  <a:moveTo>
                    <a:pt x="318" y="0"/>
                  </a:moveTo>
                  <a:cubicBezTo>
                    <a:pt x="218" y="0"/>
                    <a:pt x="118" y="18"/>
                    <a:pt x="20" y="52"/>
                  </a:cubicBezTo>
                  <a:cubicBezTo>
                    <a:pt x="0" y="58"/>
                    <a:pt x="5" y="86"/>
                    <a:pt x="22" y="86"/>
                  </a:cubicBezTo>
                  <a:cubicBezTo>
                    <a:pt x="24" y="86"/>
                    <a:pt x="26" y="86"/>
                    <a:pt x="28" y="85"/>
                  </a:cubicBezTo>
                  <a:cubicBezTo>
                    <a:pt x="121" y="54"/>
                    <a:pt x="213" y="40"/>
                    <a:pt x="304" y="40"/>
                  </a:cubicBezTo>
                  <a:cubicBezTo>
                    <a:pt x="428" y="40"/>
                    <a:pt x="550" y="66"/>
                    <a:pt x="672" y="114"/>
                  </a:cubicBezTo>
                  <a:cubicBezTo>
                    <a:pt x="674" y="114"/>
                    <a:pt x="676" y="115"/>
                    <a:pt x="677" y="115"/>
                  </a:cubicBezTo>
                  <a:cubicBezTo>
                    <a:pt x="690" y="115"/>
                    <a:pt x="697" y="94"/>
                    <a:pt x="682" y="88"/>
                  </a:cubicBezTo>
                  <a:cubicBezTo>
                    <a:pt x="567" y="28"/>
                    <a:pt x="443" y="0"/>
                    <a:pt x="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2"/>
            <p:cNvSpPr/>
            <p:nvPr/>
          </p:nvSpPr>
          <p:spPr>
            <a:xfrm>
              <a:off x="2261850" y="1669875"/>
              <a:ext cx="7075" cy="2450"/>
            </a:xfrm>
            <a:custGeom>
              <a:rect b="b" l="l" r="r" t="t"/>
              <a:pathLst>
                <a:path extrusionOk="0" h="98" w="283">
                  <a:moveTo>
                    <a:pt x="25" y="0"/>
                  </a:moveTo>
                  <a:cubicBezTo>
                    <a:pt x="1" y="0"/>
                    <a:pt x="1" y="36"/>
                    <a:pt x="25" y="36"/>
                  </a:cubicBezTo>
                  <a:cubicBezTo>
                    <a:pt x="28" y="36"/>
                    <a:pt x="31" y="36"/>
                    <a:pt x="33" y="36"/>
                  </a:cubicBezTo>
                  <a:cubicBezTo>
                    <a:pt x="112" y="36"/>
                    <a:pt x="186" y="56"/>
                    <a:pt x="256" y="95"/>
                  </a:cubicBezTo>
                  <a:cubicBezTo>
                    <a:pt x="258" y="97"/>
                    <a:pt x="260" y="98"/>
                    <a:pt x="263" y="98"/>
                  </a:cubicBezTo>
                  <a:cubicBezTo>
                    <a:pt x="274" y="98"/>
                    <a:pt x="282" y="80"/>
                    <a:pt x="270" y="72"/>
                  </a:cubicBezTo>
                  <a:cubicBezTo>
                    <a:pt x="194" y="26"/>
                    <a:pt x="113"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2"/>
            <p:cNvSpPr/>
            <p:nvPr/>
          </p:nvSpPr>
          <p:spPr>
            <a:xfrm>
              <a:off x="2289425" y="1685725"/>
              <a:ext cx="16150" cy="11400"/>
            </a:xfrm>
            <a:custGeom>
              <a:rect b="b" l="l" r="r" t="t"/>
              <a:pathLst>
                <a:path extrusionOk="0" h="456" w="646">
                  <a:moveTo>
                    <a:pt x="190" y="0"/>
                  </a:moveTo>
                  <a:cubicBezTo>
                    <a:pt x="135" y="0"/>
                    <a:pt x="79" y="10"/>
                    <a:pt x="26" y="31"/>
                  </a:cubicBezTo>
                  <a:cubicBezTo>
                    <a:pt x="1" y="41"/>
                    <a:pt x="8" y="78"/>
                    <a:pt x="31" y="78"/>
                  </a:cubicBezTo>
                  <a:cubicBezTo>
                    <a:pt x="34" y="78"/>
                    <a:pt x="36" y="77"/>
                    <a:pt x="39" y="77"/>
                  </a:cubicBezTo>
                  <a:cubicBezTo>
                    <a:pt x="88" y="59"/>
                    <a:pt x="136" y="51"/>
                    <a:pt x="181" y="51"/>
                  </a:cubicBezTo>
                  <a:cubicBezTo>
                    <a:pt x="388" y="51"/>
                    <a:pt x="544" y="221"/>
                    <a:pt x="580" y="440"/>
                  </a:cubicBezTo>
                  <a:cubicBezTo>
                    <a:pt x="582" y="451"/>
                    <a:pt x="589" y="455"/>
                    <a:pt x="598" y="455"/>
                  </a:cubicBezTo>
                  <a:cubicBezTo>
                    <a:pt x="609" y="455"/>
                    <a:pt x="623" y="447"/>
                    <a:pt x="624" y="434"/>
                  </a:cubicBezTo>
                  <a:cubicBezTo>
                    <a:pt x="646" y="174"/>
                    <a:pt x="424"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2"/>
            <p:cNvSpPr/>
            <p:nvPr/>
          </p:nvSpPr>
          <p:spPr>
            <a:xfrm>
              <a:off x="1963025" y="1678600"/>
              <a:ext cx="13400" cy="13650"/>
            </a:xfrm>
            <a:custGeom>
              <a:rect b="b" l="l" r="r" t="t"/>
              <a:pathLst>
                <a:path extrusionOk="0" h="546" w="536">
                  <a:moveTo>
                    <a:pt x="484" y="1"/>
                  </a:moveTo>
                  <a:cubicBezTo>
                    <a:pt x="204" y="1"/>
                    <a:pt x="1" y="253"/>
                    <a:pt x="73" y="530"/>
                  </a:cubicBezTo>
                  <a:cubicBezTo>
                    <a:pt x="76" y="541"/>
                    <a:pt x="84" y="546"/>
                    <a:pt x="93" y="546"/>
                  </a:cubicBezTo>
                  <a:cubicBezTo>
                    <a:pt x="106" y="546"/>
                    <a:pt x="119" y="536"/>
                    <a:pt x="115" y="520"/>
                  </a:cubicBezTo>
                  <a:cubicBezTo>
                    <a:pt x="65" y="264"/>
                    <a:pt x="250" y="33"/>
                    <a:pt x="509" y="33"/>
                  </a:cubicBezTo>
                  <a:cubicBezTo>
                    <a:pt x="511" y="33"/>
                    <a:pt x="513" y="33"/>
                    <a:pt x="514" y="33"/>
                  </a:cubicBezTo>
                  <a:cubicBezTo>
                    <a:pt x="536" y="33"/>
                    <a:pt x="536" y="3"/>
                    <a:pt x="514" y="1"/>
                  </a:cubicBezTo>
                  <a:cubicBezTo>
                    <a:pt x="504" y="1"/>
                    <a:pt x="49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 name="Google Shape;2426;p42"/>
          <p:cNvGrpSpPr/>
          <p:nvPr/>
        </p:nvGrpSpPr>
        <p:grpSpPr>
          <a:xfrm>
            <a:off x="4844775" y="283575"/>
            <a:ext cx="1527500" cy="719225"/>
            <a:chOff x="5155200" y="1824900"/>
            <a:chExt cx="1527500" cy="719225"/>
          </a:xfrm>
        </p:grpSpPr>
        <p:sp>
          <p:nvSpPr>
            <p:cNvPr id="2427" name="Google Shape;2427;p42"/>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2"/>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2"/>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2"/>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2"/>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2"/>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42"/>
          <p:cNvGrpSpPr/>
          <p:nvPr/>
        </p:nvGrpSpPr>
        <p:grpSpPr>
          <a:xfrm>
            <a:off x="947100" y="178500"/>
            <a:ext cx="1195900" cy="541775"/>
            <a:chOff x="5595675" y="1084200"/>
            <a:chExt cx="1195900" cy="541775"/>
          </a:xfrm>
        </p:grpSpPr>
        <p:sp>
          <p:nvSpPr>
            <p:cNvPr id="2434" name="Google Shape;2434;p42"/>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2"/>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2"/>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2"/>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2"/>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2"/>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2"/>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2"/>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2"/>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2"/>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2"/>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42"/>
          <p:cNvGrpSpPr/>
          <p:nvPr/>
        </p:nvGrpSpPr>
        <p:grpSpPr>
          <a:xfrm>
            <a:off x="8302150" y="540000"/>
            <a:ext cx="545475" cy="180275"/>
            <a:chOff x="6417800" y="2661150"/>
            <a:chExt cx="545475" cy="180275"/>
          </a:xfrm>
        </p:grpSpPr>
        <p:sp>
          <p:nvSpPr>
            <p:cNvPr id="2446" name="Google Shape;2446;p42"/>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2"/>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2"/>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2"/>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2"/>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2"/>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5" name="Shape 2455"/>
        <p:cNvGrpSpPr/>
        <p:nvPr/>
      </p:nvGrpSpPr>
      <p:grpSpPr>
        <a:xfrm>
          <a:off x="0" y="0"/>
          <a:ext cx="0" cy="0"/>
          <a:chOff x="0" y="0"/>
          <a:chExt cx="0" cy="0"/>
        </a:xfrm>
      </p:grpSpPr>
      <p:sp>
        <p:nvSpPr>
          <p:cNvPr id="2456" name="Google Shape;2456;p43"/>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Milesian</a:t>
            </a:r>
            <a:r>
              <a:rPr lang="en"/>
              <a:t> school</a:t>
            </a:r>
            <a:endParaRPr/>
          </a:p>
        </p:txBody>
      </p:sp>
      <p:sp>
        <p:nvSpPr>
          <p:cNvPr id="2457" name="Google Shape;2457;p43"/>
          <p:cNvSpPr txBox="1"/>
          <p:nvPr>
            <p:ph idx="2" type="title"/>
          </p:nvPr>
        </p:nvSpPr>
        <p:spPr>
          <a:xfrm>
            <a:off x="720018" y="1374395"/>
            <a:ext cx="2086500" cy="43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6th century bc</a:t>
            </a:r>
            <a:endParaRPr/>
          </a:p>
        </p:txBody>
      </p:sp>
      <p:sp>
        <p:nvSpPr>
          <p:cNvPr id="2458" name="Google Shape;2458;p43"/>
          <p:cNvSpPr txBox="1"/>
          <p:nvPr>
            <p:ph idx="1" type="subTitle"/>
          </p:nvPr>
        </p:nvSpPr>
        <p:spPr>
          <a:xfrm>
            <a:off x="720025" y="1675195"/>
            <a:ext cx="2086500" cy="83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a:solidFill>
                  <a:schemeClr val="lt2"/>
                </a:solidFill>
                <a:latin typeface="Overpass"/>
                <a:ea typeface="Overpass"/>
                <a:cs typeface="Overpass"/>
                <a:sym typeface="Overpass"/>
              </a:rPr>
              <a:t>Venus</a:t>
            </a:r>
            <a:r>
              <a:rPr b="1" lang="en"/>
              <a:t> </a:t>
            </a:r>
            <a:r>
              <a:rPr lang="en"/>
              <a:t>has a beautiful name and is the second planet from the Sun</a:t>
            </a:r>
            <a:endParaRPr/>
          </a:p>
        </p:txBody>
      </p:sp>
      <p:sp>
        <p:nvSpPr>
          <p:cNvPr id="2459" name="Google Shape;2459;p43"/>
          <p:cNvSpPr txBox="1"/>
          <p:nvPr>
            <p:ph idx="3" type="title"/>
          </p:nvPr>
        </p:nvSpPr>
        <p:spPr>
          <a:xfrm>
            <a:off x="6337593" y="1374395"/>
            <a:ext cx="2086500" cy="43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town of miletus</a:t>
            </a:r>
            <a:endParaRPr/>
          </a:p>
        </p:txBody>
      </p:sp>
      <p:sp>
        <p:nvSpPr>
          <p:cNvPr id="2460" name="Google Shape;2460;p43"/>
          <p:cNvSpPr txBox="1"/>
          <p:nvPr>
            <p:ph idx="4" type="subTitle"/>
          </p:nvPr>
        </p:nvSpPr>
        <p:spPr>
          <a:xfrm>
            <a:off x="6337600" y="1675197"/>
            <a:ext cx="2086500" cy="83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2"/>
                </a:solidFill>
                <a:latin typeface="Overpass"/>
                <a:ea typeface="Overpass"/>
                <a:cs typeface="Overpass"/>
                <a:sym typeface="Overpass"/>
              </a:rPr>
              <a:t>Earth</a:t>
            </a:r>
            <a:r>
              <a:rPr b="1" lang="en"/>
              <a:t> </a:t>
            </a:r>
            <a:r>
              <a:rPr lang="en"/>
              <a:t>is the third planet from the Sun and the only one with life</a:t>
            </a:r>
            <a:endParaRPr/>
          </a:p>
        </p:txBody>
      </p:sp>
      <p:sp>
        <p:nvSpPr>
          <p:cNvPr id="2461" name="Google Shape;2461;p43"/>
          <p:cNvSpPr txBox="1"/>
          <p:nvPr>
            <p:ph idx="5" type="title"/>
          </p:nvPr>
        </p:nvSpPr>
        <p:spPr>
          <a:xfrm>
            <a:off x="720000" y="3182970"/>
            <a:ext cx="2086500" cy="43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First school</a:t>
            </a:r>
            <a:endParaRPr/>
          </a:p>
        </p:txBody>
      </p:sp>
      <p:sp>
        <p:nvSpPr>
          <p:cNvPr id="2462" name="Google Shape;2462;p43"/>
          <p:cNvSpPr txBox="1"/>
          <p:nvPr>
            <p:ph idx="6" type="subTitle"/>
          </p:nvPr>
        </p:nvSpPr>
        <p:spPr>
          <a:xfrm>
            <a:off x="720025" y="3483495"/>
            <a:ext cx="2086500" cy="83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a:solidFill>
                  <a:schemeClr val="lt2"/>
                </a:solidFill>
                <a:latin typeface="Overpass"/>
                <a:ea typeface="Overpass"/>
                <a:cs typeface="Overpass"/>
                <a:sym typeface="Overpass"/>
              </a:rPr>
              <a:t>Jupiter</a:t>
            </a:r>
            <a:r>
              <a:rPr b="1" lang="en"/>
              <a:t> </a:t>
            </a:r>
            <a:r>
              <a:rPr lang="en"/>
              <a:t>is a gas giant and the biggest planet in the Solar System</a:t>
            </a:r>
            <a:endParaRPr/>
          </a:p>
        </p:txBody>
      </p:sp>
      <p:sp>
        <p:nvSpPr>
          <p:cNvPr id="2463" name="Google Shape;2463;p43"/>
          <p:cNvSpPr txBox="1"/>
          <p:nvPr>
            <p:ph idx="7" type="title"/>
          </p:nvPr>
        </p:nvSpPr>
        <p:spPr>
          <a:xfrm>
            <a:off x="6337576" y="3182977"/>
            <a:ext cx="2086500" cy="43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Western philosophy</a:t>
            </a:r>
            <a:endParaRPr/>
          </a:p>
        </p:txBody>
      </p:sp>
      <p:sp>
        <p:nvSpPr>
          <p:cNvPr id="2464" name="Google Shape;2464;p43"/>
          <p:cNvSpPr txBox="1"/>
          <p:nvPr>
            <p:ph idx="8" type="subTitle"/>
          </p:nvPr>
        </p:nvSpPr>
        <p:spPr>
          <a:xfrm>
            <a:off x="6337600" y="3483506"/>
            <a:ext cx="2086500" cy="83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a:t>
            </a:r>
            <a:r>
              <a:rPr b="1" lang="en">
                <a:solidFill>
                  <a:schemeClr val="lt2"/>
                </a:solidFill>
                <a:latin typeface="Overpass"/>
                <a:ea typeface="Overpass"/>
                <a:cs typeface="Overpass"/>
                <a:sym typeface="Overpass"/>
              </a:rPr>
              <a:t>Mars</a:t>
            </a:r>
            <a:r>
              <a:rPr b="1" lang="en"/>
              <a:t> </a:t>
            </a:r>
            <a:r>
              <a:rPr lang="en"/>
              <a:t>is a cold place. It's full of iron oxide dust</a:t>
            </a:r>
            <a:endParaRPr/>
          </a:p>
        </p:txBody>
      </p:sp>
      <p:sp>
        <p:nvSpPr>
          <p:cNvPr id="2465" name="Google Shape;2465;p43"/>
          <p:cNvSpPr/>
          <p:nvPr/>
        </p:nvSpPr>
        <p:spPr>
          <a:xfrm>
            <a:off x="3443925" y="1690188"/>
            <a:ext cx="2256300" cy="2256300"/>
          </a:xfrm>
          <a:prstGeom prst="ellipse">
            <a:avLst/>
          </a:prstGeom>
          <a:solidFill>
            <a:schemeClr val="accent3"/>
          </a:solid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3"/>
          <p:cNvSpPr/>
          <p:nvPr/>
        </p:nvSpPr>
        <p:spPr>
          <a:xfrm>
            <a:off x="3052228" y="1428113"/>
            <a:ext cx="971700" cy="971700"/>
          </a:xfrm>
          <a:prstGeom prst="ellipse">
            <a:avLst/>
          </a:prstGeom>
          <a:solidFill>
            <a:schemeClr val="accent3"/>
          </a:solid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3"/>
          <p:cNvSpPr/>
          <p:nvPr/>
        </p:nvSpPr>
        <p:spPr>
          <a:xfrm>
            <a:off x="5120043" y="1428113"/>
            <a:ext cx="971700" cy="971700"/>
          </a:xfrm>
          <a:prstGeom prst="ellipse">
            <a:avLst/>
          </a:prstGeom>
          <a:solidFill>
            <a:schemeClr val="accent3"/>
          </a:solid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3"/>
          <p:cNvSpPr/>
          <p:nvPr/>
        </p:nvSpPr>
        <p:spPr>
          <a:xfrm>
            <a:off x="3052228" y="3236576"/>
            <a:ext cx="971700" cy="971700"/>
          </a:xfrm>
          <a:prstGeom prst="ellipse">
            <a:avLst/>
          </a:prstGeom>
          <a:solidFill>
            <a:schemeClr val="accent3"/>
          </a:solid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3"/>
          <p:cNvSpPr/>
          <p:nvPr/>
        </p:nvSpPr>
        <p:spPr>
          <a:xfrm>
            <a:off x="5120043" y="3236576"/>
            <a:ext cx="971700" cy="971700"/>
          </a:xfrm>
          <a:prstGeom prst="ellipse">
            <a:avLst/>
          </a:prstGeom>
          <a:solidFill>
            <a:schemeClr val="accent3"/>
          </a:solid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70" name="Google Shape;2470;p43"/>
          <p:cNvCxnSpPr>
            <a:stCxn id="2457" idx="3"/>
            <a:endCxn id="2466" idx="2"/>
          </p:cNvCxnSpPr>
          <p:nvPr/>
        </p:nvCxnSpPr>
        <p:spPr>
          <a:xfrm>
            <a:off x="2806518" y="1592045"/>
            <a:ext cx="245700" cy="321900"/>
          </a:xfrm>
          <a:prstGeom prst="curvedConnector3">
            <a:avLst>
              <a:gd fmla="val 50002" name="adj1"/>
            </a:avLst>
          </a:prstGeom>
          <a:noFill/>
          <a:ln cap="flat" cmpd="sng" w="9525">
            <a:solidFill>
              <a:schemeClr val="lt1"/>
            </a:solidFill>
            <a:prstDash val="solid"/>
            <a:round/>
            <a:headEnd len="med" w="med" type="none"/>
            <a:tailEnd len="med" w="med" type="oval"/>
          </a:ln>
        </p:spPr>
      </p:cxnSp>
      <p:cxnSp>
        <p:nvCxnSpPr>
          <p:cNvPr id="2471" name="Google Shape;2471;p43"/>
          <p:cNvCxnSpPr>
            <a:stCxn id="2461" idx="3"/>
            <a:endCxn id="2468" idx="2"/>
          </p:cNvCxnSpPr>
          <p:nvPr/>
        </p:nvCxnSpPr>
        <p:spPr>
          <a:xfrm>
            <a:off x="2806500" y="3400620"/>
            <a:ext cx="245700" cy="321900"/>
          </a:xfrm>
          <a:prstGeom prst="curvedConnector3">
            <a:avLst>
              <a:gd fmla="val 50006" name="adj1"/>
            </a:avLst>
          </a:prstGeom>
          <a:noFill/>
          <a:ln cap="flat" cmpd="sng" w="9525">
            <a:solidFill>
              <a:schemeClr val="lt1"/>
            </a:solidFill>
            <a:prstDash val="solid"/>
            <a:round/>
            <a:headEnd len="med" w="med" type="none"/>
            <a:tailEnd len="med" w="med" type="oval"/>
          </a:ln>
        </p:spPr>
      </p:cxnSp>
      <p:cxnSp>
        <p:nvCxnSpPr>
          <p:cNvPr id="2472" name="Google Shape;2472;p43"/>
          <p:cNvCxnSpPr>
            <a:stCxn id="2459" idx="1"/>
            <a:endCxn id="2467" idx="6"/>
          </p:cNvCxnSpPr>
          <p:nvPr/>
        </p:nvCxnSpPr>
        <p:spPr>
          <a:xfrm flipH="1">
            <a:off x="6091593" y="1592045"/>
            <a:ext cx="246000" cy="321900"/>
          </a:xfrm>
          <a:prstGeom prst="curvedConnector3">
            <a:avLst>
              <a:gd fmla="val 49970" name="adj1"/>
            </a:avLst>
          </a:prstGeom>
          <a:noFill/>
          <a:ln cap="flat" cmpd="sng" w="9525">
            <a:solidFill>
              <a:schemeClr val="lt1"/>
            </a:solidFill>
            <a:prstDash val="solid"/>
            <a:round/>
            <a:headEnd len="med" w="med" type="none"/>
            <a:tailEnd len="med" w="med" type="oval"/>
          </a:ln>
        </p:spPr>
      </p:cxnSp>
      <p:cxnSp>
        <p:nvCxnSpPr>
          <p:cNvPr id="2473" name="Google Shape;2473;p43"/>
          <p:cNvCxnSpPr>
            <a:stCxn id="2463" idx="1"/>
            <a:endCxn id="2469" idx="6"/>
          </p:cNvCxnSpPr>
          <p:nvPr/>
        </p:nvCxnSpPr>
        <p:spPr>
          <a:xfrm flipH="1">
            <a:off x="6091876" y="3400627"/>
            <a:ext cx="245700" cy="321900"/>
          </a:xfrm>
          <a:prstGeom prst="curvedConnector3">
            <a:avLst>
              <a:gd fmla="val 50027" name="adj1"/>
            </a:avLst>
          </a:prstGeom>
          <a:noFill/>
          <a:ln cap="flat" cmpd="sng" w="9525">
            <a:solidFill>
              <a:schemeClr val="lt1"/>
            </a:solidFill>
            <a:prstDash val="solid"/>
            <a:round/>
            <a:headEnd len="med" w="med" type="none"/>
            <a:tailEnd len="med" w="med" type="oval"/>
          </a:ln>
        </p:spPr>
      </p:cxnSp>
      <p:grpSp>
        <p:nvGrpSpPr>
          <p:cNvPr id="2474" name="Google Shape;2474;p43"/>
          <p:cNvGrpSpPr/>
          <p:nvPr/>
        </p:nvGrpSpPr>
        <p:grpSpPr>
          <a:xfrm>
            <a:off x="5417655" y="3534264"/>
            <a:ext cx="376478" cy="376345"/>
            <a:chOff x="5424367" y="2702739"/>
            <a:chExt cx="376478" cy="376345"/>
          </a:xfrm>
        </p:grpSpPr>
        <p:sp>
          <p:nvSpPr>
            <p:cNvPr id="2475" name="Google Shape;2475;p43"/>
            <p:cNvSpPr/>
            <p:nvPr/>
          </p:nvSpPr>
          <p:spPr>
            <a:xfrm>
              <a:off x="5563134" y="2711806"/>
              <a:ext cx="199957" cy="328967"/>
            </a:xfrm>
            <a:custGeom>
              <a:rect b="b" l="l" r="r" t="t"/>
              <a:pathLst>
                <a:path extrusionOk="0" h="12408" w="7542">
                  <a:moveTo>
                    <a:pt x="2595" y="0"/>
                  </a:moveTo>
                  <a:cubicBezTo>
                    <a:pt x="683" y="1145"/>
                    <a:pt x="0" y="3103"/>
                    <a:pt x="0" y="5066"/>
                  </a:cubicBezTo>
                  <a:cubicBezTo>
                    <a:pt x="0" y="8627"/>
                    <a:pt x="2842" y="12408"/>
                    <a:pt x="6429" y="12408"/>
                  </a:cubicBezTo>
                  <a:cubicBezTo>
                    <a:pt x="6647" y="12408"/>
                    <a:pt x="6868" y="12394"/>
                    <a:pt x="7091" y="12365"/>
                  </a:cubicBezTo>
                  <a:cubicBezTo>
                    <a:pt x="7284" y="11108"/>
                    <a:pt x="7413" y="9846"/>
                    <a:pt x="7475" y="8586"/>
                  </a:cubicBezTo>
                  <a:cubicBezTo>
                    <a:pt x="7481" y="8473"/>
                    <a:pt x="7419" y="8368"/>
                    <a:pt x="7317" y="8317"/>
                  </a:cubicBezTo>
                  <a:lnTo>
                    <a:pt x="6650" y="7983"/>
                  </a:lnTo>
                  <a:cubicBezTo>
                    <a:pt x="6543" y="7929"/>
                    <a:pt x="6543" y="7781"/>
                    <a:pt x="6650" y="7727"/>
                  </a:cubicBezTo>
                  <a:lnTo>
                    <a:pt x="7362" y="7370"/>
                  </a:lnTo>
                  <a:cubicBezTo>
                    <a:pt x="7457" y="7324"/>
                    <a:pt x="7519" y="7226"/>
                    <a:pt x="7519" y="7118"/>
                  </a:cubicBezTo>
                  <a:cubicBezTo>
                    <a:pt x="7541" y="4946"/>
                    <a:pt x="7370" y="2773"/>
                    <a:pt x="7007" y="601"/>
                  </a:cubicBezTo>
                  <a:cubicBezTo>
                    <a:pt x="5538" y="251"/>
                    <a:pt x="4066" y="51"/>
                    <a:pt x="2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3"/>
            <p:cNvSpPr/>
            <p:nvPr/>
          </p:nvSpPr>
          <p:spPr>
            <a:xfrm>
              <a:off x="5462572" y="2711939"/>
              <a:ext cx="288562" cy="358104"/>
            </a:xfrm>
            <a:custGeom>
              <a:rect b="b" l="l" r="r" t="t"/>
              <a:pathLst>
                <a:path extrusionOk="0" h="13507" w="10884">
                  <a:moveTo>
                    <a:pt x="5655" y="1"/>
                  </a:moveTo>
                  <a:cubicBezTo>
                    <a:pt x="3943" y="1"/>
                    <a:pt x="2229" y="205"/>
                    <a:pt x="517" y="614"/>
                  </a:cubicBezTo>
                  <a:cubicBezTo>
                    <a:pt x="234" y="2311"/>
                    <a:pt x="67" y="4005"/>
                    <a:pt x="18" y="5698"/>
                  </a:cubicBezTo>
                  <a:cubicBezTo>
                    <a:pt x="16" y="5808"/>
                    <a:pt x="76" y="5913"/>
                    <a:pt x="176" y="5961"/>
                  </a:cubicBezTo>
                  <a:lnTo>
                    <a:pt x="875" y="6312"/>
                  </a:lnTo>
                  <a:cubicBezTo>
                    <a:pt x="981" y="6363"/>
                    <a:pt x="981" y="6514"/>
                    <a:pt x="875" y="6567"/>
                  </a:cubicBezTo>
                  <a:lnTo>
                    <a:pt x="163" y="6922"/>
                  </a:lnTo>
                  <a:cubicBezTo>
                    <a:pt x="65" y="6968"/>
                    <a:pt x="1" y="7070"/>
                    <a:pt x="5" y="7179"/>
                  </a:cubicBezTo>
                  <a:cubicBezTo>
                    <a:pt x="27" y="9084"/>
                    <a:pt x="198" y="10989"/>
                    <a:pt x="517" y="12892"/>
                  </a:cubicBezTo>
                  <a:cubicBezTo>
                    <a:pt x="2232" y="13302"/>
                    <a:pt x="3946" y="13506"/>
                    <a:pt x="5659" y="13506"/>
                  </a:cubicBezTo>
                  <a:cubicBezTo>
                    <a:pt x="7373" y="13506"/>
                    <a:pt x="9086" y="13302"/>
                    <a:pt x="10800" y="12892"/>
                  </a:cubicBezTo>
                  <a:cubicBezTo>
                    <a:pt x="10831" y="12722"/>
                    <a:pt x="10857" y="12546"/>
                    <a:pt x="10884" y="12376"/>
                  </a:cubicBezTo>
                  <a:cubicBezTo>
                    <a:pt x="7216" y="11961"/>
                    <a:pt x="4366" y="8851"/>
                    <a:pt x="4366" y="5076"/>
                  </a:cubicBezTo>
                  <a:cubicBezTo>
                    <a:pt x="4366" y="3116"/>
                    <a:pt x="5135" y="1330"/>
                    <a:pt x="6388" y="13"/>
                  </a:cubicBezTo>
                  <a:cubicBezTo>
                    <a:pt x="6144" y="5"/>
                    <a:pt x="5899" y="1"/>
                    <a:pt x="56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3"/>
            <p:cNvSpPr/>
            <p:nvPr/>
          </p:nvSpPr>
          <p:spPr>
            <a:xfrm>
              <a:off x="5519839" y="2900443"/>
              <a:ext cx="185561" cy="11321"/>
            </a:xfrm>
            <a:custGeom>
              <a:rect b="b" l="l" r="r" t="t"/>
              <a:pathLst>
                <a:path extrusionOk="0" h="427" w="6999">
                  <a:moveTo>
                    <a:pt x="214" y="0"/>
                  </a:moveTo>
                  <a:cubicBezTo>
                    <a:pt x="99" y="0"/>
                    <a:pt x="1" y="93"/>
                    <a:pt x="1" y="213"/>
                  </a:cubicBezTo>
                  <a:cubicBezTo>
                    <a:pt x="1" y="331"/>
                    <a:pt x="96" y="426"/>
                    <a:pt x="214" y="426"/>
                  </a:cubicBezTo>
                  <a:lnTo>
                    <a:pt x="6783" y="426"/>
                  </a:lnTo>
                  <a:cubicBezTo>
                    <a:pt x="6901" y="426"/>
                    <a:pt x="6998" y="331"/>
                    <a:pt x="6996" y="213"/>
                  </a:cubicBezTo>
                  <a:cubicBezTo>
                    <a:pt x="6996" y="98"/>
                    <a:pt x="6901" y="0"/>
                    <a:pt x="6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3"/>
            <p:cNvSpPr/>
            <p:nvPr/>
          </p:nvSpPr>
          <p:spPr>
            <a:xfrm>
              <a:off x="5550143" y="2870165"/>
              <a:ext cx="124980" cy="11294"/>
            </a:xfrm>
            <a:custGeom>
              <a:rect b="b" l="l" r="r" t="t"/>
              <a:pathLst>
                <a:path extrusionOk="0" h="426" w="4714">
                  <a:moveTo>
                    <a:pt x="213" y="0"/>
                  </a:moveTo>
                  <a:cubicBezTo>
                    <a:pt x="98" y="0"/>
                    <a:pt x="0" y="93"/>
                    <a:pt x="0" y="213"/>
                  </a:cubicBezTo>
                  <a:cubicBezTo>
                    <a:pt x="0" y="331"/>
                    <a:pt x="96" y="426"/>
                    <a:pt x="213" y="426"/>
                  </a:cubicBezTo>
                  <a:lnTo>
                    <a:pt x="4498" y="426"/>
                  </a:lnTo>
                  <a:cubicBezTo>
                    <a:pt x="4616" y="426"/>
                    <a:pt x="4713" y="331"/>
                    <a:pt x="4711" y="213"/>
                  </a:cubicBezTo>
                  <a:cubicBezTo>
                    <a:pt x="4711" y="98"/>
                    <a:pt x="4616" y="0"/>
                    <a:pt x="44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3"/>
            <p:cNvSpPr/>
            <p:nvPr/>
          </p:nvSpPr>
          <p:spPr>
            <a:xfrm>
              <a:off x="5500962" y="2807304"/>
              <a:ext cx="223315" cy="34069"/>
            </a:xfrm>
            <a:custGeom>
              <a:rect b="b" l="l" r="r" t="t"/>
              <a:pathLst>
                <a:path extrusionOk="0" h="1285" w="8423">
                  <a:moveTo>
                    <a:pt x="500" y="0"/>
                  </a:moveTo>
                  <a:cubicBezTo>
                    <a:pt x="225" y="0"/>
                    <a:pt x="1" y="224"/>
                    <a:pt x="1" y="499"/>
                  </a:cubicBezTo>
                  <a:lnTo>
                    <a:pt x="1" y="1071"/>
                  </a:lnTo>
                  <a:cubicBezTo>
                    <a:pt x="1" y="1187"/>
                    <a:pt x="96" y="1284"/>
                    <a:pt x="214" y="1284"/>
                  </a:cubicBezTo>
                  <a:cubicBezTo>
                    <a:pt x="329" y="1284"/>
                    <a:pt x="427" y="1189"/>
                    <a:pt x="427" y="1071"/>
                  </a:cubicBezTo>
                  <a:lnTo>
                    <a:pt x="427" y="499"/>
                  </a:lnTo>
                  <a:cubicBezTo>
                    <a:pt x="427" y="461"/>
                    <a:pt x="460" y="428"/>
                    <a:pt x="500" y="428"/>
                  </a:cubicBezTo>
                  <a:lnTo>
                    <a:pt x="1070" y="428"/>
                  </a:lnTo>
                  <a:cubicBezTo>
                    <a:pt x="1110" y="428"/>
                    <a:pt x="1143" y="461"/>
                    <a:pt x="1143" y="499"/>
                  </a:cubicBezTo>
                  <a:lnTo>
                    <a:pt x="1143" y="785"/>
                  </a:lnTo>
                  <a:cubicBezTo>
                    <a:pt x="1143" y="1060"/>
                    <a:pt x="1367" y="1284"/>
                    <a:pt x="1642" y="1284"/>
                  </a:cubicBezTo>
                  <a:lnTo>
                    <a:pt x="2212" y="1284"/>
                  </a:lnTo>
                  <a:cubicBezTo>
                    <a:pt x="2487" y="1284"/>
                    <a:pt x="2711" y="1060"/>
                    <a:pt x="2711" y="785"/>
                  </a:cubicBezTo>
                  <a:lnTo>
                    <a:pt x="2711" y="499"/>
                  </a:lnTo>
                  <a:cubicBezTo>
                    <a:pt x="2711" y="461"/>
                    <a:pt x="2745" y="428"/>
                    <a:pt x="2784" y="428"/>
                  </a:cubicBezTo>
                  <a:lnTo>
                    <a:pt x="3354" y="428"/>
                  </a:lnTo>
                  <a:cubicBezTo>
                    <a:pt x="3394" y="428"/>
                    <a:pt x="3428" y="461"/>
                    <a:pt x="3428" y="499"/>
                  </a:cubicBezTo>
                  <a:lnTo>
                    <a:pt x="3428" y="785"/>
                  </a:lnTo>
                  <a:cubicBezTo>
                    <a:pt x="3428" y="1060"/>
                    <a:pt x="3652" y="1284"/>
                    <a:pt x="3927" y="1284"/>
                  </a:cubicBezTo>
                  <a:lnTo>
                    <a:pt x="4497" y="1284"/>
                  </a:lnTo>
                  <a:cubicBezTo>
                    <a:pt x="4772" y="1284"/>
                    <a:pt x="4996" y="1060"/>
                    <a:pt x="4996" y="785"/>
                  </a:cubicBezTo>
                  <a:lnTo>
                    <a:pt x="4996" y="499"/>
                  </a:lnTo>
                  <a:cubicBezTo>
                    <a:pt x="4996" y="461"/>
                    <a:pt x="5029" y="428"/>
                    <a:pt x="5069" y="428"/>
                  </a:cubicBezTo>
                  <a:lnTo>
                    <a:pt x="5639" y="428"/>
                  </a:lnTo>
                  <a:cubicBezTo>
                    <a:pt x="5679" y="428"/>
                    <a:pt x="5712" y="461"/>
                    <a:pt x="5712" y="499"/>
                  </a:cubicBezTo>
                  <a:lnTo>
                    <a:pt x="5712" y="785"/>
                  </a:lnTo>
                  <a:cubicBezTo>
                    <a:pt x="5712" y="1060"/>
                    <a:pt x="5936" y="1284"/>
                    <a:pt x="6211" y="1284"/>
                  </a:cubicBezTo>
                  <a:lnTo>
                    <a:pt x="6781" y="1284"/>
                  </a:lnTo>
                  <a:cubicBezTo>
                    <a:pt x="7056" y="1284"/>
                    <a:pt x="7280" y="1060"/>
                    <a:pt x="7280" y="785"/>
                  </a:cubicBezTo>
                  <a:lnTo>
                    <a:pt x="7280" y="499"/>
                  </a:lnTo>
                  <a:cubicBezTo>
                    <a:pt x="7280" y="461"/>
                    <a:pt x="7313" y="428"/>
                    <a:pt x="7353" y="428"/>
                  </a:cubicBezTo>
                  <a:lnTo>
                    <a:pt x="7923" y="428"/>
                  </a:lnTo>
                  <a:cubicBezTo>
                    <a:pt x="7963" y="428"/>
                    <a:pt x="7997" y="461"/>
                    <a:pt x="7997" y="499"/>
                  </a:cubicBezTo>
                  <a:lnTo>
                    <a:pt x="7997" y="1071"/>
                  </a:lnTo>
                  <a:cubicBezTo>
                    <a:pt x="7997" y="1187"/>
                    <a:pt x="8090" y="1284"/>
                    <a:pt x="8210" y="1284"/>
                  </a:cubicBezTo>
                  <a:cubicBezTo>
                    <a:pt x="8329" y="1284"/>
                    <a:pt x="8422" y="1187"/>
                    <a:pt x="8422" y="1071"/>
                  </a:cubicBezTo>
                  <a:lnTo>
                    <a:pt x="8422" y="499"/>
                  </a:lnTo>
                  <a:cubicBezTo>
                    <a:pt x="8422" y="224"/>
                    <a:pt x="8198" y="0"/>
                    <a:pt x="7923" y="0"/>
                  </a:cubicBezTo>
                  <a:lnTo>
                    <a:pt x="7353" y="0"/>
                  </a:lnTo>
                  <a:cubicBezTo>
                    <a:pt x="7078" y="0"/>
                    <a:pt x="6854" y="224"/>
                    <a:pt x="6854" y="499"/>
                  </a:cubicBezTo>
                  <a:lnTo>
                    <a:pt x="6854" y="785"/>
                  </a:lnTo>
                  <a:cubicBezTo>
                    <a:pt x="6854" y="823"/>
                    <a:pt x="6821" y="856"/>
                    <a:pt x="6781" y="856"/>
                  </a:cubicBezTo>
                  <a:lnTo>
                    <a:pt x="6211" y="856"/>
                  </a:lnTo>
                  <a:cubicBezTo>
                    <a:pt x="6171" y="856"/>
                    <a:pt x="6138" y="823"/>
                    <a:pt x="6138" y="785"/>
                  </a:cubicBezTo>
                  <a:lnTo>
                    <a:pt x="6138" y="499"/>
                  </a:lnTo>
                  <a:cubicBezTo>
                    <a:pt x="6138" y="224"/>
                    <a:pt x="5914" y="0"/>
                    <a:pt x="5639" y="0"/>
                  </a:cubicBezTo>
                  <a:lnTo>
                    <a:pt x="5069" y="0"/>
                  </a:lnTo>
                  <a:cubicBezTo>
                    <a:pt x="4794" y="0"/>
                    <a:pt x="4570" y="224"/>
                    <a:pt x="4570" y="499"/>
                  </a:cubicBezTo>
                  <a:lnTo>
                    <a:pt x="4570" y="785"/>
                  </a:lnTo>
                  <a:cubicBezTo>
                    <a:pt x="4570" y="823"/>
                    <a:pt x="4537" y="856"/>
                    <a:pt x="4497" y="856"/>
                  </a:cubicBezTo>
                  <a:lnTo>
                    <a:pt x="3927" y="856"/>
                  </a:lnTo>
                  <a:cubicBezTo>
                    <a:pt x="3887" y="856"/>
                    <a:pt x="3854" y="823"/>
                    <a:pt x="3854" y="785"/>
                  </a:cubicBezTo>
                  <a:lnTo>
                    <a:pt x="3854" y="499"/>
                  </a:lnTo>
                  <a:cubicBezTo>
                    <a:pt x="3854" y="224"/>
                    <a:pt x="3629" y="0"/>
                    <a:pt x="3354" y="0"/>
                  </a:cubicBezTo>
                  <a:lnTo>
                    <a:pt x="2784" y="0"/>
                  </a:lnTo>
                  <a:cubicBezTo>
                    <a:pt x="2509" y="0"/>
                    <a:pt x="2285" y="224"/>
                    <a:pt x="2285" y="499"/>
                  </a:cubicBezTo>
                  <a:lnTo>
                    <a:pt x="2285" y="785"/>
                  </a:lnTo>
                  <a:cubicBezTo>
                    <a:pt x="2285" y="823"/>
                    <a:pt x="2252" y="856"/>
                    <a:pt x="2212" y="856"/>
                  </a:cubicBezTo>
                  <a:lnTo>
                    <a:pt x="1642" y="856"/>
                  </a:lnTo>
                  <a:cubicBezTo>
                    <a:pt x="1602" y="856"/>
                    <a:pt x="1569" y="823"/>
                    <a:pt x="1569" y="785"/>
                  </a:cubicBezTo>
                  <a:lnTo>
                    <a:pt x="1569" y="499"/>
                  </a:lnTo>
                  <a:cubicBezTo>
                    <a:pt x="1569" y="224"/>
                    <a:pt x="1345" y="0"/>
                    <a:pt x="10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3"/>
            <p:cNvSpPr/>
            <p:nvPr/>
          </p:nvSpPr>
          <p:spPr>
            <a:xfrm>
              <a:off x="5500962" y="2944771"/>
              <a:ext cx="223315" cy="34016"/>
            </a:xfrm>
            <a:custGeom>
              <a:rect b="b" l="l" r="r" t="t"/>
              <a:pathLst>
                <a:path extrusionOk="0" h="1283" w="8423">
                  <a:moveTo>
                    <a:pt x="500" y="1"/>
                  </a:moveTo>
                  <a:cubicBezTo>
                    <a:pt x="225" y="1"/>
                    <a:pt x="1" y="225"/>
                    <a:pt x="1" y="500"/>
                  </a:cubicBezTo>
                  <a:lnTo>
                    <a:pt x="1" y="1070"/>
                  </a:lnTo>
                  <a:cubicBezTo>
                    <a:pt x="1" y="1187"/>
                    <a:pt x="96" y="1283"/>
                    <a:pt x="214" y="1283"/>
                  </a:cubicBezTo>
                  <a:cubicBezTo>
                    <a:pt x="329" y="1283"/>
                    <a:pt x="427" y="1189"/>
                    <a:pt x="427" y="1070"/>
                  </a:cubicBezTo>
                  <a:lnTo>
                    <a:pt x="427" y="500"/>
                  </a:lnTo>
                  <a:cubicBezTo>
                    <a:pt x="427" y="460"/>
                    <a:pt x="460" y="426"/>
                    <a:pt x="500" y="426"/>
                  </a:cubicBezTo>
                  <a:lnTo>
                    <a:pt x="1070" y="426"/>
                  </a:lnTo>
                  <a:cubicBezTo>
                    <a:pt x="1110" y="426"/>
                    <a:pt x="1143" y="460"/>
                    <a:pt x="1143" y="500"/>
                  </a:cubicBezTo>
                  <a:lnTo>
                    <a:pt x="1143" y="784"/>
                  </a:lnTo>
                  <a:cubicBezTo>
                    <a:pt x="1143" y="1059"/>
                    <a:pt x="1367" y="1283"/>
                    <a:pt x="1642" y="1283"/>
                  </a:cubicBezTo>
                  <a:lnTo>
                    <a:pt x="2212" y="1283"/>
                  </a:lnTo>
                  <a:cubicBezTo>
                    <a:pt x="2487" y="1283"/>
                    <a:pt x="2711" y="1059"/>
                    <a:pt x="2711" y="784"/>
                  </a:cubicBezTo>
                  <a:lnTo>
                    <a:pt x="2711" y="500"/>
                  </a:lnTo>
                  <a:cubicBezTo>
                    <a:pt x="2711" y="460"/>
                    <a:pt x="2745" y="426"/>
                    <a:pt x="2784" y="426"/>
                  </a:cubicBezTo>
                  <a:lnTo>
                    <a:pt x="3354" y="426"/>
                  </a:lnTo>
                  <a:cubicBezTo>
                    <a:pt x="3394" y="426"/>
                    <a:pt x="3428" y="460"/>
                    <a:pt x="3428" y="500"/>
                  </a:cubicBezTo>
                  <a:lnTo>
                    <a:pt x="3428" y="784"/>
                  </a:lnTo>
                  <a:cubicBezTo>
                    <a:pt x="3428" y="1059"/>
                    <a:pt x="3652" y="1283"/>
                    <a:pt x="3927" y="1283"/>
                  </a:cubicBezTo>
                  <a:lnTo>
                    <a:pt x="4497" y="1283"/>
                  </a:lnTo>
                  <a:cubicBezTo>
                    <a:pt x="4772" y="1283"/>
                    <a:pt x="4996" y="1059"/>
                    <a:pt x="4996" y="784"/>
                  </a:cubicBezTo>
                  <a:lnTo>
                    <a:pt x="4996" y="500"/>
                  </a:lnTo>
                  <a:cubicBezTo>
                    <a:pt x="4996" y="460"/>
                    <a:pt x="5029" y="426"/>
                    <a:pt x="5069" y="426"/>
                  </a:cubicBezTo>
                  <a:lnTo>
                    <a:pt x="5639" y="426"/>
                  </a:lnTo>
                  <a:cubicBezTo>
                    <a:pt x="5679" y="426"/>
                    <a:pt x="5712" y="460"/>
                    <a:pt x="5712" y="500"/>
                  </a:cubicBezTo>
                  <a:lnTo>
                    <a:pt x="5712" y="784"/>
                  </a:lnTo>
                  <a:cubicBezTo>
                    <a:pt x="5712" y="1059"/>
                    <a:pt x="5936" y="1283"/>
                    <a:pt x="6211" y="1283"/>
                  </a:cubicBezTo>
                  <a:lnTo>
                    <a:pt x="6781" y="1283"/>
                  </a:lnTo>
                  <a:cubicBezTo>
                    <a:pt x="7056" y="1283"/>
                    <a:pt x="7280" y="1059"/>
                    <a:pt x="7280" y="784"/>
                  </a:cubicBezTo>
                  <a:lnTo>
                    <a:pt x="7280" y="500"/>
                  </a:lnTo>
                  <a:cubicBezTo>
                    <a:pt x="7280" y="460"/>
                    <a:pt x="7313" y="426"/>
                    <a:pt x="7353" y="426"/>
                  </a:cubicBezTo>
                  <a:lnTo>
                    <a:pt x="7923" y="426"/>
                  </a:lnTo>
                  <a:cubicBezTo>
                    <a:pt x="7963" y="426"/>
                    <a:pt x="7997" y="460"/>
                    <a:pt x="7997" y="500"/>
                  </a:cubicBezTo>
                  <a:lnTo>
                    <a:pt x="7997" y="1070"/>
                  </a:lnTo>
                  <a:cubicBezTo>
                    <a:pt x="7997" y="1187"/>
                    <a:pt x="8090" y="1283"/>
                    <a:pt x="8210" y="1283"/>
                  </a:cubicBezTo>
                  <a:cubicBezTo>
                    <a:pt x="8329" y="1283"/>
                    <a:pt x="8422" y="1187"/>
                    <a:pt x="8422" y="1070"/>
                  </a:cubicBezTo>
                  <a:lnTo>
                    <a:pt x="8422" y="500"/>
                  </a:lnTo>
                  <a:cubicBezTo>
                    <a:pt x="8422" y="225"/>
                    <a:pt x="8198" y="1"/>
                    <a:pt x="7923" y="1"/>
                  </a:cubicBezTo>
                  <a:lnTo>
                    <a:pt x="7353" y="1"/>
                  </a:lnTo>
                  <a:cubicBezTo>
                    <a:pt x="7078" y="1"/>
                    <a:pt x="6854" y="225"/>
                    <a:pt x="6854" y="500"/>
                  </a:cubicBezTo>
                  <a:lnTo>
                    <a:pt x="6854" y="784"/>
                  </a:lnTo>
                  <a:cubicBezTo>
                    <a:pt x="6854" y="823"/>
                    <a:pt x="6821" y="857"/>
                    <a:pt x="6781" y="857"/>
                  </a:cubicBezTo>
                  <a:lnTo>
                    <a:pt x="6211" y="857"/>
                  </a:lnTo>
                  <a:cubicBezTo>
                    <a:pt x="6171" y="857"/>
                    <a:pt x="6138" y="823"/>
                    <a:pt x="6138" y="784"/>
                  </a:cubicBezTo>
                  <a:lnTo>
                    <a:pt x="6138" y="500"/>
                  </a:lnTo>
                  <a:cubicBezTo>
                    <a:pt x="6138" y="225"/>
                    <a:pt x="5914" y="1"/>
                    <a:pt x="5639" y="1"/>
                  </a:cubicBezTo>
                  <a:lnTo>
                    <a:pt x="5069" y="1"/>
                  </a:lnTo>
                  <a:cubicBezTo>
                    <a:pt x="4794" y="1"/>
                    <a:pt x="4570" y="225"/>
                    <a:pt x="4570" y="500"/>
                  </a:cubicBezTo>
                  <a:lnTo>
                    <a:pt x="4570" y="784"/>
                  </a:lnTo>
                  <a:cubicBezTo>
                    <a:pt x="4570" y="823"/>
                    <a:pt x="4537" y="857"/>
                    <a:pt x="4497" y="857"/>
                  </a:cubicBezTo>
                  <a:lnTo>
                    <a:pt x="3927" y="857"/>
                  </a:lnTo>
                  <a:cubicBezTo>
                    <a:pt x="3887" y="857"/>
                    <a:pt x="3854" y="823"/>
                    <a:pt x="3854" y="784"/>
                  </a:cubicBezTo>
                  <a:lnTo>
                    <a:pt x="3854" y="500"/>
                  </a:lnTo>
                  <a:cubicBezTo>
                    <a:pt x="3854" y="225"/>
                    <a:pt x="3629" y="1"/>
                    <a:pt x="3354" y="1"/>
                  </a:cubicBezTo>
                  <a:lnTo>
                    <a:pt x="2784" y="1"/>
                  </a:lnTo>
                  <a:cubicBezTo>
                    <a:pt x="2509" y="1"/>
                    <a:pt x="2285" y="225"/>
                    <a:pt x="2285" y="500"/>
                  </a:cubicBezTo>
                  <a:lnTo>
                    <a:pt x="2285" y="784"/>
                  </a:lnTo>
                  <a:cubicBezTo>
                    <a:pt x="2285" y="823"/>
                    <a:pt x="2252" y="857"/>
                    <a:pt x="2212" y="857"/>
                  </a:cubicBezTo>
                  <a:lnTo>
                    <a:pt x="1642" y="857"/>
                  </a:lnTo>
                  <a:cubicBezTo>
                    <a:pt x="1602" y="857"/>
                    <a:pt x="1569" y="823"/>
                    <a:pt x="1569" y="784"/>
                  </a:cubicBezTo>
                  <a:lnTo>
                    <a:pt x="1569" y="500"/>
                  </a:lnTo>
                  <a:cubicBezTo>
                    <a:pt x="1569" y="225"/>
                    <a:pt x="1345" y="1"/>
                    <a:pt x="10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3"/>
            <p:cNvSpPr/>
            <p:nvPr/>
          </p:nvSpPr>
          <p:spPr>
            <a:xfrm>
              <a:off x="5424367" y="2723498"/>
              <a:ext cx="376478" cy="37966"/>
            </a:xfrm>
            <a:custGeom>
              <a:rect b="b" l="l" r="r" t="t"/>
              <a:pathLst>
                <a:path extrusionOk="0" h="1432" w="14200">
                  <a:moveTo>
                    <a:pt x="716" y="1"/>
                  </a:moveTo>
                  <a:cubicBezTo>
                    <a:pt x="322" y="1"/>
                    <a:pt x="0" y="320"/>
                    <a:pt x="0" y="715"/>
                  </a:cubicBezTo>
                  <a:cubicBezTo>
                    <a:pt x="0" y="1110"/>
                    <a:pt x="319" y="1431"/>
                    <a:pt x="716" y="1431"/>
                  </a:cubicBezTo>
                  <a:lnTo>
                    <a:pt x="13483" y="1431"/>
                  </a:lnTo>
                  <a:cubicBezTo>
                    <a:pt x="13878" y="1431"/>
                    <a:pt x="14199" y="1112"/>
                    <a:pt x="14199" y="715"/>
                  </a:cubicBezTo>
                  <a:cubicBezTo>
                    <a:pt x="14199" y="322"/>
                    <a:pt x="13880" y="1"/>
                    <a:pt x="13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3"/>
            <p:cNvSpPr/>
            <p:nvPr/>
          </p:nvSpPr>
          <p:spPr>
            <a:xfrm>
              <a:off x="5581242" y="2702739"/>
              <a:ext cx="191712" cy="79538"/>
            </a:xfrm>
            <a:custGeom>
              <a:rect b="b" l="l" r="r" t="t"/>
              <a:pathLst>
                <a:path extrusionOk="0" h="3000" w="7231">
                  <a:moveTo>
                    <a:pt x="1003" y="1"/>
                  </a:moveTo>
                  <a:cubicBezTo>
                    <a:pt x="907" y="1"/>
                    <a:pt x="811" y="1"/>
                    <a:pt x="715" y="1"/>
                  </a:cubicBezTo>
                  <a:cubicBezTo>
                    <a:pt x="169" y="342"/>
                    <a:pt x="0" y="542"/>
                    <a:pt x="0" y="828"/>
                  </a:cubicBezTo>
                  <a:cubicBezTo>
                    <a:pt x="0" y="1680"/>
                    <a:pt x="511" y="2427"/>
                    <a:pt x="1713" y="2999"/>
                  </a:cubicBezTo>
                  <a:cubicBezTo>
                    <a:pt x="3310" y="2995"/>
                    <a:pt x="4904" y="2975"/>
                    <a:pt x="6499" y="2937"/>
                  </a:cubicBezTo>
                  <a:cubicBezTo>
                    <a:pt x="6747" y="2933"/>
                    <a:pt x="6965" y="2766"/>
                    <a:pt x="7033" y="2525"/>
                  </a:cubicBezTo>
                  <a:cubicBezTo>
                    <a:pt x="7231" y="1844"/>
                    <a:pt x="7231" y="1158"/>
                    <a:pt x="7033" y="475"/>
                  </a:cubicBezTo>
                  <a:cubicBezTo>
                    <a:pt x="6967" y="238"/>
                    <a:pt x="6747" y="67"/>
                    <a:pt x="6499" y="63"/>
                  </a:cubicBezTo>
                  <a:cubicBezTo>
                    <a:pt x="4668" y="21"/>
                    <a:pt x="2834" y="1"/>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3"/>
            <p:cNvSpPr/>
            <p:nvPr/>
          </p:nvSpPr>
          <p:spPr>
            <a:xfrm>
              <a:off x="5452232" y="2702792"/>
              <a:ext cx="174426" cy="79484"/>
            </a:xfrm>
            <a:custGeom>
              <a:rect b="b" l="l" r="r" t="t"/>
              <a:pathLst>
                <a:path extrusionOk="0" h="2998" w="6579">
                  <a:moveTo>
                    <a:pt x="5578" y="1"/>
                  </a:moveTo>
                  <a:lnTo>
                    <a:pt x="5578" y="1"/>
                  </a:lnTo>
                  <a:cubicBezTo>
                    <a:pt x="3962" y="3"/>
                    <a:pt x="2349" y="23"/>
                    <a:pt x="732" y="61"/>
                  </a:cubicBezTo>
                  <a:cubicBezTo>
                    <a:pt x="484" y="67"/>
                    <a:pt x="266" y="234"/>
                    <a:pt x="198" y="473"/>
                  </a:cubicBezTo>
                  <a:cubicBezTo>
                    <a:pt x="0" y="1156"/>
                    <a:pt x="0" y="1842"/>
                    <a:pt x="198" y="2523"/>
                  </a:cubicBezTo>
                  <a:cubicBezTo>
                    <a:pt x="264" y="2762"/>
                    <a:pt x="484" y="2931"/>
                    <a:pt x="732" y="2935"/>
                  </a:cubicBezTo>
                  <a:cubicBezTo>
                    <a:pt x="2518" y="2976"/>
                    <a:pt x="4304" y="2998"/>
                    <a:pt x="6088" y="2998"/>
                  </a:cubicBezTo>
                  <a:cubicBezTo>
                    <a:pt x="6252" y="2998"/>
                    <a:pt x="6415" y="2998"/>
                    <a:pt x="6579" y="2997"/>
                  </a:cubicBezTo>
                  <a:cubicBezTo>
                    <a:pt x="5876" y="2445"/>
                    <a:pt x="5436" y="1678"/>
                    <a:pt x="5434" y="828"/>
                  </a:cubicBezTo>
                  <a:cubicBezTo>
                    <a:pt x="5434" y="540"/>
                    <a:pt x="5485" y="263"/>
                    <a:pt x="5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3"/>
            <p:cNvSpPr/>
            <p:nvPr/>
          </p:nvSpPr>
          <p:spPr>
            <a:xfrm>
              <a:off x="5424367" y="3020385"/>
              <a:ext cx="376478" cy="37966"/>
            </a:xfrm>
            <a:custGeom>
              <a:rect b="b" l="l" r="r" t="t"/>
              <a:pathLst>
                <a:path extrusionOk="0" h="1432" w="14200">
                  <a:moveTo>
                    <a:pt x="716" y="1"/>
                  </a:moveTo>
                  <a:cubicBezTo>
                    <a:pt x="322" y="1"/>
                    <a:pt x="0" y="320"/>
                    <a:pt x="0" y="715"/>
                  </a:cubicBezTo>
                  <a:cubicBezTo>
                    <a:pt x="0" y="1110"/>
                    <a:pt x="319" y="1431"/>
                    <a:pt x="716" y="1431"/>
                  </a:cubicBezTo>
                  <a:lnTo>
                    <a:pt x="13483" y="1431"/>
                  </a:lnTo>
                  <a:cubicBezTo>
                    <a:pt x="13878" y="1429"/>
                    <a:pt x="14199" y="1110"/>
                    <a:pt x="14199" y="715"/>
                  </a:cubicBezTo>
                  <a:cubicBezTo>
                    <a:pt x="14199" y="322"/>
                    <a:pt x="13880" y="1"/>
                    <a:pt x="13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3"/>
            <p:cNvSpPr/>
            <p:nvPr/>
          </p:nvSpPr>
          <p:spPr>
            <a:xfrm>
              <a:off x="5581242" y="2999573"/>
              <a:ext cx="191712" cy="79484"/>
            </a:xfrm>
            <a:custGeom>
              <a:rect b="b" l="l" r="r" t="t"/>
              <a:pathLst>
                <a:path extrusionOk="0" h="2998" w="7231">
                  <a:moveTo>
                    <a:pt x="1033" y="1"/>
                  </a:moveTo>
                  <a:cubicBezTo>
                    <a:pt x="927" y="1"/>
                    <a:pt x="821" y="1"/>
                    <a:pt x="715" y="1"/>
                  </a:cubicBezTo>
                  <a:cubicBezTo>
                    <a:pt x="169" y="342"/>
                    <a:pt x="0" y="542"/>
                    <a:pt x="0" y="828"/>
                  </a:cubicBezTo>
                  <a:cubicBezTo>
                    <a:pt x="0" y="1677"/>
                    <a:pt x="511" y="2427"/>
                    <a:pt x="1713" y="2997"/>
                  </a:cubicBezTo>
                  <a:cubicBezTo>
                    <a:pt x="3310" y="2995"/>
                    <a:pt x="4904" y="2973"/>
                    <a:pt x="6499" y="2937"/>
                  </a:cubicBezTo>
                  <a:cubicBezTo>
                    <a:pt x="6747" y="2931"/>
                    <a:pt x="6965" y="2764"/>
                    <a:pt x="7033" y="2525"/>
                  </a:cubicBezTo>
                  <a:cubicBezTo>
                    <a:pt x="7231" y="1842"/>
                    <a:pt x="7231" y="1161"/>
                    <a:pt x="7033" y="475"/>
                  </a:cubicBezTo>
                  <a:cubicBezTo>
                    <a:pt x="6967" y="236"/>
                    <a:pt x="6747" y="67"/>
                    <a:pt x="6499" y="61"/>
                  </a:cubicBezTo>
                  <a:cubicBezTo>
                    <a:pt x="4678" y="19"/>
                    <a:pt x="2854" y="1"/>
                    <a:pt x="1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3"/>
            <p:cNvSpPr/>
            <p:nvPr/>
          </p:nvSpPr>
          <p:spPr>
            <a:xfrm>
              <a:off x="5452232" y="2999573"/>
              <a:ext cx="174426" cy="79511"/>
            </a:xfrm>
            <a:custGeom>
              <a:rect b="b" l="l" r="r" t="t"/>
              <a:pathLst>
                <a:path extrusionOk="0" h="2999" w="6579">
                  <a:moveTo>
                    <a:pt x="5578" y="1"/>
                  </a:moveTo>
                  <a:lnTo>
                    <a:pt x="5578" y="1"/>
                  </a:lnTo>
                  <a:cubicBezTo>
                    <a:pt x="3962" y="3"/>
                    <a:pt x="2349" y="23"/>
                    <a:pt x="732" y="63"/>
                  </a:cubicBezTo>
                  <a:cubicBezTo>
                    <a:pt x="484" y="67"/>
                    <a:pt x="266" y="234"/>
                    <a:pt x="198" y="475"/>
                  </a:cubicBezTo>
                  <a:cubicBezTo>
                    <a:pt x="0" y="1156"/>
                    <a:pt x="0" y="1842"/>
                    <a:pt x="198" y="2525"/>
                  </a:cubicBezTo>
                  <a:cubicBezTo>
                    <a:pt x="264" y="2762"/>
                    <a:pt x="484" y="2931"/>
                    <a:pt x="732" y="2937"/>
                  </a:cubicBezTo>
                  <a:cubicBezTo>
                    <a:pt x="2454" y="2976"/>
                    <a:pt x="4175" y="2998"/>
                    <a:pt x="5895" y="2998"/>
                  </a:cubicBezTo>
                  <a:cubicBezTo>
                    <a:pt x="6123" y="2998"/>
                    <a:pt x="6351" y="2998"/>
                    <a:pt x="6579" y="2997"/>
                  </a:cubicBezTo>
                  <a:cubicBezTo>
                    <a:pt x="5876" y="2447"/>
                    <a:pt x="5436" y="1677"/>
                    <a:pt x="5434" y="830"/>
                  </a:cubicBezTo>
                  <a:cubicBezTo>
                    <a:pt x="5434" y="542"/>
                    <a:pt x="5485" y="265"/>
                    <a:pt x="5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43"/>
          <p:cNvGrpSpPr/>
          <p:nvPr/>
        </p:nvGrpSpPr>
        <p:grpSpPr>
          <a:xfrm>
            <a:off x="3327349" y="3534273"/>
            <a:ext cx="376371" cy="376318"/>
            <a:chOff x="5424474" y="1439286"/>
            <a:chExt cx="376371" cy="376318"/>
          </a:xfrm>
        </p:grpSpPr>
        <p:sp>
          <p:nvSpPr>
            <p:cNvPr id="2488" name="Google Shape;2488;p43"/>
            <p:cNvSpPr/>
            <p:nvPr/>
          </p:nvSpPr>
          <p:spPr>
            <a:xfrm>
              <a:off x="5528429" y="1672887"/>
              <a:ext cx="168381" cy="142717"/>
            </a:xfrm>
            <a:custGeom>
              <a:rect b="b" l="l" r="r" t="t"/>
              <a:pathLst>
                <a:path extrusionOk="0" h="5383" w="6351">
                  <a:moveTo>
                    <a:pt x="1748" y="0"/>
                  </a:moveTo>
                  <a:lnTo>
                    <a:pt x="1748" y="2520"/>
                  </a:lnTo>
                  <a:cubicBezTo>
                    <a:pt x="1748" y="2874"/>
                    <a:pt x="1928" y="3229"/>
                    <a:pt x="1775" y="3538"/>
                  </a:cubicBezTo>
                  <a:cubicBezTo>
                    <a:pt x="1715" y="3662"/>
                    <a:pt x="1378" y="3771"/>
                    <a:pt x="1296" y="3884"/>
                  </a:cubicBezTo>
                  <a:cubicBezTo>
                    <a:pt x="1190" y="4023"/>
                    <a:pt x="1068" y="4152"/>
                    <a:pt x="932" y="4270"/>
                  </a:cubicBezTo>
                  <a:lnTo>
                    <a:pt x="207" y="4879"/>
                  </a:lnTo>
                  <a:cubicBezTo>
                    <a:pt x="1" y="5050"/>
                    <a:pt x="123" y="5383"/>
                    <a:pt x="389" y="5383"/>
                  </a:cubicBezTo>
                  <a:lnTo>
                    <a:pt x="5963" y="5383"/>
                  </a:lnTo>
                  <a:cubicBezTo>
                    <a:pt x="6229" y="5383"/>
                    <a:pt x="6351" y="5050"/>
                    <a:pt x="6144" y="4879"/>
                  </a:cubicBezTo>
                  <a:lnTo>
                    <a:pt x="5419" y="4270"/>
                  </a:lnTo>
                  <a:cubicBezTo>
                    <a:pt x="5284" y="4154"/>
                    <a:pt x="5162" y="4026"/>
                    <a:pt x="5055" y="3884"/>
                  </a:cubicBezTo>
                  <a:cubicBezTo>
                    <a:pt x="4987" y="3788"/>
                    <a:pt x="4698" y="3684"/>
                    <a:pt x="4645" y="3580"/>
                  </a:cubicBezTo>
                  <a:cubicBezTo>
                    <a:pt x="4474" y="3254"/>
                    <a:pt x="4603" y="2897"/>
                    <a:pt x="4603" y="2520"/>
                  </a:cubicBezTo>
                  <a:lnTo>
                    <a:pt x="46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3"/>
            <p:cNvSpPr/>
            <p:nvPr/>
          </p:nvSpPr>
          <p:spPr>
            <a:xfrm>
              <a:off x="5562710" y="1672887"/>
              <a:ext cx="99767" cy="103028"/>
            </a:xfrm>
            <a:custGeom>
              <a:rect b="b" l="l" r="r" t="t"/>
              <a:pathLst>
                <a:path extrusionOk="0" h="3886" w="3763">
                  <a:moveTo>
                    <a:pt x="453" y="0"/>
                  </a:moveTo>
                  <a:lnTo>
                    <a:pt x="453" y="2522"/>
                  </a:lnTo>
                  <a:cubicBezTo>
                    <a:pt x="453" y="3019"/>
                    <a:pt x="291" y="3496"/>
                    <a:pt x="1" y="3886"/>
                  </a:cubicBezTo>
                  <a:lnTo>
                    <a:pt x="3762" y="3886"/>
                  </a:lnTo>
                  <a:cubicBezTo>
                    <a:pt x="3472" y="3496"/>
                    <a:pt x="3310" y="3016"/>
                    <a:pt x="3308" y="2520"/>
                  </a:cubicBezTo>
                  <a:lnTo>
                    <a:pt x="33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3"/>
            <p:cNvSpPr/>
            <p:nvPr/>
          </p:nvSpPr>
          <p:spPr>
            <a:xfrm>
              <a:off x="5518964" y="1439286"/>
              <a:ext cx="205180" cy="236147"/>
            </a:xfrm>
            <a:custGeom>
              <a:rect b="b" l="l" r="r" t="t"/>
              <a:pathLst>
                <a:path extrusionOk="0" h="8907" w="7739">
                  <a:moveTo>
                    <a:pt x="3992" y="0"/>
                  </a:moveTo>
                  <a:cubicBezTo>
                    <a:pt x="3865" y="0"/>
                    <a:pt x="3739" y="84"/>
                    <a:pt x="3711" y="232"/>
                  </a:cubicBezTo>
                  <a:cubicBezTo>
                    <a:pt x="3611" y="758"/>
                    <a:pt x="3390" y="1272"/>
                    <a:pt x="2984" y="1734"/>
                  </a:cubicBezTo>
                  <a:cubicBezTo>
                    <a:pt x="1686" y="3107"/>
                    <a:pt x="7" y="4324"/>
                    <a:pt x="1" y="6125"/>
                  </a:cubicBezTo>
                  <a:cubicBezTo>
                    <a:pt x="1" y="7771"/>
                    <a:pt x="1866" y="8906"/>
                    <a:pt x="3514" y="8906"/>
                  </a:cubicBezTo>
                  <a:cubicBezTo>
                    <a:pt x="5463" y="8906"/>
                    <a:pt x="7739" y="7649"/>
                    <a:pt x="6883" y="4766"/>
                  </a:cubicBezTo>
                  <a:cubicBezTo>
                    <a:pt x="6741" y="4291"/>
                    <a:pt x="6501" y="3912"/>
                    <a:pt x="6342" y="3424"/>
                  </a:cubicBezTo>
                  <a:cubicBezTo>
                    <a:pt x="6266" y="3198"/>
                    <a:pt x="6246" y="2976"/>
                    <a:pt x="6266" y="2758"/>
                  </a:cubicBezTo>
                  <a:cubicBezTo>
                    <a:pt x="6282" y="2575"/>
                    <a:pt x="6135" y="2448"/>
                    <a:pt x="5981" y="2448"/>
                  </a:cubicBezTo>
                  <a:cubicBezTo>
                    <a:pt x="5913" y="2448"/>
                    <a:pt x="5843" y="2473"/>
                    <a:pt x="5785" y="2528"/>
                  </a:cubicBezTo>
                  <a:cubicBezTo>
                    <a:pt x="5654" y="2650"/>
                    <a:pt x="5532" y="2781"/>
                    <a:pt x="5423" y="2918"/>
                  </a:cubicBezTo>
                  <a:cubicBezTo>
                    <a:pt x="5365" y="2993"/>
                    <a:pt x="5285" y="3026"/>
                    <a:pt x="5206" y="3026"/>
                  </a:cubicBezTo>
                  <a:cubicBezTo>
                    <a:pt x="5057" y="3026"/>
                    <a:pt x="4911" y="2909"/>
                    <a:pt x="4916" y="2730"/>
                  </a:cubicBezTo>
                  <a:cubicBezTo>
                    <a:pt x="4924" y="2486"/>
                    <a:pt x="4922" y="2242"/>
                    <a:pt x="4902" y="1998"/>
                  </a:cubicBezTo>
                  <a:cubicBezTo>
                    <a:pt x="4807" y="1361"/>
                    <a:pt x="4576" y="720"/>
                    <a:pt x="4235" y="141"/>
                  </a:cubicBezTo>
                  <a:cubicBezTo>
                    <a:pt x="4178" y="45"/>
                    <a:pt x="4085" y="0"/>
                    <a:pt x="3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3"/>
            <p:cNvSpPr/>
            <p:nvPr/>
          </p:nvSpPr>
          <p:spPr>
            <a:xfrm>
              <a:off x="5574879" y="1533644"/>
              <a:ext cx="80598" cy="104327"/>
            </a:xfrm>
            <a:custGeom>
              <a:rect b="b" l="l" r="r" t="t"/>
              <a:pathLst>
                <a:path extrusionOk="0" h="3935" w="3040">
                  <a:moveTo>
                    <a:pt x="1440" y="0"/>
                  </a:moveTo>
                  <a:cubicBezTo>
                    <a:pt x="1364" y="0"/>
                    <a:pt x="1287" y="30"/>
                    <a:pt x="1230" y="95"/>
                  </a:cubicBezTo>
                  <a:cubicBezTo>
                    <a:pt x="504" y="905"/>
                    <a:pt x="1" y="1781"/>
                    <a:pt x="23" y="2568"/>
                  </a:cubicBezTo>
                  <a:cubicBezTo>
                    <a:pt x="28" y="3245"/>
                    <a:pt x="496" y="3935"/>
                    <a:pt x="1343" y="3935"/>
                  </a:cubicBezTo>
                  <a:cubicBezTo>
                    <a:pt x="2381" y="3935"/>
                    <a:pt x="3039" y="3070"/>
                    <a:pt x="2753" y="2069"/>
                  </a:cubicBezTo>
                  <a:cubicBezTo>
                    <a:pt x="2536" y="1306"/>
                    <a:pt x="1939" y="818"/>
                    <a:pt x="1709" y="189"/>
                  </a:cubicBezTo>
                  <a:cubicBezTo>
                    <a:pt x="1665" y="68"/>
                    <a:pt x="1553" y="0"/>
                    <a:pt x="1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3"/>
            <p:cNvSpPr/>
            <p:nvPr/>
          </p:nvSpPr>
          <p:spPr>
            <a:xfrm>
              <a:off x="5559555" y="1609416"/>
              <a:ext cx="223341" cy="151466"/>
            </a:xfrm>
            <a:custGeom>
              <a:rect b="b" l="l" r="r" t="t"/>
              <a:pathLst>
                <a:path extrusionOk="0" h="5713" w="8424">
                  <a:moveTo>
                    <a:pt x="1204" y="1"/>
                  </a:moveTo>
                  <a:cubicBezTo>
                    <a:pt x="430" y="538"/>
                    <a:pt x="0" y="1214"/>
                    <a:pt x="0" y="1877"/>
                  </a:cubicBezTo>
                  <a:cubicBezTo>
                    <a:pt x="0" y="3390"/>
                    <a:pt x="572" y="4918"/>
                    <a:pt x="2857" y="5712"/>
                  </a:cubicBezTo>
                  <a:lnTo>
                    <a:pt x="4753" y="5712"/>
                  </a:lnTo>
                  <a:cubicBezTo>
                    <a:pt x="5665" y="5712"/>
                    <a:pt x="6499" y="5355"/>
                    <a:pt x="7117" y="4765"/>
                  </a:cubicBezTo>
                  <a:cubicBezTo>
                    <a:pt x="7117" y="4765"/>
                    <a:pt x="7108" y="4590"/>
                    <a:pt x="7173" y="4517"/>
                  </a:cubicBezTo>
                  <a:cubicBezTo>
                    <a:pt x="7237" y="4443"/>
                    <a:pt x="7499" y="4337"/>
                    <a:pt x="7499" y="4337"/>
                  </a:cubicBezTo>
                  <a:cubicBezTo>
                    <a:pt x="7863" y="3851"/>
                    <a:pt x="8102" y="3266"/>
                    <a:pt x="8164" y="2623"/>
                  </a:cubicBezTo>
                  <a:lnTo>
                    <a:pt x="8357" y="711"/>
                  </a:lnTo>
                  <a:lnTo>
                    <a:pt x="8038" y="354"/>
                  </a:lnTo>
                  <a:lnTo>
                    <a:pt x="84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3"/>
            <p:cNvSpPr/>
            <p:nvPr/>
          </p:nvSpPr>
          <p:spPr>
            <a:xfrm>
              <a:off x="5442237" y="1609257"/>
              <a:ext cx="340792" cy="151625"/>
            </a:xfrm>
            <a:custGeom>
              <a:rect b="b" l="l" r="r" t="t"/>
              <a:pathLst>
                <a:path extrusionOk="0" h="5719" w="12854">
                  <a:moveTo>
                    <a:pt x="0" y="0"/>
                  </a:moveTo>
                  <a:lnTo>
                    <a:pt x="73" y="717"/>
                  </a:lnTo>
                  <a:lnTo>
                    <a:pt x="264" y="2629"/>
                  </a:lnTo>
                  <a:cubicBezTo>
                    <a:pt x="329" y="3272"/>
                    <a:pt x="566" y="3857"/>
                    <a:pt x="930" y="4343"/>
                  </a:cubicBezTo>
                  <a:cubicBezTo>
                    <a:pt x="930" y="4343"/>
                    <a:pt x="1298" y="4474"/>
                    <a:pt x="1360" y="4543"/>
                  </a:cubicBezTo>
                  <a:cubicBezTo>
                    <a:pt x="1426" y="4618"/>
                    <a:pt x="1311" y="4771"/>
                    <a:pt x="1311" y="4771"/>
                  </a:cubicBezTo>
                  <a:cubicBezTo>
                    <a:pt x="1930" y="5361"/>
                    <a:pt x="2764" y="5718"/>
                    <a:pt x="3678" y="5718"/>
                  </a:cubicBezTo>
                  <a:lnTo>
                    <a:pt x="7286" y="5718"/>
                  </a:lnTo>
                  <a:cubicBezTo>
                    <a:pt x="6006" y="4762"/>
                    <a:pt x="5201" y="3396"/>
                    <a:pt x="5201" y="1883"/>
                  </a:cubicBezTo>
                  <a:cubicBezTo>
                    <a:pt x="5201" y="1650"/>
                    <a:pt x="5221" y="1420"/>
                    <a:pt x="5257" y="1196"/>
                  </a:cubicBezTo>
                  <a:cubicBezTo>
                    <a:pt x="5301" y="921"/>
                    <a:pt x="5543" y="721"/>
                    <a:pt x="5820" y="721"/>
                  </a:cubicBezTo>
                  <a:lnTo>
                    <a:pt x="12782" y="721"/>
                  </a:lnTo>
                  <a:lnTo>
                    <a:pt x="12782" y="717"/>
                  </a:lnTo>
                  <a:lnTo>
                    <a:pt x="128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3"/>
            <p:cNvSpPr/>
            <p:nvPr/>
          </p:nvSpPr>
          <p:spPr>
            <a:xfrm>
              <a:off x="5424474" y="1590380"/>
              <a:ext cx="376371" cy="26486"/>
            </a:xfrm>
            <a:custGeom>
              <a:rect b="b" l="l" r="r" t="t"/>
              <a:pathLst>
                <a:path extrusionOk="0" h="999" w="14196">
                  <a:moveTo>
                    <a:pt x="500" y="0"/>
                  </a:moveTo>
                  <a:cubicBezTo>
                    <a:pt x="224" y="0"/>
                    <a:pt x="0" y="222"/>
                    <a:pt x="0" y="499"/>
                  </a:cubicBezTo>
                  <a:cubicBezTo>
                    <a:pt x="0" y="774"/>
                    <a:pt x="222" y="998"/>
                    <a:pt x="500" y="998"/>
                  </a:cubicBezTo>
                  <a:lnTo>
                    <a:pt x="13692" y="998"/>
                  </a:lnTo>
                  <a:cubicBezTo>
                    <a:pt x="13969" y="998"/>
                    <a:pt x="14195" y="774"/>
                    <a:pt x="14191" y="499"/>
                  </a:cubicBezTo>
                  <a:cubicBezTo>
                    <a:pt x="14191" y="224"/>
                    <a:pt x="13969" y="0"/>
                    <a:pt x="136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3"/>
            <p:cNvSpPr/>
            <p:nvPr/>
          </p:nvSpPr>
          <p:spPr>
            <a:xfrm>
              <a:off x="5467000" y="1701574"/>
              <a:ext cx="291372" cy="34122"/>
            </a:xfrm>
            <a:custGeom>
              <a:rect b="b" l="l" r="r" t="t"/>
              <a:pathLst>
                <a:path extrusionOk="0" h="1287" w="10990">
                  <a:moveTo>
                    <a:pt x="1785" y="0"/>
                  </a:moveTo>
                  <a:cubicBezTo>
                    <a:pt x="1510" y="0"/>
                    <a:pt x="1286" y="227"/>
                    <a:pt x="1286" y="499"/>
                  </a:cubicBezTo>
                  <a:lnTo>
                    <a:pt x="1286" y="786"/>
                  </a:lnTo>
                  <a:cubicBezTo>
                    <a:pt x="1286" y="825"/>
                    <a:pt x="1253" y="859"/>
                    <a:pt x="1215" y="859"/>
                  </a:cubicBezTo>
                  <a:lnTo>
                    <a:pt x="0" y="859"/>
                  </a:lnTo>
                  <a:cubicBezTo>
                    <a:pt x="113" y="1014"/>
                    <a:pt x="242" y="1158"/>
                    <a:pt x="379" y="1287"/>
                  </a:cubicBezTo>
                  <a:lnTo>
                    <a:pt x="1211" y="1287"/>
                  </a:lnTo>
                  <a:cubicBezTo>
                    <a:pt x="1486" y="1287"/>
                    <a:pt x="1710" y="1063"/>
                    <a:pt x="1710" y="788"/>
                  </a:cubicBezTo>
                  <a:lnTo>
                    <a:pt x="1710" y="504"/>
                  </a:lnTo>
                  <a:cubicBezTo>
                    <a:pt x="1710" y="464"/>
                    <a:pt x="1743" y="431"/>
                    <a:pt x="1783" y="431"/>
                  </a:cubicBezTo>
                  <a:lnTo>
                    <a:pt x="2353" y="431"/>
                  </a:lnTo>
                  <a:cubicBezTo>
                    <a:pt x="2393" y="431"/>
                    <a:pt x="2426" y="464"/>
                    <a:pt x="2426" y="504"/>
                  </a:cubicBezTo>
                  <a:lnTo>
                    <a:pt x="2426" y="788"/>
                  </a:lnTo>
                  <a:cubicBezTo>
                    <a:pt x="2426" y="1063"/>
                    <a:pt x="2650" y="1287"/>
                    <a:pt x="2925" y="1287"/>
                  </a:cubicBezTo>
                  <a:lnTo>
                    <a:pt x="3495" y="1287"/>
                  </a:lnTo>
                  <a:cubicBezTo>
                    <a:pt x="3770" y="1287"/>
                    <a:pt x="3994" y="1063"/>
                    <a:pt x="3994" y="788"/>
                  </a:cubicBezTo>
                  <a:lnTo>
                    <a:pt x="3994" y="504"/>
                  </a:lnTo>
                  <a:cubicBezTo>
                    <a:pt x="3994" y="464"/>
                    <a:pt x="4028" y="431"/>
                    <a:pt x="4068" y="431"/>
                  </a:cubicBezTo>
                  <a:lnTo>
                    <a:pt x="4638" y="431"/>
                  </a:lnTo>
                  <a:cubicBezTo>
                    <a:pt x="4678" y="431"/>
                    <a:pt x="4711" y="464"/>
                    <a:pt x="4711" y="504"/>
                  </a:cubicBezTo>
                  <a:lnTo>
                    <a:pt x="4711" y="788"/>
                  </a:lnTo>
                  <a:cubicBezTo>
                    <a:pt x="4711" y="1063"/>
                    <a:pt x="4935" y="1287"/>
                    <a:pt x="5210" y="1287"/>
                  </a:cubicBezTo>
                  <a:lnTo>
                    <a:pt x="5780" y="1287"/>
                  </a:lnTo>
                  <a:cubicBezTo>
                    <a:pt x="6055" y="1287"/>
                    <a:pt x="6279" y="1063"/>
                    <a:pt x="6279" y="788"/>
                  </a:cubicBezTo>
                  <a:lnTo>
                    <a:pt x="6279" y="504"/>
                  </a:lnTo>
                  <a:cubicBezTo>
                    <a:pt x="6279" y="464"/>
                    <a:pt x="6312" y="431"/>
                    <a:pt x="6352" y="431"/>
                  </a:cubicBezTo>
                  <a:lnTo>
                    <a:pt x="6922" y="431"/>
                  </a:lnTo>
                  <a:cubicBezTo>
                    <a:pt x="6962" y="431"/>
                    <a:pt x="6995" y="464"/>
                    <a:pt x="6995" y="504"/>
                  </a:cubicBezTo>
                  <a:lnTo>
                    <a:pt x="6995" y="788"/>
                  </a:lnTo>
                  <a:cubicBezTo>
                    <a:pt x="6995" y="1063"/>
                    <a:pt x="7219" y="1287"/>
                    <a:pt x="7494" y="1287"/>
                  </a:cubicBezTo>
                  <a:lnTo>
                    <a:pt x="8067" y="1287"/>
                  </a:lnTo>
                  <a:cubicBezTo>
                    <a:pt x="8339" y="1287"/>
                    <a:pt x="8566" y="1063"/>
                    <a:pt x="8566" y="788"/>
                  </a:cubicBezTo>
                  <a:lnTo>
                    <a:pt x="8566" y="504"/>
                  </a:lnTo>
                  <a:cubicBezTo>
                    <a:pt x="8566" y="464"/>
                    <a:pt x="8599" y="431"/>
                    <a:pt x="8637" y="431"/>
                  </a:cubicBezTo>
                  <a:lnTo>
                    <a:pt x="9209" y="431"/>
                  </a:lnTo>
                  <a:cubicBezTo>
                    <a:pt x="9247" y="431"/>
                    <a:pt x="9280" y="464"/>
                    <a:pt x="9280" y="504"/>
                  </a:cubicBezTo>
                  <a:lnTo>
                    <a:pt x="9280" y="788"/>
                  </a:lnTo>
                  <a:cubicBezTo>
                    <a:pt x="9280" y="1063"/>
                    <a:pt x="9504" y="1287"/>
                    <a:pt x="9779" y="1287"/>
                  </a:cubicBezTo>
                  <a:lnTo>
                    <a:pt x="10611" y="1287"/>
                  </a:lnTo>
                  <a:cubicBezTo>
                    <a:pt x="10750" y="1154"/>
                    <a:pt x="10877" y="1010"/>
                    <a:pt x="10990" y="859"/>
                  </a:cubicBezTo>
                  <a:lnTo>
                    <a:pt x="9781" y="859"/>
                  </a:lnTo>
                  <a:cubicBezTo>
                    <a:pt x="9743" y="859"/>
                    <a:pt x="9710" y="825"/>
                    <a:pt x="9710" y="786"/>
                  </a:cubicBezTo>
                  <a:lnTo>
                    <a:pt x="9710" y="499"/>
                  </a:lnTo>
                  <a:cubicBezTo>
                    <a:pt x="9710" y="227"/>
                    <a:pt x="9486" y="0"/>
                    <a:pt x="9211" y="0"/>
                  </a:cubicBezTo>
                  <a:lnTo>
                    <a:pt x="8639" y="0"/>
                  </a:lnTo>
                  <a:cubicBezTo>
                    <a:pt x="8366" y="0"/>
                    <a:pt x="8140" y="227"/>
                    <a:pt x="8140" y="499"/>
                  </a:cubicBezTo>
                  <a:lnTo>
                    <a:pt x="8140" y="786"/>
                  </a:lnTo>
                  <a:cubicBezTo>
                    <a:pt x="8140" y="825"/>
                    <a:pt x="8107" y="859"/>
                    <a:pt x="8069" y="859"/>
                  </a:cubicBezTo>
                  <a:lnTo>
                    <a:pt x="7497" y="859"/>
                  </a:lnTo>
                  <a:cubicBezTo>
                    <a:pt x="7459" y="859"/>
                    <a:pt x="7426" y="825"/>
                    <a:pt x="7426" y="786"/>
                  </a:cubicBezTo>
                  <a:lnTo>
                    <a:pt x="7426" y="499"/>
                  </a:lnTo>
                  <a:cubicBezTo>
                    <a:pt x="7426" y="227"/>
                    <a:pt x="7199" y="0"/>
                    <a:pt x="6927" y="0"/>
                  </a:cubicBezTo>
                  <a:lnTo>
                    <a:pt x="6354" y="0"/>
                  </a:lnTo>
                  <a:cubicBezTo>
                    <a:pt x="6079" y="0"/>
                    <a:pt x="5855" y="227"/>
                    <a:pt x="5855" y="499"/>
                  </a:cubicBezTo>
                  <a:lnTo>
                    <a:pt x="5855" y="786"/>
                  </a:lnTo>
                  <a:cubicBezTo>
                    <a:pt x="5855" y="825"/>
                    <a:pt x="5822" y="859"/>
                    <a:pt x="5784" y="859"/>
                  </a:cubicBezTo>
                  <a:lnTo>
                    <a:pt x="5212" y="859"/>
                  </a:lnTo>
                  <a:cubicBezTo>
                    <a:pt x="5174" y="859"/>
                    <a:pt x="5141" y="825"/>
                    <a:pt x="5141" y="786"/>
                  </a:cubicBezTo>
                  <a:lnTo>
                    <a:pt x="5141" y="499"/>
                  </a:lnTo>
                  <a:cubicBezTo>
                    <a:pt x="5141" y="227"/>
                    <a:pt x="4915" y="0"/>
                    <a:pt x="4642" y="0"/>
                  </a:cubicBezTo>
                  <a:lnTo>
                    <a:pt x="4070" y="0"/>
                  </a:lnTo>
                  <a:cubicBezTo>
                    <a:pt x="3795" y="0"/>
                    <a:pt x="3571" y="227"/>
                    <a:pt x="3571" y="499"/>
                  </a:cubicBezTo>
                  <a:lnTo>
                    <a:pt x="3571" y="786"/>
                  </a:lnTo>
                  <a:cubicBezTo>
                    <a:pt x="3571" y="825"/>
                    <a:pt x="3538" y="859"/>
                    <a:pt x="3500" y="859"/>
                  </a:cubicBezTo>
                  <a:lnTo>
                    <a:pt x="2928" y="859"/>
                  </a:lnTo>
                  <a:cubicBezTo>
                    <a:pt x="2890" y="859"/>
                    <a:pt x="2857" y="825"/>
                    <a:pt x="2857" y="786"/>
                  </a:cubicBezTo>
                  <a:lnTo>
                    <a:pt x="2857" y="499"/>
                  </a:lnTo>
                  <a:cubicBezTo>
                    <a:pt x="2857" y="227"/>
                    <a:pt x="2630"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 name="Google Shape;2496;p43"/>
          <p:cNvGrpSpPr/>
          <p:nvPr/>
        </p:nvGrpSpPr>
        <p:grpSpPr>
          <a:xfrm>
            <a:off x="3349893" y="1758717"/>
            <a:ext cx="376371" cy="310514"/>
            <a:chOff x="3347855" y="2103954"/>
            <a:chExt cx="376371" cy="310514"/>
          </a:xfrm>
        </p:grpSpPr>
        <p:sp>
          <p:nvSpPr>
            <p:cNvPr id="2497" name="Google Shape;2497;p43"/>
            <p:cNvSpPr/>
            <p:nvPr/>
          </p:nvSpPr>
          <p:spPr>
            <a:xfrm>
              <a:off x="3408490" y="2103954"/>
              <a:ext cx="315737" cy="310514"/>
            </a:xfrm>
            <a:custGeom>
              <a:rect b="b" l="l" r="r" t="t"/>
              <a:pathLst>
                <a:path extrusionOk="0" h="11712" w="11909">
                  <a:moveTo>
                    <a:pt x="1821" y="1"/>
                  </a:moveTo>
                  <a:cubicBezTo>
                    <a:pt x="648" y="812"/>
                    <a:pt x="0" y="2467"/>
                    <a:pt x="0" y="3864"/>
                  </a:cubicBezTo>
                  <a:cubicBezTo>
                    <a:pt x="0" y="7555"/>
                    <a:pt x="2418" y="11128"/>
                    <a:pt x="6652" y="11709"/>
                  </a:cubicBezTo>
                  <a:lnTo>
                    <a:pt x="6911" y="11709"/>
                  </a:lnTo>
                  <a:cubicBezTo>
                    <a:pt x="7000" y="11709"/>
                    <a:pt x="7087" y="11667"/>
                    <a:pt x="7140" y="11594"/>
                  </a:cubicBezTo>
                  <a:lnTo>
                    <a:pt x="7457" y="11172"/>
                  </a:lnTo>
                  <a:cubicBezTo>
                    <a:pt x="7571" y="11023"/>
                    <a:pt x="7742" y="10948"/>
                    <a:pt x="7912" y="10948"/>
                  </a:cubicBezTo>
                  <a:cubicBezTo>
                    <a:pt x="8085" y="10948"/>
                    <a:pt x="8258" y="11025"/>
                    <a:pt x="8373" y="11179"/>
                  </a:cubicBezTo>
                  <a:lnTo>
                    <a:pt x="8681" y="11594"/>
                  </a:lnTo>
                  <a:cubicBezTo>
                    <a:pt x="8737" y="11669"/>
                    <a:pt x="8819" y="11711"/>
                    <a:pt x="8910" y="11711"/>
                  </a:cubicBezTo>
                  <a:lnTo>
                    <a:pt x="11050" y="11711"/>
                  </a:lnTo>
                  <a:cubicBezTo>
                    <a:pt x="11525" y="11711"/>
                    <a:pt x="11908" y="11328"/>
                    <a:pt x="11908" y="10855"/>
                  </a:cubicBezTo>
                  <a:lnTo>
                    <a:pt x="11908" y="857"/>
                  </a:lnTo>
                  <a:cubicBezTo>
                    <a:pt x="11908" y="382"/>
                    <a:pt x="11525" y="1"/>
                    <a:pt x="11050" y="1"/>
                  </a:cubicBezTo>
                  <a:lnTo>
                    <a:pt x="4157" y="1"/>
                  </a:lnTo>
                  <a:cubicBezTo>
                    <a:pt x="3975" y="1"/>
                    <a:pt x="3806" y="87"/>
                    <a:pt x="3698" y="231"/>
                  </a:cubicBezTo>
                  <a:lnTo>
                    <a:pt x="3476" y="531"/>
                  </a:lnTo>
                  <a:cubicBezTo>
                    <a:pt x="3362" y="685"/>
                    <a:pt x="3189" y="762"/>
                    <a:pt x="3017" y="762"/>
                  </a:cubicBezTo>
                  <a:cubicBezTo>
                    <a:pt x="2847" y="762"/>
                    <a:pt x="2677" y="687"/>
                    <a:pt x="2562" y="535"/>
                  </a:cubicBezTo>
                  <a:lnTo>
                    <a:pt x="2329" y="227"/>
                  </a:lnTo>
                  <a:cubicBezTo>
                    <a:pt x="2220" y="83"/>
                    <a:pt x="2052" y="1"/>
                    <a:pt x="18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3"/>
            <p:cNvSpPr/>
            <p:nvPr/>
          </p:nvSpPr>
          <p:spPr>
            <a:xfrm>
              <a:off x="3347855" y="2103954"/>
              <a:ext cx="236889" cy="310514"/>
            </a:xfrm>
            <a:custGeom>
              <a:rect b="b" l="l" r="r" t="t"/>
              <a:pathLst>
                <a:path extrusionOk="0" h="11712" w="8935">
                  <a:moveTo>
                    <a:pt x="857" y="1"/>
                  </a:moveTo>
                  <a:cubicBezTo>
                    <a:pt x="382" y="1"/>
                    <a:pt x="1" y="382"/>
                    <a:pt x="1" y="857"/>
                  </a:cubicBezTo>
                  <a:lnTo>
                    <a:pt x="1" y="10855"/>
                  </a:lnTo>
                  <a:cubicBezTo>
                    <a:pt x="1" y="11328"/>
                    <a:pt x="382" y="11711"/>
                    <a:pt x="857" y="11711"/>
                  </a:cubicBezTo>
                  <a:lnTo>
                    <a:pt x="8934" y="11711"/>
                  </a:lnTo>
                  <a:cubicBezTo>
                    <a:pt x="5581" y="10682"/>
                    <a:pt x="3141" y="7557"/>
                    <a:pt x="3143" y="3864"/>
                  </a:cubicBezTo>
                  <a:cubicBezTo>
                    <a:pt x="3143" y="2467"/>
                    <a:pt x="3494" y="1152"/>
                    <a:pt x="4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3"/>
            <p:cNvSpPr/>
            <p:nvPr/>
          </p:nvSpPr>
          <p:spPr>
            <a:xfrm>
              <a:off x="3654101" y="2276312"/>
              <a:ext cx="45495" cy="64293"/>
            </a:xfrm>
            <a:custGeom>
              <a:rect b="b" l="l" r="r" t="t"/>
              <a:pathLst>
                <a:path extrusionOk="0" h="2425" w="1716">
                  <a:moveTo>
                    <a:pt x="216" y="0"/>
                  </a:moveTo>
                  <a:cubicBezTo>
                    <a:pt x="96" y="0"/>
                    <a:pt x="1" y="98"/>
                    <a:pt x="1" y="213"/>
                  </a:cubicBezTo>
                  <a:cubicBezTo>
                    <a:pt x="1" y="262"/>
                    <a:pt x="16" y="306"/>
                    <a:pt x="43" y="340"/>
                  </a:cubicBezTo>
                  <a:lnTo>
                    <a:pt x="675" y="1211"/>
                  </a:lnTo>
                  <a:lnTo>
                    <a:pt x="43" y="2085"/>
                  </a:lnTo>
                  <a:cubicBezTo>
                    <a:pt x="18" y="2121"/>
                    <a:pt x="1" y="2163"/>
                    <a:pt x="1" y="2209"/>
                  </a:cubicBezTo>
                  <a:cubicBezTo>
                    <a:pt x="1" y="2329"/>
                    <a:pt x="98" y="2425"/>
                    <a:pt x="216" y="2425"/>
                  </a:cubicBezTo>
                  <a:lnTo>
                    <a:pt x="1500" y="2425"/>
                  </a:lnTo>
                  <a:cubicBezTo>
                    <a:pt x="1620" y="2425"/>
                    <a:pt x="1715" y="2327"/>
                    <a:pt x="1715" y="2209"/>
                  </a:cubicBezTo>
                  <a:lnTo>
                    <a:pt x="1715" y="1910"/>
                  </a:lnTo>
                  <a:cubicBezTo>
                    <a:pt x="1715" y="1792"/>
                    <a:pt x="1617" y="1697"/>
                    <a:pt x="1500" y="1697"/>
                  </a:cubicBezTo>
                  <a:cubicBezTo>
                    <a:pt x="1382" y="1697"/>
                    <a:pt x="1287" y="1795"/>
                    <a:pt x="1287" y="1910"/>
                  </a:cubicBezTo>
                  <a:lnTo>
                    <a:pt x="1287" y="1996"/>
                  </a:lnTo>
                  <a:lnTo>
                    <a:pt x="637" y="1996"/>
                  </a:lnTo>
                  <a:lnTo>
                    <a:pt x="1112" y="1338"/>
                  </a:lnTo>
                  <a:cubicBezTo>
                    <a:pt x="1167" y="1262"/>
                    <a:pt x="1167" y="1160"/>
                    <a:pt x="1112" y="1085"/>
                  </a:cubicBezTo>
                  <a:lnTo>
                    <a:pt x="637" y="424"/>
                  </a:lnTo>
                  <a:lnTo>
                    <a:pt x="1287" y="424"/>
                  </a:lnTo>
                  <a:lnTo>
                    <a:pt x="1287" y="510"/>
                  </a:lnTo>
                  <a:cubicBezTo>
                    <a:pt x="1287" y="630"/>
                    <a:pt x="1382" y="728"/>
                    <a:pt x="1500" y="728"/>
                  </a:cubicBezTo>
                  <a:cubicBezTo>
                    <a:pt x="1620" y="728"/>
                    <a:pt x="1715" y="630"/>
                    <a:pt x="1715" y="513"/>
                  </a:cubicBezTo>
                  <a:lnTo>
                    <a:pt x="1715" y="213"/>
                  </a:lnTo>
                  <a:cubicBezTo>
                    <a:pt x="1715" y="96"/>
                    <a:pt x="1617"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3"/>
            <p:cNvSpPr/>
            <p:nvPr/>
          </p:nvSpPr>
          <p:spPr>
            <a:xfrm>
              <a:off x="3372433" y="2276259"/>
              <a:ext cx="49313" cy="64346"/>
            </a:xfrm>
            <a:custGeom>
              <a:rect b="b" l="l" r="r" t="t"/>
              <a:pathLst>
                <a:path extrusionOk="0" h="2427" w="1860">
                  <a:moveTo>
                    <a:pt x="216" y="0"/>
                  </a:moveTo>
                  <a:cubicBezTo>
                    <a:pt x="96" y="0"/>
                    <a:pt x="1" y="98"/>
                    <a:pt x="1" y="213"/>
                  </a:cubicBezTo>
                  <a:cubicBezTo>
                    <a:pt x="1" y="320"/>
                    <a:pt x="78" y="408"/>
                    <a:pt x="178" y="424"/>
                  </a:cubicBezTo>
                  <a:lnTo>
                    <a:pt x="178" y="2001"/>
                  </a:lnTo>
                  <a:cubicBezTo>
                    <a:pt x="76" y="2018"/>
                    <a:pt x="1" y="2107"/>
                    <a:pt x="1" y="2211"/>
                  </a:cubicBezTo>
                  <a:cubicBezTo>
                    <a:pt x="1" y="2331"/>
                    <a:pt x="98" y="2427"/>
                    <a:pt x="216" y="2427"/>
                  </a:cubicBezTo>
                  <a:lnTo>
                    <a:pt x="573" y="2427"/>
                  </a:lnTo>
                  <a:cubicBezTo>
                    <a:pt x="693" y="2427"/>
                    <a:pt x="786" y="2329"/>
                    <a:pt x="786" y="2211"/>
                  </a:cubicBezTo>
                  <a:cubicBezTo>
                    <a:pt x="786" y="2107"/>
                    <a:pt x="708" y="2018"/>
                    <a:pt x="608" y="2001"/>
                  </a:cubicBezTo>
                  <a:lnTo>
                    <a:pt x="608" y="1428"/>
                  </a:lnTo>
                  <a:lnTo>
                    <a:pt x="1252" y="1428"/>
                  </a:lnTo>
                  <a:lnTo>
                    <a:pt x="1252" y="2001"/>
                  </a:lnTo>
                  <a:cubicBezTo>
                    <a:pt x="1150" y="2018"/>
                    <a:pt x="1074" y="2107"/>
                    <a:pt x="1074" y="2211"/>
                  </a:cubicBezTo>
                  <a:cubicBezTo>
                    <a:pt x="1074" y="2331"/>
                    <a:pt x="1172" y="2427"/>
                    <a:pt x="1287" y="2427"/>
                  </a:cubicBezTo>
                  <a:lnTo>
                    <a:pt x="1644" y="2427"/>
                  </a:lnTo>
                  <a:cubicBezTo>
                    <a:pt x="1764" y="2427"/>
                    <a:pt x="1859" y="2329"/>
                    <a:pt x="1859" y="2211"/>
                  </a:cubicBezTo>
                  <a:cubicBezTo>
                    <a:pt x="1857" y="2107"/>
                    <a:pt x="1782" y="2018"/>
                    <a:pt x="1680" y="2001"/>
                  </a:cubicBezTo>
                  <a:lnTo>
                    <a:pt x="1680" y="424"/>
                  </a:lnTo>
                  <a:cubicBezTo>
                    <a:pt x="1782" y="408"/>
                    <a:pt x="1857" y="320"/>
                    <a:pt x="1857" y="213"/>
                  </a:cubicBezTo>
                  <a:cubicBezTo>
                    <a:pt x="1857" y="93"/>
                    <a:pt x="1760" y="0"/>
                    <a:pt x="1642" y="0"/>
                  </a:cubicBezTo>
                  <a:lnTo>
                    <a:pt x="1285" y="0"/>
                  </a:lnTo>
                  <a:cubicBezTo>
                    <a:pt x="1165" y="0"/>
                    <a:pt x="1072" y="98"/>
                    <a:pt x="1072" y="213"/>
                  </a:cubicBezTo>
                  <a:cubicBezTo>
                    <a:pt x="1072" y="320"/>
                    <a:pt x="1150" y="408"/>
                    <a:pt x="1249" y="424"/>
                  </a:cubicBezTo>
                  <a:lnTo>
                    <a:pt x="1249" y="998"/>
                  </a:lnTo>
                  <a:lnTo>
                    <a:pt x="608" y="998"/>
                  </a:lnTo>
                  <a:lnTo>
                    <a:pt x="608" y="424"/>
                  </a:lnTo>
                  <a:cubicBezTo>
                    <a:pt x="710" y="408"/>
                    <a:pt x="786" y="320"/>
                    <a:pt x="786" y="213"/>
                  </a:cubicBezTo>
                  <a:cubicBezTo>
                    <a:pt x="786" y="93"/>
                    <a:pt x="688" y="0"/>
                    <a:pt x="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3"/>
            <p:cNvSpPr/>
            <p:nvPr/>
          </p:nvSpPr>
          <p:spPr>
            <a:xfrm>
              <a:off x="3623161" y="2276259"/>
              <a:ext cx="22748" cy="64346"/>
            </a:xfrm>
            <a:custGeom>
              <a:rect b="b" l="l" r="r" t="t"/>
              <a:pathLst>
                <a:path extrusionOk="0" h="2427" w="858">
                  <a:moveTo>
                    <a:pt x="214" y="0"/>
                  </a:moveTo>
                  <a:cubicBezTo>
                    <a:pt x="96" y="0"/>
                    <a:pt x="1" y="98"/>
                    <a:pt x="1" y="213"/>
                  </a:cubicBezTo>
                  <a:cubicBezTo>
                    <a:pt x="1" y="331"/>
                    <a:pt x="99" y="426"/>
                    <a:pt x="214" y="426"/>
                  </a:cubicBezTo>
                  <a:lnTo>
                    <a:pt x="214" y="1998"/>
                  </a:lnTo>
                  <a:cubicBezTo>
                    <a:pt x="96" y="1998"/>
                    <a:pt x="1" y="2096"/>
                    <a:pt x="1" y="2211"/>
                  </a:cubicBezTo>
                  <a:cubicBezTo>
                    <a:pt x="1" y="2329"/>
                    <a:pt x="99" y="2427"/>
                    <a:pt x="214" y="2427"/>
                  </a:cubicBezTo>
                  <a:lnTo>
                    <a:pt x="644" y="2427"/>
                  </a:lnTo>
                  <a:cubicBezTo>
                    <a:pt x="764" y="2427"/>
                    <a:pt x="857" y="2329"/>
                    <a:pt x="857" y="2211"/>
                  </a:cubicBezTo>
                  <a:cubicBezTo>
                    <a:pt x="857" y="2096"/>
                    <a:pt x="762" y="1998"/>
                    <a:pt x="644" y="1998"/>
                  </a:cubicBezTo>
                  <a:lnTo>
                    <a:pt x="644" y="426"/>
                  </a:lnTo>
                  <a:cubicBezTo>
                    <a:pt x="764" y="426"/>
                    <a:pt x="857" y="331"/>
                    <a:pt x="857" y="213"/>
                  </a:cubicBezTo>
                  <a:cubicBezTo>
                    <a:pt x="857" y="98"/>
                    <a:pt x="762"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3"/>
            <p:cNvSpPr/>
            <p:nvPr/>
          </p:nvSpPr>
          <p:spPr>
            <a:xfrm>
              <a:off x="3572204" y="2276259"/>
              <a:ext cx="45416" cy="64346"/>
            </a:xfrm>
            <a:custGeom>
              <a:rect b="b" l="l" r="r" t="t"/>
              <a:pathLst>
                <a:path extrusionOk="0" h="2427" w="1713">
                  <a:moveTo>
                    <a:pt x="1069" y="426"/>
                  </a:moveTo>
                  <a:cubicBezTo>
                    <a:pt x="1187" y="426"/>
                    <a:pt x="1282" y="557"/>
                    <a:pt x="1282" y="712"/>
                  </a:cubicBezTo>
                  <a:cubicBezTo>
                    <a:pt x="1282" y="867"/>
                    <a:pt x="1187" y="998"/>
                    <a:pt x="1069" y="998"/>
                  </a:cubicBezTo>
                  <a:lnTo>
                    <a:pt x="639" y="998"/>
                  </a:lnTo>
                  <a:lnTo>
                    <a:pt x="639" y="426"/>
                  </a:lnTo>
                  <a:close/>
                  <a:moveTo>
                    <a:pt x="213" y="0"/>
                  </a:moveTo>
                  <a:cubicBezTo>
                    <a:pt x="93" y="0"/>
                    <a:pt x="0" y="98"/>
                    <a:pt x="0" y="213"/>
                  </a:cubicBezTo>
                  <a:cubicBezTo>
                    <a:pt x="0" y="331"/>
                    <a:pt x="95" y="426"/>
                    <a:pt x="213" y="426"/>
                  </a:cubicBezTo>
                  <a:lnTo>
                    <a:pt x="213" y="2005"/>
                  </a:lnTo>
                  <a:cubicBezTo>
                    <a:pt x="122" y="2030"/>
                    <a:pt x="51" y="2112"/>
                    <a:pt x="51" y="2211"/>
                  </a:cubicBezTo>
                  <a:cubicBezTo>
                    <a:pt x="51" y="2331"/>
                    <a:pt x="149" y="2427"/>
                    <a:pt x="264" y="2427"/>
                  </a:cubicBezTo>
                  <a:lnTo>
                    <a:pt x="586" y="2427"/>
                  </a:lnTo>
                  <a:cubicBezTo>
                    <a:pt x="705" y="2427"/>
                    <a:pt x="801" y="2329"/>
                    <a:pt x="801" y="2211"/>
                  </a:cubicBezTo>
                  <a:cubicBezTo>
                    <a:pt x="801" y="2112"/>
                    <a:pt x="730" y="2030"/>
                    <a:pt x="639" y="2005"/>
                  </a:cubicBezTo>
                  <a:lnTo>
                    <a:pt x="639" y="1428"/>
                  </a:lnTo>
                  <a:lnTo>
                    <a:pt x="1069" y="1428"/>
                  </a:lnTo>
                  <a:cubicBezTo>
                    <a:pt x="1424" y="1428"/>
                    <a:pt x="1712" y="1107"/>
                    <a:pt x="1712" y="712"/>
                  </a:cubicBezTo>
                  <a:cubicBezTo>
                    <a:pt x="1712" y="320"/>
                    <a:pt x="1424" y="0"/>
                    <a:pt x="1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3"/>
            <p:cNvSpPr/>
            <p:nvPr/>
          </p:nvSpPr>
          <p:spPr>
            <a:xfrm>
              <a:off x="3461117" y="2276259"/>
              <a:ext cx="49181" cy="64240"/>
            </a:xfrm>
            <a:custGeom>
              <a:rect b="b" l="l" r="r" t="t"/>
              <a:pathLst>
                <a:path extrusionOk="0" h="2423" w="1855">
                  <a:moveTo>
                    <a:pt x="213" y="0"/>
                  </a:moveTo>
                  <a:cubicBezTo>
                    <a:pt x="94" y="0"/>
                    <a:pt x="0" y="98"/>
                    <a:pt x="0" y="213"/>
                  </a:cubicBezTo>
                  <a:cubicBezTo>
                    <a:pt x="0" y="333"/>
                    <a:pt x="98" y="426"/>
                    <a:pt x="213" y="426"/>
                  </a:cubicBezTo>
                  <a:lnTo>
                    <a:pt x="235" y="426"/>
                  </a:lnTo>
                  <a:lnTo>
                    <a:pt x="712" y="1269"/>
                  </a:lnTo>
                  <a:lnTo>
                    <a:pt x="712" y="2001"/>
                  </a:lnTo>
                  <a:cubicBezTo>
                    <a:pt x="619" y="2023"/>
                    <a:pt x="548" y="2109"/>
                    <a:pt x="548" y="2209"/>
                  </a:cubicBezTo>
                  <a:cubicBezTo>
                    <a:pt x="548" y="2329"/>
                    <a:pt x="646" y="2422"/>
                    <a:pt x="763" y="2422"/>
                  </a:cubicBezTo>
                  <a:lnTo>
                    <a:pt x="1087" y="2422"/>
                  </a:lnTo>
                  <a:cubicBezTo>
                    <a:pt x="1207" y="2422"/>
                    <a:pt x="1300" y="2327"/>
                    <a:pt x="1300" y="2209"/>
                  </a:cubicBezTo>
                  <a:cubicBezTo>
                    <a:pt x="1300" y="2109"/>
                    <a:pt x="1231" y="2023"/>
                    <a:pt x="1136" y="2001"/>
                  </a:cubicBezTo>
                  <a:lnTo>
                    <a:pt x="1136" y="1264"/>
                  </a:lnTo>
                  <a:lnTo>
                    <a:pt x="1611" y="424"/>
                  </a:lnTo>
                  <a:lnTo>
                    <a:pt x="1635" y="424"/>
                  </a:lnTo>
                  <a:cubicBezTo>
                    <a:pt x="1755" y="424"/>
                    <a:pt x="1848" y="326"/>
                    <a:pt x="1848" y="211"/>
                  </a:cubicBezTo>
                  <a:cubicBezTo>
                    <a:pt x="1855" y="93"/>
                    <a:pt x="1757" y="0"/>
                    <a:pt x="1639" y="0"/>
                  </a:cubicBezTo>
                  <a:lnTo>
                    <a:pt x="1313" y="0"/>
                  </a:lnTo>
                  <a:cubicBezTo>
                    <a:pt x="1196" y="0"/>
                    <a:pt x="1100" y="98"/>
                    <a:pt x="1100" y="213"/>
                  </a:cubicBezTo>
                  <a:cubicBezTo>
                    <a:pt x="1100" y="271"/>
                    <a:pt x="1123" y="322"/>
                    <a:pt x="1158" y="359"/>
                  </a:cubicBezTo>
                  <a:lnTo>
                    <a:pt x="923" y="776"/>
                  </a:lnTo>
                  <a:lnTo>
                    <a:pt x="690" y="364"/>
                  </a:lnTo>
                  <a:cubicBezTo>
                    <a:pt x="730" y="324"/>
                    <a:pt x="752" y="271"/>
                    <a:pt x="752" y="213"/>
                  </a:cubicBezTo>
                  <a:cubicBezTo>
                    <a:pt x="752" y="93"/>
                    <a:pt x="655"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3"/>
            <p:cNvSpPr/>
            <p:nvPr/>
          </p:nvSpPr>
          <p:spPr>
            <a:xfrm>
              <a:off x="3519630" y="2276179"/>
              <a:ext cx="45416" cy="64319"/>
            </a:xfrm>
            <a:custGeom>
              <a:rect b="b" l="l" r="r" t="t"/>
              <a:pathLst>
                <a:path extrusionOk="0" h="2426" w="1713">
                  <a:moveTo>
                    <a:pt x="1069" y="429"/>
                  </a:moveTo>
                  <a:cubicBezTo>
                    <a:pt x="1187" y="429"/>
                    <a:pt x="1284" y="560"/>
                    <a:pt x="1284" y="715"/>
                  </a:cubicBezTo>
                  <a:cubicBezTo>
                    <a:pt x="1284" y="870"/>
                    <a:pt x="1187" y="1001"/>
                    <a:pt x="1069" y="1001"/>
                  </a:cubicBezTo>
                  <a:lnTo>
                    <a:pt x="641" y="1001"/>
                  </a:lnTo>
                  <a:lnTo>
                    <a:pt x="641" y="429"/>
                  </a:lnTo>
                  <a:close/>
                  <a:moveTo>
                    <a:pt x="1069" y="1431"/>
                  </a:moveTo>
                  <a:cubicBezTo>
                    <a:pt x="1187" y="1431"/>
                    <a:pt x="1284" y="1560"/>
                    <a:pt x="1284" y="1715"/>
                  </a:cubicBezTo>
                  <a:cubicBezTo>
                    <a:pt x="1284" y="1871"/>
                    <a:pt x="1187" y="2001"/>
                    <a:pt x="1069" y="2001"/>
                  </a:cubicBezTo>
                  <a:lnTo>
                    <a:pt x="641" y="2001"/>
                  </a:lnTo>
                  <a:lnTo>
                    <a:pt x="641" y="1431"/>
                  </a:lnTo>
                  <a:close/>
                  <a:moveTo>
                    <a:pt x="213" y="1"/>
                  </a:moveTo>
                  <a:cubicBezTo>
                    <a:pt x="93" y="1"/>
                    <a:pt x="0" y="96"/>
                    <a:pt x="0" y="214"/>
                  </a:cubicBezTo>
                  <a:cubicBezTo>
                    <a:pt x="0" y="329"/>
                    <a:pt x="98" y="427"/>
                    <a:pt x="213" y="427"/>
                  </a:cubicBezTo>
                  <a:lnTo>
                    <a:pt x="213" y="1999"/>
                  </a:lnTo>
                  <a:cubicBezTo>
                    <a:pt x="93" y="1999"/>
                    <a:pt x="0" y="2097"/>
                    <a:pt x="0" y="2212"/>
                  </a:cubicBezTo>
                  <a:cubicBezTo>
                    <a:pt x="0" y="2330"/>
                    <a:pt x="98" y="2425"/>
                    <a:pt x="213" y="2425"/>
                  </a:cubicBezTo>
                  <a:lnTo>
                    <a:pt x="1069" y="2425"/>
                  </a:lnTo>
                  <a:cubicBezTo>
                    <a:pt x="1424" y="2425"/>
                    <a:pt x="1712" y="2103"/>
                    <a:pt x="1712" y="1711"/>
                  </a:cubicBezTo>
                  <a:cubicBezTo>
                    <a:pt x="1712" y="1516"/>
                    <a:pt x="1644" y="1338"/>
                    <a:pt x="1531" y="1212"/>
                  </a:cubicBezTo>
                  <a:cubicBezTo>
                    <a:pt x="1641" y="1088"/>
                    <a:pt x="1712" y="910"/>
                    <a:pt x="1712" y="715"/>
                  </a:cubicBezTo>
                  <a:cubicBezTo>
                    <a:pt x="1712" y="323"/>
                    <a:pt x="1424" y="1"/>
                    <a:pt x="10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3"/>
            <p:cNvSpPr/>
            <p:nvPr/>
          </p:nvSpPr>
          <p:spPr>
            <a:xfrm>
              <a:off x="3466181" y="2237789"/>
              <a:ext cx="18241" cy="27016"/>
            </a:xfrm>
            <a:custGeom>
              <a:rect b="b" l="l" r="r" t="t"/>
              <a:pathLst>
                <a:path extrusionOk="0" h="1019" w="688">
                  <a:moveTo>
                    <a:pt x="453" y="0"/>
                  </a:moveTo>
                  <a:cubicBezTo>
                    <a:pt x="400" y="0"/>
                    <a:pt x="347" y="20"/>
                    <a:pt x="306" y="58"/>
                  </a:cubicBezTo>
                  <a:cubicBezTo>
                    <a:pt x="95" y="258"/>
                    <a:pt x="0" y="513"/>
                    <a:pt x="22" y="821"/>
                  </a:cubicBezTo>
                  <a:cubicBezTo>
                    <a:pt x="31" y="932"/>
                    <a:pt x="124" y="1019"/>
                    <a:pt x="235" y="1019"/>
                  </a:cubicBezTo>
                  <a:lnTo>
                    <a:pt x="253" y="1019"/>
                  </a:lnTo>
                  <a:cubicBezTo>
                    <a:pt x="368" y="1010"/>
                    <a:pt x="457" y="908"/>
                    <a:pt x="450" y="788"/>
                  </a:cubicBezTo>
                  <a:cubicBezTo>
                    <a:pt x="437" y="611"/>
                    <a:pt x="486" y="477"/>
                    <a:pt x="599" y="369"/>
                  </a:cubicBezTo>
                  <a:cubicBezTo>
                    <a:pt x="685" y="289"/>
                    <a:pt x="688" y="154"/>
                    <a:pt x="608" y="67"/>
                  </a:cubicBezTo>
                  <a:cubicBezTo>
                    <a:pt x="567" y="22"/>
                    <a:pt x="510"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3"/>
            <p:cNvSpPr/>
            <p:nvPr/>
          </p:nvSpPr>
          <p:spPr>
            <a:xfrm>
              <a:off x="3487232" y="2242747"/>
              <a:ext cx="18585" cy="19778"/>
            </a:xfrm>
            <a:custGeom>
              <a:rect b="b" l="l" r="r" t="t"/>
              <a:pathLst>
                <a:path extrusionOk="0" h="746" w="701">
                  <a:moveTo>
                    <a:pt x="440" y="0"/>
                  </a:moveTo>
                  <a:cubicBezTo>
                    <a:pt x="328" y="0"/>
                    <a:pt x="262" y="101"/>
                    <a:pt x="233" y="149"/>
                  </a:cubicBezTo>
                  <a:cubicBezTo>
                    <a:pt x="193" y="211"/>
                    <a:pt x="104" y="348"/>
                    <a:pt x="62" y="415"/>
                  </a:cubicBezTo>
                  <a:cubicBezTo>
                    <a:pt x="0" y="514"/>
                    <a:pt x="29" y="648"/>
                    <a:pt x="129" y="712"/>
                  </a:cubicBezTo>
                  <a:cubicBezTo>
                    <a:pt x="166" y="734"/>
                    <a:pt x="204" y="745"/>
                    <a:pt x="244" y="745"/>
                  </a:cubicBezTo>
                  <a:cubicBezTo>
                    <a:pt x="315" y="745"/>
                    <a:pt x="384" y="712"/>
                    <a:pt x="426" y="645"/>
                  </a:cubicBezTo>
                  <a:cubicBezTo>
                    <a:pt x="506" y="519"/>
                    <a:pt x="599" y="370"/>
                    <a:pt x="617" y="344"/>
                  </a:cubicBezTo>
                  <a:cubicBezTo>
                    <a:pt x="701" y="231"/>
                    <a:pt x="650" y="60"/>
                    <a:pt x="517" y="15"/>
                  </a:cubicBezTo>
                  <a:cubicBezTo>
                    <a:pt x="489" y="5"/>
                    <a:pt x="463"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3"/>
            <p:cNvSpPr/>
            <p:nvPr/>
          </p:nvSpPr>
          <p:spPr>
            <a:xfrm>
              <a:off x="3383197" y="2234714"/>
              <a:ext cx="25028" cy="30330"/>
            </a:xfrm>
            <a:custGeom>
              <a:rect b="b" l="l" r="r" t="t"/>
              <a:pathLst>
                <a:path extrusionOk="0" h="1144" w="944">
                  <a:moveTo>
                    <a:pt x="534" y="1"/>
                  </a:moveTo>
                  <a:cubicBezTo>
                    <a:pt x="510" y="1"/>
                    <a:pt x="484" y="5"/>
                    <a:pt x="460" y="15"/>
                  </a:cubicBezTo>
                  <a:cubicBezTo>
                    <a:pt x="158" y="123"/>
                    <a:pt x="1" y="458"/>
                    <a:pt x="112" y="760"/>
                  </a:cubicBezTo>
                  <a:cubicBezTo>
                    <a:pt x="194" y="990"/>
                    <a:pt x="415" y="1144"/>
                    <a:pt x="657" y="1144"/>
                  </a:cubicBezTo>
                  <a:cubicBezTo>
                    <a:pt x="686" y="1144"/>
                    <a:pt x="713" y="1144"/>
                    <a:pt x="746" y="1137"/>
                  </a:cubicBezTo>
                  <a:cubicBezTo>
                    <a:pt x="863" y="1119"/>
                    <a:pt x="943" y="1008"/>
                    <a:pt x="926" y="893"/>
                  </a:cubicBezTo>
                  <a:cubicBezTo>
                    <a:pt x="909" y="786"/>
                    <a:pt x="819" y="711"/>
                    <a:pt x="714" y="711"/>
                  </a:cubicBezTo>
                  <a:cubicBezTo>
                    <a:pt x="703" y="711"/>
                    <a:pt x="693" y="712"/>
                    <a:pt x="682" y="713"/>
                  </a:cubicBezTo>
                  <a:cubicBezTo>
                    <a:pt x="674" y="714"/>
                    <a:pt x="666" y="715"/>
                    <a:pt x="659" y="715"/>
                  </a:cubicBezTo>
                  <a:cubicBezTo>
                    <a:pt x="596" y="715"/>
                    <a:pt x="539" y="675"/>
                    <a:pt x="515" y="613"/>
                  </a:cubicBezTo>
                  <a:cubicBezTo>
                    <a:pt x="486" y="534"/>
                    <a:pt x="526" y="445"/>
                    <a:pt x="608" y="416"/>
                  </a:cubicBezTo>
                  <a:cubicBezTo>
                    <a:pt x="719" y="374"/>
                    <a:pt x="777" y="252"/>
                    <a:pt x="735" y="141"/>
                  </a:cubicBezTo>
                  <a:cubicBezTo>
                    <a:pt x="702" y="55"/>
                    <a:pt x="621"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43"/>
          <p:cNvGrpSpPr/>
          <p:nvPr/>
        </p:nvGrpSpPr>
        <p:grpSpPr>
          <a:xfrm>
            <a:off x="5417729" y="1725774"/>
            <a:ext cx="376345" cy="376398"/>
            <a:chOff x="1963479" y="2070999"/>
            <a:chExt cx="376345" cy="376398"/>
          </a:xfrm>
        </p:grpSpPr>
        <p:sp>
          <p:nvSpPr>
            <p:cNvPr id="2509" name="Google Shape;2509;p43"/>
            <p:cNvSpPr/>
            <p:nvPr/>
          </p:nvSpPr>
          <p:spPr>
            <a:xfrm>
              <a:off x="2100840" y="2070999"/>
              <a:ext cx="232515" cy="100085"/>
            </a:xfrm>
            <a:custGeom>
              <a:rect b="b" l="l" r="r" t="t"/>
              <a:pathLst>
                <a:path extrusionOk="0" h="3775" w="8770">
                  <a:moveTo>
                    <a:pt x="1918" y="0"/>
                  </a:moveTo>
                  <a:cubicBezTo>
                    <a:pt x="1648" y="0"/>
                    <a:pt x="1378" y="39"/>
                    <a:pt x="1116" y="115"/>
                  </a:cubicBezTo>
                  <a:cubicBezTo>
                    <a:pt x="517" y="609"/>
                    <a:pt x="0" y="1363"/>
                    <a:pt x="0" y="1944"/>
                  </a:cubicBezTo>
                  <a:cubicBezTo>
                    <a:pt x="0" y="2694"/>
                    <a:pt x="504" y="3306"/>
                    <a:pt x="1429" y="3774"/>
                  </a:cubicBezTo>
                  <a:lnTo>
                    <a:pt x="8770" y="3774"/>
                  </a:lnTo>
                  <a:lnTo>
                    <a:pt x="3427" y="434"/>
                  </a:lnTo>
                  <a:cubicBezTo>
                    <a:pt x="2966" y="144"/>
                    <a:pt x="2442" y="0"/>
                    <a:pt x="19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3"/>
            <p:cNvSpPr/>
            <p:nvPr/>
          </p:nvSpPr>
          <p:spPr>
            <a:xfrm>
              <a:off x="1969868" y="2074074"/>
              <a:ext cx="168858" cy="97009"/>
            </a:xfrm>
            <a:custGeom>
              <a:rect b="b" l="l" r="r" t="t"/>
              <a:pathLst>
                <a:path extrusionOk="0" h="3659" w="6369">
                  <a:moveTo>
                    <a:pt x="6056" y="1"/>
                  </a:moveTo>
                  <a:cubicBezTo>
                    <a:pt x="5805" y="74"/>
                    <a:pt x="5563" y="178"/>
                    <a:pt x="5339" y="320"/>
                  </a:cubicBezTo>
                  <a:lnTo>
                    <a:pt x="1" y="3658"/>
                  </a:lnTo>
                  <a:lnTo>
                    <a:pt x="6369" y="3658"/>
                  </a:lnTo>
                  <a:cubicBezTo>
                    <a:pt x="5845" y="3073"/>
                    <a:pt x="5539" y="2374"/>
                    <a:pt x="5539" y="1629"/>
                  </a:cubicBezTo>
                  <a:cubicBezTo>
                    <a:pt x="5539" y="1048"/>
                    <a:pt x="5725" y="496"/>
                    <a:pt x="6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3"/>
            <p:cNvSpPr/>
            <p:nvPr/>
          </p:nvSpPr>
          <p:spPr>
            <a:xfrm>
              <a:off x="2121308" y="2237551"/>
              <a:ext cx="60581" cy="153030"/>
            </a:xfrm>
            <a:custGeom>
              <a:rect b="b" l="l" r="r" t="t"/>
              <a:pathLst>
                <a:path extrusionOk="0" h="5772" w="2285">
                  <a:moveTo>
                    <a:pt x="0" y="1"/>
                  </a:moveTo>
                  <a:lnTo>
                    <a:pt x="0" y="5772"/>
                  </a:lnTo>
                  <a:lnTo>
                    <a:pt x="2285" y="5772"/>
                  </a:lnTo>
                  <a:lnTo>
                    <a:pt x="2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3"/>
            <p:cNvSpPr/>
            <p:nvPr/>
          </p:nvSpPr>
          <p:spPr>
            <a:xfrm>
              <a:off x="2106116" y="2207273"/>
              <a:ext cx="90885" cy="45469"/>
            </a:xfrm>
            <a:custGeom>
              <a:rect b="b" l="l" r="r" t="t"/>
              <a:pathLst>
                <a:path extrusionOk="0" h="1715" w="3428">
                  <a:moveTo>
                    <a:pt x="1715" y="1"/>
                  </a:moveTo>
                  <a:lnTo>
                    <a:pt x="1" y="573"/>
                  </a:lnTo>
                  <a:lnTo>
                    <a:pt x="1" y="1143"/>
                  </a:lnTo>
                  <a:cubicBezTo>
                    <a:pt x="1" y="1460"/>
                    <a:pt x="260" y="1715"/>
                    <a:pt x="573" y="1715"/>
                  </a:cubicBezTo>
                  <a:lnTo>
                    <a:pt x="2858" y="1715"/>
                  </a:lnTo>
                  <a:cubicBezTo>
                    <a:pt x="3172" y="1715"/>
                    <a:pt x="3428" y="1460"/>
                    <a:pt x="3428" y="1143"/>
                  </a:cubicBezTo>
                  <a:lnTo>
                    <a:pt x="3428" y="573"/>
                  </a:lnTo>
                  <a:lnTo>
                    <a:pt x="17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3"/>
            <p:cNvSpPr/>
            <p:nvPr/>
          </p:nvSpPr>
          <p:spPr>
            <a:xfrm>
              <a:off x="2007755" y="2237551"/>
              <a:ext cx="60581" cy="153030"/>
            </a:xfrm>
            <a:custGeom>
              <a:rect b="b" l="l" r="r" t="t"/>
              <a:pathLst>
                <a:path extrusionOk="0" h="5772" w="2285">
                  <a:moveTo>
                    <a:pt x="0" y="1"/>
                  </a:moveTo>
                  <a:lnTo>
                    <a:pt x="0" y="5772"/>
                  </a:lnTo>
                  <a:lnTo>
                    <a:pt x="2285" y="5772"/>
                  </a:lnTo>
                  <a:lnTo>
                    <a:pt x="22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3"/>
            <p:cNvSpPr/>
            <p:nvPr/>
          </p:nvSpPr>
          <p:spPr>
            <a:xfrm>
              <a:off x="1992589" y="2207273"/>
              <a:ext cx="90858" cy="45469"/>
            </a:xfrm>
            <a:custGeom>
              <a:rect b="b" l="l" r="r" t="t"/>
              <a:pathLst>
                <a:path extrusionOk="0" h="1715" w="3427">
                  <a:moveTo>
                    <a:pt x="1715" y="1"/>
                  </a:moveTo>
                  <a:lnTo>
                    <a:pt x="0" y="573"/>
                  </a:lnTo>
                  <a:lnTo>
                    <a:pt x="0" y="1143"/>
                  </a:lnTo>
                  <a:cubicBezTo>
                    <a:pt x="0" y="1460"/>
                    <a:pt x="255" y="1715"/>
                    <a:pt x="572" y="1715"/>
                  </a:cubicBezTo>
                  <a:lnTo>
                    <a:pt x="2857" y="1715"/>
                  </a:lnTo>
                  <a:cubicBezTo>
                    <a:pt x="3172" y="1715"/>
                    <a:pt x="3427" y="1460"/>
                    <a:pt x="3427" y="1143"/>
                  </a:cubicBezTo>
                  <a:lnTo>
                    <a:pt x="3427" y="573"/>
                  </a:lnTo>
                  <a:lnTo>
                    <a:pt x="1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3"/>
            <p:cNvSpPr/>
            <p:nvPr/>
          </p:nvSpPr>
          <p:spPr>
            <a:xfrm>
              <a:off x="2234914" y="2237551"/>
              <a:ext cx="60581" cy="153030"/>
            </a:xfrm>
            <a:custGeom>
              <a:rect b="b" l="l" r="r" t="t"/>
              <a:pathLst>
                <a:path extrusionOk="0" h="5772" w="2285">
                  <a:moveTo>
                    <a:pt x="0" y="1"/>
                  </a:moveTo>
                  <a:lnTo>
                    <a:pt x="0" y="5772"/>
                  </a:lnTo>
                  <a:lnTo>
                    <a:pt x="2285" y="5772"/>
                  </a:lnTo>
                  <a:lnTo>
                    <a:pt x="2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3"/>
            <p:cNvSpPr/>
            <p:nvPr/>
          </p:nvSpPr>
          <p:spPr>
            <a:xfrm>
              <a:off x="2219802" y="2207273"/>
              <a:ext cx="90858" cy="45469"/>
            </a:xfrm>
            <a:custGeom>
              <a:rect b="b" l="l" r="r" t="t"/>
              <a:pathLst>
                <a:path extrusionOk="0" h="1715" w="3427">
                  <a:moveTo>
                    <a:pt x="1712" y="1"/>
                  </a:moveTo>
                  <a:lnTo>
                    <a:pt x="0" y="573"/>
                  </a:lnTo>
                  <a:lnTo>
                    <a:pt x="0" y="1143"/>
                  </a:lnTo>
                  <a:cubicBezTo>
                    <a:pt x="0" y="1460"/>
                    <a:pt x="255" y="1715"/>
                    <a:pt x="570" y="1715"/>
                  </a:cubicBezTo>
                  <a:lnTo>
                    <a:pt x="2855" y="1715"/>
                  </a:lnTo>
                  <a:cubicBezTo>
                    <a:pt x="3172" y="1715"/>
                    <a:pt x="3427" y="1460"/>
                    <a:pt x="3427" y="1143"/>
                  </a:cubicBezTo>
                  <a:lnTo>
                    <a:pt x="3427" y="573"/>
                  </a:lnTo>
                  <a:lnTo>
                    <a:pt x="17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3"/>
            <p:cNvSpPr/>
            <p:nvPr/>
          </p:nvSpPr>
          <p:spPr>
            <a:xfrm>
              <a:off x="2119637" y="2170050"/>
              <a:ext cx="198605" cy="52415"/>
            </a:xfrm>
            <a:custGeom>
              <a:rect b="b" l="l" r="r" t="t"/>
              <a:pathLst>
                <a:path extrusionOk="0" h="1977" w="7491">
                  <a:moveTo>
                    <a:pt x="1463" y="1"/>
                  </a:moveTo>
                  <a:lnTo>
                    <a:pt x="1463" y="1"/>
                  </a:lnTo>
                  <a:cubicBezTo>
                    <a:pt x="1" y="879"/>
                    <a:pt x="686" y="1613"/>
                    <a:pt x="1673" y="1977"/>
                  </a:cubicBezTo>
                  <a:lnTo>
                    <a:pt x="7205" y="1977"/>
                  </a:lnTo>
                  <a:cubicBezTo>
                    <a:pt x="7362" y="1977"/>
                    <a:pt x="7491" y="1848"/>
                    <a:pt x="7491" y="1691"/>
                  </a:cubicBezTo>
                  <a:lnTo>
                    <a:pt x="7491" y="548"/>
                  </a:lnTo>
                  <a:lnTo>
                    <a:pt x="1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3"/>
            <p:cNvSpPr/>
            <p:nvPr/>
          </p:nvSpPr>
          <p:spPr>
            <a:xfrm>
              <a:off x="1985113" y="2164058"/>
              <a:ext cx="178906" cy="58407"/>
            </a:xfrm>
            <a:custGeom>
              <a:rect b="b" l="l" r="r" t="t"/>
              <a:pathLst>
                <a:path extrusionOk="0" h="2203" w="6748">
                  <a:moveTo>
                    <a:pt x="6687" y="0"/>
                  </a:moveTo>
                  <a:lnTo>
                    <a:pt x="0" y="774"/>
                  </a:lnTo>
                  <a:lnTo>
                    <a:pt x="0" y="1917"/>
                  </a:lnTo>
                  <a:cubicBezTo>
                    <a:pt x="0" y="2074"/>
                    <a:pt x="127" y="2203"/>
                    <a:pt x="284" y="2203"/>
                  </a:cubicBezTo>
                  <a:lnTo>
                    <a:pt x="6747" y="2203"/>
                  </a:lnTo>
                  <a:cubicBezTo>
                    <a:pt x="6399" y="1808"/>
                    <a:pt x="5971" y="976"/>
                    <a:pt x="66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3"/>
            <p:cNvSpPr/>
            <p:nvPr/>
          </p:nvSpPr>
          <p:spPr>
            <a:xfrm>
              <a:off x="2123057" y="2375442"/>
              <a:ext cx="198897" cy="49260"/>
            </a:xfrm>
            <a:custGeom>
              <a:rect b="b" l="l" r="r" t="t"/>
              <a:pathLst>
                <a:path extrusionOk="0" h="1858" w="7502">
                  <a:moveTo>
                    <a:pt x="6650" y="1"/>
                  </a:moveTo>
                  <a:cubicBezTo>
                    <a:pt x="6648" y="1"/>
                    <a:pt x="6647" y="1"/>
                    <a:pt x="6646" y="1"/>
                  </a:cubicBezTo>
                  <a:lnTo>
                    <a:pt x="724" y="1"/>
                  </a:lnTo>
                  <a:cubicBezTo>
                    <a:pt x="202" y="313"/>
                    <a:pt x="1" y="440"/>
                    <a:pt x="1" y="673"/>
                  </a:cubicBezTo>
                  <a:cubicBezTo>
                    <a:pt x="1" y="1094"/>
                    <a:pt x="500" y="1575"/>
                    <a:pt x="1076" y="1857"/>
                  </a:cubicBezTo>
                  <a:lnTo>
                    <a:pt x="7502" y="1285"/>
                  </a:lnTo>
                  <a:lnTo>
                    <a:pt x="7502" y="855"/>
                  </a:lnTo>
                  <a:cubicBezTo>
                    <a:pt x="7502" y="386"/>
                    <a:pt x="7122" y="1"/>
                    <a:pt x="6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3"/>
            <p:cNvSpPr/>
            <p:nvPr/>
          </p:nvSpPr>
          <p:spPr>
            <a:xfrm>
              <a:off x="1981295" y="2375389"/>
              <a:ext cx="170369" cy="49313"/>
            </a:xfrm>
            <a:custGeom>
              <a:rect b="b" l="l" r="r" t="t"/>
              <a:pathLst>
                <a:path extrusionOk="0" h="1860" w="6426">
                  <a:moveTo>
                    <a:pt x="856" y="1"/>
                  </a:moveTo>
                  <a:cubicBezTo>
                    <a:pt x="382" y="1"/>
                    <a:pt x="0" y="384"/>
                    <a:pt x="0" y="857"/>
                  </a:cubicBezTo>
                  <a:lnTo>
                    <a:pt x="0" y="1287"/>
                  </a:lnTo>
                  <a:lnTo>
                    <a:pt x="6426" y="1859"/>
                  </a:lnTo>
                  <a:cubicBezTo>
                    <a:pt x="6093" y="1500"/>
                    <a:pt x="5911" y="1101"/>
                    <a:pt x="5911" y="677"/>
                  </a:cubicBezTo>
                  <a:cubicBezTo>
                    <a:pt x="5911" y="444"/>
                    <a:pt x="5966" y="218"/>
                    <a:pt x="6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3"/>
            <p:cNvSpPr/>
            <p:nvPr/>
          </p:nvSpPr>
          <p:spPr>
            <a:xfrm>
              <a:off x="2114547" y="2158066"/>
              <a:ext cx="225277" cy="26539"/>
            </a:xfrm>
            <a:custGeom>
              <a:rect b="b" l="l" r="r" t="t"/>
              <a:pathLst>
                <a:path extrusionOk="0" h="1001" w="8497">
                  <a:moveTo>
                    <a:pt x="909" y="0"/>
                  </a:moveTo>
                  <a:cubicBezTo>
                    <a:pt x="0" y="342"/>
                    <a:pt x="362" y="774"/>
                    <a:pt x="1333" y="1000"/>
                  </a:cubicBezTo>
                  <a:lnTo>
                    <a:pt x="7998" y="1000"/>
                  </a:lnTo>
                  <a:cubicBezTo>
                    <a:pt x="8133" y="1000"/>
                    <a:pt x="8257" y="945"/>
                    <a:pt x="8351" y="854"/>
                  </a:cubicBezTo>
                  <a:cubicBezTo>
                    <a:pt x="8441" y="765"/>
                    <a:pt x="8497" y="641"/>
                    <a:pt x="8497" y="501"/>
                  </a:cubicBezTo>
                  <a:cubicBezTo>
                    <a:pt x="8497" y="224"/>
                    <a:pt x="8273" y="2"/>
                    <a:pt x="7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3"/>
            <p:cNvSpPr/>
            <p:nvPr/>
          </p:nvSpPr>
          <p:spPr>
            <a:xfrm>
              <a:off x="1963479" y="2158119"/>
              <a:ext cx="186356" cy="26486"/>
            </a:xfrm>
            <a:custGeom>
              <a:rect b="b" l="l" r="r" t="t"/>
              <a:pathLst>
                <a:path extrusionOk="0" h="999" w="7029">
                  <a:moveTo>
                    <a:pt x="499" y="0"/>
                  </a:moveTo>
                  <a:cubicBezTo>
                    <a:pt x="224" y="0"/>
                    <a:pt x="0" y="224"/>
                    <a:pt x="0" y="499"/>
                  </a:cubicBezTo>
                  <a:cubicBezTo>
                    <a:pt x="0" y="774"/>
                    <a:pt x="222" y="998"/>
                    <a:pt x="499" y="998"/>
                  </a:cubicBezTo>
                  <a:lnTo>
                    <a:pt x="7029" y="998"/>
                  </a:lnTo>
                  <a:cubicBezTo>
                    <a:pt x="6627" y="772"/>
                    <a:pt x="6561" y="335"/>
                    <a:pt x="6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3"/>
            <p:cNvSpPr/>
            <p:nvPr/>
          </p:nvSpPr>
          <p:spPr>
            <a:xfrm>
              <a:off x="2136049" y="2409484"/>
              <a:ext cx="203775" cy="37913"/>
            </a:xfrm>
            <a:custGeom>
              <a:rect b="b" l="l" r="r" t="t"/>
              <a:pathLst>
                <a:path extrusionOk="0" h="1430" w="7686">
                  <a:moveTo>
                    <a:pt x="688" y="1"/>
                  </a:moveTo>
                  <a:cubicBezTo>
                    <a:pt x="391" y="161"/>
                    <a:pt x="1" y="245"/>
                    <a:pt x="1" y="367"/>
                  </a:cubicBezTo>
                  <a:cubicBezTo>
                    <a:pt x="1" y="744"/>
                    <a:pt x="509" y="1181"/>
                    <a:pt x="1059" y="1429"/>
                  </a:cubicBezTo>
                  <a:lnTo>
                    <a:pt x="7400" y="1429"/>
                  </a:lnTo>
                  <a:cubicBezTo>
                    <a:pt x="7559" y="1429"/>
                    <a:pt x="7686" y="1301"/>
                    <a:pt x="7686" y="1143"/>
                  </a:cubicBezTo>
                  <a:lnTo>
                    <a:pt x="7686" y="573"/>
                  </a:lnTo>
                  <a:cubicBezTo>
                    <a:pt x="7686" y="256"/>
                    <a:pt x="7429" y="1"/>
                    <a:pt x="71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3"/>
            <p:cNvSpPr/>
            <p:nvPr/>
          </p:nvSpPr>
          <p:spPr>
            <a:xfrm>
              <a:off x="1963479" y="2409484"/>
              <a:ext cx="200647" cy="37913"/>
            </a:xfrm>
            <a:custGeom>
              <a:rect b="b" l="l" r="r" t="t"/>
              <a:pathLst>
                <a:path extrusionOk="0" h="1430" w="7568">
                  <a:moveTo>
                    <a:pt x="570" y="1"/>
                  </a:moveTo>
                  <a:cubicBezTo>
                    <a:pt x="255" y="1"/>
                    <a:pt x="0" y="256"/>
                    <a:pt x="0" y="573"/>
                  </a:cubicBezTo>
                  <a:lnTo>
                    <a:pt x="0" y="1143"/>
                  </a:lnTo>
                  <a:cubicBezTo>
                    <a:pt x="0" y="1301"/>
                    <a:pt x="127" y="1429"/>
                    <a:pt x="286" y="1429"/>
                  </a:cubicBezTo>
                  <a:lnTo>
                    <a:pt x="7568" y="1429"/>
                  </a:lnTo>
                  <a:cubicBezTo>
                    <a:pt x="7299" y="1101"/>
                    <a:pt x="7153" y="742"/>
                    <a:pt x="7155" y="362"/>
                  </a:cubicBezTo>
                  <a:cubicBezTo>
                    <a:pt x="7155" y="240"/>
                    <a:pt x="7169" y="121"/>
                    <a:pt x="7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43"/>
          <p:cNvGrpSpPr/>
          <p:nvPr/>
        </p:nvGrpSpPr>
        <p:grpSpPr>
          <a:xfrm>
            <a:off x="4231070" y="2477467"/>
            <a:ext cx="681581" cy="681595"/>
            <a:chOff x="2655588" y="2702758"/>
            <a:chExt cx="376398" cy="376406"/>
          </a:xfrm>
        </p:grpSpPr>
        <p:sp>
          <p:nvSpPr>
            <p:cNvPr id="2526" name="Google Shape;2526;p43"/>
            <p:cNvSpPr/>
            <p:nvPr/>
          </p:nvSpPr>
          <p:spPr>
            <a:xfrm>
              <a:off x="2658875" y="2879975"/>
              <a:ext cx="209184" cy="199188"/>
            </a:xfrm>
            <a:custGeom>
              <a:rect b="b" l="l" r="r" t="t"/>
              <a:pathLst>
                <a:path extrusionOk="0" h="7513" w="7890">
                  <a:moveTo>
                    <a:pt x="7856" y="0"/>
                  </a:moveTo>
                  <a:lnTo>
                    <a:pt x="3886" y="12"/>
                  </a:lnTo>
                  <a:lnTo>
                    <a:pt x="105" y="7091"/>
                  </a:lnTo>
                  <a:cubicBezTo>
                    <a:pt x="0" y="7282"/>
                    <a:pt x="140" y="7513"/>
                    <a:pt x="355" y="7513"/>
                  </a:cubicBezTo>
                  <a:lnTo>
                    <a:pt x="1165" y="7513"/>
                  </a:lnTo>
                  <a:lnTo>
                    <a:pt x="7889" y="6084"/>
                  </a:lnTo>
                  <a:lnTo>
                    <a:pt x="78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3"/>
            <p:cNvSpPr/>
            <p:nvPr/>
          </p:nvSpPr>
          <p:spPr>
            <a:xfrm>
              <a:off x="2770254" y="2879975"/>
              <a:ext cx="97805" cy="199188"/>
            </a:xfrm>
            <a:custGeom>
              <a:rect b="b" l="l" r="r" t="t"/>
              <a:pathLst>
                <a:path extrusionOk="0" h="7513" w="3689">
                  <a:moveTo>
                    <a:pt x="3655" y="0"/>
                  </a:moveTo>
                  <a:lnTo>
                    <a:pt x="3001" y="5"/>
                  </a:lnTo>
                  <a:lnTo>
                    <a:pt x="0" y="5621"/>
                  </a:lnTo>
                  <a:lnTo>
                    <a:pt x="3688" y="7513"/>
                  </a:lnTo>
                  <a:lnTo>
                    <a:pt x="3688" y="7513"/>
                  </a:lnTo>
                  <a:lnTo>
                    <a:pt x="3655" y="0"/>
                  </a:ln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3"/>
            <p:cNvSpPr/>
            <p:nvPr/>
          </p:nvSpPr>
          <p:spPr>
            <a:xfrm>
              <a:off x="2965704" y="2792476"/>
              <a:ext cx="22774" cy="22854"/>
            </a:xfrm>
            <a:custGeom>
              <a:rect b="b" l="l" r="r" t="t"/>
              <a:pathLst>
                <a:path extrusionOk="0" h="862" w="859">
                  <a:moveTo>
                    <a:pt x="428" y="1"/>
                  </a:moveTo>
                  <a:cubicBezTo>
                    <a:pt x="191" y="1"/>
                    <a:pt x="0" y="194"/>
                    <a:pt x="0" y="431"/>
                  </a:cubicBezTo>
                  <a:cubicBezTo>
                    <a:pt x="0" y="668"/>
                    <a:pt x="191" y="861"/>
                    <a:pt x="428" y="861"/>
                  </a:cubicBezTo>
                  <a:cubicBezTo>
                    <a:pt x="668" y="861"/>
                    <a:pt x="859" y="668"/>
                    <a:pt x="859" y="431"/>
                  </a:cubicBezTo>
                  <a:cubicBezTo>
                    <a:pt x="859" y="194"/>
                    <a:pt x="668" y="1"/>
                    <a:pt x="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3"/>
            <p:cNvSpPr/>
            <p:nvPr/>
          </p:nvSpPr>
          <p:spPr>
            <a:xfrm>
              <a:off x="2851860" y="2889387"/>
              <a:ext cx="176838" cy="189776"/>
            </a:xfrm>
            <a:custGeom>
              <a:rect b="b" l="l" r="r" t="t"/>
              <a:pathLst>
                <a:path extrusionOk="0" h="7158" w="6670">
                  <a:moveTo>
                    <a:pt x="2125" y="0"/>
                  </a:moveTo>
                  <a:cubicBezTo>
                    <a:pt x="806" y="743"/>
                    <a:pt x="1" y="1919"/>
                    <a:pt x="1" y="3150"/>
                  </a:cubicBezTo>
                  <a:cubicBezTo>
                    <a:pt x="1" y="4920"/>
                    <a:pt x="1280" y="6632"/>
                    <a:pt x="3441" y="7158"/>
                  </a:cubicBezTo>
                  <a:lnTo>
                    <a:pt x="6317" y="7158"/>
                  </a:lnTo>
                  <a:cubicBezTo>
                    <a:pt x="6535" y="7158"/>
                    <a:pt x="6670" y="6927"/>
                    <a:pt x="6568" y="6736"/>
                  </a:cubicBezTo>
                  <a:lnTo>
                    <a:pt x="29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3"/>
            <p:cNvSpPr/>
            <p:nvPr/>
          </p:nvSpPr>
          <p:spPr>
            <a:xfrm>
              <a:off x="2770175" y="2889387"/>
              <a:ext cx="172915" cy="189776"/>
            </a:xfrm>
            <a:custGeom>
              <a:rect b="b" l="l" r="r" t="t"/>
              <a:pathLst>
                <a:path extrusionOk="0" h="7158" w="6522">
                  <a:moveTo>
                    <a:pt x="3459" y="0"/>
                  </a:moveTo>
                  <a:lnTo>
                    <a:pt x="1" y="6029"/>
                  </a:lnTo>
                  <a:lnTo>
                    <a:pt x="1820" y="7158"/>
                  </a:lnTo>
                  <a:lnTo>
                    <a:pt x="6522" y="7158"/>
                  </a:lnTo>
                  <a:cubicBezTo>
                    <a:pt x="4911" y="6443"/>
                    <a:pt x="3796" y="4920"/>
                    <a:pt x="3791" y="3150"/>
                  </a:cubicBezTo>
                  <a:cubicBezTo>
                    <a:pt x="3791" y="1919"/>
                    <a:pt x="4330" y="805"/>
                    <a:pt x="5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3"/>
            <p:cNvSpPr/>
            <p:nvPr/>
          </p:nvSpPr>
          <p:spPr>
            <a:xfrm>
              <a:off x="2760471" y="2946892"/>
              <a:ext cx="22801" cy="22774"/>
            </a:xfrm>
            <a:custGeom>
              <a:rect b="b" l="l" r="r" t="t"/>
              <a:pathLst>
                <a:path extrusionOk="0" h="859" w="860">
                  <a:moveTo>
                    <a:pt x="431" y="0"/>
                  </a:moveTo>
                  <a:cubicBezTo>
                    <a:pt x="192" y="0"/>
                    <a:pt x="1" y="191"/>
                    <a:pt x="1" y="431"/>
                  </a:cubicBezTo>
                  <a:cubicBezTo>
                    <a:pt x="1" y="668"/>
                    <a:pt x="192" y="859"/>
                    <a:pt x="431" y="859"/>
                  </a:cubicBezTo>
                  <a:cubicBezTo>
                    <a:pt x="668" y="859"/>
                    <a:pt x="859" y="668"/>
                    <a:pt x="859" y="431"/>
                  </a:cubicBezTo>
                  <a:cubicBezTo>
                    <a:pt x="859" y="191"/>
                    <a:pt x="668"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3"/>
            <p:cNvSpPr/>
            <p:nvPr/>
          </p:nvSpPr>
          <p:spPr>
            <a:xfrm>
              <a:off x="2689683" y="2750030"/>
              <a:ext cx="22774" cy="22774"/>
            </a:xfrm>
            <a:custGeom>
              <a:rect b="b" l="l" r="r" t="t"/>
              <a:pathLst>
                <a:path extrusionOk="0" h="859" w="859">
                  <a:moveTo>
                    <a:pt x="431" y="0"/>
                  </a:moveTo>
                  <a:cubicBezTo>
                    <a:pt x="193" y="0"/>
                    <a:pt x="1" y="191"/>
                    <a:pt x="1" y="431"/>
                  </a:cubicBezTo>
                  <a:cubicBezTo>
                    <a:pt x="1" y="668"/>
                    <a:pt x="193" y="859"/>
                    <a:pt x="431" y="859"/>
                  </a:cubicBezTo>
                  <a:cubicBezTo>
                    <a:pt x="668" y="859"/>
                    <a:pt x="859" y="668"/>
                    <a:pt x="859" y="431"/>
                  </a:cubicBezTo>
                  <a:cubicBezTo>
                    <a:pt x="859" y="191"/>
                    <a:pt x="668"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3"/>
            <p:cNvSpPr/>
            <p:nvPr/>
          </p:nvSpPr>
          <p:spPr>
            <a:xfrm>
              <a:off x="2828688" y="2775084"/>
              <a:ext cx="30304" cy="79591"/>
            </a:xfrm>
            <a:custGeom>
              <a:rect b="b" l="l" r="r" t="t"/>
              <a:pathLst>
                <a:path extrusionOk="0" h="3002" w="1143">
                  <a:moveTo>
                    <a:pt x="571" y="0"/>
                  </a:moveTo>
                  <a:lnTo>
                    <a:pt x="1" y="431"/>
                  </a:lnTo>
                  <a:lnTo>
                    <a:pt x="1" y="3001"/>
                  </a:lnTo>
                  <a:lnTo>
                    <a:pt x="1143" y="3001"/>
                  </a:lnTo>
                  <a:lnTo>
                    <a:pt x="1143" y="431"/>
                  </a:lnTo>
                  <a:lnTo>
                    <a:pt x="5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3"/>
            <p:cNvSpPr/>
            <p:nvPr/>
          </p:nvSpPr>
          <p:spPr>
            <a:xfrm>
              <a:off x="2828688" y="2763665"/>
              <a:ext cx="30304" cy="22721"/>
            </a:xfrm>
            <a:custGeom>
              <a:rect b="b" l="l" r="r" t="t"/>
              <a:pathLst>
                <a:path extrusionOk="0" h="857" w="1143">
                  <a:moveTo>
                    <a:pt x="1" y="0"/>
                  </a:moveTo>
                  <a:lnTo>
                    <a:pt x="1" y="857"/>
                  </a:lnTo>
                  <a:lnTo>
                    <a:pt x="1143" y="857"/>
                  </a:lnTo>
                  <a:lnTo>
                    <a:pt x="1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3"/>
            <p:cNvSpPr/>
            <p:nvPr/>
          </p:nvSpPr>
          <p:spPr>
            <a:xfrm>
              <a:off x="2764315" y="2775084"/>
              <a:ext cx="30304" cy="79591"/>
            </a:xfrm>
            <a:custGeom>
              <a:rect b="b" l="l" r="r" t="t"/>
              <a:pathLst>
                <a:path extrusionOk="0" h="3002" w="1143">
                  <a:moveTo>
                    <a:pt x="570" y="0"/>
                  </a:moveTo>
                  <a:lnTo>
                    <a:pt x="0" y="431"/>
                  </a:lnTo>
                  <a:lnTo>
                    <a:pt x="0" y="3001"/>
                  </a:lnTo>
                  <a:lnTo>
                    <a:pt x="1142" y="3001"/>
                  </a:lnTo>
                  <a:lnTo>
                    <a:pt x="1142" y="431"/>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3"/>
            <p:cNvSpPr/>
            <p:nvPr/>
          </p:nvSpPr>
          <p:spPr>
            <a:xfrm>
              <a:off x="2764315" y="2763665"/>
              <a:ext cx="30304" cy="22721"/>
            </a:xfrm>
            <a:custGeom>
              <a:rect b="b" l="l" r="r" t="t"/>
              <a:pathLst>
                <a:path extrusionOk="0" h="857" w="1143">
                  <a:moveTo>
                    <a:pt x="0" y="0"/>
                  </a:moveTo>
                  <a:lnTo>
                    <a:pt x="0" y="857"/>
                  </a:lnTo>
                  <a:lnTo>
                    <a:pt x="1142" y="857"/>
                  </a:lnTo>
                  <a:lnTo>
                    <a:pt x="1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3"/>
            <p:cNvSpPr/>
            <p:nvPr/>
          </p:nvSpPr>
          <p:spPr>
            <a:xfrm>
              <a:off x="2893034" y="2775084"/>
              <a:ext cx="30304" cy="79591"/>
            </a:xfrm>
            <a:custGeom>
              <a:rect b="b" l="l" r="r" t="t"/>
              <a:pathLst>
                <a:path extrusionOk="0" h="3002" w="1143">
                  <a:moveTo>
                    <a:pt x="570" y="0"/>
                  </a:moveTo>
                  <a:lnTo>
                    <a:pt x="0" y="431"/>
                  </a:lnTo>
                  <a:lnTo>
                    <a:pt x="0" y="3001"/>
                  </a:lnTo>
                  <a:lnTo>
                    <a:pt x="1142" y="3001"/>
                  </a:lnTo>
                  <a:lnTo>
                    <a:pt x="1142" y="431"/>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3"/>
            <p:cNvSpPr/>
            <p:nvPr/>
          </p:nvSpPr>
          <p:spPr>
            <a:xfrm>
              <a:off x="2893034" y="2763665"/>
              <a:ext cx="30304" cy="22721"/>
            </a:xfrm>
            <a:custGeom>
              <a:rect b="b" l="l" r="r" t="t"/>
              <a:pathLst>
                <a:path extrusionOk="0" h="857" w="1143">
                  <a:moveTo>
                    <a:pt x="0" y="0"/>
                  </a:moveTo>
                  <a:lnTo>
                    <a:pt x="0" y="857"/>
                  </a:lnTo>
                  <a:lnTo>
                    <a:pt x="1142" y="857"/>
                  </a:lnTo>
                  <a:lnTo>
                    <a:pt x="1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3"/>
            <p:cNvSpPr/>
            <p:nvPr/>
          </p:nvSpPr>
          <p:spPr>
            <a:xfrm>
              <a:off x="2802865" y="2702758"/>
              <a:ext cx="136645" cy="68588"/>
            </a:xfrm>
            <a:custGeom>
              <a:rect b="b" l="l" r="r" t="t"/>
              <a:pathLst>
                <a:path extrusionOk="0" h="2587" w="5154">
                  <a:moveTo>
                    <a:pt x="1545" y="0"/>
                  </a:moveTo>
                  <a:cubicBezTo>
                    <a:pt x="1320" y="0"/>
                    <a:pt x="1096" y="67"/>
                    <a:pt x="901" y="200"/>
                  </a:cubicBezTo>
                  <a:lnTo>
                    <a:pt x="547" y="442"/>
                  </a:lnTo>
                  <a:cubicBezTo>
                    <a:pt x="218" y="768"/>
                    <a:pt x="1" y="1218"/>
                    <a:pt x="1" y="1515"/>
                  </a:cubicBezTo>
                  <a:cubicBezTo>
                    <a:pt x="1" y="2007"/>
                    <a:pt x="176" y="2298"/>
                    <a:pt x="919" y="2586"/>
                  </a:cubicBezTo>
                  <a:lnTo>
                    <a:pt x="4761" y="2586"/>
                  </a:lnTo>
                  <a:cubicBezTo>
                    <a:pt x="5042" y="2586"/>
                    <a:pt x="5153" y="2223"/>
                    <a:pt x="4923" y="2063"/>
                  </a:cubicBezTo>
                  <a:lnTo>
                    <a:pt x="2188" y="200"/>
                  </a:lnTo>
                  <a:cubicBezTo>
                    <a:pt x="1994" y="67"/>
                    <a:pt x="1769" y="0"/>
                    <a:pt x="1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3"/>
            <p:cNvSpPr/>
            <p:nvPr/>
          </p:nvSpPr>
          <p:spPr>
            <a:xfrm>
              <a:off x="2748143" y="2714378"/>
              <a:ext cx="79113" cy="56843"/>
            </a:xfrm>
            <a:custGeom>
              <a:rect b="b" l="l" r="r" t="t"/>
              <a:pathLst>
                <a:path extrusionOk="0" h="2144" w="2984">
                  <a:moveTo>
                    <a:pt x="2611" y="1"/>
                  </a:moveTo>
                  <a:lnTo>
                    <a:pt x="233" y="1622"/>
                  </a:lnTo>
                  <a:cubicBezTo>
                    <a:pt x="0" y="1782"/>
                    <a:pt x="113" y="2143"/>
                    <a:pt x="393" y="2143"/>
                  </a:cubicBezTo>
                  <a:lnTo>
                    <a:pt x="2983" y="2143"/>
                  </a:lnTo>
                  <a:cubicBezTo>
                    <a:pt x="2608" y="1780"/>
                    <a:pt x="2387" y="1329"/>
                    <a:pt x="2384" y="835"/>
                  </a:cubicBezTo>
                  <a:cubicBezTo>
                    <a:pt x="2384" y="540"/>
                    <a:pt x="2464" y="258"/>
                    <a:pt x="26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3"/>
            <p:cNvSpPr/>
            <p:nvPr/>
          </p:nvSpPr>
          <p:spPr>
            <a:xfrm>
              <a:off x="2793532" y="2837581"/>
              <a:ext cx="148735" cy="34122"/>
            </a:xfrm>
            <a:custGeom>
              <a:rect b="b" l="l" r="r" t="t"/>
              <a:pathLst>
                <a:path extrusionOk="0" h="1287" w="5610">
                  <a:moveTo>
                    <a:pt x="830" y="0"/>
                  </a:moveTo>
                  <a:cubicBezTo>
                    <a:pt x="0" y="522"/>
                    <a:pt x="493" y="1129"/>
                    <a:pt x="1331" y="1287"/>
                  </a:cubicBezTo>
                  <a:lnTo>
                    <a:pt x="5609" y="1287"/>
                  </a:lnTo>
                  <a:lnTo>
                    <a:pt x="5609" y="570"/>
                  </a:lnTo>
                  <a:cubicBezTo>
                    <a:pt x="5609" y="258"/>
                    <a:pt x="5354" y="0"/>
                    <a:pt x="5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3"/>
            <p:cNvSpPr/>
            <p:nvPr/>
          </p:nvSpPr>
          <p:spPr>
            <a:xfrm>
              <a:off x="2745438" y="2837581"/>
              <a:ext cx="83408" cy="34122"/>
            </a:xfrm>
            <a:custGeom>
              <a:rect b="b" l="l" r="r" t="t"/>
              <a:pathLst>
                <a:path extrusionOk="0" h="1287" w="3146">
                  <a:moveTo>
                    <a:pt x="570" y="0"/>
                  </a:moveTo>
                  <a:cubicBezTo>
                    <a:pt x="255" y="0"/>
                    <a:pt x="0" y="255"/>
                    <a:pt x="0" y="570"/>
                  </a:cubicBezTo>
                  <a:lnTo>
                    <a:pt x="0" y="1287"/>
                  </a:lnTo>
                  <a:lnTo>
                    <a:pt x="3145" y="1287"/>
                  </a:lnTo>
                  <a:cubicBezTo>
                    <a:pt x="2697" y="1165"/>
                    <a:pt x="2395" y="577"/>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3"/>
            <p:cNvSpPr/>
            <p:nvPr/>
          </p:nvSpPr>
          <p:spPr>
            <a:xfrm>
              <a:off x="2817393" y="2867859"/>
              <a:ext cx="132456" cy="30304"/>
            </a:xfrm>
            <a:custGeom>
              <a:rect b="b" l="l" r="r" t="t"/>
              <a:pathLst>
                <a:path extrusionOk="0" h="1143" w="4996">
                  <a:moveTo>
                    <a:pt x="511" y="1"/>
                  </a:moveTo>
                  <a:cubicBezTo>
                    <a:pt x="1" y="418"/>
                    <a:pt x="260" y="868"/>
                    <a:pt x="1050" y="1143"/>
                  </a:cubicBezTo>
                  <a:lnTo>
                    <a:pt x="4996" y="1143"/>
                  </a:lnTo>
                  <a:lnTo>
                    <a:pt x="49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3"/>
            <p:cNvSpPr/>
            <p:nvPr/>
          </p:nvSpPr>
          <p:spPr>
            <a:xfrm>
              <a:off x="2737776" y="2867859"/>
              <a:ext cx="107455" cy="30304"/>
            </a:xfrm>
            <a:custGeom>
              <a:rect b="b" l="l" r="r" t="t"/>
              <a:pathLst>
                <a:path extrusionOk="0" h="1143" w="4053">
                  <a:moveTo>
                    <a:pt x="1" y="1"/>
                  </a:moveTo>
                  <a:lnTo>
                    <a:pt x="1" y="1143"/>
                  </a:lnTo>
                  <a:lnTo>
                    <a:pt x="4053" y="1143"/>
                  </a:lnTo>
                  <a:cubicBezTo>
                    <a:pt x="3631" y="870"/>
                    <a:pt x="3445" y="418"/>
                    <a:pt x="35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3"/>
            <p:cNvSpPr/>
            <p:nvPr/>
          </p:nvSpPr>
          <p:spPr>
            <a:xfrm>
              <a:off x="2689736" y="2992573"/>
              <a:ext cx="128745" cy="86590"/>
            </a:xfrm>
            <a:custGeom>
              <a:rect b="b" l="l" r="r" t="t"/>
              <a:pathLst>
                <a:path extrusionOk="0" h="3266" w="4856">
                  <a:moveTo>
                    <a:pt x="2428" y="1"/>
                  </a:moveTo>
                  <a:cubicBezTo>
                    <a:pt x="2032" y="1"/>
                    <a:pt x="1635" y="203"/>
                    <a:pt x="1420" y="606"/>
                  </a:cubicBezTo>
                  <a:lnTo>
                    <a:pt x="1" y="3266"/>
                  </a:lnTo>
                  <a:lnTo>
                    <a:pt x="4856" y="3266"/>
                  </a:lnTo>
                  <a:lnTo>
                    <a:pt x="3436" y="606"/>
                  </a:lnTo>
                  <a:cubicBezTo>
                    <a:pt x="3221" y="203"/>
                    <a:pt x="2825" y="1"/>
                    <a:pt x="24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3"/>
            <p:cNvSpPr/>
            <p:nvPr/>
          </p:nvSpPr>
          <p:spPr>
            <a:xfrm>
              <a:off x="2847909" y="2890156"/>
              <a:ext cx="37966" cy="37939"/>
            </a:xfrm>
            <a:custGeom>
              <a:rect b="b" l="l" r="r" t="t"/>
              <a:pathLst>
                <a:path extrusionOk="0" h="1431" w="1432">
                  <a:moveTo>
                    <a:pt x="717" y="0"/>
                  </a:moveTo>
                  <a:cubicBezTo>
                    <a:pt x="323" y="0"/>
                    <a:pt x="1" y="320"/>
                    <a:pt x="1" y="714"/>
                  </a:cubicBezTo>
                  <a:cubicBezTo>
                    <a:pt x="1" y="1109"/>
                    <a:pt x="323" y="1431"/>
                    <a:pt x="717" y="1431"/>
                  </a:cubicBezTo>
                  <a:cubicBezTo>
                    <a:pt x="1112" y="1431"/>
                    <a:pt x="1431" y="1109"/>
                    <a:pt x="1431" y="714"/>
                  </a:cubicBezTo>
                  <a:cubicBezTo>
                    <a:pt x="1431" y="320"/>
                    <a:pt x="1112"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3"/>
            <p:cNvSpPr/>
            <p:nvPr/>
          </p:nvSpPr>
          <p:spPr>
            <a:xfrm>
              <a:off x="2705855" y="2832571"/>
              <a:ext cx="122567" cy="96187"/>
            </a:xfrm>
            <a:custGeom>
              <a:rect b="b" l="l" r="r" t="t"/>
              <a:pathLst>
                <a:path extrusionOk="0" h="3628" w="4623">
                  <a:moveTo>
                    <a:pt x="1537" y="1"/>
                  </a:moveTo>
                  <a:cubicBezTo>
                    <a:pt x="1440" y="1"/>
                    <a:pt x="1342" y="10"/>
                    <a:pt x="1251" y="25"/>
                  </a:cubicBezTo>
                  <a:cubicBezTo>
                    <a:pt x="606" y="637"/>
                    <a:pt x="0" y="1414"/>
                    <a:pt x="0" y="1813"/>
                  </a:cubicBezTo>
                  <a:cubicBezTo>
                    <a:pt x="0" y="2798"/>
                    <a:pt x="941" y="3339"/>
                    <a:pt x="2351" y="3627"/>
                  </a:cubicBezTo>
                  <a:lnTo>
                    <a:pt x="3190" y="3627"/>
                  </a:lnTo>
                  <a:cubicBezTo>
                    <a:pt x="3192" y="3627"/>
                    <a:pt x="3195" y="3627"/>
                    <a:pt x="3197" y="3627"/>
                  </a:cubicBezTo>
                  <a:cubicBezTo>
                    <a:pt x="3585" y="3627"/>
                    <a:pt x="3968" y="3452"/>
                    <a:pt x="4221" y="3117"/>
                  </a:cubicBezTo>
                  <a:cubicBezTo>
                    <a:pt x="4623" y="2587"/>
                    <a:pt x="4547" y="1828"/>
                    <a:pt x="4055" y="1385"/>
                  </a:cubicBezTo>
                  <a:cubicBezTo>
                    <a:pt x="3846" y="1199"/>
                    <a:pt x="3593" y="1092"/>
                    <a:pt x="3338" y="1065"/>
                  </a:cubicBezTo>
                  <a:cubicBezTo>
                    <a:pt x="3152" y="1043"/>
                    <a:pt x="2986" y="939"/>
                    <a:pt x="2893" y="777"/>
                  </a:cubicBezTo>
                  <a:cubicBezTo>
                    <a:pt x="2620" y="314"/>
                    <a:pt x="211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3"/>
            <p:cNvSpPr/>
            <p:nvPr/>
          </p:nvSpPr>
          <p:spPr>
            <a:xfrm>
              <a:off x="2655588" y="2833286"/>
              <a:ext cx="112625" cy="95525"/>
            </a:xfrm>
            <a:custGeom>
              <a:rect b="b" l="l" r="r" t="t"/>
              <a:pathLst>
                <a:path extrusionOk="0" h="3603" w="4248">
                  <a:moveTo>
                    <a:pt x="3141" y="0"/>
                  </a:moveTo>
                  <a:lnTo>
                    <a:pt x="3141" y="0"/>
                  </a:lnTo>
                  <a:cubicBezTo>
                    <a:pt x="2757" y="74"/>
                    <a:pt x="2420" y="284"/>
                    <a:pt x="2187" y="582"/>
                  </a:cubicBezTo>
                  <a:cubicBezTo>
                    <a:pt x="2136" y="650"/>
                    <a:pt x="2052" y="690"/>
                    <a:pt x="1965" y="692"/>
                  </a:cubicBezTo>
                  <a:cubicBezTo>
                    <a:pt x="1686" y="697"/>
                    <a:pt x="1406" y="797"/>
                    <a:pt x="1173" y="992"/>
                  </a:cubicBezTo>
                  <a:cubicBezTo>
                    <a:pt x="938" y="1189"/>
                    <a:pt x="790" y="1451"/>
                    <a:pt x="739" y="1730"/>
                  </a:cubicBezTo>
                  <a:cubicBezTo>
                    <a:pt x="721" y="1828"/>
                    <a:pt x="652" y="1910"/>
                    <a:pt x="561" y="1941"/>
                  </a:cubicBezTo>
                  <a:cubicBezTo>
                    <a:pt x="233" y="2063"/>
                    <a:pt x="0" y="2378"/>
                    <a:pt x="0" y="2746"/>
                  </a:cubicBezTo>
                  <a:cubicBezTo>
                    <a:pt x="0" y="2981"/>
                    <a:pt x="98" y="3196"/>
                    <a:pt x="253" y="3352"/>
                  </a:cubicBezTo>
                  <a:cubicBezTo>
                    <a:pt x="408" y="3505"/>
                    <a:pt x="623" y="3602"/>
                    <a:pt x="861" y="3602"/>
                  </a:cubicBezTo>
                  <a:lnTo>
                    <a:pt x="4247" y="3602"/>
                  </a:lnTo>
                  <a:cubicBezTo>
                    <a:pt x="3425" y="3006"/>
                    <a:pt x="2901" y="2123"/>
                    <a:pt x="2897" y="1138"/>
                  </a:cubicBezTo>
                  <a:cubicBezTo>
                    <a:pt x="2897" y="739"/>
                    <a:pt x="2983" y="358"/>
                    <a:pt x="3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3"/>
            <p:cNvSpPr/>
            <p:nvPr/>
          </p:nvSpPr>
          <p:spPr>
            <a:xfrm>
              <a:off x="2915967" y="2840570"/>
              <a:ext cx="116019" cy="90646"/>
            </a:xfrm>
            <a:custGeom>
              <a:rect b="b" l="l" r="r" t="t"/>
              <a:pathLst>
                <a:path extrusionOk="0" h="3419" w="4376">
                  <a:moveTo>
                    <a:pt x="2640" y="0"/>
                  </a:moveTo>
                  <a:cubicBezTo>
                    <a:pt x="2489" y="0"/>
                    <a:pt x="2338" y="33"/>
                    <a:pt x="2202" y="103"/>
                  </a:cubicBezTo>
                  <a:cubicBezTo>
                    <a:pt x="2069" y="170"/>
                    <a:pt x="1963" y="263"/>
                    <a:pt x="1876" y="371"/>
                  </a:cubicBezTo>
                  <a:cubicBezTo>
                    <a:pt x="1774" y="502"/>
                    <a:pt x="1619" y="573"/>
                    <a:pt x="1455" y="582"/>
                  </a:cubicBezTo>
                  <a:cubicBezTo>
                    <a:pt x="0" y="1755"/>
                    <a:pt x="1120" y="3124"/>
                    <a:pt x="2336" y="3419"/>
                  </a:cubicBezTo>
                  <a:lnTo>
                    <a:pt x="3234" y="3419"/>
                  </a:lnTo>
                  <a:cubicBezTo>
                    <a:pt x="3866" y="3419"/>
                    <a:pt x="4376" y="2909"/>
                    <a:pt x="4376" y="2277"/>
                  </a:cubicBezTo>
                  <a:cubicBezTo>
                    <a:pt x="4376" y="2066"/>
                    <a:pt x="4318" y="1866"/>
                    <a:pt x="4219" y="1696"/>
                  </a:cubicBezTo>
                  <a:cubicBezTo>
                    <a:pt x="4119" y="1525"/>
                    <a:pt x="3975" y="1383"/>
                    <a:pt x="3804" y="1283"/>
                  </a:cubicBezTo>
                  <a:cubicBezTo>
                    <a:pt x="3711" y="1234"/>
                    <a:pt x="3655" y="1134"/>
                    <a:pt x="3662" y="1032"/>
                  </a:cubicBezTo>
                  <a:cubicBezTo>
                    <a:pt x="3671" y="835"/>
                    <a:pt x="3620" y="635"/>
                    <a:pt x="3507" y="456"/>
                  </a:cubicBezTo>
                  <a:cubicBezTo>
                    <a:pt x="3323" y="166"/>
                    <a:pt x="2980" y="0"/>
                    <a:pt x="26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3"/>
            <p:cNvSpPr/>
            <p:nvPr/>
          </p:nvSpPr>
          <p:spPr>
            <a:xfrm>
              <a:off x="2908146" y="2855371"/>
              <a:ext cx="69754" cy="75720"/>
            </a:xfrm>
            <a:custGeom>
              <a:rect b="b" l="l" r="r" t="t"/>
              <a:pathLst>
                <a:path extrusionOk="0" h="2856" w="2631">
                  <a:moveTo>
                    <a:pt x="1444" y="0"/>
                  </a:moveTo>
                  <a:cubicBezTo>
                    <a:pt x="1425" y="0"/>
                    <a:pt x="1407" y="0"/>
                    <a:pt x="1388" y="1"/>
                  </a:cubicBezTo>
                  <a:cubicBezTo>
                    <a:pt x="623" y="24"/>
                    <a:pt x="7" y="658"/>
                    <a:pt x="2" y="1423"/>
                  </a:cubicBezTo>
                  <a:cubicBezTo>
                    <a:pt x="0" y="2215"/>
                    <a:pt x="641" y="2856"/>
                    <a:pt x="1431" y="2856"/>
                  </a:cubicBezTo>
                  <a:lnTo>
                    <a:pt x="2631" y="2856"/>
                  </a:lnTo>
                  <a:cubicBezTo>
                    <a:pt x="1810" y="2470"/>
                    <a:pt x="898" y="1055"/>
                    <a:pt x="1752" y="19"/>
                  </a:cubicBezTo>
                  <a:lnTo>
                    <a:pt x="1752" y="19"/>
                  </a:lnTo>
                  <a:cubicBezTo>
                    <a:pt x="1742" y="20"/>
                    <a:pt x="1731" y="21"/>
                    <a:pt x="1720" y="21"/>
                  </a:cubicBezTo>
                  <a:cubicBezTo>
                    <a:pt x="1694" y="21"/>
                    <a:pt x="1666" y="18"/>
                    <a:pt x="1639" y="15"/>
                  </a:cubicBezTo>
                  <a:cubicBezTo>
                    <a:pt x="1576" y="6"/>
                    <a:pt x="1511" y="0"/>
                    <a:pt x="1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4" name="Shape 2554"/>
        <p:cNvGrpSpPr/>
        <p:nvPr/>
      </p:nvGrpSpPr>
      <p:grpSpPr>
        <a:xfrm>
          <a:off x="0" y="0"/>
          <a:ext cx="0" cy="0"/>
          <a:chOff x="0" y="0"/>
          <a:chExt cx="0" cy="0"/>
        </a:xfrm>
      </p:grpSpPr>
      <p:grpSp>
        <p:nvGrpSpPr>
          <p:cNvPr id="2555" name="Google Shape;2555;p44"/>
          <p:cNvGrpSpPr/>
          <p:nvPr/>
        </p:nvGrpSpPr>
        <p:grpSpPr>
          <a:xfrm>
            <a:off x="7421925" y="1625975"/>
            <a:ext cx="1527500" cy="719225"/>
            <a:chOff x="5155200" y="1824900"/>
            <a:chExt cx="1527500" cy="719225"/>
          </a:xfrm>
        </p:grpSpPr>
        <p:sp>
          <p:nvSpPr>
            <p:cNvPr id="2556" name="Google Shape;2556;p44"/>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4"/>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4"/>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4"/>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4"/>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4"/>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44"/>
          <p:cNvGrpSpPr/>
          <p:nvPr/>
        </p:nvGrpSpPr>
        <p:grpSpPr>
          <a:xfrm>
            <a:off x="4081330" y="409396"/>
            <a:ext cx="1702886" cy="892876"/>
            <a:chOff x="6195700" y="3234125"/>
            <a:chExt cx="1089150" cy="571075"/>
          </a:xfrm>
        </p:grpSpPr>
        <p:sp>
          <p:nvSpPr>
            <p:cNvPr id="2563" name="Google Shape;2563;p44"/>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4"/>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4"/>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4"/>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4"/>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4"/>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4"/>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4"/>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 name="Google Shape;2571;p44"/>
          <p:cNvGrpSpPr/>
          <p:nvPr/>
        </p:nvGrpSpPr>
        <p:grpSpPr>
          <a:xfrm flipH="1">
            <a:off x="7950041" y="2907599"/>
            <a:ext cx="1666178" cy="1564184"/>
            <a:chOff x="644450" y="3526100"/>
            <a:chExt cx="590550" cy="554400"/>
          </a:xfrm>
        </p:grpSpPr>
        <p:sp>
          <p:nvSpPr>
            <p:cNvPr id="2572" name="Google Shape;2572;p44"/>
            <p:cNvSpPr/>
            <p:nvPr/>
          </p:nvSpPr>
          <p:spPr>
            <a:xfrm>
              <a:off x="644450" y="3526100"/>
              <a:ext cx="590550" cy="554400"/>
            </a:xfrm>
            <a:custGeom>
              <a:rect b="b" l="l" r="r" t="t"/>
              <a:pathLst>
                <a:path extrusionOk="0" h="22176" w="23622">
                  <a:moveTo>
                    <a:pt x="8661" y="0"/>
                  </a:moveTo>
                  <a:cubicBezTo>
                    <a:pt x="8521" y="0"/>
                    <a:pt x="8381" y="5"/>
                    <a:pt x="8243" y="13"/>
                  </a:cubicBezTo>
                  <a:cubicBezTo>
                    <a:pt x="5244" y="192"/>
                    <a:pt x="2397" y="2031"/>
                    <a:pt x="1006" y="4694"/>
                  </a:cubicBezTo>
                  <a:cubicBezTo>
                    <a:pt x="176" y="6279"/>
                    <a:pt x="0" y="8274"/>
                    <a:pt x="95" y="10062"/>
                  </a:cubicBezTo>
                  <a:cubicBezTo>
                    <a:pt x="192" y="11924"/>
                    <a:pt x="303" y="13848"/>
                    <a:pt x="1137" y="15517"/>
                  </a:cubicBezTo>
                  <a:cubicBezTo>
                    <a:pt x="2026" y="17298"/>
                    <a:pt x="3652" y="18601"/>
                    <a:pt x="5364" y="19621"/>
                  </a:cubicBezTo>
                  <a:cubicBezTo>
                    <a:pt x="7934" y="21152"/>
                    <a:pt x="10870" y="22176"/>
                    <a:pt x="13858" y="22176"/>
                  </a:cubicBezTo>
                  <a:cubicBezTo>
                    <a:pt x="13971" y="22176"/>
                    <a:pt x="14083" y="22174"/>
                    <a:pt x="14196" y="22172"/>
                  </a:cubicBezTo>
                  <a:cubicBezTo>
                    <a:pt x="17300" y="22089"/>
                    <a:pt x="20438" y="20790"/>
                    <a:pt x="22376" y="18364"/>
                  </a:cubicBezTo>
                  <a:cubicBezTo>
                    <a:pt x="23074" y="17492"/>
                    <a:pt x="23621" y="16437"/>
                    <a:pt x="23598" y="15322"/>
                  </a:cubicBezTo>
                  <a:cubicBezTo>
                    <a:pt x="23575" y="14207"/>
                    <a:pt x="22798" y="12935"/>
                    <a:pt x="21705" y="12713"/>
                  </a:cubicBezTo>
                  <a:cubicBezTo>
                    <a:pt x="22440" y="11990"/>
                    <a:pt x="22922" y="10999"/>
                    <a:pt x="22965" y="9970"/>
                  </a:cubicBezTo>
                  <a:cubicBezTo>
                    <a:pt x="23009" y="8940"/>
                    <a:pt x="22597" y="7887"/>
                    <a:pt x="21819" y="7211"/>
                  </a:cubicBezTo>
                  <a:cubicBezTo>
                    <a:pt x="21133" y="6614"/>
                    <a:pt x="20212" y="6338"/>
                    <a:pt x="19305" y="6295"/>
                  </a:cubicBezTo>
                  <a:cubicBezTo>
                    <a:pt x="19219" y="6291"/>
                    <a:pt x="19133" y="6289"/>
                    <a:pt x="19047" y="6289"/>
                  </a:cubicBezTo>
                  <a:cubicBezTo>
                    <a:pt x="18219" y="6289"/>
                    <a:pt x="17370" y="6468"/>
                    <a:pt x="16570" y="6668"/>
                  </a:cubicBezTo>
                  <a:cubicBezTo>
                    <a:pt x="16566" y="5482"/>
                    <a:pt x="16025" y="4309"/>
                    <a:pt x="15128" y="3536"/>
                  </a:cubicBezTo>
                  <a:cubicBezTo>
                    <a:pt x="14387" y="2893"/>
                    <a:pt x="13363" y="2566"/>
                    <a:pt x="12367" y="2566"/>
                  </a:cubicBezTo>
                  <a:cubicBezTo>
                    <a:pt x="12159" y="2566"/>
                    <a:pt x="11952" y="2581"/>
                    <a:pt x="11749" y="2609"/>
                  </a:cubicBezTo>
                  <a:cubicBezTo>
                    <a:pt x="11927" y="1785"/>
                    <a:pt x="11415" y="922"/>
                    <a:pt x="10692" y="484"/>
                  </a:cubicBezTo>
                  <a:cubicBezTo>
                    <a:pt x="10089" y="119"/>
                    <a:pt x="9372" y="0"/>
                    <a:pt x="8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4"/>
            <p:cNvSpPr/>
            <p:nvPr/>
          </p:nvSpPr>
          <p:spPr>
            <a:xfrm>
              <a:off x="707575" y="3581175"/>
              <a:ext cx="230250" cy="275050"/>
            </a:xfrm>
            <a:custGeom>
              <a:rect b="b" l="l" r="r" t="t"/>
              <a:pathLst>
                <a:path extrusionOk="0" h="11002" w="9210">
                  <a:moveTo>
                    <a:pt x="4700" y="1"/>
                  </a:moveTo>
                  <a:cubicBezTo>
                    <a:pt x="4632" y="1"/>
                    <a:pt x="4564" y="5"/>
                    <a:pt x="4497" y="13"/>
                  </a:cubicBezTo>
                  <a:cubicBezTo>
                    <a:pt x="3770" y="102"/>
                    <a:pt x="3185" y="596"/>
                    <a:pt x="2789" y="1187"/>
                  </a:cubicBezTo>
                  <a:cubicBezTo>
                    <a:pt x="2366" y="1815"/>
                    <a:pt x="2054" y="2613"/>
                    <a:pt x="2120" y="3380"/>
                  </a:cubicBezTo>
                  <a:cubicBezTo>
                    <a:pt x="2152" y="3744"/>
                    <a:pt x="2278" y="4083"/>
                    <a:pt x="2472" y="4381"/>
                  </a:cubicBezTo>
                  <a:cubicBezTo>
                    <a:pt x="1047" y="5627"/>
                    <a:pt x="192" y="7500"/>
                    <a:pt x="44" y="9375"/>
                  </a:cubicBezTo>
                  <a:cubicBezTo>
                    <a:pt x="1" y="9919"/>
                    <a:pt x="37" y="10445"/>
                    <a:pt x="133" y="10981"/>
                  </a:cubicBezTo>
                  <a:cubicBezTo>
                    <a:pt x="136" y="10995"/>
                    <a:pt x="147" y="11002"/>
                    <a:pt x="159" y="11002"/>
                  </a:cubicBezTo>
                  <a:cubicBezTo>
                    <a:pt x="174" y="11002"/>
                    <a:pt x="189" y="10992"/>
                    <a:pt x="188" y="10974"/>
                  </a:cubicBezTo>
                  <a:cubicBezTo>
                    <a:pt x="80" y="9790"/>
                    <a:pt x="212" y="8571"/>
                    <a:pt x="614" y="7450"/>
                  </a:cubicBezTo>
                  <a:cubicBezTo>
                    <a:pt x="1018" y="6320"/>
                    <a:pt x="1686" y="5319"/>
                    <a:pt x="2538" y="4481"/>
                  </a:cubicBezTo>
                  <a:cubicBezTo>
                    <a:pt x="2686" y="4685"/>
                    <a:pt x="2866" y="4871"/>
                    <a:pt x="3072" y="5027"/>
                  </a:cubicBezTo>
                  <a:cubicBezTo>
                    <a:pt x="3583" y="5409"/>
                    <a:pt x="4184" y="5574"/>
                    <a:pt x="4795" y="5574"/>
                  </a:cubicBezTo>
                  <a:cubicBezTo>
                    <a:pt x="5627" y="5574"/>
                    <a:pt x="6477" y="5268"/>
                    <a:pt x="7142" y="4789"/>
                  </a:cubicBezTo>
                  <a:cubicBezTo>
                    <a:pt x="8314" y="3942"/>
                    <a:pt x="9210" y="2449"/>
                    <a:pt x="9119" y="971"/>
                  </a:cubicBezTo>
                  <a:cubicBezTo>
                    <a:pt x="9117" y="941"/>
                    <a:pt x="9095" y="926"/>
                    <a:pt x="9074" y="926"/>
                  </a:cubicBezTo>
                  <a:cubicBezTo>
                    <a:pt x="9052" y="926"/>
                    <a:pt x="9030" y="941"/>
                    <a:pt x="9027" y="971"/>
                  </a:cubicBezTo>
                  <a:cubicBezTo>
                    <a:pt x="8917" y="2141"/>
                    <a:pt x="8508" y="3229"/>
                    <a:pt x="7676" y="4080"/>
                  </a:cubicBezTo>
                  <a:cubicBezTo>
                    <a:pt x="6942" y="4831"/>
                    <a:pt x="5883" y="5376"/>
                    <a:pt x="4817" y="5376"/>
                  </a:cubicBezTo>
                  <a:cubicBezTo>
                    <a:pt x="4616" y="5376"/>
                    <a:pt x="4415" y="5357"/>
                    <a:pt x="4216" y="5316"/>
                  </a:cubicBezTo>
                  <a:cubicBezTo>
                    <a:pt x="3639" y="5197"/>
                    <a:pt x="3104" y="4884"/>
                    <a:pt x="2740" y="4414"/>
                  </a:cubicBezTo>
                  <a:cubicBezTo>
                    <a:pt x="2329" y="3883"/>
                    <a:pt x="2237" y="3223"/>
                    <a:pt x="2391" y="2579"/>
                  </a:cubicBezTo>
                  <a:cubicBezTo>
                    <a:pt x="2544" y="1939"/>
                    <a:pt x="2874" y="1288"/>
                    <a:pt x="3342" y="821"/>
                  </a:cubicBezTo>
                  <a:cubicBezTo>
                    <a:pt x="3703" y="461"/>
                    <a:pt x="4207" y="196"/>
                    <a:pt x="4719" y="196"/>
                  </a:cubicBezTo>
                  <a:cubicBezTo>
                    <a:pt x="4861" y="196"/>
                    <a:pt x="5004" y="217"/>
                    <a:pt x="5144" y="261"/>
                  </a:cubicBezTo>
                  <a:cubicBezTo>
                    <a:pt x="5785" y="461"/>
                    <a:pt x="6226" y="1148"/>
                    <a:pt x="5913" y="1795"/>
                  </a:cubicBezTo>
                  <a:cubicBezTo>
                    <a:pt x="5763" y="2104"/>
                    <a:pt x="5479" y="2248"/>
                    <a:pt x="5187" y="2248"/>
                  </a:cubicBezTo>
                  <a:cubicBezTo>
                    <a:pt x="4900" y="2248"/>
                    <a:pt x="4604" y="2109"/>
                    <a:pt x="4419" y="1851"/>
                  </a:cubicBezTo>
                  <a:cubicBezTo>
                    <a:pt x="4411" y="1839"/>
                    <a:pt x="4399" y="1834"/>
                    <a:pt x="4387" y="1834"/>
                  </a:cubicBezTo>
                  <a:cubicBezTo>
                    <a:pt x="4365" y="1834"/>
                    <a:pt x="4344" y="1852"/>
                    <a:pt x="4352" y="1880"/>
                  </a:cubicBezTo>
                  <a:cubicBezTo>
                    <a:pt x="4444" y="2263"/>
                    <a:pt x="4817" y="2457"/>
                    <a:pt x="5189" y="2457"/>
                  </a:cubicBezTo>
                  <a:cubicBezTo>
                    <a:pt x="5348" y="2457"/>
                    <a:pt x="5507" y="2422"/>
                    <a:pt x="5644" y="2350"/>
                  </a:cubicBezTo>
                  <a:cubicBezTo>
                    <a:pt x="6163" y="2077"/>
                    <a:pt x="6341" y="1376"/>
                    <a:pt x="6117" y="857"/>
                  </a:cubicBezTo>
                  <a:cubicBezTo>
                    <a:pt x="5878" y="303"/>
                    <a:pt x="5285" y="1"/>
                    <a:pt x="47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4"/>
            <p:cNvSpPr/>
            <p:nvPr/>
          </p:nvSpPr>
          <p:spPr>
            <a:xfrm>
              <a:off x="852300" y="3692000"/>
              <a:ext cx="205775" cy="250825"/>
            </a:xfrm>
            <a:custGeom>
              <a:rect b="b" l="l" r="r" t="t"/>
              <a:pathLst>
                <a:path extrusionOk="0" h="10033" w="8231">
                  <a:moveTo>
                    <a:pt x="4206" y="1"/>
                  </a:moveTo>
                  <a:cubicBezTo>
                    <a:pt x="3645" y="1"/>
                    <a:pt x="3099" y="270"/>
                    <a:pt x="2703" y="670"/>
                  </a:cubicBezTo>
                  <a:cubicBezTo>
                    <a:pt x="1826" y="1559"/>
                    <a:pt x="1428" y="3093"/>
                    <a:pt x="2038" y="4213"/>
                  </a:cubicBezTo>
                  <a:cubicBezTo>
                    <a:pt x="2036" y="4214"/>
                    <a:pt x="2035" y="4214"/>
                    <a:pt x="2033" y="4219"/>
                  </a:cubicBezTo>
                  <a:cubicBezTo>
                    <a:pt x="1558" y="4847"/>
                    <a:pt x="1155" y="5548"/>
                    <a:pt x="817" y="6263"/>
                  </a:cubicBezTo>
                  <a:cubicBezTo>
                    <a:pt x="488" y="6959"/>
                    <a:pt x="184" y="7694"/>
                    <a:pt x="6" y="8444"/>
                  </a:cubicBezTo>
                  <a:cubicBezTo>
                    <a:pt x="0" y="8473"/>
                    <a:pt x="22" y="8491"/>
                    <a:pt x="43" y="8491"/>
                  </a:cubicBezTo>
                  <a:cubicBezTo>
                    <a:pt x="58" y="8491"/>
                    <a:pt x="72" y="8483"/>
                    <a:pt x="78" y="8464"/>
                  </a:cubicBezTo>
                  <a:cubicBezTo>
                    <a:pt x="349" y="7721"/>
                    <a:pt x="616" y="6986"/>
                    <a:pt x="975" y="6279"/>
                  </a:cubicBezTo>
                  <a:cubicBezTo>
                    <a:pt x="1313" y="5607"/>
                    <a:pt x="1706" y="4978"/>
                    <a:pt x="2124" y="4355"/>
                  </a:cubicBezTo>
                  <a:cubicBezTo>
                    <a:pt x="2186" y="4450"/>
                    <a:pt x="2252" y="4544"/>
                    <a:pt x="2330" y="4631"/>
                  </a:cubicBezTo>
                  <a:cubicBezTo>
                    <a:pt x="2441" y="4754"/>
                    <a:pt x="2562" y="4865"/>
                    <a:pt x="2690" y="4962"/>
                  </a:cubicBezTo>
                  <a:cubicBezTo>
                    <a:pt x="2167" y="5694"/>
                    <a:pt x="1748" y="6498"/>
                    <a:pt x="1415" y="7331"/>
                  </a:cubicBezTo>
                  <a:cubicBezTo>
                    <a:pt x="1077" y="8181"/>
                    <a:pt x="802" y="9090"/>
                    <a:pt x="709" y="10003"/>
                  </a:cubicBezTo>
                  <a:cubicBezTo>
                    <a:pt x="707" y="10022"/>
                    <a:pt x="724" y="10033"/>
                    <a:pt x="740" y="10033"/>
                  </a:cubicBezTo>
                  <a:cubicBezTo>
                    <a:pt x="753" y="10033"/>
                    <a:pt x="765" y="10026"/>
                    <a:pt x="768" y="10012"/>
                  </a:cubicBezTo>
                  <a:cubicBezTo>
                    <a:pt x="972" y="9120"/>
                    <a:pt x="1192" y="8247"/>
                    <a:pt x="1538" y="7398"/>
                  </a:cubicBezTo>
                  <a:cubicBezTo>
                    <a:pt x="1876" y="6570"/>
                    <a:pt x="2314" y="5790"/>
                    <a:pt x="2806" y="5044"/>
                  </a:cubicBezTo>
                  <a:cubicBezTo>
                    <a:pt x="3267" y="5355"/>
                    <a:pt x="3813" y="5503"/>
                    <a:pt x="4364" y="5503"/>
                  </a:cubicBezTo>
                  <a:cubicBezTo>
                    <a:pt x="4915" y="5503"/>
                    <a:pt x="5472" y="5355"/>
                    <a:pt x="5957" y="5074"/>
                  </a:cubicBezTo>
                  <a:cubicBezTo>
                    <a:pt x="6648" y="4674"/>
                    <a:pt x="7196" y="4060"/>
                    <a:pt x="7563" y="3356"/>
                  </a:cubicBezTo>
                  <a:cubicBezTo>
                    <a:pt x="7969" y="2579"/>
                    <a:pt x="8230" y="1647"/>
                    <a:pt x="8197" y="767"/>
                  </a:cubicBezTo>
                  <a:cubicBezTo>
                    <a:pt x="8196" y="742"/>
                    <a:pt x="8175" y="727"/>
                    <a:pt x="8155" y="727"/>
                  </a:cubicBezTo>
                  <a:cubicBezTo>
                    <a:pt x="8140" y="727"/>
                    <a:pt x="8125" y="736"/>
                    <a:pt x="8121" y="755"/>
                  </a:cubicBezTo>
                  <a:cubicBezTo>
                    <a:pt x="7977" y="1402"/>
                    <a:pt x="7877" y="2050"/>
                    <a:pt x="7642" y="2676"/>
                  </a:cubicBezTo>
                  <a:cubicBezTo>
                    <a:pt x="7416" y="3281"/>
                    <a:pt x="7078" y="3847"/>
                    <a:pt x="6616" y="4304"/>
                  </a:cubicBezTo>
                  <a:cubicBezTo>
                    <a:pt x="6008" y="4907"/>
                    <a:pt x="5194" y="5301"/>
                    <a:pt x="4357" y="5301"/>
                  </a:cubicBezTo>
                  <a:cubicBezTo>
                    <a:pt x="4044" y="5301"/>
                    <a:pt x="3729" y="5246"/>
                    <a:pt x="3419" y="5126"/>
                  </a:cubicBezTo>
                  <a:cubicBezTo>
                    <a:pt x="2895" y="4923"/>
                    <a:pt x="2434" y="4548"/>
                    <a:pt x="2179" y="4041"/>
                  </a:cubicBezTo>
                  <a:cubicBezTo>
                    <a:pt x="1869" y="3429"/>
                    <a:pt x="1901" y="2699"/>
                    <a:pt x="2110" y="2059"/>
                  </a:cubicBezTo>
                  <a:cubicBezTo>
                    <a:pt x="2307" y="1465"/>
                    <a:pt x="2667" y="879"/>
                    <a:pt x="3195" y="524"/>
                  </a:cubicBezTo>
                  <a:cubicBezTo>
                    <a:pt x="3493" y="325"/>
                    <a:pt x="3857" y="205"/>
                    <a:pt x="4216" y="205"/>
                  </a:cubicBezTo>
                  <a:cubicBezTo>
                    <a:pt x="4498" y="205"/>
                    <a:pt x="4775" y="278"/>
                    <a:pt x="5016" y="445"/>
                  </a:cubicBezTo>
                  <a:cubicBezTo>
                    <a:pt x="5595" y="849"/>
                    <a:pt x="5766" y="1640"/>
                    <a:pt x="5412" y="2246"/>
                  </a:cubicBezTo>
                  <a:cubicBezTo>
                    <a:pt x="5228" y="2563"/>
                    <a:pt x="4896" y="2834"/>
                    <a:pt x="4519" y="2850"/>
                  </a:cubicBezTo>
                  <a:cubicBezTo>
                    <a:pt x="4510" y="2850"/>
                    <a:pt x="4501" y="2850"/>
                    <a:pt x="4493" y="2850"/>
                  </a:cubicBezTo>
                  <a:cubicBezTo>
                    <a:pt x="4134" y="2850"/>
                    <a:pt x="3831" y="2530"/>
                    <a:pt x="3931" y="2165"/>
                  </a:cubicBezTo>
                  <a:cubicBezTo>
                    <a:pt x="3944" y="2119"/>
                    <a:pt x="3902" y="2081"/>
                    <a:pt x="3862" y="2081"/>
                  </a:cubicBezTo>
                  <a:cubicBezTo>
                    <a:pt x="3841" y="2081"/>
                    <a:pt x="3821" y="2091"/>
                    <a:pt x="3808" y="2115"/>
                  </a:cubicBezTo>
                  <a:cubicBezTo>
                    <a:pt x="3679" y="2370"/>
                    <a:pt x="3772" y="2657"/>
                    <a:pt x="3980" y="2844"/>
                  </a:cubicBezTo>
                  <a:cubicBezTo>
                    <a:pt x="4124" y="2974"/>
                    <a:pt x="4310" y="3030"/>
                    <a:pt x="4498" y="3030"/>
                  </a:cubicBezTo>
                  <a:cubicBezTo>
                    <a:pt x="4605" y="3030"/>
                    <a:pt x="4713" y="3012"/>
                    <a:pt x="4814" y="2978"/>
                  </a:cubicBezTo>
                  <a:cubicBezTo>
                    <a:pt x="5448" y="2765"/>
                    <a:pt x="5847" y="2063"/>
                    <a:pt x="5784" y="1409"/>
                  </a:cubicBezTo>
                  <a:cubicBezTo>
                    <a:pt x="5723" y="772"/>
                    <a:pt x="5256" y="218"/>
                    <a:pt x="4638" y="56"/>
                  </a:cubicBezTo>
                  <a:cubicBezTo>
                    <a:pt x="4495" y="19"/>
                    <a:pt x="4350" y="1"/>
                    <a:pt x="4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4"/>
            <p:cNvSpPr/>
            <p:nvPr/>
          </p:nvSpPr>
          <p:spPr>
            <a:xfrm>
              <a:off x="971550" y="3761425"/>
              <a:ext cx="203475" cy="226450"/>
            </a:xfrm>
            <a:custGeom>
              <a:rect b="b" l="l" r="r" t="t"/>
              <a:pathLst>
                <a:path extrusionOk="0" h="9058" w="8139">
                  <a:moveTo>
                    <a:pt x="5685" y="0"/>
                  </a:moveTo>
                  <a:cubicBezTo>
                    <a:pt x="5481" y="0"/>
                    <a:pt x="5277" y="36"/>
                    <a:pt x="5084" y="102"/>
                  </a:cubicBezTo>
                  <a:cubicBezTo>
                    <a:pt x="4160" y="417"/>
                    <a:pt x="3358" y="1391"/>
                    <a:pt x="3172" y="2343"/>
                  </a:cubicBezTo>
                  <a:cubicBezTo>
                    <a:pt x="3064" y="2904"/>
                    <a:pt x="3232" y="3428"/>
                    <a:pt x="3571" y="3829"/>
                  </a:cubicBezTo>
                  <a:cubicBezTo>
                    <a:pt x="3353" y="3901"/>
                    <a:pt x="3139" y="4121"/>
                    <a:pt x="2969" y="4265"/>
                  </a:cubicBezTo>
                  <a:cubicBezTo>
                    <a:pt x="2764" y="4437"/>
                    <a:pt x="2568" y="4617"/>
                    <a:pt x="2380" y="4806"/>
                  </a:cubicBezTo>
                  <a:cubicBezTo>
                    <a:pt x="1999" y="5187"/>
                    <a:pt x="1652" y="5604"/>
                    <a:pt x="1342" y="6045"/>
                  </a:cubicBezTo>
                  <a:cubicBezTo>
                    <a:pt x="718" y="6934"/>
                    <a:pt x="270" y="7955"/>
                    <a:pt x="8" y="9007"/>
                  </a:cubicBezTo>
                  <a:cubicBezTo>
                    <a:pt x="0" y="9037"/>
                    <a:pt x="25" y="9057"/>
                    <a:pt x="50" y="9057"/>
                  </a:cubicBezTo>
                  <a:cubicBezTo>
                    <a:pt x="66" y="9057"/>
                    <a:pt x="82" y="9049"/>
                    <a:pt x="87" y="9028"/>
                  </a:cubicBezTo>
                  <a:cubicBezTo>
                    <a:pt x="375" y="7991"/>
                    <a:pt x="848" y="7030"/>
                    <a:pt x="1465" y="6148"/>
                  </a:cubicBezTo>
                  <a:cubicBezTo>
                    <a:pt x="1770" y="5709"/>
                    <a:pt x="2116" y="5298"/>
                    <a:pt x="2495" y="4921"/>
                  </a:cubicBezTo>
                  <a:cubicBezTo>
                    <a:pt x="2684" y="4734"/>
                    <a:pt x="2879" y="4554"/>
                    <a:pt x="3084" y="4382"/>
                  </a:cubicBezTo>
                  <a:cubicBezTo>
                    <a:pt x="3260" y="4235"/>
                    <a:pt x="3509" y="4105"/>
                    <a:pt x="3646" y="3915"/>
                  </a:cubicBezTo>
                  <a:cubicBezTo>
                    <a:pt x="3871" y="4153"/>
                    <a:pt x="4159" y="4340"/>
                    <a:pt x="4484" y="4454"/>
                  </a:cubicBezTo>
                  <a:cubicBezTo>
                    <a:pt x="4783" y="4558"/>
                    <a:pt x="5090" y="4604"/>
                    <a:pt x="5397" y="4604"/>
                  </a:cubicBezTo>
                  <a:cubicBezTo>
                    <a:pt x="6358" y="4604"/>
                    <a:pt x="7328" y="4157"/>
                    <a:pt x="8107" y="3644"/>
                  </a:cubicBezTo>
                  <a:cubicBezTo>
                    <a:pt x="8138" y="3625"/>
                    <a:pt x="8125" y="3571"/>
                    <a:pt x="8092" y="3571"/>
                  </a:cubicBezTo>
                  <a:cubicBezTo>
                    <a:pt x="8088" y="3571"/>
                    <a:pt x="8083" y="3572"/>
                    <a:pt x="8078" y="3574"/>
                  </a:cubicBezTo>
                  <a:cubicBezTo>
                    <a:pt x="7195" y="3907"/>
                    <a:pt x="6370" y="4360"/>
                    <a:pt x="5404" y="4372"/>
                  </a:cubicBezTo>
                  <a:cubicBezTo>
                    <a:pt x="5395" y="4372"/>
                    <a:pt x="5387" y="4372"/>
                    <a:pt x="5378" y="4372"/>
                  </a:cubicBezTo>
                  <a:cubicBezTo>
                    <a:pt x="4575" y="4372"/>
                    <a:pt x="3701" y="3967"/>
                    <a:pt x="3430" y="3159"/>
                  </a:cubicBezTo>
                  <a:cubicBezTo>
                    <a:pt x="3146" y="2315"/>
                    <a:pt x="3672" y="1466"/>
                    <a:pt x="4251" y="888"/>
                  </a:cubicBezTo>
                  <a:cubicBezTo>
                    <a:pt x="4626" y="514"/>
                    <a:pt x="5192" y="199"/>
                    <a:pt x="5731" y="199"/>
                  </a:cubicBezTo>
                  <a:cubicBezTo>
                    <a:pt x="6046" y="199"/>
                    <a:pt x="6352" y="306"/>
                    <a:pt x="6604" y="571"/>
                  </a:cubicBezTo>
                  <a:cubicBezTo>
                    <a:pt x="6914" y="897"/>
                    <a:pt x="6984" y="1427"/>
                    <a:pt x="6682" y="1783"/>
                  </a:cubicBezTo>
                  <a:cubicBezTo>
                    <a:pt x="6539" y="1951"/>
                    <a:pt x="6361" y="2019"/>
                    <a:pt x="6178" y="2019"/>
                  </a:cubicBezTo>
                  <a:cubicBezTo>
                    <a:pt x="5960" y="2019"/>
                    <a:pt x="5734" y="1923"/>
                    <a:pt x="5552" y="1780"/>
                  </a:cubicBezTo>
                  <a:cubicBezTo>
                    <a:pt x="5544" y="1774"/>
                    <a:pt x="5534" y="1771"/>
                    <a:pt x="5525" y="1771"/>
                  </a:cubicBezTo>
                  <a:cubicBezTo>
                    <a:pt x="5501" y="1771"/>
                    <a:pt x="5477" y="1788"/>
                    <a:pt x="5487" y="1818"/>
                  </a:cubicBezTo>
                  <a:cubicBezTo>
                    <a:pt x="5582" y="2094"/>
                    <a:pt x="5875" y="2215"/>
                    <a:pt x="6156" y="2215"/>
                  </a:cubicBezTo>
                  <a:cubicBezTo>
                    <a:pt x="6239" y="2215"/>
                    <a:pt x="6320" y="2205"/>
                    <a:pt x="6395" y="2185"/>
                  </a:cubicBezTo>
                  <a:cubicBezTo>
                    <a:pt x="6794" y="2078"/>
                    <a:pt x="7040" y="1697"/>
                    <a:pt x="7071" y="1299"/>
                  </a:cubicBezTo>
                  <a:cubicBezTo>
                    <a:pt x="7105" y="854"/>
                    <a:pt x="6849" y="447"/>
                    <a:pt x="6478" y="217"/>
                  </a:cubicBezTo>
                  <a:cubicBezTo>
                    <a:pt x="6238" y="67"/>
                    <a:pt x="5962" y="0"/>
                    <a:pt x="5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4"/>
            <p:cNvSpPr/>
            <p:nvPr/>
          </p:nvSpPr>
          <p:spPr>
            <a:xfrm>
              <a:off x="754375" y="3741525"/>
              <a:ext cx="31475" cy="78775"/>
            </a:xfrm>
            <a:custGeom>
              <a:rect b="b" l="l" r="r" t="t"/>
              <a:pathLst>
                <a:path extrusionOk="0" h="3151" w="1259">
                  <a:moveTo>
                    <a:pt x="1185" y="1"/>
                  </a:moveTo>
                  <a:cubicBezTo>
                    <a:pt x="1169" y="1"/>
                    <a:pt x="1152" y="9"/>
                    <a:pt x="1141" y="27"/>
                  </a:cubicBezTo>
                  <a:cubicBezTo>
                    <a:pt x="863" y="503"/>
                    <a:pt x="624" y="997"/>
                    <a:pt x="422" y="1509"/>
                  </a:cubicBezTo>
                  <a:cubicBezTo>
                    <a:pt x="321" y="1765"/>
                    <a:pt x="235" y="2027"/>
                    <a:pt x="162" y="2294"/>
                  </a:cubicBezTo>
                  <a:cubicBezTo>
                    <a:pt x="91" y="2549"/>
                    <a:pt x="5" y="2828"/>
                    <a:pt x="2" y="3095"/>
                  </a:cubicBezTo>
                  <a:cubicBezTo>
                    <a:pt x="0" y="3132"/>
                    <a:pt x="26" y="3150"/>
                    <a:pt x="53" y="3150"/>
                  </a:cubicBezTo>
                  <a:cubicBezTo>
                    <a:pt x="78" y="3150"/>
                    <a:pt x="103" y="3137"/>
                    <a:pt x="114" y="3111"/>
                  </a:cubicBezTo>
                  <a:cubicBezTo>
                    <a:pt x="218" y="2858"/>
                    <a:pt x="264" y="2576"/>
                    <a:pt x="340" y="2315"/>
                  </a:cubicBezTo>
                  <a:cubicBezTo>
                    <a:pt x="412" y="2068"/>
                    <a:pt x="491" y="1823"/>
                    <a:pt x="575" y="1581"/>
                  </a:cubicBezTo>
                  <a:cubicBezTo>
                    <a:pt x="754" y="1063"/>
                    <a:pt x="976" y="565"/>
                    <a:pt x="1235" y="84"/>
                  </a:cubicBezTo>
                  <a:cubicBezTo>
                    <a:pt x="1259" y="40"/>
                    <a:pt x="1222" y="1"/>
                    <a:pt x="1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4"/>
            <p:cNvSpPr/>
            <p:nvPr/>
          </p:nvSpPr>
          <p:spPr>
            <a:xfrm>
              <a:off x="927425" y="3858725"/>
              <a:ext cx="36150" cy="72200"/>
            </a:xfrm>
            <a:custGeom>
              <a:rect b="b" l="l" r="r" t="t"/>
              <a:pathLst>
                <a:path extrusionOk="0" h="2888" w="1446">
                  <a:moveTo>
                    <a:pt x="1387" y="0"/>
                  </a:moveTo>
                  <a:cubicBezTo>
                    <a:pt x="1375" y="0"/>
                    <a:pt x="1362" y="4"/>
                    <a:pt x="1352" y="12"/>
                  </a:cubicBezTo>
                  <a:cubicBezTo>
                    <a:pt x="1162" y="170"/>
                    <a:pt x="1041" y="418"/>
                    <a:pt x="919" y="631"/>
                  </a:cubicBezTo>
                  <a:cubicBezTo>
                    <a:pt x="782" y="866"/>
                    <a:pt x="657" y="1108"/>
                    <a:pt x="541" y="1355"/>
                  </a:cubicBezTo>
                  <a:cubicBezTo>
                    <a:pt x="319" y="1830"/>
                    <a:pt x="146" y="2331"/>
                    <a:pt x="10" y="2837"/>
                  </a:cubicBezTo>
                  <a:cubicBezTo>
                    <a:pt x="1" y="2867"/>
                    <a:pt x="26" y="2887"/>
                    <a:pt x="50" y="2887"/>
                  </a:cubicBezTo>
                  <a:cubicBezTo>
                    <a:pt x="66" y="2887"/>
                    <a:pt x="83" y="2879"/>
                    <a:pt x="89" y="2859"/>
                  </a:cubicBezTo>
                  <a:cubicBezTo>
                    <a:pt x="250" y="2350"/>
                    <a:pt x="456" y="1863"/>
                    <a:pt x="690" y="1385"/>
                  </a:cubicBezTo>
                  <a:cubicBezTo>
                    <a:pt x="803" y="1157"/>
                    <a:pt x="924" y="931"/>
                    <a:pt x="1056" y="712"/>
                  </a:cubicBezTo>
                  <a:cubicBezTo>
                    <a:pt x="1182" y="499"/>
                    <a:pt x="1352" y="294"/>
                    <a:pt x="1435" y="59"/>
                  </a:cubicBezTo>
                  <a:cubicBezTo>
                    <a:pt x="1446" y="22"/>
                    <a:pt x="1417" y="0"/>
                    <a:pt x="1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78" name="Google Shape;2578;p44"/>
          <p:cNvPicPr preferRelativeResize="0"/>
          <p:nvPr/>
        </p:nvPicPr>
        <p:blipFill rotWithShape="1">
          <a:blip r:embed="rId3">
            <a:alphaModFix/>
          </a:blip>
          <a:srcRect b="0" l="20675" r="17216" t="37892"/>
          <a:stretch/>
        </p:blipFill>
        <p:spPr>
          <a:xfrm>
            <a:off x="4280738" y="791550"/>
            <a:ext cx="3560400" cy="3560400"/>
          </a:xfrm>
          <a:prstGeom prst="ellipse">
            <a:avLst/>
          </a:prstGeom>
          <a:noFill/>
          <a:ln cap="flat" cmpd="sng" w="9525">
            <a:solidFill>
              <a:schemeClr val="lt1"/>
            </a:solidFill>
            <a:prstDash val="dot"/>
            <a:round/>
            <a:headEnd len="sm" w="sm" type="none"/>
            <a:tailEnd len="sm" w="sm" type="none"/>
          </a:ln>
        </p:spPr>
      </p:pic>
      <p:sp>
        <p:nvSpPr>
          <p:cNvPr id="2579" name="Google Shape;2579;p44"/>
          <p:cNvSpPr txBox="1"/>
          <p:nvPr>
            <p:ph idx="1" type="subTitle"/>
          </p:nvPr>
        </p:nvSpPr>
        <p:spPr>
          <a:xfrm>
            <a:off x="1302863" y="2788500"/>
            <a:ext cx="2669700" cy="105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a:p>
            <a:pPr indent="0" lvl="0" marL="0" rtl="0" algn="r">
              <a:spcBef>
                <a:spcPts val="0"/>
              </a:spcBef>
              <a:spcAft>
                <a:spcPts val="1600"/>
              </a:spcAft>
              <a:buNone/>
            </a:pPr>
            <a:r>
              <a:t/>
            </a:r>
            <a:endParaRPr/>
          </a:p>
        </p:txBody>
      </p:sp>
      <p:sp>
        <p:nvSpPr>
          <p:cNvPr id="2580" name="Google Shape;2580;p44"/>
          <p:cNvSpPr txBox="1"/>
          <p:nvPr>
            <p:ph type="title"/>
          </p:nvPr>
        </p:nvSpPr>
        <p:spPr>
          <a:xfrm>
            <a:off x="1805188" y="1302275"/>
            <a:ext cx="2167200" cy="1564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rPr>
              <a:t>A picture</a:t>
            </a:r>
            <a:r>
              <a:rPr lang="en"/>
              <a:t> reinforces the concept</a:t>
            </a:r>
            <a:endParaRPr/>
          </a:p>
        </p:txBody>
      </p:sp>
      <p:grpSp>
        <p:nvGrpSpPr>
          <p:cNvPr id="2581" name="Google Shape;2581;p44"/>
          <p:cNvGrpSpPr/>
          <p:nvPr/>
        </p:nvGrpSpPr>
        <p:grpSpPr>
          <a:xfrm>
            <a:off x="2" y="4139704"/>
            <a:ext cx="7267773" cy="1609372"/>
            <a:chOff x="2" y="4046566"/>
            <a:chExt cx="7267773" cy="1609372"/>
          </a:xfrm>
        </p:grpSpPr>
        <p:grpSp>
          <p:nvGrpSpPr>
            <p:cNvPr id="2582" name="Google Shape;2582;p44"/>
            <p:cNvGrpSpPr/>
            <p:nvPr/>
          </p:nvGrpSpPr>
          <p:grpSpPr>
            <a:xfrm flipH="1">
              <a:off x="2" y="4046566"/>
              <a:ext cx="7267773" cy="1609372"/>
              <a:chOff x="609977" y="2054901"/>
              <a:chExt cx="2729475" cy="669623"/>
            </a:xfrm>
          </p:grpSpPr>
          <p:sp>
            <p:nvSpPr>
              <p:cNvPr id="2583" name="Google Shape;2583;p44"/>
              <p:cNvSpPr/>
              <p:nvPr/>
            </p:nvSpPr>
            <p:spPr>
              <a:xfrm>
                <a:off x="609977" y="2054901"/>
                <a:ext cx="2729475" cy="669623"/>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4"/>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4"/>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4"/>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4"/>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8" name="Google Shape;2588;p44"/>
            <p:cNvSpPr/>
            <p:nvPr/>
          </p:nvSpPr>
          <p:spPr>
            <a:xfrm flipH="1" rot="-564407">
              <a:off x="4017918" y="4421111"/>
              <a:ext cx="2444098" cy="364778"/>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44"/>
          <p:cNvGrpSpPr/>
          <p:nvPr/>
        </p:nvGrpSpPr>
        <p:grpSpPr>
          <a:xfrm>
            <a:off x="-55979" y="4153830"/>
            <a:ext cx="1551957" cy="1152743"/>
            <a:chOff x="636050" y="3857425"/>
            <a:chExt cx="375050" cy="278575"/>
          </a:xfrm>
        </p:grpSpPr>
        <p:sp>
          <p:nvSpPr>
            <p:cNvPr id="2590" name="Google Shape;2590;p44"/>
            <p:cNvSpPr/>
            <p:nvPr/>
          </p:nvSpPr>
          <p:spPr>
            <a:xfrm>
              <a:off x="636050" y="3857425"/>
              <a:ext cx="375050" cy="278575"/>
            </a:xfrm>
            <a:custGeom>
              <a:rect b="b" l="l" r="r" t="t"/>
              <a:pathLst>
                <a:path extrusionOk="0" h="11143" w="15002">
                  <a:moveTo>
                    <a:pt x="6080" y="0"/>
                  </a:moveTo>
                  <a:lnTo>
                    <a:pt x="6080" y="0"/>
                  </a:lnTo>
                  <a:cubicBezTo>
                    <a:pt x="4783" y="653"/>
                    <a:pt x="3332" y="990"/>
                    <a:pt x="1880" y="990"/>
                  </a:cubicBezTo>
                  <a:cubicBezTo>
                    <a:pt x="1360" y="990"/>
                    <a:pt x="839" y="947"/>
                    <a:pt x="326" y="859"/>
                  </a:cubicBezTo>
                  <a:cubicBezTo>
                    <a:pt x="162" y="2321"/>
                    <a:pt x="0" y="3827"/>
                    <a:pt x="146" y="5289"/>
                  </a:cubicBezTo>
                  <a:cubicBezTo>
                    <a:pt x="290" y="6742"/>
                    <a:pt x="630" y="8260"/>
                    <a:pt x="1631" y="9323"/>
                  </a:cubicBezTo>
                  <a:cubicBezTo>
                    <a:pt x="2654" y="10410"/>
                    <a:pt x="4196" y="10832"/>
                    <a:pt x="5677" y="11023"/>
                  </a:cubicBezTo>
                  <a:cubicBezTo>
                    <a:pt x="6250" y="11097"/>
                    <a:pt x="6833" y="11143"/>
                    <a:pt x="7413" y="11143"/>
                  </a:cubicBezTo>
                  <a:cubicBezTo>
                    <a:pt x="8496" y="11143"/>
                    <a:pt x="9571" y="10986"/>
                    <a:pt x="10564" y="10565"/>
                  </a:cubicBezTo>
                  <a:cubicBezTo>
                    <a:pt x="12286" y="9836"/>
                    <a:pt x="13588" y="8398"/>
                    <a:pt x="14833" y="7002"/>
                  </a:cubicBezTo>
                  <a:cubicBezTo>
                    <a:pt x="14913" y="6910"/>
                    <a:pt x="15001" y="6801"/>
                    <a:pt x="14986" y="6678"/>
                  </a:cubicBezTo>
                  <a:cubicBezTo>
                    <a:pt x="14962" y="6494"/>
                    <a:pt x="14754" y="6446"/>
                    <a:pt x="14552" y="6446"/>
                  </a:cubicBezTo>
                  <a:cubicBezTo>
                    <a:pt x="14496" y="6446"/>
                    <a:pt x="14440" y="6449"/>
                    <a:pt x="14389" y="6455"/>
                  </a:cubicBezTo>
                  <a:cubicBezTo>
                    <a:pt x="14283" y="6466"/>
                    <a:pt x="14177" y="6472"/>
                    <a:pt x="14070" y="6472"/>
                  </a:cubicBezTo>
                  <a:cubicBezTo>
                    <a:pt x="13372" y="6472"/>
                    <a:pt x="12676" y="6233"/>
                    <a:pt x="12127" y="5801"/>
                  </a:cubicBezTo>
                  <a:cubicBezTo>
                    <a:pt x="11495" y="5304"/>
                    <a:pt x="11192" y="4511"/>
                    <a:pt x="11088" y="3713"/>
                  </a:cubicBezTo>
                  <a:cubicBezTo>
                    <a:pt x="10581" y="3901"/>
                    <a:pt x="10034" y="4001"/>
                    <a:pt x="9491" y="4001"/>
                  </a:cubicBezTo>
                  <a:cubicBezTo>
                    <a:pt x="8742" y="4001"/>
                    <a:pt x="8001" y="3809"/>
                    <a:pt x="7384" y="3389"/>
                  </a:cubicBezTo>
                  <a:cubicBezTo>
                    <a:pt x="6319" y="2667"/>
                    <a:pt x="5605" y="1198"/>
                    <a:pt x="6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4"/>
            <p:cNvSpPr/>
            <p:nvPr/>
          </p:nvSpPr>
          <p:spPr>
            <a:xfrm>
              <a:off x="759050" y="3895475"/>
              <a:ext cx="128975" cy="86150"/>
            </a:xfrm>
            <a:custGeom>
              <a:rect b="b" l="l" r="r" t="t"/>
              <a:pathLst>
                <a:path extrusionOk="0" h="3446" w="5159">
                  <a:moveTo>
                    <a:pt x="56" y="0"/>
                  </a:moveTo>
                  <a:cubicBezTo>
                    <a:pt x="27" y="0"/>
                    <a:pt x="0" y="22"/>
                    <a:pt x="11" y="57"/>
                  </a:cubicBezTo>
                  <a:cubicBezTo>
                    <a:pt x="326" y="1095"/>
                    <a:pt x="954" y="1981"/>
                    <a:pt x="1855" y="2595"/>
                  </a:cubicBezTo>
                  <a:cubicBezTo>
                    <a:pt x="2339" y="2924"/>
                    <a:pt x="2889" y="3168"/>
                    <a:pt x="3458" y="3308"/>
                  </a:cubicBezTo>
                  <a:cubicBezTo>
                    <a:pt x="3729" y="3374"/>
                    <a:pt x="4009" y="3413"/>
                    <a:pt x="4288" y="3429"/>
                  </a:cubicBezTo>
                  <a:cubicBezTo>
                    <a:pt x="4397" y="3435"/>
                    <a:pt x="4525" y="3446"/>
                    <a:pt x="4654" y="3446"/>
                  </a:cubicBezTo>
                  <a:cubicBezTo>
                    <a:pt x="4822" y="3446"/>
                    <a:pt x="4991" y="3428"/>
                    <a:pt x="5119" y="3358"/>
                  </a:cubicBezTo>
                  <a:cubicBezTo>
                    <a:pt x="5158" y="3337"/>
                    <a:pt x="5145" y="3283"/>
                    <a:pt x="5109" y="3270"/>
                  </a:cubicBezTo>
                  <a:cubicBezTo>
                    <a:pt x="4992" y="3232"/>
                    <a:pt x="4859" y="3225"/>
                    <a:pt x="4724" y="3225"/>
                  </a:cubicBezTo>
                  <a:cubicBezTo>
                    <a:pt x="4654" y="3225"/>
                    <a:pt x="4584" y="3227"/>
                    <a:pt x="4515" y="3227"/>
                  </a:cubicBezTo>
                  <a:cubicBezTo>
                    <a:pt x="4458" y="3227"/>
                    <a:pt x="4402" y="3226"/>
                    <a:pt x="4349" y="3221"/>
                  </a:cubicBezTo>
                  <a:cubicBezTo>
                    <a:pt x="4071" y="3197"/>
                    <a:pt x="3793" y="3145"/>
                    <a:pt x="3520" y="3077"/>
                  </a:cubicBezTo>
                  <a:cubicBezTo>
                    <a:pt x="2979" y="2945"/>
                    <a:pt x="2461" y="2717"/>
                    <a:pt x="1999" y="2403"/>
                  </a:cubicBezTo>
                  <a:cubicBezTo>
                    <a:pt x="1162" y="1834"/>
                    <a:pt x="472" y="977"/>
                    <a:pt x="103" y="33"/>
                  </a:cubicBezTo>
                  <a:cubicBezTo>
                    <a:pt x="94" y="10"/>
                    <a:pt x="75" y="0"/>
                    <a:pt x="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4"/>
            <p:cNvSpPr/>
            <p:nvPr/>
          </p:nvSpPr>
          <p:spPr>
            <a:xfrm>
              <a:off x="734400" y="3954775"/>
              <a:ext cx="71400" cy="38875"/>
            </a:xfrm>
            <a:custGeom>
              <a:rect b="b" l="l" r="r" t="t"/>
              <a:pathLst>
                <a:path extrusionOk="0" h="1555" w="2856">
                  <a:moveTo>
                    <a:pt x="79" y="0"/>
                  </a:moveTo>
                  <a:cubicBezTo>
                    <a:pt x="39" y="0"/>
                    <a:pt x="1" y="39"/>
                    <a:pt x="30" y="83"/>
                  </a:cubicBezTo>
                  <a:cubicBezTo>
                    <a:pt x="335" y="545"/>
                    <a:pt x="743" y="921"/>
                    <a:pt x="1233" y="1184"/>
                  </a:cubicBezTo>
                  <a:cubicBezTo>
                    <a:pt x="1471" y="1310"/>
                    <a:pt x="1726" y="1404"/>
                    <a:pt x="1989" y="1467"/>
                  </a:cubicBezTo>
                  <a:cubicBezTo>
                    <a:pt x="2164" y="1509"/>
                    <a:pt x="2369" y="1555"/>
                    <a:pt x="2563" y="1555"/>
                  </a:cubicBezTo>
                  <a:cubicBezTo>
                    <a:pt x="2647" y="1555"/>
                    <a:pt x="2728" y="1546"/>
                    <a:pt x="2805" y="1525"/>
                  </a:cubicBezTo>
                  <a:cubicBezTo>
                    <a:pt x="2855" y="1511"/>
                    <a:pt x="2855" y="1433"/>
                    <a:pt x="2805" y="1418"/>
                  </a:cubicBezTo>
                  <a:cubicBezTo>
                    <a:pt x="2563" y="1352"/>
                    <a:pt x="2302" y="1354"/>
                    <a:pt x="2057" y="1294"/>
                  </a:cubicBezTo>
                  <a:cubicBezTo>
                    <a:pt x="1805" y="1231"/>
                    <a:pt x="1560" y="1137"/>
                    <a:pt x="1326" y="1022"/>
                  </a:cubicBezTo>
                  <a:cubicBezTo>
                    <a:pt x="858" y="789"/>
                    <a:pt x="436" y="449"/>
                    <a:pt x="126" y="25"/>
                  </a:cubicBezTo>
                  <a:cubicBezTo>
                    <a:pt x="114" y="8"/>
                    <a:pt x="96"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4"/>
            <p:cNvSpPr/>
            <p:nvPr/>
          </p:nvSpPr>
          <p:spPr>
            <a:xfrm>
              <a:off x="882900" y="4003250"/>
              <a:ext cx="59575" cy="50550"/>
            </a:xfrm>
            <a:custGeom>
              <a:rect b="b" l="l" r="r" t="t"/>
              <a:pathLst>
                <a:path extrusionOk="0" h="2022" w="2383">
                  <a:moveTo>
                    <a:pt x="69" y="0"/>
                  </a:moveTo>
                  <a:cubicBezTo>
                    <a:pt x="36" y="0"/>
                    <a:pt x="1" y="41"/>
                    <a:pt x="24" y="76"/>
                  </a:cubicBezTo>
                  <a:cubicBezTo>
                    <a:pt x="299" y="505"/>
                    <a:pt x="625" y="897"/>
                    <a:pt x="1014" y="1228"/>
                  </a:cubicBezTo>
                  <a:cubicBezTo>
                    <a:pt x="1201" y="1388"/>
                    <a:pt x="1400" y="1540"/>
                    <a:pt x="1605" y="1675"/>
                  </a:cubicBezTo>
                  <a:cubicBezTo>
                    <a:pt x="1713" y="1746"/>
                    <a:pt x="1822" y="1813"/>
                    <a:pt x="1936" y="1875"/>
                  </a:cubicBezTo>
                  <a:cubicBezTo>
                    <a:pt x="2049" y="1934"/>
                    <a:pt x="2165" y="2004"/>
                    <a:pt x="2291" y="2021"/>
                  </a:cubicBezTo>
                  <a:cubicBezTo>
                    <a:pt x="2293" y="2021"/>
                    <a:pt x="2295" y="2021"/>
                    <a:pt x="2298" y="2021"/>
                  </a:cubicBezTo>
                  <a:cubicBezTo>
                    <a:pt x="2345" y="2021"/>
                    <a:pt x="2382" y="1970"/>
                    <a:pt x="2344" y="1932"/>
                  </a:cubicBezTo>
                  <a:cubicBezTo>
                    <a:pt x="2260" y="1849"/>
                    <a:pt x="2157" y="1796"/>
                    <a:pt x="2059" y="1737"/>
                  </a:cubicBezTo>
                  <a:cubicBezTo>
                    <a:pt x="1955" y="1671"/>
                    <a:pt x="1850" y="1609"/>
                    <a:pt x="1747" y="1540"/>
                  </a:cubicBezTo>
                  <a:cubicBezTo>
                    <a:pt x="1534" y="1398"/>
                    <a:pt x="1330" y="1247"/>
                    <a:pt x="1135" y="1081"/>
                  </a:cubicBezTo>
                  <a:cubicBezTo>
                    <a:pt x="759" y="759"/>
                    <a:pt x="406" y="407"/>
                    <a:pt x="101" y="17"/>
                  </a:cubicBezTo>
                  <a:cubicBezTo>
                    <a:pt x="92" y="5"/>
                    <a:pt x="81"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4"/>
            <p:cNvSpPr/>
            <p:nvPr/>
          </p:nvSpPr>
          <p:spPr>
            <a:xfrm>
              <a:off x="674550" y="4015400"/>
              <a:ext cx="140350" cy="75025"/>
            </a:xfrm>
            <a:custGeom>
              <a:rect b="b" l="l" r="r" t="t"/>
              <a:pathLst>
                <a:path extrusionOk="0" h="3001" w="5614">
                  <a:moveTo>
                    <a:pt x="41" y="1"/>
                  </a:moveTo>
                  <a:cubicBezTo>
                    <a:pt x="16" y="1"/>
                    <a:pt x="0" y="42"/>
                    <a:pt x="28" y="55"/>
                  </a:cubicBezTo>
                  <a:cubicBezTo>
                    <a:pt x="549" y="307"/>
                    <a:pt x="1100" y="469"/>
                    <a:pt x="1675" y="541"/>
                  </a:cubicBezTo>
                  <a:cubicBezTo>
                    <a:pt x="1893" y="568"/>
                    <a:pt x="2116" y="582"/>
                    <a:pt x="2337" y="582"/>
                  </a:cubicBezTo>
                  <a:cubicBezTo>
                    <a:pt x="2403" y="582"/>
                    <a:pt x="2469" y="581"/>
                    <a:pt x="2535" y="578"/>
                  </a:cubicBezTo>
                  <a:cubicBezTo>
                    <a:pt x="2755" y="571"/>
                    <a:pt x="3059" y="588"/>
                    <a:pt x="3274" y="492"/>
                  </a:cubicBezTo>
                  <a:cubicBezTo>
                    <a:pt x="3284" y="562"/>
                    <a:pt x="3320" y="636"/>
                    <a:pt x="3340" y="691"/>
                  </a:cubicBezTo>
                  <a:cubicBezTo>
                    <a:pt x="3396" y="835"/>
                    <a:pt x="3457" y="977"/>
                    <a:pt x="3527" y="1114"/>
                  </a:cubicBezTo>
                  <a:cubicBezTo>
                    <a:pt x="3673" y="1392"/>
                    <a:pt x="3853" y="1652"/>
                    <a:pt x="4055" y="1894"/>
                  </a:cubicBezTo>
                  <a:cubicBezTo>
                    <a:pt x="4256" y="2134"/>
                    <a:pt x="4483" y="2356"/>
                    <a:pt x="4730" y="2549"/>
                  </a:cubicBezTo>
                  <a:cubicBezTo>
                    <a:pt x="4974" y="2736"/>
                    <a:pt x="5236" y="2922"/>
                    <a:pt x="5537" y="2999"/>
                  </a:cubicBezTo>
                  <a:cubicBezTo>
                    <a:pt x="5541" y="3000"/>
                    <a:pt x="5545" y="3000"/>
                    <a:pt x="5549" y="3000"/>
                  </a:cubicBezTo>
                  <a:cubicBezTo>
                    <a:pt x="5585" y="3000"/>
                    <a:pt x="5613" y="2951"/>
                    <a:pt x="5582" y="2925"/>
                  </a:cubicBezTo>
                  <a:cubicBezTo>
                    <a:pt x="5349" y="2725"/>
                    <a:pt x="5079" y="2571"/>
                    <a:pt x="4846" y="2370"/>
                  </a:cubicBezTo>
                  <a:cubicBezTo>
                    <a:pt x="4608" y="2169"/>
                    <a:pt x="4385" y="1951"/>
                    <a:pt x="4189" y="1708"/>
                  </a:cubicBezTo>
                  <a:cubicBezTo>
                    <a:pt x="3994" y="1469"/>
                    <a:pt x="3824" y="1205"/>
                    <a:pt x="3677" y="936"/>
                  </a:cubicBezTo>
                  <a:cubicBezTo>
                    <a:pt x="3601" y="794"/>
                    <a:pt x="3530" y="655"/>
                    <a:pt x="3465" y="509"/>
                  </a:cubicBezTo>
                  <a:cubicBezTo>
                    <a:pt x="3457" y="487"/>
                    <a:pt x="3395" y="348"/>
                    <a:pt x="3338" y="348"/>
                  </a:cubicBezTo>
                  <a:cubicBezTo>
                    <a:pt x="3329" y="348"/>
                    <a:pt x="3320" y="351"/>
                    <a:pt x="3311" y="359"/>
                  </a:cubicBezTo>
                  <a:cubicBezTo>
                    <a:pt x="3307" y="362"/>
                    <a:pt x="3304" y="368"/>
                    <a:pt x="3300" y="372"/>
                  </a:cubicBezTo>
                  <a:cubicBezTo>
                    <a:pt x="3268" y="367"/>
                    <a:pt x="3237" y="365"/>
                    <a:pt x="3206" y="365"/>
                  </a:cubicBezTo>
                  <a:cubicBezTo>
                    <a:pt x="3129" y="365"/>
                    <a:pt x="3052" y="378"/>
                    <a:pt x="2974" y="388"/>
                  </a:cubicBezTo>
                  <a:cubicBezTo>
                    <a:pt x="2837" y="404"/>
                    <a:pt x="2700" y="415"/>
                    <a:pt x="2564" y="420"/>
                  </a:cubicBezTo>
                  <a:cubicBezTo>
                    <a:pt x="2478" y="424"/>
                    <a:pt x="2392" y="426"/>
                    <a:pt x="2306" y="426"/>
                  </a:cubicBezTo>
                  <a:cubicBezTo>
                    <a:pt x="2108" y="426"/>
                    <a:pt x="1911" y="415"/>
                    <a:pt x="1712" y="395"/>
                  </a:cubicBezTo>
                  <a:cubicBezTo>
                    <a:pt x="1143" y="339"/>
                    <a:pt x="585" y="201"/>
                    <a:pt x="49" y="2"/>
                  </a:cubicBezTo>
                  <a:cubicBezTo>
                    <a:pt x="47" y="1"/>
                    <a:pt x="44"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 name="Google Shape;2595;p44"/>
          <p:cNvGrpSpPr/>
          <p:nvPr/>
        </p:nvGrpSpPr>
        <p:grpSpPr>
          <a:xfrm flipH="1">
            <a:off x="1079850" y="4518905"/>
            <a:ext cx="1511250" cy="835050"/>
            <a:chOff x="1399675" y="3622200"/>
            <a:chExt cx="1511250" cy="835050"/>
          </a:xfrm>
        </p:grpSpPr>
        <p:sp>
          <p:nvSpPr>
            <p:cNvPr id="2596" name="Google Shape;2596;p44"/>
            <p:cNvSpPr/>
            <p:nvPr/>
          </p:nvSpPr>
          <p:spPr>
            <a:xfrm>
              <a:off x="1399675" y="3622200"/>
              <a:ext cx="1511250" cy="835050"/>
            </a:xfrm>
            <a:custGeom>
              <a:rect b="b" l="l" r="r" t="t"/>
              <a:pathLst>
                <a:path extrusionOk="0" h="33402" w="60450">
                  <a:moveTo>
                    <a:pt x="36343" y="0"/>
                  </a:moveTo>
                  <a:cubicBezTo>
                    <a:pt x="34929" y="0"/>
                    <a:pt x="33420" y="582"/>
                    <a:pt x="32439" y="1379"/>
                  </a:cubicBezTo>
                  <a:cubicBezTo>
                    <a:pt x="30820" y="2694"/>
                    <a:pt x="29975" y="4898"/>
                    <a:pt x="30302" y="6959"/>
                  </a:cubicBezTo>
                  <a:cubicBezTo>
                    <a:pt x="29820" y="6695"/>
                    <a:pt x="29266" y="6583"/>
                    <a:pt x="28690" y="6583"/>
                  </a:cubicBezTo>
                  <a:cubicBezTo>
                    <a:pt x="27361" y="6583"/>
                    <a:pt x="25912" y="7178"/>
                    <a:pt x="24948" y="7874"/>
                  </a:cubicBezTo>
                  <a:cubicBezTo>
                    <a:pt x="23178" y="9149"/>
                    <a:pt x="22223" y="11292"/>
                    <a:pt x="22338" y="13472"/>
                  </a:cubicBezTo>
                  <a:cubicBezTo>
                    <a:pt x="21349" y="12850"/>
                    <a:pt x="20179" y="12525"/>
                    <a:pt x="19010" y="12525"/>
                  </a:cubicBezTo>
                  <a:cubicBezTo>
                    <a:pt x="18435" y="12525"/>
                    <a:pt x="17859" y="12604"/>
                    <a:pt x="17305" y="12765"/>
                  </a:cubicBezTo>
                  <a:cubicBezTo>
                    <a:pt x="15872" y="13180"/>
                    <a:pt x="14277" y="14292"/>
                    <a:pt x="13003" y="15700"/>
                  </a:cubicBezTo>
                  <a:cubicBezTo>
                    <a:pt x="11482" y="17384"/>
                    <a:pt x="10420" y="19495"/>
                    <a:pt x="10636" y="21362"/>
                  </a:cubicBezTo>
                  <a:cubicBezTo>
                    <a:pt x="9670" y="20930"/>
                    <a:pt x="8615" y="20720"/>
                    <a:pt x="7559" y="20720"/>
                  </a:cubicBezTo>
                  <a:cubicBezTo>
                    <a:pt x="5769" y="20720"/>
                    <a:pt x="3973" y="21322"/>
                    <a:pt x="2595" y="22468"/>
                  </a:cubicBezTo>
                  <a:cubicBezTo>
                    <a:pt x="1032" y="23768"/>
                    <a:pt x="1" y="25909"/>
                    <a:pt x="570" y="27861"/>
                  </a:cubicBezTo>
                  <a:cubicBezTo>
                    <a:pt x="1264" y="30244"/>
                    <a:pt x="3911" y="31424"/>
                    <a:pt x="6314" y="32038"/>
                  </a:cubicBezTo>
                  <a:cubicBezTo>
                    <a:pt x="10510" y="33111"/>
                    <a:pt x="14860" y="33401"/>
                    <a:pt x="19198" y="33401"/>
                  </a:cubicBezTo>
                  <a:cubicBezTo>
                    <a:pt x="19950" y="33401"/>
                    <a:pt x="20702" y="33392"/>
                    <a:pt x="21453" y="33378"/>
                  </a:cubicBezTo>
                  <a:cubicBezTo>
                    <a:pt x="32649" y="33156"/>
                    <a:pt x="43816" y="31592"/>
                    <a:pt x="54642" y="28731"/>
                  </a:cubicBezTo>
                  <a:cubicBezTo>
                    <a:pt x="55994" y="28372"/>
                    <a:pt x="57371" y="27981"/>
                    <a:pt x="58495" y="27152"/>
                  </a:cubicBezTo>
                  <a:cubicBezTo>
                    <a:pt x="59619" y="26324"/>
                    <a:pt x="60450" y="24956"/>
                    <a:pt x="60261" y="23573"/>
                  </a:cubicBezTo>
                  <a:cubicBezTo>
                    <a:pt x="60014" y="21769"/>
                    <a:pt x="58119" y="20699"/>
                    <a:pt x="56261" y="20699"/>
                  </a:cubicBezTo>
                  <a:cubicBezTo>
                    <a:pt x="55788" y="20699"/>
                    <a:pt x="55317" y="20768"/>
                    <a:pt x="54877" y="20912"/>
                  </a:cubicBezTo>
                  <a:cubicBezTo>
                    <a:pt x="56762" y="19747"/>
                    <a:pt x="57272" y="16852"/>
                    <a:pt x="55900" y="15113"/>
                  </a:cubicBezTo>
                  <a:cubicBezTo>
                    <a:pt x="55158" y="14174"/>
                    <a:pt x="53961" y="13690"/>
                    <a:pt x="52770" y="13690"/>
                  </a:cubicBezTo>
                  <a:cubicBezTo>
                    <a:pt x="51842" y="13690"/>
                    <a:pt x="50918" y="13983"/>
                    <a:pt x="50214" y="14583"/>
                  </a:cubicBezTo>
                  <a:lnTo>
                    <a:pt x="50214" y="14583"/>
                  </a:lnTo>
                  <a:cubicBezTo>
                    <a:pt x="52724" y="12175"/>
                    <a:pt x="53137" y="7858"/>
                    <a:pt x="51085" y="5037"/>
                  </a:cubicBezTo>
                  <a:cubicBezTo>
                    <a:pt x="49834" y="3317"/>
                    <a:pt x="47152" y="1900"/>
                    <a:pt x="44765" y="1900"/>
                  </a:cubicBezTo>
                  <a:cubicBezTo>
                    <a:pt x="43990" y="1900"/>
                    <a:pt x="43246" y="2049"/>
                    <a:pt x="42592" y="2386"/>
                  </a:cubicBezTo>
                  <a:cubicBezTo>
                    <a:pt x="41596" y="2898"/>
                    <a:pt x="40821" y="3818"/>
                    <a:pt x="40464" y="4878"/>
                  </a:cubicBezTo>
                  <a:lnTo>
                    <a:pt x="40464" y="4878"/>
                  </a:lnTo>
                  <a:cubicBezTo>
                    <a:pt x="40724" y="3185"/>
                    <a:pt x="39765" y="1294"/>
                    <a:pt x="38277" y="461"/>
                  </a:cubicBezTo>
                  <a:cubicBezTo>
                    <a:pt x="37704" y="139"/>
                    <a:pt x="37035" y="0"/>
                    <a:pt x="36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4"/>
            <p:cNvSpPr/>
            <p:nvPr/>
          </p:nvSpPr>
          <p:spPr>
            <a:xfrm>
              <a:off x="2173575" y="3667875"/>
              <a:ext cx="212350" cy="154625"/>
            </a:xfrm>
            <a:custGeom>
              <a:rect b="b" l="l" r="r" t="t"/>
              <a:pathLst>
                <a:path extrusionOk="0" h="6185" w="8494">
                  <a:moveTo>
                    <a:pt x="4913" y="0"/>
                  </a:moveTo>
                  <a:cubicBezTo>
                    <a:pt x="4359" y="0"/>
                    <a:pt x="3815" y="100"/>
                    <a:pt x="3340" y="299"/>
                  </a:cubicBezTo>
                  <a:cubicBezTo>
                    <a:pt x="1023" y="1268"/>
                    <a:pt x="0" y="3766"/>
                    <a:pt x="196" y="6150"/>
                  </a:cubicBezTo>
                  <a:cubicBezTo>
                    <a:pt x="200" y="6173"/>
                    <a:pt x="220" y="6185"/>
                    <a:pt x="238" y="6185"/>
                  </a:cubicBezTo>
                  <a:cubicBezTo>
                    <a:pt x="257" y="6185"/>
                    <a:pt x="274" y="6173"/>
                    <a:pt x="274" y="6149"/>
                  </a:cubicBezTo>
                  <a:cubicBezTo>
                    <a:pt x="283" y="3976"/>
                    <a:pt x="1082" y="1683"/>
                    <a:pt x="3138" y="655"/>
                  </a:cubicBezTo>
                  <a:cubicBezTo>
                    <a:pt x="3703" y="374"/>
                    <a:pt x="4319" y="218"/>
                    <a:pt x="4936" y="218"/>
                  </a:cubicBezTo>
                  <a:cubicBezTo>
                    <a:pt x="5371" y="218"/>
                    <a:pt x="5806" y="295"/>
                    <a:pt x="6223" y="461"/>
                  </a:cubicBezTo>
                  <a:cubicBezTo>
                    <a:pt x="7231" y="861"/>
                    <a:pt x="7793" y="1599"/>
                    <a:pt x="8260" y="2540"/>
                  </a:cubicBezTo>
                  <a:cubicBezTo>
                    <a:pt x="8281" y="2583"/>
                    <a:pt x="8315" y="2601"/>
                    <a:pt x="8350" y="2601"/>
                  </a:cubicBezTo>
                  <a:cubicBezTo>
                    <a:pt x="8420" y="2601"/>
                    <a:pt x="8494" y="2531"/>
                    <a:pt x="8478" y="2448"/>
                  </a:cubicBezTo>
                  <a:cubicBezTo>
                    <a:pt x="8147" y="812"/>
                    <a:pt x="6492" y="0"/>
                    <a:pt x="4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4"/>
            <p:cNvSpPr/>
            <p:nvPr/>
          </p:nvSpPr>
          <p:spPr>
            <a:xfrm>
              <a:off x="2251625" y="3705375"/>
              <a:ext cx="104225" cy="41475"/>
            </a:xfrm>
            <a:custGeom>
              <a:rect b="b" l="l" r="r" t="t"/>
              <a:pathLst>
                <a:path extrusionOk="0" h="1659" w="4169">
                  <a:moveTo>
                    <a:pt x="1752" y="0"/>
                  </a:moveTo>
                  <a:cubicBezTo>
                    <a:pt x="1162" y="0"/>
                    <a:pt x="558" y="183"/>
                    <a:pt x="100" y="537"/>
                  </a:cubicBezTo>
                  <a:cubicBezTo>
                    <a:pt x="0" y="615"/>
                    <a:pt x="42" y="645"/>
                    <a:pt x="108" y="645"/>
                  </a:cubicBezTo>
                  <a:cubicBezTo>
                    <a:pt x="144" y="645"/>
                    <a:pt x="187" y="637"/>
                    <a:pt x="219" y="622"/>
                  </a:cubicBezTo>
                  <a:cubicBezTo>
                    <a:pt x="343" y="566"/>
                    <a:pt x="469" y="514"/>
                    <a:pt x="598" y="472"/>
                  </a:cubicBezTo>
                  <a:cubicBezTo>
                    <a:pt x="858" y="389"/>
                    <a:pt x="1129" y="337"/>
                    <a:pt x="1401" y="319"/>
                  </a:cubicBezTo>
                  <a:cubicBezTo>
                    <a:pt x="1477" y="314"/>
                    <a:pt x="1553" y="312"/>
                    <a:pt x="1629" y="312"/>
                  </a:cubicBezTo>
                  <a:cubicBezTo>
                    <a:pt x="2001" y="312"/>
                    <a:pt x="2373" y="373"/>
                    <a:pt x="2726" y="495"/>
                  </a:cubicBezTo>
                  <a:cubicBezTo>
                    <a:pt x="3195" y="659"/>
                    <a:pt x="3612" y="1110"/>
                    <a:pt x="3899" y="1504"/>
                  </a:cubicBezTo>
                  <a:cubicBezTo>
                    <a:pt x="3932" y="1551"/>
                    <a:pt x="3967" y="1602"/>
                    <a:pt x="4019" y="1628"/>
                  </a:cubicBezTo>
                  <a:cubicBezTo>
                    <a:pt x="4059" y="1649"/>
                    <a:pt x="4089" y="1659"/>
                    <a:pt x="4109" y="1659"/>
                  </a:cubicBezTo>
                  <a:cubicBezTo>
                    <a:pt x="4131" y="1659"/>
                    <a:pt x="4143" y="1648"/>
                    <a:pt x="4147" y="1630"/>
                  </a:cubicBezTo>
                  <a:cubicBezTo>
                    <a:pt x="4169" y="1557"/>
                    <a:pt x="4055" y="1358"/>
                    <a:pt x="4024" y="1314"/>
                  </a:cubicBezTo>
                  <a:cubicBezTo>
                    <a:pt x="3929" y="1180"/>
                    <a:pt x="3821" y="1057"/>
                    <a:pt x="3716" y="932"/>
                  </a:cubicBezTo>
                  <a:cubicBezTo>
                    <a:pt x="3376" y="512"/>
                    <a:pt x="2938" y="213"/>
                    <a:pt x="2411" y="80"/>
                  </a:cubicBezTo>
                  <a:cubicBezTo>
                    <a:pt x="2199" y="27"/>
                    <a:pt x="1977" y="0"/>
                    <a:pt x="1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4"/>
            <p:cNvSpPr/>
            <p:nvPr/>
          </p:nvSpPr>
          <p:spPr>
            <a:xfrm>
              <a:off x="1990050" y="3839600"/>
              <a:ext cx="150375" cy="151375"/>
            </a:xfrm>
            <a:custGeom>
              <a:rect b="b" l="l" r="r" t="t"/>
              <a:pathLst>
                <a:path extrusionOk="0" h="6055" w="6015">
                  <a:moveTo>
                    <a:pt x="5155" y="1"/>
                  </a:moveTo>
                  <a:cubicBezTo>
                    <a:pt x="4771" y="1"/>
                    <a:pt x="4381" y="59"/>
                    <a:pt x="4020" y="139"/>
                  </a:cubicBezTo>
                  <a:cubicBezTo>
                    <a:pt x="3395" y="280"/>
                    <a:pt x="2796" y="532"/>
                    <a:pt x="2266" y="889"/>
                  </a:cubicBezTo>
                  <a:cubicBezTo>
                    <a:pt x="1204" y="1607"/>
                    <a:pt x="475" y="2681"/>
                    <a:pt x="187" y="3928"/>
                  </a:cubicBezTo>
                  <a:cubicBezTo>
                    <a:pt x="28" y="4613"/>
                    <a:pt x="1" y="5341"/>
                    <a:pt x="158" y="6030"/>
                  </a:cubicBezTo>
                  <a:cubicBezTo>
                    <a:pt x="162" y="6046"/>
                    <a:pt x="177" y="6054"/>
                    <a:pt x="192" y="6054"/>
                  </a:cubicBezTo>
                  <a:cubicBezTo>
                    <a:pt x="211" y="6054"/>
                    <a:pt x="231" y="6042"/>
                    <a:pt x="228" y="6020"/>
                  </a:cubicBezTo>
                  <a:cubicBezTo>
                    <a:pt x="87" y="4795"/>
                    <a:pt x="326" y="3585"/>
                    <a:pt x="993" y="2543"/>
                  </a:cubicBezTo>
                  <a:cubicBezTo>
                    <a:pt x="1652" y="1510"/>
                    <a:pt x="2659" y="774"/>
                    <a:pt x="3840" y="447"/>
                  </a:cubicBezTo>
                  <a:cubicBezTo>
                    <a:pt x="4170" y="355"/>
                    <a:pt x="4506" y="296"/>
                    <a:pt x="4847" y="275"/>
                  </a:cubicBezTo>
                  <a:cubicBezTo>
                    <a:pt x="4927" y="271"/>
                    <a:pt x="5006" y="269"/>
                    <a:pt x="5085" y="269"/>
                  </a:cubicBezTo>
                  <a:cubicBezTo>
                    <a:pt x="5348" y="269"/>
                    <a:pt x="5608" y="290"/>
                    <a:pt x="5872" y="298"/>
                  </a:cubicBezTo>
                  <a:cubicBezTo>
                    <a:pt x="5873" y="298"/>
                    <a:pt x="5875" y="299"/>
                    <a:pt x="5876" y="299"/>
                  </a:cubicBezTo>
                  <a:cubicBezTo>
                    <a:pt x="5992" y="299"/>
                    <a:pt x="6015" y="117"/>
                    <a:pt x="5899" y="87"/>
                  </a:cubicBezTo>
                  <a:cubicBezTo>
                    <a:pt x="5660" y="26"/>
                    <a:pt x="5409" y="1"/>
                    <a:pt x="5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4"/>
            <p:cNvSpPr/>
            <p:nvPr/>
          </p:nvSpPr>
          <p:spPr>
            <a:xfrm>
              <a:off x="2067850" y="3890550"/>
              <a:ext cx="70775" cy="27600"/>
            </a:xfrm>
            <a:custGeom>
              <a:rect b="b" l="l" r="r" t="t"/>
              <a:pathLst>
                <a:path extrusionOk="0" h="1104" w="2831">
                  <a:moveTo>
                    <a:pt x="2560" y="0"/>
                  </a:moveTo>
                  <a:cubicBezTo>
                    <a:pt x="2524" y="0"/>
                    <a:pt x="2489" y="2"/>
                    <a:pt x="2456" y="2"/>
                  </a:cubicBezTo>
                  <a:cubicBezTo>
                    <a:pt x="2328" y="4"/>
                    <a:pt x="2199" y="14"/>
                    <a:pt x="2073" y="30"/>
                  </a:cubicBezTo>
                  <a:cubicBezTo>
                    <a:pt x="1816" y="61"/>
                    <a:pt x="1565" y="119"/>
                    <a:pt x="1322" y="205"/>
                  </a:cubicBezTo>
                  <a:cubicBezTo>
                    <a:pt x="845" y="375"/>
                    <a:pt x="411" y="643"/>
                    <a:pt x="47" y="996"/>
                  </a:cubicBezTo>
                  <a:cubicBezTo>
                    <a:pt x="1" y="1040"/>
                    <a:pt x="46" y="1104"/>
                    <a:pt x="96" y="1104"/>
                  </a:cubicBezTo>
                  <a:cubicBezTo>
                    <a:pt x="110" y="1104"/>
                    <a:pt x="125" y="1099"/>
                    <a:pt x="138" y="1087"/>
                  </a:cubicBezTo>
                  <a:cubicBezTo>
                    <a:pt x="499" y="750"/>
                    <a:pt x="933" y="496"/>
                    <a:pt x="1406" y="345"/>
                  </a:cubicBezTo>
                  <a:cubicBezTo>
                    <a:pt x="1636" y="270"/>
                    <a:pt x="1874" y="220"/>
                    <a:pt x="2114" y="197"/>
                  </a:cubicBezTo>
                  <a:cubicBezTo>
                    <a:pt x="2228" y="187"/>
                    <a:pt x="2342" y="182"/>
                    <a:pt x="2457" y="182"/>
                  </a:cubicBezTo>
                  <a:cubicBezTo>
                    <a:pt x="2514" y="183"/>
                    <a:pt x="2572" y="190"/>
                    <a:pt x="2630" y="190"/>
                  </a:cubicBezTo>
                  <a:cubicBezTo>
                    <a:pt x="2685" y="190"/>
                    <a:pt x="2738" y="184"/>
                    <a:pt x="2787" y="159"/>
                  </a:cubicBezTo>
                  <a:cubicBezTo>
                    <a:pt x="2830" y="136"/>
                    <a:pt x="2819" y="76"/>
                    <a:pt x="2786" y="53"/>
                  </a:cubicBezTo>
                  <a:cubicBezTo>
                    <a:pt x="2723" y="8"/>
                    <a:pt x="2641" y="0"/>
                    <a:pt x="2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4"/>
            <p:cNvSpPr/>
            <p:nvPr/>
          </p:nvSpPr>
          <p:spPr>
            <a:xfrm>
              <a:off x="2377000" y="3771625"/>
              <a:ext cx="199425" cy="126575"/>
            </a:xfrm>
            <a:custGeom>
              <a:rect b="b" l="l" r="r" t="t"/>
              <a:pathLst>
                <a:path extrusionOk="0" h="5063" w="7977">
                  <a:moveTo>
                    <a:pt x="6714" y="0"/>
                  </a:moveTo>
                  <a:cubicBezTo>
                    <a:pt x="6519" y="0"/>
                    <a:pt x="6324" y="17"/>
                    <a:pt x="6131" y="45"/>
                  </a:cubicBezTo>
                  <a:cubicBezTo>
                    <a:pt x="5464" y="142"/>
                    <a:pt x="4820" y="391"/>
                    <a:pt x="4228" y="709"/>
                  </a:cubicBezTo>
                  <a:cubicBezTo>
                    <a:pt x="3087" y="1327"/>
                    <a:pt x="2058" y="2182"/>
                    <a:pt x="1233" y="3183"/>
                  </a:cubicBezTo>
                  <a:cubicBezTo>
                    <a:pt x="770" y="3742"/>
                    <a:pt x="368" y="4350"/>
                    <a:pt x="22" y="4987"/>
                  </a:cubicBezTo>
                  <a:cubicBezTo>
                    <a:pt x="0" y="5026"/>
                    <a:pt x="35" y="5063"/>
                    <a:pt x="70" y="5063"/>
                  </a:cubicBezTo>
                  <a:cubicBezTo>
                    <a:pt x="85" y="5063"/>
                    <a:pt x="100" y="5056"/>
                    <a:pt x="110" y="5039"/>
                  </a:cubicBezTo>
                  <a:cubicBezTo>
                    <a:pt x="731" y="3970"/>
                    <a:pt x="1551" y="3033"/>
                    <a:pt x="2489" y="2232"/>
                  </a:cubicBezTo>
                  <a:cubicBezTo>
                    <a:pt x="3434" y="1425"/>
                    <a:pt x="4564" y="698"/>
                    <a:pt x="5785" y="404"/>
                  </a:cubicBezTo>
                  <a:cubicBezTo>
                    <a:pt x="6080" y="333"/>
                    <a:pt x="6382" y="291"/>
                    <a:pt x="6685" y="291"/>
                  </a:cubicBezTo>
                  <a:cubicBezTo>
                    <a:pt x="6733" y="291"/>
                    <a:pt x="6782" y="292"/>
                    <a:pt x="6830" y="294"/>
                  </a:cubicBezTo>
                  <a:cubicBezTo>
                    <a:pt x="7186" y="310"/>
                    <a:pt x="7524" y="457"/>
                    <a:pt x="7877" y="460"/>
                  </a:cubicBezTo>
                  <a:cubicBezTo>
                    <a:pt x="7944" y="459"/>
                    <a:pt x="7977" y="377"/>
                    <a:pt x="7932" y="329"/>
                  </a:cubicBezTo>
                  <a:cubicBezTo>
                    <a:pt x="7712" y="104"/>
                    <a:pt x="7372" y="52"/>
                    <a:pt x="7069" y="19"/>
                  </a:cubicBezTo>
                  <a:cubicBezTo>
                    <a:pt x="6951" y="6"/>
                    <a:pt x="6833" y="0"/>
                    <a:pt x="67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4"/>
            <p:cNvSpPr/>
            <p:nvPr/>
          </p:nvSpPr>
          <p:spPr>
            <a:xfrm>
              <a:off x="2462325" y="3828000"/>
              <a:ext cx="111725" cy="52650"/>
            </a:xfrm>
            <a:custGeom>
              <a:rect b="b" l="l" r="r" t="t"/>
              <a:pathLst>
                <a:path extrusionOk="0" h="2106" w="4469">
                  <a:moveTo>
                    <a:pt x="3983" y="1"/>
                  </a:moveTo>
                  <a:cubicBezTo>
                    <a:pt x="3738" y="1"/>
                    <a:pt x="3481" y="77"/>
                    <a:pt x="3258" y="134"/>
                  </a:cubicBezTo>
                  <a:cubicBezTo>
                    <a:pt x="2852" y="237"/>
                    <a:pt x="2454" y="375"/>
                    <a:pt x="2074" y="552"/>
                  </a:cubicBezTo>
                  <a:cubicBezTo>
                    <a:pt x="1318" y="901"/>
                    <a:pt x="633" y="1408"/>
                    <a:pt x="47" y="1994"/>
                  </a:cubicBezTo>
                  <a:cubicBezTo>
                    <a:pt x="0" y="2041"/>
                    <a:pt x="44" y="2105"/>
                    <a:pt x="95" y="2105"/>
                  </a:cubicBezTo>
                  <a:cubicBezTo>
                    <a:pt x="110" y="2105"/>
                    <a:pt x="125" y="2100"/>
                    <a:pt x="139" y="2086"/>
                  </a:cubicBezTo>
                  <a:cubicBezTo>
                    <a:pt x="704" y="1546"/>
                    <a:pt x="1365" y="1111"/>
                    <a:pt x="2080" y="796"/>
                  </a:cubicBezTo>
                  <a:cubicBezTo>
                    <a:pt x="2437" y="637"/>
                    <a:pt x="2800" y="500"/>
                    <a:pt x="3176" y="399"/>
                  </a:cubicBezTo>
                  <a:cubicBezTo>
                    <a:pt x="3504" y="311"/>
                    <a:pt x="3845" y="229"/>
                    <a:pt x="4185" y="229"/>
                  </a:cubicBezTo>
                  <a:cubicBezTo>
                    <a:pt x="4254" y="229"/>
                    <a:pt x="4322" y="232"/>
                    <a:pt x="4391" y="239"/>
                  </a:cubicBezTo>
                  <a:cubicBezTo>
                    <a:pt x="4392" y="240"/>
                    <a:pt x="4394" y="240"/>
                    <a:pt x="4395" y="240"/>
                  </a:cubicBezTo>
                  <a:cubicBezTo>
                    <a:pt x="4458" y="240"/>
                    <a:pt x="4469" y="147"/>
                    <a:pt x="4421" y="117"/>
                  </a:cubicBezTo>
                  <a:cubicBezTo>
                    <a:pt x="4289" y="31"/>
                    <a:pt x="4138" y="1"/>
                    <a:pt x="39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4"/>
            <p:cNvSpPr/>
            <p:nvPr/>
          </p:nvSpPr>
          <p:spPr>
            <a:xfrm>
              <a:off x="2043950" y="3973500"/>
              <a:ext cx="204325" cy="137125"/>
            </a:xfrm>
            <a:custGeom>
              <a:rect b="b" l="l" r="r" t="t"/>
              <a:pathLst>
                <a:path extrusionOk="0" h="5485" w="8173">
                  <a:moveTo>
                    <a:pt x="7448" y="1"/>
                  </a:moveTo>
                  <a:cubicBezTo>
                    <a:pt x="7301" y="1"/>
                    <a:pt x="7154" y="8"/>
                    <a:pt x="7014" y="14"/>
                  </a:cubicBezTo>
                  <a:cubicBezTo>
                    <a:pt x="6661" y="28"/>
                    <a:pt x="6306" y="63"/>
                    <a:pt x="5961" y="129"/>
                  </a:cubicBezTo>
                  <a:cubicBezTo>
                    <a:pt x="5257" y="263"/>
                    <a:pt x="4573" y="495"/>
                    <a:pt x="3932" y="812"/>
                  </a:cubicBezTo>
                  <a:cubicBezTo>
                    <a:pt x="2730" y="1406"/>
                    <a:pt x="1705" y="2309"/>
                    <a:pt x="965" y="3426"/>
                  </a:cubicBezTo>
                  <a:cubicBezTo>
                    <a:pt x="558" y="4044"/>
                    <a:pt x="236" y="4718"/>
                    <a:pt x="13" y="5424"/>
                  </a:cubicBezTo>
                  <a:cubicBezTo>
                    <a:pt x="1" y="5461"/>
                    <a:pt x="31" y="5485"/>
                    <a:pt x="61" y="5485"/>
                  </a:cubicBezTo>
                  <a:cubicBezTo>
                    <a:pt x="81" y="5485"/>
                    <a:pt x="101" y="5475"/>
                    <a:pt x="108" y="5451"/>
                  </a:cubicBezTo>
                  <a:cubicBezTo>
                    <a:pt x="973" y="2947"/>
                    <a:pt x="3140" y="1014"/>
                    <a:pt x="5727" y="450"/>
                  </a:cubicBezTo>
                  <a:cubicBezTo>
                    <a:pt x="6100" y="370"/>
                    <a:pt x="6481" y="309"/>
                    <a:pt x="6860" y="279"/>
                  </a:cubicBezTo>
                  <a:cubicBezTo>
                    <a:pt x="6974" y="270"/>
                    <a:pt x="7088" y="268"/>
                    <a:pt x="7203" y="268"/>
                  </a:cubicBezTo>
                  <a:cubicBezTo>
                    <a:pt x="7350" y="268"/>
                    <a:pt x="7498" y="272"/>
                    <a:pt x="7645" y="272"/>
                  </a:cubicBezTo>
                  <a:cubicBezTo>
                    <a:pt x="7777" y="272"/>
                    <a:pt x="7909" y="268"/>
                    <a:pt x="8040" y="256"/>
                  </a:cubicBezTo>
                  <a:cubicBezTo>
                    <a:pt x="8137" y="243"/>
                    <a:pt x="8172" y="99"/>
                    <a:pt x="8064" y="69"/>
                  </a:cubicBezTo>
                  <a:cubicBezTo>
                    <a:pt x="7869" y="15"/>
                    <a:pt x="7658" y="1"/>
                    <a:pt x="7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4"/>
            <p:cNvSpPr/>
            <p:nvPr/>
          </p:nvSpPr>
          <p:spPr>
            <a:xfrm>
              <a:off x="2401450" y="3921200"/>
              <a:ext cx="195175" cy="43075"/>
            </a:xfrm>
            <a:custGeom>
              <a:rect b="b" l="l" r="r" t="t"/>
              <a:pathLst>
                <a:path extrusionOk="0" h="1723" w="7807">
                  <a:moveTo>
                    <a:pt x="4999" y="1"/>
                  </a:moveTo>
                  <a:cubicBezTo>
                    <a:pt x="4881" y="1"/>
                    <a:pt x="4763" y="3"/>
                    <a:pt x="4645" y="8"/>
                  </a:cubicBezTo>
                  <a:cubicBezTo>
                    <a:pt x="3606" y="51"/>
                    <a:pt x="2560" y="295"/>
                    <a:pt x="1612" y="726"/>
                  </a:cubicBezTo>
                  <a:cubicBezTo>
                    <a:pt x="1058" y="975"/>
                    <a:pt x="535" y="1270"/>
                    <a:pt x="43" y="1629"/>
                  </a:cubicBezTo>
                  <a:cubicBezTo>
                    <a:pt x="1" y="1659"/>
                    <a:pt x="27" y="1723"/>
                    <a:pt x="67" y="1723"/>
                  </a:cubicBezTo>
                  <a:cubicBezTo>
                    <a:pt x="75" y="1723"/>
                    <a:pt x="84" y="1720"/>
                    <a:pt x="93" y="1714"/>
                  </a:cubicBezTo>
                  <a:cubicBezTo>
                    <a:pt x="1506" y="771"/>
                    <a:pt x="3234" y="273"/>
                    <a:pt x="4941" y="273"/>
                  </a:cubicBezTo>
                  <a:cubicBezTo>
                    <a:pt x="5292" y="273"/>
                    <a:pt x="5643" y="294"/>
                    <a:pt x="5990" y="337"/>
                  </a:cubicBezTo>
                  <a:cubicBezTo>
                    <a:pt x="6278" y="373"/>
                    <a:pt x="6562" y="423"/>
                    <a:pt x="6843" y="489"/>
                  </a:cubicBezTo>
                  <a:cubicBezTo>
                    <a:pt x="7112" y="552"/>
                    <a:pt x="7389" y="677"/>
                    <a:pt x="7667" y="677"/>
                  </a:cubicBezTo>
                  <a:cubicBezTo>
                    <a:pt x="7668" y="677"/>
                    <a:pt x="7670" y="677"/>
                    <a:pt x="7672" y="677"/>
                  </a:cubicBezTo>
                  <a:cubicBezTo>
                    <a:pt x="7787" y="677"/>
                    <a:pt x="7807" y="535"/>
                    <a:pt x="7726" y="475"/>
                  </a:cubicBezTo>
                  <a:cubicBezTo>
                    <a:pt x="7526" y="324"/>
                    <a:pt x="7245" y="280"/>
                    <a:pt x="7007" y="224"/>
                  </a:cubicBezTo>
                  <a:cubicBezTo>
                    <a:pt x="6744" y="164"/>
                    <a:pt x="6479" y="116"/>
                    <a:pt x="6212" y="82"/>
                  </a:cubicBezTo>
                  <a:cubicBezTo>
                    <a:pt x="5810" y="29"/>
                    <a:pt x="5405" y="1"/>
                    <a:pt x="4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44"/>
          <p:cNvGrpSpPr/>
          <p:nvPr/>
        </p:nvGrpSpPr>
        <p:grpSpPr>
          <a:xfrm flipH="1">
            <a:off x="6663760" y="4015942"/>
            <a:ext cx="3143343" cy="1428522"/>
            <a:chOff x="657225" y="3846275"/>
            <a:chExt cx="1425100" cy="647650"/>
          </a:xfrm>
        </p:grpSpPr>
        <p:sp>
          <p:nvSpPr>
            <p:cNvPr id="2606" name="Google Shape;2606;p44"/>
            <p:cNvSpPr/>
            <p:nvPr/>
          </p:nvSpPr>
          <p:spPr>
            <a:xfrm>
              <a:off x="657225" y="3846275"/>
              <a:ext cx="1425100" cy="647650"/>
            </a:xfrm>
            <a:custGeom>
              <a:rect b="b" l="l" r="r" t="t"/>
              <a:pathLst>
                <a:path extrusionOk="0" h="25906" w="57004">
                  <a:moveTo>
                    <a:pt x="39819" y="1"/>
                  </a:moveTo>
                  <a:cubicBezTo>
                    <a:pt x="39634" y="1"/>
                    <a:pt x="39449" y="9"/>
                    <a:pt x="39267" y="24"/>
                  </a:cubicBezTo>
                  <a:cubicBezTo>
                    <a:pt x="37124" y="209"/>
                    <a:pt x="35183" y="1275"/>
                    <a:pt x="33287" y="2291"/>
                  </a:cubicBezTo>
                  <a:cubicBezTo>
                    <a:pt x="32306" y="1696"/>
                    <a:pt x="31158" y="1381"/>
                    <a:pt x="30011" y="1381"/>
                  </a:cubicBezTo>
                  <a:cubicBezTo>
                    <a:pt x="29727" y="1381"/>
                    <a:pt x="29443" y="1400"/>
                    <a:pt x="29161" y="1439"/>
                  </a:cubicBezTo>
                  <a:cubicBezTo>
                    <a:pt x="27745" y="1635"/>
                    <a:pt x="26265" y="2203"/>
                    <a:pt x="25288" y="3249"/>
                  </a:cubicBezTo>
                  <a:cubicBezTo>
                    <a:pt x="24925" y="2440"/>
                    <a:pt x="23719" y="1792"/>
                    <a:pt x="22846" y="1651"/>
                  </a:cubicBezTo>
                  <a:cubicBezTo>
                    <a:pt x="22640" y="1618"/>
                    <a:pt x="22432" y="1603"/>
                    <a:pt x="22224" y="1603"/>
                  </a:cubicBezTo>
                  <a:cubicBezTo>
                    <a:pt x="21551" y="1603"/>
                    <a:pt x="20877" y="1760"/>
                    <a:pt x="20234" y="1974"/>
                  </a:cubicBezTo>
                  <a:cubicBezTo>
                    <a:pt x="17945" y="2733"/>
                    <a:pt x="15954" y="4169"/>
                    <a:pt x="13987" y="5568"/>
                  </a:cubicBezTo>
                  <a:cubicBezTo>
                    <a:pt x="12022" y="6966"/>
                    <a:pt x="9996" y="8369"/>
                    <a:pt x="7683" y="9043"/>
                  </a:cubicBezTo>
                  <a:cubicBezTo>
                    <a:pt x="6845" y="9288"/>
                    <a:pt x="5958" y="9422"/>
                    <a:pt x="5079" y="9422"/>
                  </a:cubicBezTo>
                  <a:cubicBezTo>
                    <a:pt x="3525" y="9422"/>
                    <a:pt x="1995" y="9003"/>
                    <a:pt x="800" y="8030"/>
                  </a:cubicBezTo>
                  <a:cubicBezTo>
                    <a:pt x="508" y="12572"/>
                    <a:pt x="1" y="17061"/>
                    <a:pt x="329" y="21602"/>
                  </a:cubicBezTo>
                  <a:cubicBezTo>
                    <a:pt x="401" y="22606"/>
                    <a:pt x="519" y="23686"/>
                    <a:pt x="1186" y="24442"/>
                  </a:cubicBezTo>
                  <a:cubicBezTo>
                    <a:pt x="2067" y="25439"/>
                    <a:pt x="3565" y="25522"/>
                    <a:pt x="4896" y="25535"/>
                  </a:cubicBezTo>
                  <a:cubicBezTo>
                    <a:pt x="19759" y="25658"/>
                    <a:pt x="34622" y="25780"/>
                    <a:pt x="49487" y="25904"/>
                  </a:cubicBezTo>
                  <a:cubicBezTo>
                    <a:pt x="49565" y="25905"/>
                    <a:pt x="49643" y="25905"/>
                    <a:pt x="49721" y="25905"/>
                  </a:cubicBezTo>
                  <a:cubicBezTo>
                    <a:pt x="52244" y="25905"/>
                    <a:pt x="55004" y="25555"/>
                    <a:pt x="57004" y="24046"/>
                  </a:cubicBezTo>
                  <a:cubicBezTo>
                    <a:pt x="55628" y="23278"/>
                    <a:pt x="54098" y="22843"/>
                    <a:pt x="52598" y="22360"/>
                  </a:cubicBezTo>
                  <a:cubicBezTo>
                    <a:pt x="51096" y="21879"/>
                    <a:pt x="49588" y="21331"/>
                    <a:pt x="48330" y="20380"/>
                  </a:cubicBezTo>
                  <a:cubicBezTo>
                    <a:pt x="47074" y="19431"/>
                    <a:pt x="46087" y="18010"/>
                    <a:pt x="46006" y="16439"/>
                  </a:cubicBezTo>
                  <a:cubicBezTo>
                    <a:pt x="45924" y="14864"/>
                    <a:pt x="46784" y="13210"/>
                    <a:pt x="48322" y="12871"/>
                  </a:cubicBezTo>
                  <a:cubicBezTo>
                    <a:pt x="48691" y="13001"/>
                    <a:pt x="49077" y="13062"/>
                    <a:pt x="49465" y="13062"/>
                  </a:cubicBezTo>
                  <a:cubicBezTo>
                    <a:pt x="50466" y="13062"/>
                    <a:pt x="51479" y="12659"/>
                    <a:pt x="52253" y="12008"/>
                  </a:cubicBezTo>
                  <a:cubicBezTo>
                    <a:pt x="53328" y="11106"/>
                    <a:pt x="53991" y="9791"/>
                    <a:pt x="54357" y="8435"/>
                  </a:cubicBezTo>
                  <a:cubicBezTo>
                    <a:pt x="54654" y="7332"/>
                    <a:pt x="54763" y="6121"/>
                    <a:pt x="54309" y="5073"/>
                  </a:cubicBezTo>
                  <a:cubicBezTo>
                    <a:pt x="53776" y="3845"/>
                    <a:pt x="52555" y="3047"/>
                    <a:pt x="51294" y="2592"/>
                  </a:cubicBezTo>
                  <a:cubicBezTo>
                    <a:pt x="50304" y="2234"/>
                    <a:pt x="49235" y="2060"/>
                    <a:pt x="48163" y="2060"/>
                  </a:cubicBezTo>
                  <a:cubicBezTo>
                    <a:pt x="46983" y="2060"/>
                    <a:pt x="45800" y="2270"/>
                    <a:pt x="44714" y="2678"/>
                  </a:cubicBezTo>
                  <a:cubicBezTo>
                    <a:pt x="43876" y="899"/>
                    <a:pt x="41806" y="1"/>
                    <a:pt x="39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4"/>
            <p:cNvSpPr/>
            <p:nvPr/>
          </p:nvSpPr>
          <p:spPr>
            <a:xfrm>
              <a:off x="662850" y="3909775"/>
              <a:ext cx="1293675" cy="558325"/>
            </a:xfrm>
            <a:custGeom>
              <a:rect b="b" l="l" r="r" t="t"/>
              <a:pathLst>
                <a:path extrusionOk="0" h="22333" w="51747">
                  <a:moveTo>
                    <a:pt x="44704" y="488"/>
                  </a:moveTo>
                  <a:cubicBezTo>
                    <a:pt x="44677" y="488"/>
                    <a:pt x="44650" y="510"/>
                    <a:pt x="44658" y="546"/>
                  </a:cubicBezTo>
                  <a:cubicBezTo>
                    <a:pt x="44839" y="1399"/>
                    <a:pt x="45034" y="2244"/>
                    <a:pt x="45085" y="3116"/>
                  </a:cubicBezTo>
                  <a:cubicBezTo>
                    <a:pt x="45130" y="3888"/>
                    <a:pt x="45068" y="4666"/>
                    <a:pt x="44846" y="5408"/>
                  </a:cubicBezTo>
                  <a:cubicBezTo>
                    <a:pt x="44437" y="6780"/>
                    <a:pt x="43391" y="7986"/>
                    <a:pt x="41932" y="8236"/>
                  </a:cubicBezTo>
                  <a:cubicBezTo>
                    <a:pt x="41782" y="8262"/>
                    <a:pt x="41631" y="8275"/>
                    <a:pt x="41481" y="8275"/>
                  </a:cubicBezTo>
                  <a:cubicBezTo>
                    <a:pt x="40320" y="8275"/>
                    <a:pt x="39208" y="7526"/>
                    <a:pt x="38725" y="6467"/>
                  </a:cubicBezTo>
                  <a:cubicBezTo>
                    <a:pt x="38141" y="5192"/>
                    <a:pt x="38506" y="3576"/>
                    <a:pt x="39521" y="2623"/>
                  </a:cubicBezTo>
                  <a:cubicBezTo>
                    <a:pt x="39883" y="2283"/>
                    <a:pt x="40377" y="2030"/>
                    <a:pt x="40866" y="2030"/>
                  </a:cubicBezTo>
                  <a:cubicBezTo>
                    <a:pt x="41129" y="2030"/>
                    <a:pt x="41390" y="2103"/>
                    <a:pt x="41628" y="2275"/>
                  </a:cubicBezTo>
                  <a:cubicBezTo>
                    <a:pt x="41903" y="2475"/>
                    <a:pt x="42073" y="2786"/>
                    <a:pt x="42037" y="3130"/>
                  </a:cubicBezTo>
                  <a:cubicBezTo>
                    <a:pt x="42004" y="3443"/>
                    <a:pt x="41811" y="3767"/>
                    <a:pt x="41518" y="3896"/>
                  </a:cubicBezTo>
                  <a:cubicBezTo>
                    <a:pt x="41447" y="3928"/>
                    <a:pt x="41490" y="4030"/>
                    <a:pt x="41557" y="4030"/>
                  </a:cubicBezTo>
                  <a:cubicBezTo>
                    <a:pt x="41562" y="4030"/>
                    <a:pt x="41568" y="4029"/>
                    <a:pt x="41573" y="4028"/>
                  </a:cubicBezTo>
                  <a:cubicBezTo>
                    <a:pt x="42178" y="3877"/>
                    <a:pt x="42429" y="3174"/>
                    <a:pt x="42217" y="2619"/>
                  </a:cubicBezTo>
                  <a:cubicBezTo>
                    <a:pt x="42003" y="2062"/>
                    <a:pt x="41405" y="1783"/>
                    <a:pt x="40831" y="1783"/>
                  </a:cubicBezTo>
                  <a:cubicBezTo>
                    <a:pt x="40730" y="1783"/>
                    <a:pt x="40630" y="1792"/>
                    <a:pt x="40533" y="1809"/>
                  </a:cubicBezTo>
                  <a:cubicBezTo>
                    <a:pt x="39765" y="1943"/>
                    <a:pt x="39134" y="2560"/>
                    <a:pt x="38745" y="3204"/>
                  </a:cubicBezTo>
                  <a:cubicBezTo>
                    <a:pt x="38349" y="3858"/>
                    <a:pt x="38158" y="4650"/>
                    <a:pt x="38212" y="5413"/>
                  </a:cubicBezTo>
                  <a:cubicBezTo>
                    <a:pt x="38313" y="6888"/>
                    <a:pt x="39444" y="8203"/>
                    <a:pt x="40910" y="8474"/>
                  </a:cubicBezTo>
                  <a:cubicBezTo>
                    <a:pt x="41095" y="8508"/>
                    <a:pt x="41279" y="8524"/>
                    <a:pt x="41461" y="8524"/>
                  </a:cubicBezTo>
                  <a:cubicBezTo>
                    <a:pt x="42817" y="8524"/>
                    <a:pt x="44055" y="7622"/>
                    <a:pt x="44695" y="6434"/>
                  </a:cubicBezTo>
                  <a:cubicBezTo>
                    <a:pt x="45669" y="4623"/>
                    <a:pt x="45408" y="2389"/>
                    <a:pt x="44748" y="521"/>
                  </a:cubicBezTo>
                  <a:cubicBezTo>
                    <a:pt x="44741" y="498"/>
                    <a:pt x="44722" y="488"/>
                    <a:pt x="44704" y="488"/>
                  </a:cubicBezTo>
                  <a:close/>
                  <a:moveTo>
                    <a:pt x="49143" y="3264"/>
                  </a:moveTo>
                  <a:cubicBezTo>
                    <a:pt x="48682" y="3264"/>
                    <a:pt x="48213" y="3367"/>
                    <a:pt x="47788" y="3563"/>
                  </a:cubicBezTo>
                  <a:cubicBezTo>
                    <a:pt x="46660" y="4080"/>
                    <a:pt x="45918" y="5263"/>
                    <a:pt x="45832" y="6486"/>
                  </a:cubicBezTo>
                  <a:cubicBezTo>
                    <a:pt x="45784" y="7156"/>
                    <a:pt x="45959" y="7871"/>
                    <a:pt x="46314" y="8441"/>
                  </a:cubicBezTo>
                  <a:cubicBezTo>
                    <a:pt x="46689" y="9043"/>
                    <a:pt x="47188" y="9503"/>
                    <a:pt x="47850" y="9759"/>
                  </a:cubicBezTo>
                  <a:cubicBezTo>
                    <a:pt x="47861" y="9764"/>
                    <a:pt x="47872" y="9766"/>
                    <a:pt x="47882" y="9766"/>
                  </a:cubicBezTo>
                  <a:cubicBezTo>
                    <a:pt x="47963" y="9766"/>
                    <a:pt x="48002" y="9635"/>
                    <a:pt x="47922" y="9589"/>
                  </a:cubicBezTo>
                  <a:cubicBezTo>
                    <a:pt x="47015" y="9063"/>
                    <a:pt x="46329" y="8159"/>
                    <a:pt x="46163" y="7114"/>
                  </a:cubicBezTo>
                  <a:cubicBezTo>
                    <a:pt x="45997" y="6074"/>
                    <a:pt x="46453" y="4982"/>
                    <a:pt x="47234" y="4295"/>
                  </a:cubicBezTo>
                  <a:cubicBezTo>
                    <a:pt x="47760" y="3832"/>
                    <a:pt x="48479" y="3546"/>
                    <a:pt x="49185" y="3546"/>
                  </a:cubicBezTo>
                  <a:cubicBezTo>
                    <a:pt x="49627" y="3546"/>
                    <a:pt x="50065" y="3659"/>
                    <a:pt x="50446" y="3910"/>
                  </a:cubicBezTo>
                  <a:cubicBezTo>
                    <a:pt x="50896" y="4205"/>
                    <a:pt x="51250" y="4640"/>
                    <a:pt x="51379" y="5168"/>
                  </a:cubicBezTo>
                  <a:cubicBezTo>
                    <a:pt x="51505" y="5702"/>
                    <a:pt x="51369" y="6270"/>
                    <a:pt x="51049" y="6711"/>
                  </a:cubicBezTo>
                  <a:cubicBezTo>
                    <a:pt x="50755" y="7113"/>
                    <a:pt x="50265" y="7402"/>
                    <a:pt x="49766" y="7402"/>
                  </a:cubicBezTo>
                  <a:cubicBezTo>
                    <a:pt x="49634" y="7402"/>
                    <a:pt x="49501" y="7382"/>
                    <a:pt x="49370" y="7337"/>
                  </a:cubicBezTo>
                  <a:cubicBezTo>
                    <a:pt x="48808" y="7147"/>
                    <a:pt x="48574" y="6531"/>
                    <a:pt x="48731" y="5985"/>
                  </a:cubicBezTo>
                  <a:cubicBezTo>
                    <a:pt x="48740" y="5951"/>
                    <a:pt x="48708" y="5918"/>
                    <a:pt x="48677" y="5918"/>
                  </a:cubicBezTo>
                  <a:cubicBezTo>
                    <a:pt x="48665" y="5918"/>
                    <a:pt x="48654" y="5923"/>
                    <a:pt x="48644" y="5934"/>
                  </a:cubicBezTo>
                  <a:cubicBezTo>
                    <a:pt x="48318" y="6348"/>
                    <a:pt x="48514" y="6946"/>
                    <a:pt x="48872" y="7277"/>
                  </a:cubicBezTo>
                  <a:cubicBezTo>
                    <a:pt x="49117" y="7506"/>
                    <a:pt x="49431" y="7603"/>
                    <a:pt x="49752" y="7603"/>
                  </a:cubicBezTo>
                  <a:cubicBezTo>
                    <a:pt x="49992" y="7603"/>
                    <a:pt x="50236" y="7548"/>
                    <a:pt x="50458" y="7453"/>
                  </a:cubicBezTo>
                  <a:cubicBezTo>
                    <a:pt x="51018" y="7209"/>
                    <a:pt x="51426" y="6693"/>
                    <a:pt x="51585" y="6110"/>
                  </a:cubicBezTo>
                  <a:cubicBezTo>
                    <a:pt x="51746" y="5509"/>
                    <a:pt x="51634" y="4893"/>
                    <a:pt x="51299" y="4371"/>
                  </a:cubicBezTo>
                  <a:cubicBezTo>
                    <a:pt x="50808" y="3610"/>
                    <a:pt x="49987" y="3264"/>
                    <a:pt x="49143" y="3264"/>
                  </a:cubicBezTo>
                  <a:close/>
                  <a:moveTo>
                    <a:pt x="7885" y="14508"/>
                  </a:moveTo>
                  <a:cubicBezTo>
                    <a:pt x="7735" y="14508"/>
                    <a:pt x="7592" y="14576"/>
                    <a:pt x="7453" y="14626"/>
                  </a:cubicBezTo>
                  <a:cubicBezTo>
                    <a:pt x="7282" y="14687"/>
                    <a:pt x="7109" y="14747"/>
                    <a:pt x="6936" y="14805"/>
                  </a:cubicBezTo>
                  <a:cubicBezTo>
                    <a:pt x="6590" y="14920"/>
                    <a:pt x="6243" y="15025"/>
                    <a:pt x="5893" y="15125"/>
                  </a:cubicBezTo>
                  <a:cubicBezTo>
                    <a:pt x="5216" y="15319"/>
                    <a:pt x="4530" y="15483"/>
                    <a:pt x="3837" y="15617"/>
                  </a:cubicBezTo>
                  <a:cubicBezTo>
                    <a:pt x="2569" y="15865"/>
                    <a:pt x="1288" y="16001"/>
                    <a:pt x="0" y="16073"/>
                  </a:cubicBezTo>
                  <a:lnTo>
                    <a:pt x="0" y="16156"/>
                  </a:lnTo>
                  <a:cubicBezTo>
                    <a:pt x="2104" y="16156"/>
                    <a:pt x="4222" y="15806"/>
                    <a:pt x="6236" y="15213"/>
                  </a:cubicBezTo>
                  <a:cubicBezTo>
                    <a:pt x="6540" y="15123"/>
                    <a:pt x="6845" y="15025"/>
                    <a:pt x="7145" y="14923"/>
                  </a:cubicBezTo>
                  <a:cubicBezTo>
                    <a:pt x="7396" y="14838"/>
                    <a:pt x="7764" y="14772"/>
                    <a:pt x="7952" y="14576"/>
                  </a:cubicBezTo>
                  <a:cubicBezTo>
                    <a:pt x="7978" y="14548"/>
                    <a:pt x="7957" y="14511"/>
                    <a:pt x="7926" y="14509"/>
                  </a:cubicBezTo>
                  <a:cubicBezTo>
                    <a:pt x="7912" y="14508"/>
                    <a:pt x="7898" y="14508"/>
                    <a:pt x="7885" y="14508"/>
                  </a:cubicBezTo>
                  <a:close/>
                  <a:moveTo>
                    <a:pt x="33476" y="1"/>
                  </a:moveTo>
                  <a:cubicBezTo>
                    <a:pt x="33426" y="1"/>
                    <a:pt x="33381" y="67"/>
                    <a:pt x="33430" y="105"/>
                  </a:cubicBezTo>
                  <a:cubicBezTo>
                    <a:pt x="34309" y="789"/>
                    <a:pt x="35072" y="1559"/>
                    <a:pt x="35581" y="2563"/>
                  </a:cubicBezTo>
                  <a:cubicBezTo>
                    <a:pt x="36095" y="3583"/>
                    <a:pt x="36294" y="4746"/>
                    <a:pt x="36123" y="5877"/>
                  </a:cubicBezTo>
                  <a:cubicBezTo>
                    <a:pt x="35951" y="7005"/>
                    <a:pt x="35430" y="8077"/>
                    <a:pt x="34591" y="8857"/>
                  </a:cubicBezTo>
                  <a:cubicBezTo>
                    <a:pt x="33780" y="9615"/>
                    <a:pt x="32688" y="10089"/>
                    <a:pt x="31576" y="10133"/>
                  </a:cubicBezTo>
                  <a:cubicBezTo>
                    <a:pt x="31525" y="10134"/>
                    <a:pt x="31475" y="10135"/>
                    <a:pt x="31424" y="10135"/>
                  </a:cubicBezTo>
                  <a:cubicBezTo>
                    <a:pt x="29362" y="10135"/>
                    <a:pt x="27398" y="8539"/>
                    <a:pt x="27246" y="6427"/>
                  </a:cubicBezTo>
                  <a:cubicBezTo>
                    <a:pt x="27174" y="5416"/>
                    <a:pt x="27514" y="4364"/>
                    <a:pt x="28180" y="3599"/>
                  </a:cubicBezTo>
                  <a:cubicBezTo>
                    <a:pt x="28778" y="2911"/>
                    <a:pt x="29709" y="2450"/>
                    <a:pt x="30634" y="2450"/>
                  </a:cubicBezTo>
                  <a:cubicBezTo>
                    <a:pt x="30862" y="2450"/>
                    <a:pt x="31091" y="2478"/>
                    <a:pt x="31313" y="2538"/>
                  </a:cubicBezTo>
                  <a:cubicBezTo>
                    <a:pt x="32342" y="2815"/>
                    <a:pt x="33207" y="3750"/>
                    <a:pt x="33034" y="4865"/>
                  </a:cubicBezTo>
                  <a:cubicBezTo>
                    <a:pt x="32959" y="5349"/>
                    <a:pt x="32694" y="5823"/>
                    <a:pt x="32254" y="6064"/>
                  </a:cubicBezTo>
                  <a:cubicBezTo>
                    <a:pt x="32031" y="6188"/>
                    <a:pt x="31773" y="6249"/>
                    <a:pt x="31516" y="6249"/>
                  </a:cubicBezTo>
                  <a:cubicBezTo>
                    <a:pt x="31299" y="6249"/>
                    <a:pt x="31083" y="6206"/>
                    <a:pt x="30887" y="6120"/>
                  </a:cubicBezTo>
                  <a:cubicBezTo>
                    <a:pt x="30682" y="6031"/>
                    <a:pt x="30484" y="5887"/>
                    <a:pt x="30332" y="5724"/>
                  </a:cubicBezTo>
                  <a:cubicBezTo>
                    <a:pt x="30318" y="5708"/>
                    <a:pt x="30300" y="5702"/>
                    <a:pt x="30284" y="5702"/>
                  </a:cubicBezTo>
                  <a:cubicBezTo>
                    <a:pt x="30234" y="5702"/>
                    <a:pt x="30188" y="5758"/>
                    <a:pt x="30217" y="5812"/>
                  </a:cubicBezTo>
                  <a:cubicBezTo>
                    <a:pt x="30477" y="6285"/>
                    <a:pt x="30974" y="6498"/>
                    <a:pt x="31484" y="6498"/>
                  </a:cubicBezTo>
                  <a:cubicBezTo>
                    <a:pt x="31968" y="6498"/>
                    <a:pt x="32464" y="6307"/>
                    <a:pt x="32783" y="5966"/>
                  </a:cubicBezTo>
                  <a:cubicBezTo>
                    <a:pt x="33552" y="5145"/>
                    <a:pt x="33431" y="3816"/>
                    <a:pt x="32679" y="3035"/>
                  </a:cubicBezTo>
                  <a:cubicBezTo>
                    <a:pt x="32137" y="2472"/>
                    <a:pt x="31385" y="2208"/>
                    <a:pt x="30626" y="2208"/>
                  </a:cubicBezTo>
                  <a:cubicBezTo>
                    <a:pt x="30179" y="2208"/>
                    <a:pt x="29729" y="2300"/>
                    <a:pt x="29318" y="2476"/>
                  </a:cubicBezTo>
                  <a:cubicBezTo>
                    <a:pt x="28250" y="2936"/>
                    <a:pt x="27469" y="3901"/>
                    <a:pt x="27157" y="5012"/>
                  </a:cubicBezTo>
                  <a:cubicBezTo>
                    <a:pt x="26853" y="6097"/>
                    <a:pt x="26995" y="7260"/>
                    <a:pt x="27586" y="8222"/>
                  </a:cubicBezTo>
                  <a:cubicBezTo>
                    <a:pt x="28077" y="9023"/>
                    <a:pt x="28835" y="9661"/>
                    <a:pt x="29704" y="10024"/>
                  </a:cubicBezTo>
                  <a:cubicBezTo>
                    <a:pt x="29546" y="10184"/>
                    <a:pt x="29430" y="10398"/>
                    <a:pt x="29317" y="10588"/>
                  </a:cubicBezTo>
                  <a:cubicBezTo>
                    <a:pt x="29180" y="10817"/>
                    <a:pt x="29063" y="11056"/>
                    <a:pt x="28956" y="11301"/>
                  </a:cubicBezTo>
                  <a:cubicBezTo>
                    <a:pt x="28746" y="11779"/>
                    <a:pt x="28577" y="12272"/>
                    <a:pt x="28458" y="12778"/>
                  </a:cubicBezTo>
                  <a:cubicBezTo>
                    <a:pt x="28337" y="13285"/>
                    <a:pt x="28256" y="13804"/>
                    <a:pt x="28229" y="14322"/>
                  </a:cubicBezTo>
                  <a:cubicBezTo>
                    <a:pt x="28201" y="14822"/>
                    <a:pt x="28184" y="15384"/>
                    <a:pt x="28328" y="15868"/>
                  </a:cubicBezTo>
                  <a:cubicBezTo>
                    <a:pt x="28335" y="15891"/>
                    <a:pt x="28353" y="15901"/>
                    <a:pt x="28371" y="15901"/>
                  </a:cubicBezTo>
                  <a:cubicBezTo>
                    <a:pt x="28394" y="15901"/>
                    <a:pt x="28417" y="15885"/>
                    <a:pt x="28417" y="15857"/>
                  </a:cubicBezTo>
                  <a:cubicBezTo>
                    <a:pt x="28442" y="15345"/>
                    <a:pt x="28384" y="14835"/>
                    <a:pt x="28416" y="14321"/>
                  </a:cubicBezTo>
                  <a:cubicBezTo>
                    <a:pt x="28449" y="13806"/>
                    <a:pt x="28521" y="13296"/>
                    <a:pt x="28644" y="12796"/>
                  </a:cubicBezTo>
                  <a:cubicBezTo>
                    <a:pt x="28763" y="12295"/>
                    <a:pt x="28928" y="11804"/>
                    <a:pt x="29135" y="11331"/>
                  </a:cubicBezTo>
                  <a:cubicBezTo>
                    <a:pt x="29234" y="11106"/>
                    <a:pt x="29344" y="10886"/>
                    <a:pt x="29455" y="10667"/>
                  </a:cubicBezTo>
                  <a:cubicBezTo>
                    <a:pt x="29560" y="10464"/>
                    <a:pt x="29695" y="10268"/>
                    <a:pt x="29779" y="10055"/>
                  </a:cubicBezTo>
                  <a:cubicBezTo>
                    <a:pt x="29919" y="10111"/>
                    <a:pt x="30059" y="10160"/>
                    <a:pt x="30201" y="10199"/>
                  </a:cubicBezTo>
                  <a:cubicBezTo>
                    <a:pt x="30499" y="10285"/>
                    <a:pt x="30806" y="10334"/>
                    <a:pt x="31112" y="10354"/>
                  </a:cubicBezTo>
                  <a:cubicBezTo>
                    <a:pt x="30862" y="10801"/>
                    <a:pt x="30714" y="11330"/>
                    <a:pt x="30579" y="11817"/>
                  </a:cubicBezTo>
                  <a:cubicBezTo>
                    <a:pt x="30432" y="12351"/>
                    <a:pt x="30329" y="12896"/>
                    <a:pt x="30259" y="13445"/>
                  </a:cubicBezTo>
                  <a:cubicBezTo>
                    <a:pt x="30118" y="14557"/>
                    <a:pt x="30135" y="15685"/>
                    <a:pt x="30308" y="16794"/>
                  </a:cubicBezTo>
                  <a:cubicBezTo>
                    <a:pt x="30403" y="17398"/>
                    <a:pt x="30518" y="18049"/>
                    <a:pt x="30788" y="18603"/>
                  </a:cubicBezTo>
                  <a:cubicBezTo>
                    <a:pt x="30799" y="18624"/>
                    <a:pt x="30816" y="18633"/>
                    <a:pt x="30833" y="18633"/>
                  </a:cubicBezTo>
                  <a:cubicBezTo>
                    <a:pt x="30868" y="18633"/>
                    <a:pt x="30905" y="18597"/>
                    <a:pt x="30898" y="18555"/>
                  </a:cubicBezTo>
                  <a:cubicBezTo>
                    <a:pt x="30805" y="18019"/>
                    <a:pt x="30636" y="17498"/>
                    <a:pt x="30541" y="16960"/>
                  </a:cubicBezTo>
                  <a:cubicBezTo>
                    <a:pt x="30446" y="16421"/>
                    <a:pt x="30391" y="15877"/>
                    <a:pt x="30373" y="15332"/>
                  </a:cubicBezTo>
                  <a:cubicBezTo>
                    <a:pt x="30334" y="14239"/>
                    <a:pt x="30452" y="13149"/>
                    <a:pt x="30711" y="12086"/>
                  </a:cubicBezTo>
                  <a:cubicBezTo>
                    <a:pt x="30785" y="11785"/>
                    <a:pt x="30870" y="11487"/>
                    <a:pt x="30966" y="11193"/>
                  </a:cubicBezTo>
                  <a:cubicBezTo>
                    <a:pt x="31058" y="10916"/>
                    <a:pt x="31172" y="10643"/>
                    <a:pt x="31251" y="10362"/>
                  </a:cubicBezTo>
                  <a:cubicBezTo>
                    <a:pt x="31296" y="10363"/>
                    <a:pt x="31341" y="10364"/>
                    <a:pt x="31386" y="10364"/>
                  </a:cubicBezTo>
                  <a:cubicBezTo>
                    <a:pt x="32173" y="10364"/>
                    <a:pt x="32963" y="10161"/>
                    <a:pt x="33665" y="9797"/>
                  </a:cubicBezTo>
                  <a:cubicBezTo>
                    <a:pt x="34755" y="9233"/>
                    <a:pt x="35591" y="8284"/>
                    <a:pt x="36038" y="7142"/>
                  </a:cubicBezTo>
                  <a:cubicBezTo>
                    <a:pt x="36958" y="4779"/>
                    <a:pt x="36121" y="2102"/>
                    <a:pt x="34209" y="498"/>
                  </a:cubicBezTo>
                  <a:cubicBezTo>
                    <a:pt x="33989" y="311"/>
                    <a:pt x="33758" y="148"/>
                    <a:pt x="33503" y="8"/>
                  </a:cubicBezTo>
                  <a:cubicBezTo>
                    <a:pt x="33494" y="3"/>
                    <a:pt x="33485" y="1"/>
                    <a:pt x="33476" y="1"/>
                  </a:cubicBezTo>
                  <a:close/>
                  <a:moveTo>
                    <a:pt x="25163" y="9326"/>
                  </a:moveTo>
                  <a:cubicBezTo>
                    <a:pt x="25151" y="9326"/>
                    <a:pt x="25140" y="9332"/>
                    <a:pt x="25133" y="9346"/>
                  </a:cubicBezTo>
                  <a:cubicBezTo>
                    <a:pt x="23941" y="11609"/>
                    <a:pt x="23323" y="14156"/>
                    <a:pt x="23250" y="16711"/>
                  </a:cubicBezTo>
                  <a:cubicBezTo>
                    <a:pt x="23228" y="17423"/>
                    <a:pt x="23214" y="18175"/>
                    <a:pt x="23349" y="18878"/>
                  </a:cubicBezTo>
                  <a:cubicBezTo>
                    <a:pt x="23355" y="18910"/>
                    <a:pt x="23380" y="18924"/>
                    <a:pt x="23406" y="18924"/>
                  </a:cubicBezTo>
                  <a:cubicBezTo>
                    <a:pt x="23440" y="18924"/>
                    <a:pt x="23476" y="18900"/>
                    <a:pt x="23476" y="18859"/>
                  </a:cubicBezTo>
                  <a:cubicBezTo>
                    <a:pt x="23479" y="18231"/>
                    <a:pt x="23417" y="17603"/>
                    <a:pt x="23424" y="16973"/>
                  </a:cubicBezTo>
                  <a:cubicBezTo>
                    <a:pt x="23431" y="16354"/>
                    <a:pt x="23473" y="15736"/>
                    <a:pt x="23545" y="15119"/>
                  </a:cubicBezTo>
                  <a:cubicBezTo>
                    <a:pt x="23692" y="13863"/>
                    <a:pt x="23986" y="12631"/>
                    <a:pt x="24385" y="11429"/>
                  </a:cubicBezTo>
                  <a:cubicBezTo>
                    <a:pt x="24618" y="10735"/>
                    <a:pt x="24893" y="10052"/>
                    <a:pt x="25202" y="9385"/>
                  </a:cubicBezTo>
                  <a:cubicBezTo>
                    <a:pt x="25216" y="9354"/>
                    <a:pt x="25189" y="9326"/>
                    <a:pt x="25163" y="9326"/>
                  </a:cubicBezTo>
                  <a:close/>
                  <a:moveTo>
                    <a:pt x="14073" y="12592"/>
                  </a:moveTo>
                  <a:cubicBezTo>
                    <a:pt x="14063" y="12592"/>
                    <a:pt x="14053" y="12596"/>
                    <a:pt x="14043" y="12603"/>
                  </a:cubicBezTo>
                  <a:cubicBezTo>
                    <a:pt x="10915" y="15213"/>
                    <a:pt x="7445" y="17513"/>
                    <a:pt x="3419" y="18424"/>
                  </a:cubicBezTo>
                  <a:cubicBezTo>
                    <a:pt x="2317" y="18673"/>
                    <a:pt x="1215" y="18764"/>
                    <a:pt x="92" y="18836"/>
                  </a:cubicBezTo>
                  <a:cubicBezTo>
                    <a:pt x="97" y="18886"/>
                    <a:pt x="98" y="18935"/>
                    <a:pt x="101" y="18986"/>
                  </a:cubicBezTo>
                  <a:cubicBezTo>
                    <a:pt x="206" y="18990"/>
                    <a:pt x="311" y="18992"/>
                    <a:pt x="417" y="18992"/>
                  </a:cubicBezTo>
                  <a:cubicBezTo>
                    <a:pt x="1308" y="18992"/>
                    <a:pt x="2212" y="18856"/>
                    <a:pt x="3079" y="18682"/>
                  </a:cubicBezTo>
                  <a:cubicBezTo>
                    <a:pt x="4098" y="18476"/>
                    <a:pt x="5099" y="18179"/>
                    <a:pt x="6069" y="17806"/>
                  </a:cubicBezTo>
                  <a:cubicBezTo>
                    <a:pt x="7978" y="17071"/>
                    <a:pt x="9780" y="16047"/>
                    <a:pt x="11435" y="14845"/>
                  </a:cubicBezTo>
                  <a:cubicBezTo>
                    <a:pt x="12366" y="14168"/>
                    <a:pt x="13255" y="13440"/>
                    <a:pt x="14105" y="12667"/>
                  </a:cubicBezTo>
                  <a:cubicBezTo>
                    <a:pt x="14138" y="12635"/>
                    <a:pt x="14108" y="12592"/>
                    <a:pt x="14073" y="12592"/>
                  </a:cubicBezTo>
                  <a:close/>
                  <a:moveTo>
                    <a:pt x="38571" y="8701"/>
                  </a:moveTo>
                  <a:cubicBezTo>
                    <a:pt x="38559" y="8701"/>
                    <a:pt x="38546" y="8706"/>
                    <a:pt x="38536" y="8719"/>
                  </a:cubicBezTo>
                  <a:cubicBezTo>
                    <a:pt x="36784" y="11040"/>
                    <a:pt x="36232" y="14174"/>
                    <a:pt x="36794" y="17002"/>
                  </a:cubicBezTo>
                  <a:cubicBezTo>
                    <a:pt x="36875" y="17413"/>
                    <a:pt x="36981" y="17819"/>
                    <a:pt x="37112" y="18217"/>
                  </a:cubicBezTo>
                  <a:cubicBezTo>
                    <a:pt x="37238" y="18594"/>
                    <a:pt x="37367" y="19013"/>
                    <a:pt x="37605" y="19333"/>
                  </a:cubicBezTo>
                  <a:cubicBezTo>
                    <a:pt x="37618" y="19350"/>
                    <a:pt x="37636" y="19358"/>
                    <a:pt x="37654" y="19358"/>
                  </a:cubicBezTo>
                  <a:cubicBezTo>
                    <a:pt x="37687" y="19358"/>
                    <a:pt x="37718" y="19332"/>
                    <a:pt x="37707" y="19290"/>
                  </a:cubicBezTo>
                  <a:cubicBezTo>
                    <a:pt x="37624" y="18941"/>
                    <a:pt x="37458" y="18611"/>
                    <a:pt x="37341" y="18271"/>
                  </a:cubicBezTo>
                  <a:cubicBezTo>
                    <a:pt x="37226" y="17938"/>
                    <a:pt x="37128" y="17600"/>
                    <a:pt x="37050" y="17256"/>
                  </a:cubicBezTo>
                  <a:cubicBezTo>
                    <a:pt x="36888" y="16558"/>
                    <a:pt x="36800" y="15845"/>
                    <a:pt x="36780" y="15130"/>
                  </a:cubicBezTo>
                  <a:cubicBezTo>
                    <a:pt x="36742" y="13700"/>
                    <a:pt x="36990" y="12262"/>
                    <a:pt x="37501" y="10926"/>
                  </a:cubicBezTo>
                  <a:cubicBezTo>
                    <a:pt x="37792" y="10173"/>
                    <a:pt x="38167" y="9440"/>
                    <a:pt x="38604" y="8761"/>
                  </a:cubicBezTo>
                  <a:cubicBezTo>
                    <a:pt x="38627" y="8729"/>
                    <a:pt x="38600" y="8701"/>
                    <a:pt x="38571" y="8701"/>
                  </a:cubicBezTo>
                  <a:close/>
                  <a:moveTo>
                    <a:pt x="44956" y="9525"/>
                  </a:moveTo>
                  <a:cubicBezTo>
                    <a:pt x="44946" y="9525"/>
                    <a:pt x="44935" y="9529"/>
                    <a:pt x="44926" y="9537"/>
                  </a:cubicBezTo>
                  <a:cubicBezTo>
                    <a:pt x="43495" y="10841"/>
                    <a:pt x="43017" y="12966"/>
                    <a:pt x="43335" y="14824"/>
                  </a:cubicBezTo>
                  <a:cubicBezTo>
                    <a:pt x="43679" y="16832"/>
                    <a:pt x="44881" y="18604"/>
                    <a:pt x="46427" y="19892"/>
                  </a:cubicBezTo>
                  <a:cubicBezTo>
                    <a:pt x="46865" y="20257"/>
                    <a:pt x="47332" y="20588"/>
                    <a:pt x="47816" y="20888"/>
                  </a:cubicBezTo>
                  <a:cubicBezTo>
                    <a:pt x="48300" y="21186"/>
                    <a:pt x="48818" y="21494"/>
                    <a:pt x="49363" y="21669"/>
                  </a:cubicBezTo>
                  <a:cubicBezTo>
                    <a:pt x="49370" y="21671"/>
                    <a:pt x="49377" y="21673"/>
                    <a:pt x="49383" y="21673"/>
                  </a:cubicBezTo>
                  <a:cubicBezTo>
                    <a:pt x="49428" y="21673"/>
                    <a:pt x="49447" y="21606"/>
                    <a:pt x="49405" y="21579"/>
                  </a:cubicBezTo>
                  <a:cubicBezTo>
                    <a:pt x="48988" y="21318"/>
                    <a:pt x="48540" y="21112"/>
                    <a:pt x="48120" y="20859"/>
                  </a:cubicBezTo>
                  <a:cubicBezTo>
                    <a:pt x="47699" y="20605"/>
                    <a:pt x="47290" y="20334"/>
                    <a:pt x="46899" y="20036"/>
                  </a:cubicBezTo>
                  <a:cubicBezTo>
                    <a:pt x="46104" y="19427"/>
                    <a:pt x="45388" y="18708"/>
                    <a:pt x="44816" y="17885"/>
                  </a:cubicBezTo>
                  <a:cubicBezTo>
                    <a:pt x="43710" y="16297"/>
                    <a:pt x="43151" y="14328"/>
                    <a:pt x="43553" y="12409"/>
                  </a:cubicBezTo>
                  <a:cubicBezTo>
                    <a:pt x="43773" y="11359"/>
                    <a:pt x="44277" y="10402"/>
                    <a:pt x="44990" y="9602"/>
                  </a:cubicBezTo>
                  <a:cubicBezTo>
                    <a:pt x="45020" y="9568"/>
                    <a:pt x="44991" y="9525"/>
                    <a:pt x="44956" y="9525"/>
                  </a:cubicBezTo>
                  <a:close/>
                  <a:moveTo>
                    <a:pt x="41656" y="15582"/>
                  </a:moveTo>
                  <a:cubicBezTo>
                    <a:pt x="41629" y="15582"/>
                    <a:pt x="41599" y="15605"/>
                    <a:pt x="41605" y="15640"/>
                  </a:cubicBezTo>
                  <a:cubicBezTo>
                    <a:pt x="41913" y="17812"/>
                    <a:pt x="43090" y="19807"/>
                    <a:pt x="44806" y="21167"/>
                  </a:cubicBezTo>
                  <a:cubicBezTo>
                    <a:pt x="45279" y="21542"/>
                    <a:pt x="45797" y="21898"/>
                    <a:pt x="46368" y="22104"/>
                  </a:cubicBezTo>
                  <a:cubicBezTo>
                    <a:pt x="46374" y="22106"/>
                    <a:pt x="46380" y="22107"/>
                    <a:pt x="46386" y="22107"/>
                  </a:cubicBezTo>
                  <a:cubicBezTo>
                    <a:pt x="46433" y="22107"/>
                    <a:pt x="46453" y="22035"/>
                    <a:pt x="46410" y="22006"/>
                  </a:cubicBezTo>
                  <a:cubicBezTo>
                    <a:pt x="45969" y="21723"/>
                    <a:pt x="45512" y="21468"/>
                    <a:pt x="45091" y="21153"/>
                  </a:cubicBezTo>
                  <a:cubicBezTo>
                    <a:pt x="44658" y="20829"/>
                    <a:pt x="44254" y="20460"/>
                    <a:pt x="43888" y="20058"/>
                  </a:cubicBezTo>
                  <a:cubicBezTo>
                    <a:pt x="43162" y="19264"/>
                    <a:pt x="42577" y="18330"/>
                    <a:pt x="42179" y="17330"/>
                  </a:cubicBezTo>
                  <a:cubicBezTo>
                    <a:pt x="41958" y="16776"/>
                    <a:pt x="41795" y="16202"/>
                    <a:pt x="41693" y="15615"/>
                  </a:cubicBezTo>
                  <a:cubicBezTo>
                    <a:pt x="41689" y="15591"/>
                    <a:pt x="41673" y="15582"/>
                    <a:pt x="41656" y="15582"/>
                  </a:cubicBezTo>
                  <a:close/>
                  <a:moveTo>
                    <a:pt x="25243" y="1270"/>
                  </a:moveTo>
                  <a:cubicBezTo>
                    <a:pt x="25221" y="1270"/>
                    <a:pt x="25199" y="1289"/>
                    <a:pt x="25205" y="1319"/>
                  </a:cubicBezTo>
                  <a:cubicBezTo>
                    <a:pt x="25318" y="1907"/>
                    <a:pt x="25431" y="2495"/>
                    <a:pt x="25452" y="3096"/>
                  </a:cubicBezTo>
                  <a:cubicBezTo>
                    <a:pt x="25473" y="3692"/>
                    <a:pt x="25431" y="4292"/>
                    <a:pt x="25316" y="4878"/>
                  </a:cubicBezTo>
                  <a:cubicBezTo>
                    <a:pt x="25104" y="5939"/>
                    <a:pt x="24657" y="6933"/>
                    <a:pt x="24023" y="7806"/>
                  </a:cubicBezTo>
                  <a:cubicBezTo>
                    <a:pt x="22989" y="9231"/>
                    <a:pt x="21268" y="10465"/>
                    <a:pt x="19459" y="10465"/>
                  </a:cubicBezTo>
                  <a:cubicBezTo>
                    <a:pt x="19119" y="10465"/>
                    <a:pt x="18776" y="10421"/>
                    <a:pt x="18433" y="10327"/>
                  </a:cubicBezTo>
                  <a:cubicBezTo>
                    <a:pt x="17394" y="10043"/>
                    <a:pt x="16585" y="9290"/>
                    <a:pt x="16224" y="8273"/>
                  </a:cubicBezTo>
                  <a:cubicBezTo>
                    <a:pt x="15857" y="7231"/>
                    <a:pt x="15984" y="6088"/>
                    <a:pt x="16436" y="5096"/>
                  </a:cubicBezTo>
                  <a:cubicBezTo>
                    <a:pt x="16867" y="4152"/>
                    <a:pt x="17566" y="3257"/>
                    <a:pt x="18489" y="2757"/>
                  </a:cubicBezTo>
                  <a:cubicBezTo>
                    <a:pt x="18900" y="2537"/>
                    <a:pt x="19356" y="2416"/>
                    <a:pt x="19808" y="2416"/>
                  </a:cubicBezTo>
                  <a:cubicBezTo>
                    <a:pt x="20275" y="2416"/>
                    <a:pt x="20738" y="2545"/>
                    <a:pt x="21142" y="2827"/>
                  </a:cubicBezTo>
                  <a:cubicBezTo>
                    <a:pt x="21516" y="3087"/>
                    <a:pt x="21790" y="3471"/>
                    <a:pt x="21882" y="3921"/>
                  </a:cubicBezTo>
                  <a:cubicBezTo>
                    <a:pt x="21987" y="4433"/>
                    <a:pt x="21852" y="4972"/>
                    <a:pt x="21607" y="5426"/>
                  </a:cubicBezTo>
                  <a:cubicBezTo>
                    <a:pt x="21288" y="6018"/>
                    <a:pt x="20549" y="6775"/>
                    <a:pt x="19823" y="6775"/>
                  </a:cubicBezTo>
                  <a:cubicBezTo>
                    <a:pt x="19578" y="6775"/>
                    <a:pt x="19334" y="6689"/>
                    <a:pt x="19109" y="6480"/>
                  </a:cubicBezTo>
                  <a:cubicBezTo>
                    <a:pt x="18949" y="6333"/>
                    <a:pt x="18837" y="6121"/>
                    <a:pt x="18808" y="5905"/>
                  </a:cubicBezTo>
                  <a:cubicBezTo>
                    <a:pt x="18802" y="5868"/>
                    <a:pt x="18775" y="5851"/>
                    <a:pt x="18746" y="5851"/>
                  </a:cubicBezTo>
                  <a:cubicBezTo>
                    <a:pt x="18707" y="5851"/>
                    <a:pt x="18663" y="5880"/>
                    <a:pt x="18661" y="5926"/>
                  </a:cubicBezTo>
                  <a:cubicBezTo>
                    <a:pt x="18628" y="6402"/>
                    <a:pt x="18996" y="6765"/>
                    <a:pt x="19426" y="6911"/>
                  </a:cubicBezTo>
                  <a:cubicBezTo>
                    <a:pt x="19556" y="6955"/>
                    <a:pt x="19689" y="6975"/>
                    <a:pt x="19822" y="6975"/>
                  </a:cubicBezTo>
                  <a:cubicBezTo>
                    <a:pt x="20209" y="6975"/>
                    <a:pt x="20592" y="6804"/>
                    <a:pt x="20901" y="6571"/>
                  </a:cubicBezTo>
                  <a:cubicBezTo>
                    <a:pt x="21737" y="5941"/>
                    <a:pt x="22366" y="4784"/>
                    <a:pt x="22070" y="3726"/>
                  </a:cubicBezTo>
                  <a:cubicBezTo>
                    <a:pt x="21804" y="2775"/>
                    <a:pt x="20833" y="2220"/>
                    <a:pt x="19893" y="2178"/>
                  </a:cubicBezTo>
                  <a:cubicBezTo>
                    <a:pt x="19856" y="2177"/>
                    <a:pt x="19819" y="2176"/>
                    <a:pt x="19783" y="2176"/>
                  </a:cubicBezTo>
                  <a:cubicBezTo>
                    <a:pt x="18727" y="2176"/>
                    <a:pt x="17773" y="2830"/>
                    <a:pt x="17113" y="3612"/>
                  </a:cubicBezTo>
                  <a:cubicBezTo>
                    <a:pt x="16645" y="4166"/>
                    <a:pt x="16266" y="4818"/>
                    <a:pt x="16034" y="5513"/>
                  </a:cubicBezTo>
                  <a:cubicBezTo>
                    <a:pt x="14177" y="6741"/>
                    <a:pt x="12159" y="7676"/>
                    <a:pt x="9996" y="8222"/>
                  </a:cubicBezTo>
                  <a:cubicBezTo>
                    <a:pt x="8550" y="8586"/>
                    <a:pt x="7069" y="8759"/>
                    <a:pt x="5585" y="8759"/>
                  </a:cubicBezTo>
                  <a:cubicBezTo>
                    <a:pt x="4748" y="8759"/>
                    <a:pt x="3910" y="8704"/>
                    <a:pt x="3076" y="8597"/>
                  </a:cubicBezTo>
                  <a:cubicBezTo>
                    <a:pt x="2171" y="8480"/>
                    <a:pt x="1274" y="8290"/>
                    <a:pt x="394" y="8048"/>
                  </a:cubicBezTo>
                  <a:cubicBezTo>
                    <a:pt x="389" y="8088"/>
                    <a:pt x="388" y="8128"/>
                    <a:pt x="385" y="8170"/>
                  </a:cubicBezTo>
                  <a:cubicBezTo>
                    <a:pt x="2068" y="8692"/>
                    <a:pt x="3835" y="8944"/>
                    <a:pt x="5599" y="8944"/>
                  </a:cubicBezTo>
                  <a:cubicBezTo>
                    <a:pt x="5787" y="8944"/>
                    <a:pt x="5975" y="8941"/>
                    <a:pt x="6162" y="8935"/>
                  </a:cubicBezTo>
                  <a:cubicBezTo>
                    <a:pt x="8439" y="8865"/>
                    <a:pt x="10705" y="8372"/>
                    <a:pt x="12801" y="7480"/>
                  </a:cubicBezTo>
                  <a:cubicBezTo>
                    <a:pt x="13906" y="7010"/>
                    <a:pt x="14977" y="6436"/>
                    <a:pt x="15962" y="5747"/>
                  </a:cubicBezTo>
                  <a:lnTo>
                    <a:pt x="15962" y="5747"/>
                  </a:lnTo>
                  <a:cubicBezTo>
                    <a:pt x="15860" y="6110"/>
                    <a:pt x="15798" y="6480"/>
                    <a:pt x="15786" y="6855"/>
                  </a:cubicBezTo>
                  <a:cubicBezTo>
                    <a:pt x="15781" y="7025"/>
                    <a:pt x="15786" y="7193"/>
                    <a:pt x="15802" y="7363"/>
                  </a:cubicBezTo>
                  <a:cubicBezTo>
                    <a:pt x="13687" y="8735"/>
                    <a:pt x="11335" y="9709"/>
                    <a:pt x="8858" y="10194"/>
                  </a:cubicBezTo>
                  <a:cubicBezTo>
                    <a:pt x="8515" y="10261"/>
                    <a:pt x="8172" y="10320"/>
                    <a:pt x="7828" y="10370"/>
                  </a:cubicBezTo>
                  <a:cubicBezTo>
                    <a:pt x="7478" y="10421"/>
                    <a:pt x="7110" y="10442"/>
                    <a:pt x="6770" y="10537"/>
                  </a:cubicBezTo>
                  <a:cubicBezTo>
                    <a:pt x="6753" y="10543"/>
                    <a:pt x="6757" y="10566"/>
                    <a:pt x="6775" y="10569"/>
                  </a:cubicBezTo>
                  <a:cubicBezTo>
                    <a:pt x="6857" y="10579"/>
                    <a:pt x="6941" y="10583"/>
                    <a:pt x="7025" y="10583"/>
                  </a:cubicBezTo>
                  <a:cubicBezTo>
                    <a:pt x="7257" y="10583"/>
                    <a:pt x="7493" y="10552"/>
                    <a:pt x="7721" y="10526"/>
                  </a:cubicBezTo>
                  <a:cubicBezTo>
                    <a:pt x="8022" y="10490"/>
                    <a:pt x="8321" y="10449"/>
                    <a:pt x="8620" y="10398"/>
                  </a:cubicBezTo>
                  <a:cubicBezTo>
                    <a:pt x="9256" y="10288"/>
                    <a:pt x="9887" y="10145"/>
                    <a:pt x="10506" y="9971"/>
                  </a:cubicBezTo>
                  <a:cubicBezTo>
                    <a:pt x="11724" y="9627"/>
                    <a:pt x="12906" y="9161"/>
                    <a:pt x="14032" y="8584"/>
                  </a:cubicBezTo>
                  <a:cubicBezTo>
                    <a:pt x="14650" y="8267"/>
                    <a:pt x="15243" y="7914"/>
                    <a:pt x="15820" y="7526"/>
                  </a:cubicBezTo>
                  <a:cubicBezTo>
                    <a:pt x="15938" y="8415"/>
                    <a:pt x="16344" y="9274"/>
                    <a:pt x="17036" y="9852"/>
                  </a:cubicBezTo>
                  <a:cubicBezTo>
                    <a:pt x="17712" y="10418"/>
                    <a:pt x="18584" y="10680"/>
                    <a:pt x="19456" y="10680"/>
                  </a:cubicBezTo>
                  <a:cubicBezTo>
                    <a:pt x="19513" y="10680"/>
                    <a:pt x="19570" y="10679"/>
                    <a:pt x="19626" y="10677"/>
                  </a:cubicBezTo>
                  <a:lnTo>
                    <a:pt x="19626" y="10677"/>
                  </a:lnTo>
                  <a:cubicBezTo>
                    <a:pt x="19061" y="12075"/>
                    <a:pt x="18813" y="13623"/>
                    <a:pt x="18705" y="15119"/>
                  </a:cubicBezTo>
                  <a:cubicBezTo>
                    <a:pt x="18593" y="16656"/>
                    <a:pt x="18678" y="18209"/>
                    <a:pt x="18947" y="19726"/>
                  </a:cubicBezTo>
                  <a:cubicBezTo>
                    <a:pt x="19099" y="20585"/>
                    <a:pt x="19288" y="21475"/>
                    <a:pt x="19613" y="22285"/>
                  </a:cubicBezTo>
                  <a:cubicBezTo>
                    <a:pt x="19626" y="22318"/>
                    <a:pt x="19654" y="22333"/>
                    <a:pt x="19682" y="22333"/>
                  </a:cubicBezTo>
                  <a:cubicBezTo>
                    <a:pt x="19723" y="22333"/>
                    <a:pt x="19762" y="22301"/>
                    <a:pt x="19749" y="22248"/>
                  </a:cubicBezTo>
                  <a:cubicBezTo>
                    <a:pt x="19557" y="21509"/>
                    <a:pt x="19335" y="20785"/>
                    <a:pt x="19190" y="20035"/>
                  </a:cubicBezTo>
                  <a:cubicBezTo>
                    <a:pt x="19043" y="19273"/>
                    <a:pt x="18942" y="18503"/>
                    <a:pt x="18888" y="17731"/>
                  </a:cubicBezTo>
                  <a:cubicBezTo>
                    <a:pt x="18786" y="16199"/>
                    <a:pt x="18873" y="14651"/>
                    <a:pt x="19146" y="13142"/>
                  </a:cubicBezTo>
                  <a:cubicBezTo>
                    <a:pt x="19298" y="12308"/>
                    <a:pt x="19518" y="11491"/>
                    <a:pt x="19727" y="10670"/>
                  </a:cubicBezTo>
                  <a:cubicBezTo>
                    <a:pt x="19894" y="10658"/>
                    <a:pt x="20061" y="10641"/>
                    <a:pt x="20227" y="10609"/>
                  </a:cubicBezTo>
                  <a:cubicBezTo>
                    <a:pt x="21414" y="10398"/>
                    <a:pt x="22493" y="9729"/>
                    <a:pt x="23349" y="8899"/>
                  </a:cubicBezTo>
                  <a:cubicBezTo>
                    <a:pt x="25117" y="7185"/>
                    <a:pt x="25964" y="4685"/>
                    <a:pt x="25548" y="2250"/>
                  </a:cubicBezTo>
                  <a:cubicBezTo>
                    <a:pt x="25490" y="1920"/>
                    <a:pt x="25406" y="1608"/>
                    <a:pt x="25281" y="1298"/>
                  </a:cubicBezTo>
                  <a:cubicBezTo>
                    <a:pt x="25273" y="1279"/>
                    <a:pt x="25258" y="1270"/>
                    <a:pt x="25243" y="1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1" name="Shape 2611"/>
        <p:cNvGrpSpPr/>
        <p:nvPr/>
      </p:nvGrpSpPr>
      <p:grpSpPr>
        <a:xfrm>
          <a:off x="0" y="0"/>
          <a:ext cx="0" cy="0"/>
          <a:chOff x="0" y="0"/>
          <a:chExt cx="0" cy="0"/>
        </a:xfrm>
      </p:grpSpPr>
      <p:sp>
        <p:nvSpPr>
          <p:cNvPr id="2612" name="Google Shape;2612;p45"/>
          <p:cNvSpPr txBox="1"/>
          <p:nvPr>
            <p:ph idx="1" type="subTitle"/>
          </p:nvPr>
        </p:nvSpPr>
        <p:spPr>
          <a:xfrm>
            <a:off x="1509213" y="3601325"/>
            <a:ext cx="2907600" cy="81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Saturn</a:t>
            </a:r>
            <a:r>
              <a:rPr b="1" lang="en"/>
              <a:t> </a:t>
            </a:r>
            <a:r>
              <a:rPr lang="en"/>
              <a:t>is a gas giant and has several rings. It's composed mostly of hydrogen and helium</a:t>
            </a:r>
            <a:endParaRPr/>
          </a:p>
        </p:txBody>
      </p:sp>
      <p:sp>
        <p:nvSpPr>
          <p:cNvPr id="2613" name="Google Shape;2613;p45"/>
          <p:cNvSpPr txBox="1"/>
          <p:nvPr>
            <p:ph idx="2" type="subTitle"/>
          </p:nvPr>
        </p:nvSpPr>
        <p:spPr>
          <a:xfrm>
            <a:off x="4727188" y="3601325"/>
            <a:ext cx="2907600" cy="81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Neptune</a:t>
            </a:r>
            <a:r>
              <a:rPr b="1" lang="en"/>
              <a:t> </a:t>
            </a:r>
            <a:r>
              <a:rPr lang="en"/>
              <a:t>is the farthest planet from the Sun. It's an ice giant, so it’s really cold there</a:t>
            </a:r>
            <a:endParaRPr/>
          </a:p>
        </p:txBody>
      </p:sp>
      <p:sp>
        <p:nvSpPr>
          <p:cNvPr id="2614" name="Google Shape;2614;p45"/>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xenophanes</a:t>
            </a:r>
            <a:endParaRPr/>
          </a:p>
        </p:txBody>
      </p:sp>
      <p:sp>
        <p:nvSpPr>
          <p:cNvPr id="2615" name="Google Shape;2615;p45"/>
          <p:cNvSpPr txBox="1"/>
          <p:nvPr>
            <p:ph idx="3" type="title"/>
          </p:nvPr>
        </p:nvSpPr>
        <p:spPr>
          <a:xfrm>
            <a:off x="1509213" y="1442800"/>
            <a:ext cx="2907600" cy="4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Critic of homer from ionia</a:t>
            </a:r>
            <a:endParaRPr/>
          </a:p>
        </p:txBody>
      </p:sp>
      <p:sp>
        <p:nvSpPr>
          <p:cNvPr id="2616" name="Google Shape;2616;p45"/>
          <p:cNvSpPr txBox="1"/>
          <p:nvPr>
            <p:ph idx="4" type="title"/>
          </p:nvPr>
        </p:nvSpPr>
        <p:spPr>
          <a:xfrm>
            <a:off x="4727188" y="1442800"/>
            <a:ext cx="2907600" cy="4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first satires</a:t>
            </a:r>
            <a:endParaRPr/>
          </a:p>
        </p:txBody>
      </p:sp>
      <p:sp>
        <p:nvSpPr>
          <p:cNvPr id="2617" name="Google Shape;2617;p45"/>
          <p:cNvSpPr/>
          <p:nvPr/>
        </p:nvSpPr>
        <p:spPr>
          <a:xfrm>
            <a:off x="2477166" y="22627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5"/>
          <p:cNvSpPr/>
          <p:nvPr/>
        </p:nvSpPr>
        <p:spPr>
          <a:xfrm>
            <a:off x="5695141" y="22627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9" name="Google Shape;2619;p45"/>
          <p:cNvGrpSpPr/>
          <p:nvPr/>
        </p:nvGrpSpPr>
        <p:grpSpPr>
          <a:xfrm>
            <a:off x="2776721" y="2560397"/>
            <a:ext cx="372580" cy="376345"/>
            <a:chOff x="7502921" y="1439259"/>
            <a:chExt cx="372580" cy="376345"/>
          </a:xfrm>
        </p:grpSpPr>
        <p:sp>
          <p:nvSpPr>
            <p:cNvPr id="2620" name="Google Shape;2620;p45"/>
            <p:cNvSpPr/>
            <p:nvPr/>
          </p:nvSpPr>
          <p:spPr>
            <a:xfrm>
              <a:off x="7544201" y="1715201"/>
              <a:ext cx="1140" cy="1087"/>
            </a:xfrm>
            <a:custGeom>
              <a:rect b="b" l="l" r="r" t="t"/>
              <a:pathLst>
                <a:path extrusionOk="0" h="41" w="43">
                  <a:moveTo>
                    <a:pt x="42" y="1"/>
                  </a:moveTo>
                  <a:lnTo>
                    <a:pt x="0" y="41"/>
                  </a:lnTo>
                  <a:cubicBezTo>
                    <a:pt x="16" y="30"/>
                    <a:pt x="29" y="14"/>
                    <a:pt x="42"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5"/>
            <p:cNvSpPr/>
            <p:nvPr/>
          </p:nvSpPr>
          <p:spPr>
            <a:xfrm>
              <a:off x="7545367" y="1675512"/>
              <a:ext cx="232594" cy="140092"/>
            </a:xfrm>
            <a:custGeom>
              <a:rect b="b" l="l" r="r" t="t"/>
              <a:pathLst>
                <a:path extrusionOk="0" h="5284" w="8773">
                  <a:moveTo>
                    <a:pt x="3684" y="1"/>
                  </a:moveTo>
                  <a:cubicBezTo>
                    <a:pt x="2252" y="1"/>
                    <a:pt x="952" y="571"/>
                    <a:pt x="0" y="1498"/>
                  </a:cubicBezTo>
                  <a:cubicBezTo>
                    <a:pt x="0" y="1498"/>
                    <a:pt x="0" y="1498"/>
                    <a:pt x="0" y="1498"/>
                  </a:cubicBezTo>
                  <a:cubicBezTo>
                    <a:pt x="21" y="1498"/>
                    <a:pt x="1672" y="5182"/>
                    <a:pt x="5791" y="5284"/>
                  </a:cubicBezTo>
                  <a:lnTo>
                    <a:pt x="6468" y="5284"/>
                  </a:lnTo>
                  <a:lnTo>
                    <a:pt x="6683" y="4998"/>
                  </a:lnTo>
                  <a:lnTo>
                    <a:pt x="6896" y="5284"/>
                  </a:lnTo>
                  <a:lnTo>
                    <a:pt x="8395" y="5284"/>
                  </a:lnTo>
                  <a:lnTo>
                    <a:pt x="8644" y="4836"/>
                  </a:lnTo>
                  <a:cubicBezTo>
                    <a:pt x="8644" y="4499"/>
                    <a:pt x="8681" y="4273"/>
                    <a:pt x="8772" y="3864"/>
                  </a:cubicBezTo>
                  <a:cubicBezTo>
                    <a:pt x="8156" y="1635"/>
                    <a:pt x="6109" y="3"/>
                    <a:pt x="3684"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5"/>
            <p:cNvSpPr/>
            <p:nvPr/>
          </p:nvSpPr>
          <p:spPr>
            <a:xfrm>
              <a:off x="7716771" y="1794765"/>
              <a:ext cx="11427" cy="20839"/>
            </a:xfrm>
            <a:custGeom>
              <a:rect b="b" l="l" r="r" t="t"/>
              <a:pathLst>
                <a:path extrusionOk="0" h="786" w="431">
                  <a:moveTo>
                    <a:pt x="216" y="1"/>
                  </a:moveTo>
                  <a:cubicBezTo>
                    <a:pt x="98" y="1"/>
                    <a:pt x="1" y="96"/>
                    <a:pt x="1" y="214"/>
                  </a:cubicBezTo>
                  <a:lnTo>
                    <a:pt x="1" y="786"/>
                  </a:lnTo>
                  <a:lnTo>
                    <a:pt x="431" y="786"/>
                  </a:lnTo>
                  <a:lnTo>
                    <a:pt x="431" y="214"/>
                  </a:lnTo>
                  <a:cubicBezTo>
                    <a:pt x="431" y="98"/>
                    <a:pt x="331" y="1"/>
                    <a:pt x="216"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5"/>
            <p:cNvSpPr/>
            <p:nvPr/>
          </p:nvSpPr>
          <p:spPr>
            <a:xfrm>
              <a:off x="7767940" y="1777956"/>
              <a:ext cx="15192" cy="37648"/>
            </a:xfrm>
            <a:custGeom>
              <a:rect b="b" l="l" r="r" t="t"/>
              <a:pathLst>
                <a:path extrusionOk="0" h="1420" w="573">
                  <a:moveTo>
                    <a:pt x="377" y="0"/>
                  </a:moveTo>
                  <a:cubicBezTo>
                    <a:pt x="149" y="209"/>
                    <a:pt x="0" y="511"/>
                    <a:pt x="0" y="850"/>
                  </a:cubicBezTo>
                  <a:lnTo>
                    <a:pt x="0" y="1420"/>
                  </a:lnTo>
                  <a:lnTo>
                    <a:pt x="572" y="1420"/>
                  </a:lnTo>
                  <a:cubicBezTo>
                    <a:pt x="572" y="930"/>
                    <a:pt x="506" y="453"/>
                    <a:pt x="37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5"/>
            <p:cNvSpPr/>
            <p:nvPr/>
          </p:nvSpPr>
          <p:spPr>
            <a:xfrm>
              <a:off x="7502921" y="1714485"/>
              <a:ext cx="195954" cy="101119"/>
            </a:xfrm>
            <a:custGeom>
              <a:rect b="b" l="l" r="r" t="t"/>
              <a:pathLst>
                <a:path extrusionOk="0" h="3814" w="7391">
                  <a:moveTo>
                    <a:pt x="1749" y="0"/>
                  </a:moveTo>
                  <a:cubicBezTo>
                    <a:pt x="1672" y="0"/>
                    <a:pt x="1599" y="28"/>
                    <a:pt x="1599" y="28"/>
                  </a:cubicBezTo>
                  <a:cubicBezTo>
                    <a:pt x="681" y="920"/>
                    <a:pt x="87" y="2148"/>
                    <a:pt x="9" y="3512"/>
                  </a:cubicBezTo>
                  <a:cubicBezTo>
                    <a:pt x="0" y="3676"/>
                    <a:pt x="131" y="3814"/>
                    <a:pt x="293" y="3814"/>
                  </a:cubicBezTo>
                  <a:lnTo>
                    <a:pt x="7390" y="3814"/>
                  </a:lnTo>
                  <a:cubicBezTo>
                    <a:pt x="4427" y="3235"/>
                    <a:pt x="2171" y="1172"/>
                    <a:pt x="1919" y="119"/>
                  </a:cubicBezTo>
                  <a:cubicBezTo>
                    <a:pt x="1896" y="25"/>
                    <a:pt x="1821" y="0"/>
                    <a:pt x="17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5"/>
            <p:cNvSpPr/>
            <p:nvPr/>
          </p:nvSpPr>
          <p:spPr>
            <a:xfrm>
              <a:off x="7528240" y="1698392"/>
              <a:ext cx="34148" cy="34201"/>
            </a:xfrm>
            <a:custGeom>
              <a:rect b="b" l="l" r="r" t="t"/>
              <a:pathLst>
                <a:path extrusionOk="0" h="1290" w="1288">
                  <a:moveTo>
                    <a:pt x="644" y="1"/>
                  </a:moveTo>
                  <a:cubicBezTo>
                    <a:pt x="289" y="1"/>
                    <a:pt x="1" y="289"/>
                    <a:pt x="1" y="646"/>
                  </a:cubicBezTo>
                  <a:cubicBezTo>
                    <a:pt x="1" y="1001"/>
                    <a:pt x="289" y="1289"/>
                    <a:pt x="644" y="1289"/>
                  </a:cubicBezTo>
                  <a:cubicBezTo>
                    <a:pt x="999" y="1289"/>
                    <a:pt x="1287" y="1001"/>
                    <a:pt x="1287" y="646"/>
                  </a:cubicBezTo>
                  <a:cubicBezTo>
                    <a:pt x="1287" y="289"/>
                    <a:pt x="999" y="1"/>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5"/>
            <p:cNvSpPr/>
            <p:nvPr/>
          </p:nvSpPr>
          <p:spPr>
            <a:xfrm>
              <a:off x="7722418" y="1541279"/>
              <a:ext cx="53131" cy="53052"/>
            </a:xfrm>
            <a:custGeom>
              <a:rect b="b" l="l" r="r" t="t"/>
              <a:pathLst>
                <a:path extrusionOk="0" h="2001" w="2004">
                  <a:moveTo>
                    <a:pt x="1003" y="0"/>
                  </a:moveTo>
                  <a:cubicBezTo>
                    <a:pt x="451" y="0"/>
                    <a:pt x="1" y="448"/>
                    <a:pt x="1" y="1001"/>
                  </a:cubicBezTo>
                  <a:cubicBezTo>
                    <a:pt x="1" y="1553"/>
                    <a:pt x="451" y="2001"/>
                    <a:pt x="1003" y="2001"/>
                  </a:cubicBezTo>
                  <a:cubicBezTo>
                    <a:pt x="1555" y="2001"/>
                    <a:pt x="2003" y="1553"/>
                    <a:pt x="2003" y="1001"/>
                  </a:cubicBezTo>
                  <a:cubicBezTo>
                    <a:pt x="2003" y="448"/>
                    <a:pt x="1555" y="0"/>
                    <a:pt x="1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5"/>
            <p:cNvSpPr/>
            <p:nvPr/>
          </p:nvSpPr>
          <p:spPr>
            <a:xfrm>
              <a:off x="7510504" y="1541279"/>
              <a:ext cx="53052" cy="53052"/>
            </a:xfrm>
            <a:custGeom>
              <a:rect b="b" l="l" r="r" t="t"/>
              <a:pathLst>
                <a:path extrusionOk="0" h="2001" w="2001">
                  <a:moveTo>
                    <a:pt x="1000" y="0"/>
                  </a:moveTo>
                  <a:cubicBezTo>
                    <a:pt x="448" y="0"/>
                    <a:pt x="0" y="448"/>
                    <a:pt x="0" y="1001"/>
                  </a:cubicBezTo>
                  <a:cubicBezTo>
                    <a:pt x="0" y="1553"/>
                    <a:pt x="448" y="2001"/>
                    <a:pt x="1000" y="2001"/>
                  </a:cubicBezTo>
                  <a:cubicBezTo>
                    <a:pt x="1553" y="2001"/>
                    <a:pt x="2001" y="1553"/>
                    <a:pt x="2001" y="1001"/>
                  </a:cubicBezTo>
                  <a:cubicBezTo>
                    <a:pt x="2001" y="448"/>
                    <a:pt x="1553"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5"/>
            <p:cNvSpPr/>
            <p:nvPr/>
          </p:nvSpPr>
          <p:spPr>
            <a:xfrm>
              <a:off x="7720536" y="1572723"/>
              <a:ext cx="56472" cy="71663"/>
            </a:xfrm>
            <a:custGeom>
              <a:rect b="b" l="l" r="r" t="t"/>
              <a:pathLst>
                <a:path extrusionOk="0" h="2703" w="2130">
                  <a:moveTo>
                    <a:pt x="1065" y="1"/>
                  </a:moveTo>
                  <a:cubicBezTo>
                    <a:pt x="477" y="1"/>
                    <a:pt x="1" y="606"/>
                    <a:pt x="1" y="1352"/>
                  </a:cubicBezTo>
                  <a:cubicBezTo>
                    <a:pt x="1" y="2097"/>
                    <a:pt x="477" y="2702"/>
                    <a:pt x="1065" y="2702"/>
                  </a:cubicBezTo>
                  <a:cubicBezTo>
                    <a:pt x="1653" y="2702"/>
                    <a:pt x="2130" y="2097"/>
                    <a:pt x="2130" y="1352"/>
                  </a:cubicBezTo>
                  <a:cubicBezTo>
                    <a:pt x="2130" y="606"/>
                    <a:pt x="1653" y="1"/>
                    <a:pt x="1065"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5"/>
            <p:cNvSpPr/>
            <p:nvPr/>
          </p:nvSpPr>
          <p:spPr>
            <a:xfrm>
              <a:off x="7554408" y="1495810"/>
              <a:ext cx="194390" cy="211543"/>
            </a:xfrm>
            <a:custGeom>
              <a:rect b="b" l="l" r="r" t="t"/>
              <a:pathLst>
                <a:path extrusionOk="0" h="7979" w="7332">
                  <a:moveTo>
                    <a:pt x="3341" y="1"/>
                  </a:moveTo>
                  <a:cubicBezTo>
                    <a:pt x="2540" y="1"/>
                    <a:pt x="1795" y="249"/>
                    <a:pt x="1172" y="671"/>
                  </a:cubicBezTo>
                  <a:cubicBezTo>
                    <a:pt x="728" y="1292"/>
                    <a:pt x="1" y="2589"/>
                    <a:pt x="1" y="3235"/>
                  </a:cubicBezTo>
                  <a:cubicBezTo>
                    <a:pt x="1" y="5803"/>
                    <a:pt x="1919" y="7644"/>
                    <a:pt x="4889" y="7979"/>
                  </a:cubicBezTo>
                  <a:cubicBezTo>
                    <a:pt x="6324" y="7349"/>
                    <a:pt x="7331" y="5874"/>
                    <a:pt x="7331" y="4153"/>
                  </a:cubicBezTo>
                  <a:cubicBezTo>
                    <a:pt x="7331" y="1862"/>
                    <a:pt x="5546" y="5"/>
                    <a:pt x="3341"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5"/>
            <p:cNvSpPr/>
            <p:nvPr/>
          </p:nvSpPr>
          <p:spPr>
            <a:xfrm>
              <a:off x="7537255" y="1513574"/>
              <a:ext cx="146800" cy="202370"/>
            </a:xfrm>
            <a:custGeom>
              <a:rect b="b" l="l" r="r" t="t"/>
              <a:pathLst>
                <a:path extrusionOk="0" h="7633" w="5537">
                  <a:moveTo>
                    <a:pt x="1819" y="1"/>
                  </a:moveTo>
                  <a:lnTo>
                    <a:pt x="1819" y="1"/>
                  </a:lnTo>
                  <a:cubicBezTo>
                    <a:pt x="723" y="742"/>
                    <a:pt x="0" y="2023"/>
                    <a:pt x="0" y="3483"/>
                  </a:cubicBezTo>
                  <a:cubicBezTo>
                    <a:pt x="0" y="5776"/>
                    <a:pt x="1786" y="7633"/>
                    <a:pt x="3988" y="7633"/>
                  </a:cubicBezTo>
                  <a:cubicBezTo>
                    <a:pt x="4538" y="7633"/>
                    <a:pt x="5059" y="7517"/>
                    <a:pt x="5536" y="7309"/>
                  </a:cubicBezTo>
                  <a:cubicBezTo>
                    <a:pt x="3203" y="6590"/>
                    <a:pt x="1513" y="4417"/>
                    <a:pt x="1513" y="1850"/>
                  </a:cubicBezTo>
                  <a:cubicBezTo>
                    <a:pt x="1513" y="1203"/>
                    <a:pt x="1619" y="580"/>
                    <a:pt x="1819"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5"/>
            <p:cNvSpPr/>
            <p:nvPr/>
          </p:nvSpPr>
          <p:spPr>
            <a:xfrm>
              <a:off x="7509019" y="1572723"/>
              <a:ext cx="56472" cy="71663"/>
            </a:xfrm>
            <a:custGeom>
              <a:rect b="b" l="l" r="r" t="t"/>
              <a:pathLst>
                <a:path extrusionOk="0" h="2703" w="2130">
                  <a:moveTo>
                    <a:pt x="1065" y="1"/>
                  </a:moveTo>
                  <a:cubicBezTo>
                    <a:pt x="475" y="1"/>
                    <a:pt x="1" y="606"/>
                    <a:pt x="1" y="1352"/>
                  </a:cubicBezTo>
                  <a:cubicBezTo>
                    <a:pt x="1" y="2097"/>
                    <a:pt x="475" y="2702"/>
                    <a:pt x="1065" y="2702"/>
                  </a:cubicBezTo>
                  <a:cubicBezTo>
                    <a:pt x="1653" y="2702"/>
                    <a:pt x="2130" y="2097"/>
                    <a:pt x="2130" y="1352"/>
                  </a:cubicBezTo>
                  <a:cubicBezTo>
                    <a:pt x="2130" y="606"/>
                    <a:pt x="1653" y="1"/>
                    <a:pt x="106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5"/>
            <p:cNvSpPr/>
            <p:nvPr/>
          </p:nvSpPr>
          <p:spPr>
            <a:xfrm>
              <a:off x="7560533" y="1503631"/>
              <a:ext cx="199321" cy="98547"/>
            </a:xfrm>
            <a:custGeom>
              <a:rect b="b" l="l" r="r" t="t"/>
              <a:pathLst>
                <a:path extrusionOk="0" h="3717" w="7518">
                  <a:moveTo>
                    <a:pt x="1081" y="1"/>
                  </a:moveTo>
                  <a:cubicBezTo>
                    <a:pt x="477" y="566"/>
                    <a:pt x="1" y="1172"/>
                    <a:pt x="1" y="1962"/>
                  </a:cubicBezTo>
                  <a:cubicBezTo>
                    <a:pt x="1" y="2163"/>
                    <a:pt x="351" y="2421"/>
                    <a:pt x="666" y="2820"/>
                  </a:cubicBezTo>
                  <a:cubicBezTo>
                    <a:pt x="673" y="2827"/>
                    <a:pt x="679" y="2831"/>
                    <a:pt x="688" y="2840"/>
                  </a:cubicBezTo>
                  <a:cubicBezTo>
                    <a:pt x="870" y="3019"/>
                    <a:pt x="1121" y="3135"/>
                    <a:pt x="1398" y="3135"/>
                  </a:cubicBezTo>
                  <a:cubicBezTo>
                    <a:pt x="1642" y="3135"/>
                    <a:pt x="1866" y="3046"/>
                    <a:pt x="2041" y="2898"/>
                  </a:cubicBezTo>
                  <a:cubicBezTo>
                    <a:pt x="2067" y="2876"/>
                    <a:pt x="2099" y="2865"/>
                    <a:pt x="2131" y="2865"/>
                  </a:cubicBezTo>
                  <a:cubicBezTo>
                    <a:pt x="2179" y="2865"/>
                    <a:pt x="2227" y="2890"/>
                    <a:pt x="2254" y="2935"/>
                  </a:cubicBezTo>
                  <a:cubicBezTo>
                    <a:pt x="2429" y="3226"/>
                    <a:pt x="2746" y="3419"/>
                    <a:pt x="3110" y="3419"/>
                  </a:cubicBezTo>
                  <a:cubicBezTo>
                    <a:pt x="3474" y="3419"/>
                    <a:pt x="3793" y="3226"/>
                    <a:pt x="3966" y="2935"/>
                  </a:cubicBezTo>
                  <a:cubicBezTo>
                    <a:pt x="3996" y="2890"/>
                    <a:pt x="4044" y="2865"/>
                    <a:pt x="4092" y="2865"/>
                  </a:cubicBezTo>
                  <a:cubicBezTo>
                    <a:pt x="4124" y="2865"/>
                    <a:pt x="4155" y="2876"/>
                    <a:pt x="4181" y="2898"/>
                  </a:cubicBezTo>
                  <a:cubicBezTo>
                    <a:pt x="4354" y="3046"/>
                    <a:pt x="4581" y="3135"/>
                    <a:pt x="4825" y="3135"/>
                  </a:cubicBezTo>
                  <a:cubicBezTo>
                    <a:pt x="5102" y="3135"/>
                    <a:pt x="5352" y="3024"/>
                    <a:pt x="5534" y="2840"/>
                  </a:cubicBezTo>
                  <a:cubicBezTo>
                    <a:pt x="5560" y="2814"/>
                    <a:pt x="5595" y="2801"/>
                    <a:pt x="5631" y="2801"/>
                  </a:cubicBezTo>
                  <a:cubicBezTo>
                    <a:pt x="5645" y="2801"/>
                    <a:pt x="5659" y="2803"/>
                    <a:pt x="5672" y="2807"/>
                  </a:cubicBezTo>
                  <a:cubicBezTo>
                    <a:pt x="5763" y="2835"/>
                    <a:pt x="5863" y="2851"/>
                    <a:pt x="5967" y="2851"/>
                  </a:cubicBezTo>
                  <a:cubicBezTo>
                    <a:pt x="6069" y="2851"/>
                    <a:pt x="6169" y="2838"/>
                    <a:pt x="6262" y="2807"/>
                  </a:cubicBezTo>
                  <a:cubicBezTo>
                    <a:pt x="6276" y="2803"/>
                    <a:pt x="6290" y="2801"/>
                    <a:pt x="6304" y="2801"/>
                  </a:cubicBezTo>
                  <a:cubicBezTo>
                    <a:pt x="6383" y="2801"/>
                    <a:pt x="6450" y="2861"/>
                    <a:pt x="6450" y="2942"/>
                  </a:cubicBezTo>
                  <a:lnTo>
                    <a:pt x="6450" y="3430"/>
                  </a:lnTo>
                  <a:cubicBezTo>
                    <a:pt x="6450" y="3610"/>
                    <a:pt x="6594" y="3717"/>
                    <a:pt x="6739" y="3717"/>
                  </a:cubicBezTo>
                  <a:cubicBezTo>
                    <a:pt x="6837" y="3717"/>
                    <a:pt x="6937" y="3667"/>
                    <a:pt x="6991" y="3558"/>
                  </a:cubicBezTo>
                  <a:lnTo>
                    <a:pt x="7315" y="2909"/>
                  </a:lnTo>
                  <a:cubicBezTo>
                    <a:pt x="7495" y="2554"/>
                    <a:pt x="7517" y="2143"/>
                    <a:pt x="7377" y="1773"/>
                  </a:cubicBezTo>
                  <a:lnTo>
                    <a:pt x="6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5"/>
            <p:cNvSpPr/>
            <p:nvPr/>
          </p:nvSpPr>
          <p:spPr>
            <a:xfrm>
              <a:off x="7526199" y="1503578"/>
              <a:ext cx="62994" cy="98520"/>
            </a:xfrm>
            <a:custGeom>
              <a:rect b="b" l="l" r="r" t="t"/>
              <a:pathLst>
                <a:path extrusionOk="0" h="3716" w="2376">
                  <a:moveTo>
                    <a:pt x="799" y="1"/>
                  </a:moveTo>
                  <a:lnTo>
                    <a:pt x="138" y="1773"/>
                  </a:lnTo>
                  <a:cubicBezTo>
                    <a:pt x="0" y="2143"/>
                    <a:pt x="23" y="2554"/>
                    <a:pt x="200" y="2908"/>
                  </a:cubicBezTo>
                  <a:lnTo>
                    <a:pt x="524" y="3558"/>
                  </a:lnTo>
                  <a:cubicBezTo>
                    <a:pt x="578" y="3667"/>
                    <a:pt x="676" y="3716"/>
                    <a:pt x="775" y="3716"/>
                  </a:cubicBezTo>
                  <a:cubicBezTo>
                    <a:pt x="920" y="3716"/>
                    <a:pt x="1065" y="3609"/>
                    <a:pt x="1065" y="3430"/>
                  </a:cubicBezTo>
                  <a:lnTo>
                    <a:pt x="1065" y="2942"/>
                  </a:lnTo>
                  <a:cubicBezTo>
                    <a:pt x="1065" y="2860"/>
                    <a:pt x="1131" y="2800"/>
                    <a:pt x="1208" y="2800"/>
                  </a:cubicBezTo>
                  <a:cubicBezTo>
                    <a:pt x="1223" y="2800"/>
                    <a:pt x="1238" y="2802"/>
                    <a:pt x="1253" y="2806"/>
                  </a:cubicBezTo>
                  <a:cubicBezTo>
                    <a:pt x="1347" y="2833"/>
                    <a:pt x="1446" y="2851"/>
                    <a:pt x="1551" y="2851"/>
                  </a:cubicBezTo>
                  <a:cubicBezTo>
                    <a:pt x="1653" y="2851"/>
                    <a:pt x="1750" y="2833"/>
                    <a:pt x="1843" y="2806"/>
                  </a:cubicBezTo>
                  <a:cubicBezTo>
                    <a:pt x="1857" y="2802"/>
                    <a:pt x="1872" y="2801"/>
                    <a:pt x="1886" y="2801"/>
                  </a:cubicBezTo>
                  <a:cubicBezTo>
                    <a:pt x="1913" y="2801"/>
                    <a:pt x="1939" y="2807"/>
                    <a:pt x="1961" y="2822"/>
                  </a:cubicBezTo>
                  <a:cubicBezTo>
                    <a:pt x="1941" y="2627"/>
                    <a:pt x="1930" y="2429"/>
                    <a:pt x="1930" y="2227"/>
                  </a:cubicBezTo>
                  <a:cubicBezTo>
                    <a:pt x="1930" y="1440"/>
                    <a:pt x="2087" y="688"/>
                    <a:pt x="2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5"/>
            <p:cNvSpPr/>
            <p:nvPr/>
          </p:nvSpPr>
          <p:spPr>
            <a:xfrm>
              <a:off x="7514189" y="1456307"/>
              <a:ext cx="59494" cy="64770"/>
            </a:xfrm>
            <a:custGeom>
              <a:rect b="b" l="l" r="r" t="t"/>
              <a:pathLst>
                <a:path extrusionOk="0" h="2443" w="2244">
                  <a:moveTo>
                    <a:pt x="1" y="0"/>
                  </a:moveTo>
                  <a:lnTo>
                    <a:pt x="1" y="999"/>
                  </a:lnTo>
                  <a:cubicBezTo>
                    <a:pt x="1" y="1256"/>
                    <a:pt x="174" y="1480"/>
                    <a:pt x="420" y="1551"/>
                  </a:cubicBezTo>
                  <a:lnTo>
                    <a:pt x="631" y="1608"/>
                  </a:lnTo>
                  <a:cubicBezTo>
                    <a:pt x="930" y="1688"/>
                    <a:pt x="1161" y="1926"/>
                    <a:pt x="1236" y="2225"/>
                  </a:cubicBezTo>
                  <a:lnTo>
                    <a:pt x="1292" y="2442"/>
                  </a:lnTo>
                  <a:lnTo>
                    <a:pt x="2243" y="2442"/>
                  </a:lnTo>
                  <a:lnTo>
                    <a:pt x="1806" y="49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5"/>
            <p:cNvSpPr/>
            <p:nvPr/>
          </p:nvSpPr>
          <p:spPr>
            <a:xfrm>
              <a:off x="7502921" y="1440373"/>
              <a:ext cx="77973" cy="82533"/>
            </a:xfrm>
            <a:custGeom>
              <a:rect b="b" l="l" r="r" t="t"/>
              <a:pathLst>
                <a:path extrusionOk="0" h="3113" w="2941">
                  <a:moveTo>
                    <a:pt x="284" y="1"/>
                  </a:moveTo>
                  <a:cubicBezTo>
                    <a:pt x="133" y="1"/>
                    <a:pt x="0" y="127"/>
                    <a:pt x="0" y="289"/>
                  </a:cubicBezTo>
                  <a:lnTo>
                    <a:pt x="0" y="342"/>
                  </a:lnTo>
                  <a:cubicBezTo>
                    <a:pt x="0" y="599"/>
                    <a:pt x="171" y="823"/>
                    <a:pt x="419" y="892"/>
                  </a:cubicBezTo>
                  <a:lnTo>
                    <a:pt x="1218" y="1112"/>
                  </a:lnTo>
                  <a:cubicBezTo>
                    <a:pt x="1417" y="1167"/>
                    <a:pt x="1568" y="1322"/>
                    <a:pt x="1619" y="1522"/>
                  </a:cubicBezTo>
                  <a:lnTo>
                    <a:pt x="2021" y="3112"/>
                  </a:lnTo>
                  <a:lnTo>
                    <a:pt x="2941" y="3112"/>
                  </a:lnTo>
                  <a:lnTo>
                    <a:pt x="2449" y="1309"/>
                  </a:lnTo>
                  <a:cubicBezTo>
                    <a:pt x="2316" y="821"/>
                    <a:pt x="1934" y="440"/>
                    <a:pt x="1446" y="306"/>
                  </a:cubicBezTo>
                  <a:lnTo>
                    <a:pt x="359" y="12"/>
                  </a:lnTo>
                  <a:cubicBezTo>
                    <a:pt x="334" y="4"/>
                    <a:pt x="309" y="1"/>
                    <a:pt x="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5"/>
            <p:cNvSpPr/>
            <p:nvPr/>
          </p:nvSpPr>
          <p:spPr>
            <a:xfrm>
              <a:off x="7711309" y="1456307"/>
              <a:ext cx="59468" cy="64770"/>
            </a:xfrm>
            <a:custGeom>
              <a:rect b="b" l="l" r="r" t="t"/>
              <a:pathLst>
                <a:path extrusionOk="0" h="2443" w="2243">
                  <a:moveTo>
                    <a:pt x="2243" y="0"/>
                  </a:moveTo>
                  <a:lnTo>
                    <a:pt x="437" y="495"/>
                  </a:lnTo>
                  <a:lnTo>
                    <a:pt x="0" y="2442"/>
                  </a:lnTo>
                  <a:lnTo>
                    <a:pt x="954" y="2442"/>
                  </a:lnTo>
                  <a:lnTo>
                    <a:pt x="1009" y="2225"/>
                  </a:lnTo>
                  <a:cubicBezTo>
                    <a:pt x="1085" y="1926"/>
                    <a:pt x="1316" y="1693"/>
                    <a:pt x="1613" y="1608"/>
                  </a:cubicBezTo>
                  <a:lnTo>
                    <a:pt x="1823" y="1551"/>
                  </a:lnTo>
                  <a:cubicBezTo>
                    <a:pt x="2070" y="1480"/>
                    <a:pt x="2243" y="1256"/>
                    <a:pt x="2243" y="999"/>
                  </a:cubicBezTo>
                  <a:lnTo>
                    <a:pt x="22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5"/>
            <p:cNvSpPr/>
            <p:nvPr/>
          </p:nvSpPr>
          <p:spPr>
            <a:xfrm>
              <a:off x="7704124" y="1440373"/>
              <a:ext cx="78053" cy="82533"/>
            </a:xfrm>
            <a:custGeom>
              <a:rect b="b" l="l" r="r" t="t"/>
              <a:pathLst>
                <a:path extrusionOk="0" h="3113" w="2944">
                  <a:moveTo>
                    <a:pt x="2658" y="1"/>
                  </a:moveTo>
                  <a:cubicBezTo>
                    <a:pt x="2633" y="1"/>
                    <a:pt x="2608" y="4"/>
                    <a:pt x="2582" y="12"/>
                  </a:cubicBezTo>
                  <a:lnTo>
                    <a:pt x="1496" y="306"/>
                  </a:lnTo>
                  <a:cubicBezTo>
                    <a:pt x="1008" y="440"/>
                    <a:pt x="628" y="821"/>
                    <a:pt x="495" y="1309"/>
                  </a:cubicBezTo>
                  <a:lnTo>
                    <a:pt x="1" y="3112"/>
                  </a:lnTo>
                  <a:lnTo>
                    <a:pt x="921" y="3112"/>
                  </a:lnTo>
                  <a:lnTo>
                    <a:pt x="1325" y="1522"/>
                  </a:lnTo>
                  <a:cubicBezTo>
                    <a:pt x="1374" y="1322"/>
                    <a:pt x="1527" y="1167"/>
                    <a:pt x="1726" y="1112"/>
                  </a:cubicBezTo>
                  <a:lnTo>
                    <a:pt x="2525" y="892"/>
                  </a:lnTo>
                  <a:cubicBezTo>
                    <a:pt x="2771" y="823"/>
                    <a:pt x="2944" y="599"/>
                    <a:pt x="2944" y="342"/>
                  </a:cubicBezTo>
                  <a:lnTo>
                    <a:pt x="2944" y="289"/>
                  </a:lnTo>
                  <a:cubicBezTo>
                    <a:pt x="2944" y="127"/>
                    <a:pt x="2810" y="1"/>
                    <a:pt x="2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5"/>
            <p:cNvSpPr/>
            <p:nvPr/>
          </p:nvSpPr>
          <p:spPr>
            <a:xfrm>
              <a:off x="7607566" y="1439259"/>
              <a:ext cx="147701" cy="102285"/>
            </a:xfrm>
            <a:custGeom>
              <a:rect b="b" l="l" r="r" t="t"/>
              <a:pathLst>
                <a:path extrusionOk="0" h="3858" w="5571">
                  <a:moveTo>
                    <a:pt x="1243" y="0"/>
                  </a:moveTo>
                  <a:cubicBezTo>
                    <a:pt x="336" y="510"/>
                    <a:pt x="1" y="1227"/>
                    <a:pt x="1" y="1863"/>
                  </a:cubicBezTo>
                  <a:cubicBezTo>
                    <a:pt x="1" y="2624"/>
                    <a:pt x="256" y="3258"/>
                    <a:pt x="1474" y="3857"/>
                  </a:cubicBezTo>
                  <a:lnTo>
                    <a:pt x="5570" y="3857"/>
                  </a:lnTo>
                  <a:cubicBezTo>
                    <a:pt x="5249" y="1673"/>
                    <a:pt x="3474" y="0"/>
                    <a:pt x="1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5"/>
            <p:cNvSpPr/>
            <p:nvPr/>
          </p:nvSpPr>
          <p:spPr>
            <a:xfrm>
              <a:off x="7530839" y="1439312"/>
              <a:ext cx="115807" cy="102232"/>
            </a:xfrm>
            <a:custGeom>
              <a:rect b="b" l="l" r="r" t="t"/>
              <a:pathLst>
                <a:path extrusionOk="0" h="3856" w="4368">
                  <a:moveTo>
                    <a:pt x="4137" y="0"/>
                  </a:moveTo>
                  <a:lnTo>
                    <a:pt x="4137" y="0"/>
                  </a:lnTo>
                  <a:cubicBezTo>
                    <a:pt x="2041" y="49"/>
                    <a:pt x="315" y="1704"/>
                    <a:pt x="1" y="3855"/>
                  </a:cubicBezTo>
                  <a:lnTo>
                    <a:pt x="4368" y="3855"/>
                  </a:lnTo>
                  <a:cubicBezTo>
                    <a:pt x="3849" y="3248"/>
                    <a:pt x="3554" y="2538"/>
                    <a:pt x="3554" y="1779"/>
                  </a:cubicBezTo>
                  <a:cubicBezTo>
                    <a:pt x="3554" y="1141"/>
                    <a:pt x="3764" y="535"/>
                    <a:pt x="41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5"/>
            <p:cNvSpPr/>
            <p:nvPr/>
          </p:nvSpPr>
          <p:spPr>
            <a:xfrm>
              <a:off x="7582246" y="1521050"/>
              <a:ext cx="189485" cy="30304"/>
            </a:xfrm>
            <a:custGeom>
              <a:rect b="b" l="l" r="r" t="t"/>
              <a:pathLst>
                <a:path extrusionOk="0" h="1143" w="7147">
                  <a:moveTo>
                    <a:pt x="639" y="0"/>
                  </a:moveTo>
                  <a:cubicBezTo>
                    <a:pt x="0" y="295"/>
                    <a:pt x="182" y="899"/>
                    <a:pt x="954" y="1143"/>
                  </a:cubicBezTo>
                  <a:lnTo>
                    <a:pt x="6576" y="1143"/>
                  </a:lnTo>
                  <a:cubicBezTo>
                    <a:pt x="6734" y="1143"/>
                    <a:pt x="6878" y="1081"/>
                    <a:pt x="6980" y="976"/>
                  </a:cubicBezTo>
                  <a:cubicBezTo>
                    <a:pt x="7082" y="872"/>
                    <a:pt x="7146" y="730"/>
                    <a:pt x="7146" y="573"/>
                  </a:cubicBezTo>
                  <a:cubicBezTo>
                    <a:pt x="7146" y="255"/>
                    <a:pt x="6891"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5"/>
            <p:cNvSpPr/>
            <p:nvPr/>
          </p:nvSpPr>
          <p:spPr>
            <a:xfrm>
              <a:off x="7514189" y="1521050"/>
              <a:ext cx="93297" cy="30304"/>
            </a:xfrm>
            <a:custGeom>
              <a:rect b="b" l="l" r="r" t="t"/>
              <a:pathLst>
                <a:path extrusionOk="0" h="1143" w="3519">
                  <a:moveTo>
                    <a:pt x="573" y="0"/>
                  </a:moveTo>
                  <a:cubicBezTo>
                    <a:pt x="413" y="0"/>
                    <a:pt x="271" y="65"/>
                    <a:pt x="167" y="167"/>
                  </a:cubicBezTo>
                  <a:cubicBezTo>
                    <a:pt x="65" y="273"/>
                    <a:pt x="1" y="415"/>
                    <a:pt x="1" y="573"/>
                  </a:cubicBezTo>
                  <a:cubicBezTo>
                    <a:pt x="1" y="888"/>
                    <a:pt x="256" y="1143"/>
                    <a:pt x="573" y="1143"/>
                  </a:cubicBezTo>
                  <a:lnTo>
                    <a:pt x="3518" y="1143"/>
                  </a:lnTo>
                  <a:cubicBezTo>
                    <a:pt x="3228" y="919"/>
                    <a:pt x="3075" y="318"/>
                    <a:pt x="3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5"/>
            <p:cNvSpPr/>
            <p:nvPr/>
          </p:nvSpPr>
          <p:spPr>
            <a:xfrm>
              <a:off x="7785332" y="1708149"/>
              <a:ext cx="47378" cy="43719"/>
            </a:xfrm>
            <a:custGeom>
              <a:rect b="b" l="l" r="r" t="t"/>
              <a:pathLst>
                <a:path extrusionOk="0" h="1649" w="1787">
                  <a:moveTo>
                    <a:pt x="1" y="1"/>
                  </a:moveTo>
                  <a:lnTo>
                    <a:pt x="1" y="518"/>
                  </a:lnTo>
                  <a:cubicBezTo>
                    <a:pt x="1" y="906"/>
                    <a:pt x="262" y="1247"/>
                    <a:pt x="639" y="1347"/>
                  </a:cubicBezTo>
                  <a:lnTo>
                    <a:pt x="1786" y="1649"/>
                  </a:lnTo>
                  <a:lnTo>
                    <a:pt x="1786" y="47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5"/>
            <p:cNvSpPr/>
            <p:nvPr/>
          </p:nvSpPr>
          <p:spPr>
            <a:xfrm>
              <a:off x="7777803" y="1682405"/>
              <a:ext cx="47378" cy="43772"/>
            </a:xfrm>
            <a:custGeom>
              <a:rect b="b" l="l" r="r" t="t"/>
              <a:pathLst>
                <a:path extrusionOk="0" h="1651" w="1787">
                  <a:moveTo>
                    <a:pt x="1" y="0"/>
                  </a:moveTo>
                  <a:lnTo>
                    <a:pt x="1" y="519"/>
                  </a:lnTo>
                  <a:cubicBezTo>
                    <a:pt x="1" y="907"/>
                    <a:pt x="260" y="1249"/>
                    <a:pt x="637" y="1349"/>
                  </a:cubicBezTo>
                  <a:lnTo>
                    <a:pt x="1786" y="1651"/>
                  </a:lnTo>
                  <a:lnTo>
                    <a:pt x="1786" y="47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5"/>
            <p:cNvSpPr/>
            <p:nvPr/>
          </p:nvSpPr>
          <p:spPr>
            <a:xfrm>
              <a:off x="7766402" y="1663767"/>
              <a:ext cx="66705" cy="40591"/>
            </a:xfrm>
            <a:custGeom>
              <a:rect b="b" l="l" r="r" t="t"/>
              <a:pathLst>
                <a:path extrusionOk="0" h="1531" w="2516">
                  <a:moveTo>
                    <a:pt x="146" y="1"/>
                  </a:moveTo>
                  <a:cubicBezTo>
                    <a:pt x="68" y="1"/>
                    <a:pt x="1" y="63"/>
                    <a:pt x="1" y="147"/>
                  </a:cubicBezTo>
                  <a:lnTo>
                    <a:pt x="1" y="422"/>
                  </a:lnTo>
                  <a:cubicBezTo>
                    <a:pt x="1" y="679"/>
                    <a:pt x="176" y="905"/>
                    <a:pt x="424" y="972"/>
                  </a:cubicBezTo>
                  <a:lnTo>
                    <a:pt x="2507" y="1531"/>
                  </a:lnTo>
                  <a:lnTo>
                    <a:pt x="2516" y="615"/>
                  </a:lnTo>
                  <a:lnTo>
                    <a:pt x="180" y="5"/>
                  </a:lnTo>
                  <a:cubicBezTo>
                    <a:pt x="169" y="2"/>
                    <a:pt x="157" y="1"/>
                    <a:pt x="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5"/>
            <p:cNvSpPr/>
            <p:nvPr/>
          </p:nvSpPr>
          <p:spPr>
            <a:xfrm>
              <a:off x="7809220" y="1708149"/>
              <a:ext cx="47351" cy="43719"/>
            </a:xfrm>
            <a:custGeom>
              <a:rect b="b" l="l" r="r" t="t"/>
              <a:pathLst>
                <a:path extrusionOk="0" h="1649" w="1786">
                  <a:moveTo>
                    <a:pt x="1786" y="1"/>
                  </a:moveTo>
                  <a:lnTo>
                    <a:pt x="0" y="471"/>
                  </a:lnTo>
                  <a:lnTo>
                    <a:pt x="0" y="1649"/>
                  </a:lnTo>
                  <a:lnTo>
                    <a:pt x="1147" y="1347"/>
                  </a:lnTo>
                  <a:cubicBezTo>
                    <a:pt x="1524" y="1247"/>
                    <a:pt x="1786" y="906"/>
                    <a:pt x="1786" y="518"/>
                  </a:cubicBezTo>
                  <a:lnTo>
                    <a:pt x="17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5"/>
            <p:cNvSpPr/>
            <p:nvPr/>
          </p:nvSpPr>
          <p:spPr>
            <a:xfrm>
              <a:off x="7816749" y="1682405"/>
              <a:ext cx="47351" cy="43772"/>
            </a:xfrm>
            <a:custGeom>
              <a:rect b="b" l="l" r="r" t="t"/>
              <a:pathLst>
                <a:path extrusionOk="0" h="1651" w="1786">
                  <a:moveTo>
                    <a:pt x="1785" y="0"/>
                  </a:moveTo>
                  <a:lnTo>
                    <a:pt x="0" y="473"/>
                  </a:lnTo>
                  <a:lnTo>
                    <a:pt x="0" y="1651"/>
                  </a:lnTo>
                  <a:lnTo>
                    <a:pt x="1149" y="1349"/>
                  </a:lnTo>
                  <a:cubicBezTo>
                    <a:pt x="1526" y="1249"/>
                    <a:pt x="1785" y="907"/>
                    <a:pt x="1785" y="519"/>
                  </a:cubicBezTo>
                  <a:lnTo>
                    <a:pt x="17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5"/>
            <p:cNvSpPr/>
            <p:nvPr/>
          </p:nvSpPr>
          <p:spPr>
            <a:xfrm>
              <a:off x="7808796" y="1663767"/>
              <a:ext cx="66705" cy="40591"/>
            </a:xfrm>
            <a:custGeom>
              <a:rect b="b" l="l" r="r" t="t"/>
              <a:pathLst>
                <a:path extrusionOk="0" h="1531" w="2516">
                  <a:moveTo>
                    <a:pt x="2371" y="1"/>
                  </a:moveTo>
                  <a:cubicBezTo>
                    <a:pt x="2359" y="1"/>
                    <a:pt x="2348" y="2"/>
                    <a:pt x="2336" y="5"/>
                  </a:cubicBezTo>
                  <a:lnTo>
                    <a:pt x="1" y="615"/>
                  </a:lnTo>
                  <a:lnTo>
                    <a:pt x="10" y="1531"/>
                  </a:lnTo>
                  <a:lnTo>
                    <a:pt x="2092" y="972"/>
                  </a:lnTo>
                  <a:cubicBezTo>
                    <a:pt x="2341" y="905"/>
                    <a:pt x="2516" y="679"/>
                    <a:pt x="2516" y="422"/>
                  </a:cubicBezTo>
                  <a:lnTo>
                    <a:pt x="2516" y="147"/>
                  </a:lnTo>
                  <a:cubicBezTo>
                    <a:pt x="2516" y="63"/>
                    <a:pt x="2448" y="1"/>
                    <a:pt x="2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5"/>
            <p:cNvSpPr/>
            <p:nvPr/>
          </p:nvSpPr>
          <p:spPr>
            <a:xfrm>
              <a:off x="7807735" y="1653639"/>
              <a:ext cx="26539" cy="154568"/>
            </a:xfrm>
            <a:custGeom>
              <a:rect b="b" l="l" r="r" t="t"/>
              <a:pathLst>
                <a:path extrusionOk="0" h="5830" w="1001">
                  <a:moveTo>
                    <a:pt x="1" y="1"/>
                  </a:moveTo>
                  <a:lnTo>
                    <a:pt x="1" y="5829"/>
                  </a:lnTo>
                  <a:lnTo>
                    <a:pt x="1001" y="5829"/>
                  </a:lnTo>
                  <a:lnTo>
                    <a:pt x="1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5"/>
            <p:cNvSpPr/>
            <p:nvPr/>
          </p:nvSpPr>
          <p:spPr>
            <a:xfrm>
              <a:off x="7779287" y="1770135"/>
              <a:ext cx="83276" cy="45469"/>
            </a:xfrm>
            <a:custGeom>
              <a:rect b="b" l="l" r="r" t="t"/>
              <a:pathLst>
                <a:path extrusionOk="0" h="1715" w="3141">
                  <a:moveTo>
                    <a:pt x="1142" y="1"/>
                  </a:moveTo>
                  <a:cubicBezTo>
                    <a:pt x="513" y="3"/>
                    <a:pt x="0" y="515"/>
                    <a:pt x="0" y="1143"/>
                  </a:cubicBezTo>
                  <a:lnTo>
                    <a:pt x="0" y="1715"/>
                  </a:lnTo>
                  <a:lnTo>
                    <a:pt x="2855" y="1715"/>
                  </a:lnTo>
                  <a:cubicBezTo>
                    <a:pt x="3014" y="1715"/>
                    <a:pt x="3141" y="1586"/>
                    <a:pt x="3141" y="1429"/>
                  </a:cubicBezTo>
                  <a:lnTo>
                    <a:pt x="3141" y="1143"/>
                  </a:lnTo>
                  <a:cubicBezTo>
                    <a:pt x="3141" y="513"/>
                    <a:pt x="2631" y="1"/>
                    <a:pt x="1999"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5"/>
            <p:cNvSpPr/>
            <p:nvPr/>
          </p:nvSpPr>
          <p:spPr>
            <a:xfrm>
              <a:off x="7798217" y="1634762"/>
              <a:ext cx="45469" cy="45442"/>
            </a:xfrm>
            <a:custGeom>
              <a:rect b="b" l="l" r="r" t="t"/>
              <a:pathLst>
                <a:path extrusionOk="0" h="1714" w="1715">
                  <a:moveTo>
                    <a:pt x="859" y="1"/>
                  </a:moveTo>
                  <a:cubicBezTo>
                    <a:pt x="384" y="1"/>
                    <a:pt x="0" y="385"/>
                    <a:pt x="0" y="857"/>
                  </a:cubicBezTo>
                  <a:cubicBezTo>
                    <a:pt x="0" y="1332"/>
                    <a:pt x="384" y="1713"/>
                    <a:pt x="859" y="1713"/>
                  </a:cubicBezTo>
                  <a:cubicBezTo>
                    <a:pt x="1331" y="1713"/>
                    <a:pt x="1715" y="1332"/>
                    <a:pt x="1715" y="857"/>
                  </a:cubicBezTo>
                  <a:cubicBezTo>
                    <a:pt x="1715" y="385"/>
                    <a:pt x="1331"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45"/>
          <p:cNvGrpSpPr/>
          <p:nvPr/>
        </p:nvGrpSpPr>
        <p:grpSpPr>
          <a:xfrm>
            <a:off x="5990220" y="2626233"/>
            <a:ext cx="381541" cy="244657"/>
            <a:chOff x="4729607" y="2136883"/>
            <a:chExt cx="381541" cy="244657"/>
          </a:xfrm>
        </p:grpSpPr>
        <p:sp>
          <p:nvSpPr>
            <p:cNvPr id="2652" name="Google Shape;2652;p45"/>
            <p:cNvSpPr/>
            <p:nvPr/>
          </p:nvSpPr>
          <p:spPr>
            <a:xfrm>
              <a:off x="4836214" y="2279705"/>
              <a:ext cx="168328" cy="101835"/>
            </a:xfrm>
            <a:custGeom>
              <a:rect b="b" l="l" r="r" t="t"/>
              <a:pathLst>
                <a:path extrusionOk="0" h="3841" w="6349">
                  <a:moveTo>
                    <a:pt x="3175" y="1"/>
                  </a:moveTo>
                  <a:cubicBezTo>
                    <a:pt x="2697" y="1"/>
                    <a:pt x="2220" y="366"/>
                    <a:pt x="1744" y="1094"/>
                  </a:cubicBezTo>
                  <a:cubicBezTo>
                    <a:pt x="1710" y="1727"/>
                    <a:pt x="1418" y="2316"/>
                    <a:pt x="932" y="2725"/>
                  </a:cubicBezTo>
                  <a:lnTo>
                    <a:pt x="204" y="3335"/>
                  </a:lnTo>
                  <a:cubicBezTo>
                    <a:pt x="0" y="3508"/>
                    <a:pt x="122" y="3840"/>
                    <a:pt x="389" y="3840"/>
                  </a:cubicBezTo>
                  <a:lnTo>
                    <a:pt x="5960" y="3840"/>
                  </a:lnTo>
                  <a:cubicBezTo>
                    <a:pt x="6231" y="3840"/>
                    <a:pt x="6348" y="3508"/>
                    <a:pt x="6144" y="3335"/>
                  </a:cubicBezTo>
                  <a:lnTo>
                    <a:pt x="5417" y="2725"/>
                  </a:lnTo>
                  <a:cubicBezTo>
                    <a:pt x="4933" y="2314"/>
                    <a:pt x="4638" y="1724"/>
                    <a:pt x="4605" y="1094"/>
                  </a:cubicBezTo>
                  <a:cubicBezTo>
                    <a:pt x="4129" y="365"/>
                    <a:pt x="3652" y="1"/>
                    <a:pt x="3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5"/>
            <p:cNvSpPr/>
            <p:nvPr/>
          </p:nvSpPr>
          <p:spPr>
            <a:xfrm>
              <a:off x="4882478" y="2238744"/>
              <a:ext cx="75905" cy="71981"/>
            </a:xfrm>
            <a:custGeom>
              <a:rect b="b" l="l" r="r" t="t"/>
              <a:pathLst>
                <a:path extrusionOk="0" h="2715" w="2863">
                  <a:moveTo>
                    <a:pt x="5" y="0"/>
                  </a:moveTo>
                  <a:lnTo>
                    <a:pt x="5" y="2522"/>
                  </a:lnTo>
                  <a:cubicBezTo>
                    <a:pt x="5" y="2560"/>
                    <a:pt x="5" y="2602"/>
                    <a:pt x="1" y="2639"/>
                  </a:cubicBezTo>
                  <a:cubicBezTo>
                    <a:pt x="477" y="2689"/>
                    <a:pt x="955" y="2714"/>
                    <a:pt x="1432" y="2714"/>
                  </a:cubicBezTo>
                  <a:cubicBezTo>
                    <a:pt x="1910" y="2714"/>
                    <a:pt x="2387" y="2689"/>
                    <a:pt x="2862" y="2639"/>
                  </a:cubicBezTo>
                  <a:cubicBezTo>
                    <a:pt x="2860" y="2602"/>
                    <a:pt x="2860" y="2560"/>
                    <a:pt x="2860" y="2522"/>
                  </a:cubicBezTo>
                  <a:lnTo>
                    <a:pt x="28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5"/>
            <p:cNvSpPr/>
            <p:nvPr/>
          </p:nvSpPr>
          <p:spPr>
            <a:xfrm>
              <a:off x="5030604" y="2174557"/>
              <a:ext cx="80545" cy="38947"/>
            </a:xfrm>
            <a:custGeom>
              <a:rect b="b" l="l" r="r" t="t"/>
              <a:pathLst>
                <a:path extrusionOk="0" h="1469" w="3038">
                  <a:moveTo>
                    <a:pt x="2365" y="1"/>
                  </a:moveTo>
                  <a:cubicBezTo>
                    <a:pt x="2279" y="1"/>
                    <a:pt x="2192" y="20"/>
                    <a:pt x="2110" y="61"/>
                  </a:cubicBezTo>
                  <a:cubicBezTo>
                    <a:pt x="1762" y="237"/>
                    <a:pt x="1378" y="326"/>
                    <a:pt x="990" y="326"/>
                  </a:cubicBezTo>
                  <a:cubicBezTo>
                    <a:pt x="893" y="326"/>
                    <a:pt x="796" y="321"/>
                    <a:pt x="699" y="310"/>
                  </a:cubicBezTo>
                  <a:cubicBezTo>
                    <a:pt x="677" y="307"/>
                    <a:pt x="655" y="305"/>
                    <a:pt x="633" y="305"/>
                  </a:cubicBezTo>
                  <a:cubicBezTo>
                    <a:pt x="395" y="305"/>
                    <a:pt x="181" y="466"/>
                    <a:pt x="110" y="700"/>
                  </a:cubicBezTo>
                  <a:lnTo>
                    <a:pt x="101" y="724"/>
                  </a:lnTo>
                  <a:cubicBezTo>
                    <a:pt x="1" y="1057"/>
                    <a:pt x="223" y="1401"/>
                    <a:pt x="569" y="1443"/>
                  </a:cubicBezTo>
                  <a:cubicBezTo>
                    <a:pt x="712" y="1460"/>
                    <a:pt x="855" y="1468"/>
                    <a:pt x="998" y="1468"/>
                  </a:cubicBezTo>
                  <a:cubicBezTo>
                    <a:pt x="1565" y="1468"/>
                    <a:pt x="2126" y="1336"/>
                    <a:pt x="2636" y="1079"/>
                  </a:cubicBezTo>
                  <a:cubicBezTo>
                    <a:pt x="2946" y="924"/>
                    <a:pt x="3037" y="525"/>
                    <a:pt x="2829" y="245"/>
                  </a:cubicBezTo>
                  <a:cubicBezTo>
                    <a:pt x="2824" y="236"/>
                    <a:pt x="2818" y="232"/>
                    <a:pt x="2813" y="223"/>
                  </a:cubicBezTo>
                  <a:cubicBezTo>
                    <a:pt x="2704" y="79"/>
                    <a:pt x="2537" y="1"/>
                    <a:pt x="2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5"/>
            <p:cNvSpPr/>
            <p:nvPr/>
          </p:nvSpPr>
          <p:spPr>
            <a:xfrm>
              <a:off x="4729607" y="2174716"/>
              <a:ext cx="80704" cy="38841"/>
            </a:xfrm>
            <a:custGeom>
              <a:rect b="b" l="l" r="r" t="t"/>
              <a:pathLst>
                <a:path extrusionOk="0" h="1465" w="3044">
                  <a:moveTo>
                    <a:pt x="674" y="0"/>
                  </a:moveTo>
                  <a:cubicBezTo>
                    <a:pt x="504" y="0"/>
                    <a:pt x="338" y="76"/>
                    <a:pt x="229" y="219"/>
                  </a:cubicBezTo>
                  <a:lnTo>
                    <a:pt x="211" y="242"/>
                  </a:lnTo>
                  <a:cubicBezTo>
                    <a:pt x="0" y="519"/>
                    <a:pt x="96" y="922"/>
                    <a:pt x="406" y="1078"/>
                  </a:cubicBezTo>
                  <a:cubicBezTo>
                    <a:pt x="915" y="1331"/>
                    <a:pt x="1477" y="1464"/>
                    <a:pt x="2044" y="1464"/>
                  </a:cubicBezTo>
                  <a:cubicBezTo>
                    <a:pt x="2187" y="1464"/>
                    <a:pt x="2329" y="1456"/>
                    <a:pt x="2471" y="1439"/>
                  </a:cubicBezTo>
                  <a:cubicBezTo>
                    <a:pt x="2817" y="1399"/>
                    <a:pt x="3043" y="1056"/>
                    <a:pt x="2939" y="723"/>
                  </a:cubicBezTo>
                  <a:lnTo>
                    <a:pt x="2932" y="696"/>
                  </a:lnTo>
                  <a:cubicBezTo>
                    <a:pt x="2861" y="462"/>
                    <a:pt x="2645" y="302"/>
                    <a:pt x="2404" y="302"/>
                  </a:cubicBezTo>
                  <a:cubicBezTo>
                    <a:pt x="2383" y="302"/>
                    <a:pt x="2362" y="303"/>
                    <a:pt x="2340" y="306"/>
                  </a:cubicBezTo>
                  <a:cubicBezTo>
                    <a:pt x="2245" y="317"/>
                    <a:pt x="2150" y="322"/>
                    <a:pt x="2055" y="322"/>
                  </a:cubicBezTo>
                  <a:cubicBezTo>
                    <a:pt x="1666" y="322"/>
                    <a:pt x="1279" y="232"/>
                    <a:pt x="930" y="60"/>
                  </a:cubicBezTo>
                  <a:cubicBezTo>
                    <a:pt x="848" y="19"/>
                    <a:pt x="760" y="0"/>
                    <a:pt x="6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5"/>
            <p:cNvSpPr/>
            <p:nvPr/>
          </p:nvSpPr>
          <p:spPr>
            <a:xfrm>
              <a:off x="4786053" y="2136936"/>
              <a:ext cx="292512" cy="140622"/>
            </a:xfrm>
            <a:custGeom>
              <a:rect b="b" l="l" r="r" t="t"/>
              <a:pathLst>
                <a:path extrusionOk="0" h="5304" w="11033">
                  <a:moveTo>
                    <a:pt x="10433" y="1"/>
                  </a:moveTo>
                  <a:cubicBezTo>
                    <a:pt x="10432" y="1"/>
                    <a:pt x="10430" y="1"/>
                    <a:pt x="10429" y="1"/>
                  </a:cubicBezTo>
                  <a:lnTo>
                    <a:pt x="3642" y="1"/>
                  </a:lnTo>
                  <a:cubicBezTo>
                    <a:pt x="1" y="3873"/>
                    <a:pt x="4958" y="5144"/>
                    <a:pt x="5882" y="5304"/>
                  </a:cubicBezTo>
                  <a:cubicBezTo>
                    <a:pt x="6530" y="5264"/>
                    <a:pt x="7120" y="5237"/>
                    <a:pt x="7761" y="5102"/>
                  </a:cubicBezTo>
                  <a:cubicBezTo>
                    <a:pt x="8666" y="4911"/>
                    <a:pt x="10074" y="4284"/>
                    <a:pt x="10074" y="4284"/>
                  </a:cubicBezTo>
                  <a:cubicBezTo>
                    <a:pt x="10334" y="3969"/>
                    <a:pt x="10713" y="3148"/>
                    <a:pt x="10788" y="2472"/>
                  </a:cubicBezTo>
                  <a:lnTo>
                    <a:pt x="10995" y="633"/>
                  </a:lnTo>
                  <a:cubicBezTo>
                    <a:pt x="11032" y="297"/>
                    <a:pt x="10768" y="1"/>
                    <a:pt x="104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5"/>
            <p:cNvSpPr/>
            <p:nvPr/>
          </p:nvSpPr>
          <p:spPr>
            <a:xfrm>
              <a:off x="4762191" y="2136883"/>
              <a:ext cx="176123" cy="154435"/>
            </a:xfrm>
            <a:custGeom>
              <a:rect b="b" l="l" r="r" t="t"/>
              <a:pathLst>
                <a:path extrusionOk="0" h="5825" w="6643">
                  <a:moveTo>
                    <a:pt x="608" y="1"/>
                  </a:moveTo>
                  <a:cubicBezTo>
                    <a:pt x="266" y="1"/>
                    <a:pt x="0" y="298"/>
                    <a:pt x="38" y="635"/>
                  </a:cubicBezTo>
                  <a:lnTo>
                    <a:pt x="244" y="2474"/>
                  </a:lnTo>
                  <a:cubicBezTo>
                    <a:pt x="319" y="3148"/>
                    <a:pt x="570" y="3769"/>
                    <a:pt x="958" y="4286"/>
                  </a:cubicBezTo>
                  <a:cubicBezTo>
                    <a:pt x="958" y="4286"/>
                    <a:pt x="1187" y="4397"/>
                    <a:pt x="1266" y="4483"/>
                  </a:cubicBezTo>
                  <a:cubicBezTo>
                    <a:pt x="1779" y="5049"/>
                    <a:pt x="2440" y="5093"/>
                    <a:pt x="3225" y="5259"/>
                  </a:cubicBezTo>
                  <a:cubicBezTo>
                    <a:pt x="4322" y="5491"/>
                    <a:pt x="5240" y="5824"/>
                    <a:pt x="6316" y="5824"/>
                  </a:cubicBezTo>
                  <a:cubicBezTo>
                    <a:pt x="6423" y="5824"/>
                    <a:pt x="6532" y="5821"/>
                    <a:pt x="6643" y="5814"/>
                  </a:cubicBezTo>
                  <a:cubicBezTo>
                    <a:pt x="6643" y="5814"/>
                    <a:pt x="3212" y="4275"/>
                    <a:pt x="4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5"/>
            <p:cNvSpPr/>
            <p:nvPr/>
          </p:nvSpPr>
          <p:spPr>
            <a:xfrm>
              <a:off x="4871317" y="2227847"/>
              <a:ext cx="181902" cy="67845"/>
            </a:xfrm>
            <a:custGeom>
              <a:rect b="b" l="l" r="r" t="t"/>
              <a:pathLst>
                <a:path extrusionOk="0" h="2559" w="6861">
                  <a:moveTo>
                    <a:pt x="6861" y="855"/>
                  </a:moveTo>
                  <a:cubicBezTo>
                    <a:pt x="6859" y="856"/>
                    <a:pt x="6858" y="858"/>
                    <a:pt x="6857" y="859"/>
                  </a:cubicBezTo>
                  <a:lnTo>
                    <a:pt x="6861" y="859"/>
                  </a:lnTo>
                  <a:lnTo>
                    <a:pt x="6861" y="855"/>
                  </a:lnTo>
                  <a:close/>
                  <a:moveTo>
                    <a:pt x="2711" y="1"/>
                  </a:moveTo>
                  <a:cubicBezTo>
                    <a:pt x="2551" y="1"/>
                    <a:pt x="2425" y="129"/>
                    <a:pt x="2425" y="287"/>
                  </a:cubicBezTo>
                  <a:lnTo>
                    <a:pt x="2425" y="573"/>
                  </a:lnTo>
                  <a:cubicBezTo>
                    <a:pt x="2425" y="730"/>
                    <a:pt x="2296" y="859"/>
                    <a:pt x="2139" y="859"/>
                  </a:cubicBezTo>
                  <a:lnTo>
                    <a:pt x="1569" y="859"/>
                  </a:lnTo>
                  <a:cubicBezTo>
                    <a:pt x="748" y="1065"/>
                    <a:pt x="1" y="1959"/>
                    <a:pt x="1974" y="2558"/>
                  </a:cubicBezTo>
                  <a:cubicBezTo>
                    <a:pt x="2873" y="2549"/>
                    <a:pt x="3769" y="2452"/>
                    <a:pt x="4651" y="2267"/>
                  </a:cubicBezTo>
                  <a:cubicBezTo>
                    <a:pt x="5555" y="2075"/>
                    <a:pt x="6327" y="1564"/>
                    <a:pt x="6857" y="859"/>
                  </a:cubicBezTo>
                  <a:lnTo>
                    <a:pt x="5851" y="859"/>
                  </a:lnTo>
                  <a:lnTo>
                    <a:pt x="5851" y="287"/>
                  </a:lnTo>
                  <a:cubicBezTo>
                    <a:pt x="5851" y="129"/>
                    <a:pt x="5723" y="1"/>
                    <a:pt x="5565" y="1"/>
                  </a:cubicBezTo>
                  <a:lnTo>
                    <a:pt x="4995" y="1"/>
                  </a:lnTo>
                  <a:cubicBezTo>
                    <a:pt x="4836" y="1"/>
                    <a:pt x="4709" y="129"/>
                    <a:pt x="4709" y="287"/>
                  </a:cubicBezTo>
                  <a:lnTo>
                    <a:pt x="4709" y="573"/>
                  </a:lnTo>
                  <a:cubicBezTo>
                    <a:pt x="4709" y="730"/>
                    <a:pt x="4581" y="859"/>
                    <a:pt x="4423" y="859"/>
                  </a:cubicBezTo>
                  <a:lnTo>
                    <a:pt x="3853" y="859"/>
                  </a:lnTo>
                  <a:cubicBezTo>
                    <a:pt x="3693" y="859"/>
                    <a:pt x="3567" y="730"/>
                    <a:pt x="3567" y="573"/>
                  </a:cubicBezTo>
                  <a:lnTo>
                    <a:pt x="3567" y="287"/>
                  </a:lnTo>
                  <a:cubicBezTo>
                    <a:pt x="3567" y="129"/>
                    <a:pt x="3438" y="1"/>
                    <a:pt x="3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5"/>
            <p:cNvSpPr/>
            <p:nvPr/>
          </p:nvSpPr>
          <p:spPr>
            <a:xfrm>
              <a:off x="4787696" y="2227741"/>
              <a:ext cx="135983" cy="67899"/>
            </a:xfrm>
            <a:custGeom>
              <a:rect b="b" l="l" r="r" t="t"/>
              <a:pathLst>
                <a:path extrusionOk="0" h="2561" w="5129">
                  <a:moveTo>
                    <a:pt x="1294" y="0"/>
                  </a:moveTo>
                  <a:cubicBezTo>
                    <a:pt x="1136" y="0"/>
                    <a:pt x="1010" y="127"/>
                    <a:pt x="1010" y="286"/>
                  </a:cubicBezTo>
                  <a:lnTo>
                    <a:pt x="1010" y="856"/>
                  </a:lnTo>
                  <a:lnTo>
                    <a:pt x="1" y="856"/>
                  </a:lnTo>
                  <a:cubicBezTo>
                    <a:pt x="69" y="952"/>
                    <a:pt x="145" y="1043"/>
                    <a:pt x="225" y="1129"/>
                  </a:cubicBezTo>
                  <a:cubicBezTo>
                    <a:pt x="737" y="1695"/>
                    <a:pt x="1425" y="2101"/>
                    <a:pt x="2210" y="2267"/>
                  </a:cubicBezTo>
                  <a:cubicBezTo>
                    <a:pt x="3141" y="2464"/>
                    <a:pt x="4087" y="2560"/>
                    <a:pt x="5033" y="2560"/>
                  </a:cubicBezTo>
                  <a:cubicBezTo>
                    <a:pt x="5065" y="2560"/>
                    <a:pt x="5097" y="2560"/>
                    <a:pt x="5128" y="2560"/>
                  </a:cubicBezTo>
                  <a:cubicBezTo>
                    <a:pt x="4153" y="1721"/>
                    <a:pt x="4718" y="859"/>
                    <a:pt x="4723" y="856"/>
                  </a:cubicBezTo>
                  <a:cubicBezTo>
                    <a:pt x="4563" y="856"/>
                    <a:pt x="4436" y="730"/>
                    <a:pt x="4436" y="570"/>
                  </a:cubicBezTo>
                  <a:lnTo>
                    <a:pt x="4436" y="286"/>
                  </a:lnTo>
                  <a:cubicBezTo>
                    <a:pt x="4436" y="127"/>
                    <a:pt x="4308" y="0"/>
                    <a:pt x="4150" y="0"/>
                  </a:cubicBezTo>
                  <a:lnTo>
                    <a:pt x="3580" y="0"/>
                  </a:lnTo>
                  <a:cubicBezTo>
                    <a:pt x="3421" y="0"/>
                    <a:pt x="3294" y="127"/>
                    <a:pt x="3294" y="286"/>
                  </a:cubicBezTo>
                  <a:lnTo>
                    <a:pt x="3294" y="570"/>
                  </a:lnTo>
                  <a:cubicBezTo>
                    <a:pt x="3294" y="730"/>
                    <a:pt x="3166" y="856"/>
                    <a:pt x="3008" y="856"/>
                  </a:cubicBezTo>
                  <a:lnTo>
                    <a:pt x="2438" y="856"/>
                  </a:lnTo>
                  <a:cubicBezTo>
                    <a:pt x="2278" y="856"/>
                    <a:pt x="2152" y="730"/>
                    <a:pt x="2152" y="570"/>
                  </a:cubicBezTo>
                  <a:lnTo>
                    <a:pt x="2152" y="286"/>
                  </a:lnTo>
                  <a:cubicBezTo>
                    <a:pt x="2152" y="127"/>
                    <a:pt x="2023" y="0"/>
                    <a:pt x="18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660" name="Google Shape;2660;p45"/>
          <p:cNvCxnSpPr>
            <a:stCxn id="2615" idx="2"/>
            <a:endCxn id="2617" idx="0"/>
          </p:cNvCxnSpPr>
          <p:nvPr/>
        </p:nvCxnSpPr>
        <p:spPr>
          <a:xfrm>
            <a:off x="2963013" y="1895800"/>
            <a:ext cx="0" cy="366900"/>
          </a:xfrm>
          <a:prstGeom prst="straightConnector1">
            <a:avLst/>
          </a:prstGeom>
          <a:noFill/>
          <a:ln cap="flat" cmpd="sng" w="9525">
            <a:solidFill>
              <a:schemeClr val="lt1"/>
            </a:solidFill>
            <a:prstDash val="solid"/>
            <a:round/>
            <a:headEnd len="med" w="med" type="none"/>
            <a:tailEnd len="med" w="med" type="oval"/>
          </a:ln>
        </p:spPr>
      </p:cxnSp>
      <p:cxnSp>
        <p:nvCxnSpPr>
          <p:cNvPr id="2661" name="Google Shape;2661;p45"/>
          <p:cNvCxnSpPr>
            <a:stCxn id="2612" idx="0"/>
            <a:endCxn id="2617" idx="4"/>
          </p:cNvCxnSpPr>
          <p:nvPr/>
        </p:nvCxnSpPr>
        <p:spPr>
          <a:xfrm rot="10800000">
            <a:off x="2963013" y="3234425"/>
            <a:ext cx="0" cy="366900"/>
          </a:xfrm>
          <a:prstGeom prst="straightConnector1">
            <a:avLst/>
          </a:prstGeom>
          <a:noFill/>
          <a:ln cap="flat" cmpd="sng" w="9525">
            <a:solidFill>
              <a:schemeClr val="lt1"/>
            </a:solidFill>
            <a:prstDash val="solid"/>
            <a:round/>
            <a:headEnd len="med" w="med" type="none"/>
            <a:tailEnd len="med" w="med" type="oval"/>
          </a:ln>
        </p:spPr>
      </p:cxnSp>
      <p:cxnSp>
        <p:nvCxnSpPr>
          <p:cNvPr id="2662" name="Google Shape;2662;p45"/>
          <p:cNvCxnSpPr>
            <a:stCxn id="2616" idx="2"/>
            <a:endCxn id="2618" idx="0"/>
          </p:cNvCxnSpPr>
          <p:nvPr/>
        </p:nvCxnSpPr>
        <p:spPr>
          <a:xfrm>
            <a:off x="6180988" y="1895800"/>
            <a:ext cx="0" cy="366900"/>
          </a:xfrm>
          <a:prstGeom prst="straightConnector1">
            <a:avLst/>
          </a:prstGeom>
          <a:noFill/>
          <a:ln cap="flat" cmpd="sng" w="9525">
            <a:solidFill>
              <a:schemeClr val="lt1"/>
            </a:solidFill>
            <a:prstDash val="solid"/>
            <a:round/>
            <a:headEnd len="med" w="med" type="none"/>
            <a:tailEnd len="med" w="med" type="oval"/>
          </a:ln>
        </p:spPr>
      </p:cxnSp>
      <p:cxnSp>
        <p:nvCxnSpPr>
          <p:cNvPr id="2663" name="Google Shape;2663;p45"/>
          <p:cNvCxnSpPr>
            <a:stCxn id="2613" idx="0"/>
            <a:endCxn id="2618" idx="4"/>
          </p:cNvCxnSpPr>
          <p:nvPr/>
        </p:nvCxnSpPr>
        <p:spPr>
          <a:xfrm rot="10800000">
            <a:off x="6180988" y="3234425"/>
            <a:ext cx="0" cy="366900"/>
          </a:xfrm>
          <a:prstGeom prst="straightConnector1">
            <a:avLst/>
          </a:prstGeom>
          <a:noFill/>
          <a:ln cap="flat" cmpd="sng" w="9525">
            <a:solidFill>
              <a:schemeClr val="lt1"/>
            </a:solidFill>
            <a:prstDash val="solid"/>
            <a:round/>
            <a:headEnd len="med" w="med" type="none"/>
            <a:tailEnd len="med" w="med" type="oval"/>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7" name="Shape 2667"/>
        <p:cNvGrpSpPr/>
        <p:nvPr/>
      </p:nvGrpSpPr>
      <p:grpSpPr>
        <a:xfrm>
          <a:off x="0" y="0"/>
          <a:ext cx="0" cy="0"/>
          <a:chOff x="0" y="0"/>
          <a:chExt cx="0" cy="0"/>
        </a:xfrm>
      </p:grpSpPr>
      <p:sp>
        <p:nvSpPr>
          <p:cNvPr id="2668" name="Google Shape;2668;p46"/>
          <p:cNvSpPr txBox="1"/>
          <p:nvPr>
            <p:ph type="title"/>
          </p:nvPr>
        </p:nvSpPr>
        <p:spPr>
          <a:xfrm rot="294">
            <a:off x="1069075" y="658700"/>
            <a:ext cx="7005900" cy="147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323 BC</a:t>
            </a:r>
            <a:r>
              <a:rPr lang="en"/>
              <a:t> - 30 BC</a:t>
            </a:r>
            <a:endParaRPr/>
          </a:p>
        </p:txBody>
      </p:sp>
      <p:sp>
        <p:nvSpPr>
          <p:cNvPr id="2669" name="Google Shape;2669;p46"/>
          <p:cNvSpPr txBox="1"/>
          <p:nvPr>
            <p:ph idx="1" type="subTitle"/>
          </p:nvPr>
        </p:nvSpPr>
        <p:spPr>
          <a:xfrm>
            <a:off x="2458275" y="2183988"/>
            <a:ext cx="4227300" cy="44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
        <p:nvSpPr>
          <p:cNvPr id="2670" name="Google Shape;2670;p46"/>
          <p:cNvSpPr/>
          <p:nvPr/>
        </p:nvSpPr>
        <p:spPr>
          <a:xfrm>
            <a:off x="0" y="3350375"/>
            <a:ext cx="9020642" cy="2907403"/>
          </a:xfrm>
          <a:custGeom>
            <a:rect b="b" l="l" r="r" t="t"/>
            <a:pathLst>
              <a:path extrusionOk="0" h="35189" w="109179">
                <a:moveTo>
                  <a:pt x="98506" y="1"/>
                </a:moveTo>
                <a:cubicBezTo>
                  <a:pt x="98495" y="1"/>
                  <a:pt x="98483" y="1"/>
                  <a:pt x="98471" y="1"/>
                </a:cubicBezTo>
                <a:cubicBezTo>
                  <a:pt x="97346" y="4"/>
                  <a:pt x="96244" y="328"/>
                  <a:pt x="95123" y="442"/>
                </a:cubicBezTo>
                <a:cubicBezTo>
                  <a:pt x="94812" y="473"/>
                  <a:pt x="94496" y="486"/>
                  <a:pt x="94177" y="486"/>
                </a:cubicBezTo>
                <a:cubicBezTo>
                  <a:pt x="92383" y="486"/>
                  <a:pt x="90476" y="68"/>
                  <a:pt x="88671" y="68"/>
                </a:cubicBezTo>
                <a:cubicBezTo>
                  <a:pt x="88593" y="68"/>
                  <a:pt x="88515" y="69"/>
                  <a:pt x="88438" y="70"/>
                </a:cubicBezTo>
                <a:cubicBezTo>
                  <a:pt x="85389" y="139"/>
                  <a:pt x="82470" y="1374"/>
                  <a:pt x="79497" y="1472"/>
                </a:cubicBezTo>
                <a:cubicBezTo>
                  <a:pt x="79376" y="1476"/>
                  <a:pt x="79254" y="1478"/>
                  <a:pt x="79131" y="1478"/>
                </a:cubicBezTo>
                <a:cubicBezTo>
                  <a:pt x="77823" y="1478"/>
                  <a:pt x="76421" y="1270"/>
                  <a:pt x="75083" y="1270"/>
                </a:cubicBezTo>
                <a:cubicBezTo>
                  <a:pt x="74558" y="1270"/>
                  <a:pt x="74043" y="1302"/>
                  <a:pt x="73548" y="1391"/>
                </a:cubicBezTo>
                <a:cubicBezTo>
                  <a:pt x="72369" y="1603"/>
                  <a:pt x="71523" y="2021"/>
                  <a:pt x="70366" y="2021"/>
                </a:cubicBezTo>
                <a:cubicBezTo>
                  <a:pt x="70177" y="2021"/>
                  <a:pt x="69981" y="2010"/>
                  <a:pt x="69773" y="1985"/>
                </a:cubicBezTo>
                <a:cubicBezTo>
                  <a:pt x="67092" y="1665"/>
                  <a:pt x="64480" y="224"/>
                  <a:pt x="61769" y="224"/>
                </a:cubicBezTo>
                <a:cubicBezTo>
                  <a:pt x="61249" y="224"/>
                  <a:pt x="60724" y="277"/>
                  <a:pt x="60195" y="402"/>
                </a:cubicBezTo>
                <a:cubicBezTo>
                  <a:pt x="58977" y="690"/>
                  <a:pt x="57862" y="1358"/>
                  <a:pt x="56641" y="1636"/>
                </a:cubicBezTo>
                <a:cubicBezTo>
                  <a:pt x="56129" y="1752"/>
                  <a:pt x="55612" y="1797"/>
                  <a:pt x="55092" y="1797"/>
                </a:cubicBezTo>
                <a:cubicBezTo>
                  <a:pt x="53947" y="1797"/>
                  <a:pt x="52789" y="1580"/>
                  <a:pt x="51646" y="1424"/>
                </a:cubicBezTo>
                <a:cubicBezTo>
                  <a:pt x="50749" y="1303"/>
                  <a:pt x="49865" y="1255"/>
                  <a:pt x="48990" y="1255"/>
                </a:cubicBezTo>
                <a:cubicBezTo>
                  <a:pt x="46102" y="1255"/>
                  <a:pt x="43306" y="1776"/>
                  <a:pt x="40442" y="1900"/>
                </a:cubicBezTo>
                <a:cubicBezTo>
                  <a:pt x="40292" y="1906"/>
                  <a:pt x="40143" y="1913"/>
                  <a:pt x="39994" y="1917"/>
                </a:cubicBezTo>
                <a:cubicBezTo>
                  <a:pt x="39766" y="1923"/>
                  <a:pt x="39538" y="1926"/>
                  <a:pt x="39309" y="1926"/>
                </a:cubicBezTo>
                <a:cubicBezTo>
                  <a:pt x="39128" y="1926"/>
                  <a:pt x="38946" y="1924"/>
                  <a:pt x="38764" y="1920"/>
                </a:cubicBezTo>
                <a:cubicBezTo>
                  <a:pt x="38639" y="1917"/>
                  <a:pt x="38515" y="1914"/>
                  <a:pt x="38391" y="1913"/>
                </a:cubicBezTo>
                <a:cubicBezTo>
                  <a:pt x="34910" y="1841"/>
                  <a:pt x="31396" y="1867"/>
                  <a:pt x="27898" y="1848"/>
                </a:cubicBezTo>
                <a:cubicBezTo>
                  <a:pt x="27404" y="1847"/>
                  <a:pt x="26909" y="1842"/>
                  <a:pt x="26417" y="1838"/>
                </a:cubicBezTo>
                <a:cubicBezTo>
                  <a:pt x="26324" y="1838"/>
                  <a:pt x="26237" y="1838"/>
                  <a:pt x="26146" y="1835"/>
                </a:cubicBezTo>
                <a:cubicBezTo>
                  <a:pt x="26058" y="1834"/>
                  <a:pt x="25971" y="1834"/>
                  <a:pt x="25884" y="1834"/>
                </a:cubicBezTo>
                <a:cubicBezTo>
                  <a:pt x="21836" y="1834"/>
                  <a:pt x="17962" y="2676"/>
                  <a:pt x="13941" y="2676"/>
                </a:cubicBezTo>
                <a:cubicBezTo>
                  <a:pt x="13827" y="2676"/>
                  <a:pt x="13712" y="2675"/>
                  <a:pt x="13597" y="2674"/>
                </a:cubicBezTo>
                <a:cubicBezTo>
                  <a:pt x="11182" y="2642"/>
                  <a:pt x="8766" y="2617"/>
                  <a:pt x="6349" y="2609"/>
                </a:cubicBezTo>
                <a:cubicBezTo>
                  <a:pt x="5973" y="2609"/>
                  <a:pt x="5520" y="2577"/>
                  <a:pt x="5030" y="2548"/>
                </a:cubicBezTo>
                <a:cubicBezTo>
                  <a:pt x="4816" y="2534"/>
                  <a:pt x="4592" y="2519"/>
                  <a:pt x="4368" y="2509"/>
                </a:cubicBezTo>
                <a:lnTo>
                  <a:pt x="4365" y="2509"/>
                </a:lnTo>
                <a:cubicBezTo>
                  <a:pt x="4025" y="2492"/>
                  <a:pt x="3675" y="2480"/>
                  <a:pt x="3325" y="2480"/>
                </a:cubicBezTo>
                <a:cubicBezTo>
                  <a:pt x="2047" y="2480"/>
                  <a:pt x="771" y="2645"/>
                  <a:pt x="1" y="3352"/>
                </a:cubicBezTo>
                <a:lnTo>
                  <a:pt x="1" y="35188"/>
                </a:lnTo>
                <a:lnTo>
                  <a:pt x="109179" y="35188"/>
                </a:lnTo>
                <a:lnTo>
                  <a:pt x="109179" y="2166"/>
                </a:lnTo>
                <a:cubicBezTo>
                  <a:pt x="107417" y="1488"/>
                  <a:pt x="105544" y="1162"/>
                  <a:pt x="103701" y="822"/>
                </a:cubicBezTo>
                <a:cubicBezTo>
                  <a:pt x="102671" y="632"/>
                  <a:pt x="101639" y="445"/>
                  <a:pt x="100608" y="256"/>
                </a:cubicBezTo>
                <a:cubicBezTo>
                  <a:pt x="99910" y="128"/>
                  <a:pt x="99212" y="1"/>
                  <a:pt x="98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1" name="Google Shape;2671;p46"/>
          <p:cNvGrpSpPr/>
          <p:nvPr/>
        </p:nvGrpSpPr>
        <p:grpSpPr>
          <a:xfrm>
            <a:off x="-1" y="3490387"/>
            <a:ext cx="9248553" cy="2395429"/>
            <a:chOff x="609975" y="2032925"/>
            <a:chExt cx="2729475" cy="706950"/>
          </a:xfrm>
        </p:grpSpPr>
        <p:sp>
          <p:nvSpPr>
            <p:cNvPr id="2672" name="Google Shape;2672;p46"/>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6"/>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6"/>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6"/>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6"/>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46"/>
          <p:cNvGrpSpPr/>
          <p:nvPr/>
        </p:nvGrpSpPr>
        <p:grpSpPr>
          <a:xfrm>
            <a:off x="-1" y="4146234"/>
            <a:ext cx="9529875" cy="2684629"/>
            <a:chOff x="609975" y="2365950"/>
            <a:chExt cx="2812500" cy="792300"/>
          </a:xfrm>
        </p:grpSpPr>
        <p:sp>
          <p:nvSpPr>
            <p:cNvPr id="2678" name="Google Shape;2678;p46"/>
            <p:cNvSpPr/>
            <p:nvPr/>
          </p:nvSpPr>
          <p:spPr>
            <a:xfrm>
              <a:off x="609975" y="2365950"/>
              <a:ext cx="2812500" cy="792300"/>
            </a:xfrm>
            <a:custGeom>
              <a:rect b="b" l="l" r="r" t="t"/>
              <a:pathLst>
                <a:path extrusionOk="0" h="31692" w="112500">
                  <a:moveTo>
                    <a:pt x="6005" y="0"/>
                  </a:moveTo>
                  <a:cubicBezTo>
                    <a:pt x="4188" y="0"/>
                    <a:pt x="1886" y="77"/>
                    <a:pt x="0" y="697"/>
                  </a:cubicBezTo>
                  <a:lnTo>
                    <a:pt x="0" y="28982"/>
                  </a:lnTo>
                  <a:lnTo>
                    <a:pt x="42620" y="28982"/>
                  </a:lnTo>
                  <a:lnTo>
                    <a:pt x="41675" y="30000"/>
                  </a:lnTo>
                  <a:cubicBezTo>
                    <a:pt x="43790" y="31407"/>
                    <a:pt x="46483" y="31692"/>
                    <a:pt x="49042" y="31692"/>
                  </a:cubicBezTo>
                  <a:cubicBezTo>
                    <a:pt x="49203" y="31692"/>
                    <a:pt x="49363" y="31691"/>
                    <a:pt x="49523" y="31689"/>
                  </a:cubicBezTo>
                  <a:cubicBezTo>
                    <a:pt x="55416" y="31611"/>
                    <a:pt x="61307" y="31536"/>
                    <a:pt x="67199" y="31458"/>
                  </a:cubicBezTo>
                  <a:cubicBezTo>
                    <a:pt x="80260" y="31288"/>
                    <a:pt x="93322" y="31120"/>
                    <a:pt x="106385" y="30948"/>
                  </a:cubicBezTo>
                  <a:cubicBezTo>
                    <a:pt x="107546" y="30934"/>
                    <a:pt x="108864" y="30847"/>
                    <a:pt x="109605" y="29953"/>
                  </a:cubicBezTo>
                  <a:cubicBezTo>
                    <a:pt x="110160" y="29286"/>
                    <a:pt x="110222" y="28355"/>
                    <a:pt x="110262" y="27489"/>
                  </a:cubicBezTo>
                  <a:cubicBezTo>
                    <a:pt x="110379" y="24933"/>
                    <a:pt x="110498" y="22377"/>
                    <a:pt x="110615" y="19823"/>
                  </a:cubicBezTo>
                  <a:cubicBezTo>
                    <a:pt x="110628" y="19533"/>
                    <a:pt x="110635" y="19225"/>
                    <a:pt x="110608" y="18924"/>
                  </a:cubicBezTo>
                  <a:cubicBezTo>
                    <a:pt x="111478" y="17846"/>
                    <a:pt x="112087" y="16547"/>
                    <a:pt x="112360" y="15004"/>
                  </a:cubicBezTo>
                  <a:cubicBezTo>
                    <a:pt x="112456" y="14465"/>
                    <a:pt x="112499" y="13897"/>
                    <a:pt x="112488" y="13319"/>
                  </a:cubicBezTo>
                  <a:cubicBezTo>
                    <a:pt x="111880" y="12139"/>
                    <a:pt x="111079" y="11108"/>
                    <a:pt x="110050" y="10307"/>
                  </a:cubicBezTo>
                  <a:cubicBezTo>
                    <a:pt x="109848" y="10151"/>
                    <a:pt x="109641" y="10001"/>
                    <a:pt x="109432" y="9860"/>
                  </a:cubicBezTo>
                  <a:cubicBezTo>
                    <a:pt x="109346" y="9800"/>
                    <a:pt x="109261" y="9745"/>
                    <a:pt x="109174" y="9689"/>
                  </a:cubicBezTo>
                  <a:cubicBezTo>
                    <a:pt x="108921" y="9524"/>
                    <a:pt x="108661" y="9367"/>
                    <a:pt x="108396" y="9220"/>
                  </a:cubicBezTo>
                  <a:cubicBezTo>
                    <a:pt x="108351" y="9195"/>
                    <a:pt x="108302" y="9170"/>
                    <a:pt x="108255" y="9143"/>
                  </a:cubicBezTo>
                  <a:cubicBezTo>
                    <a:pt x="107033" y="8474"/>
                    <a:pt x="105718" y="7961"/>
                    <a:pt x="104399" y="7483"/>
                  </a:cubicBezTo>
                  <a:cubicBezTo>
                    <a:pt x="104277" y="7437"/>
                    <a:pt x="104155" y="7392"/>
                    <a:pt x="104031" y="7349"/>
                  </a:cubicBezTo>
                  <a:cubicBezTo>
                    <a:pt x="102260" y="6712"/>
                    <a:pt x="100473" y="6103"/>
                    <a:pt x="98674" y="5531"/>
                  </a:cubicBezTo>
                  <a:cubicBezTo>
                    <a:pt x="97599" y="5188"/>
                    <a:pt x="96520" y="4861"/>
                    <a:pt x="95437" y="4547"/>
                  </a:cubicBezTo>
                  <a:cubicBezTo>
                    <a:pt x="95418" y="4541"/>
                    <a:pt x="95402" y="4534"/>
                    <a:pt x="95385" y="4531"/>
                  </a:cubicBezTo>
                  <a:cubicBezTo>
                    <a:pt x="93796" y="4071"/>
                    <a:pt x="92201" y="3640"/>
                    <a:pt x="90596" y="3249"/>
                  </a:cubicBezTo>
                  <a:cubicBezTo>
                    <a:pt x="83665" y="1547"/>
                    <a:pt x="76596" y="509"/>
                    <a:pt x="69530" y="509"/>
                  </a:cubicBezTo>
                  <a:cubicBezTo>
                    <a:pt x="66446" y="509"/>
                    <a:pt x="63363" y="707"/>
                    <a:pt x="60291" y="1134"/>
                  </a:cubicBezTo>
                  <a:cubicBezTo>
                    <a:pt x="56356" y="1681"/>
                    <a:pt x="52453" y="2602"/>
                    <a:pt x="48548" y="3403"/>
                  </a:cubicBezTo>
                  <a:lnTo>
                    <a:pt x="48546" y="3406"/>
                  </a:lnTo>
                  <a:cubicBezTo>
                    <a:pt x="44382" y="4261"/>
                    <a:pt x="40215" y="4986"/>
                    <a:pt x="36000" y="4986"/>
                  </a:cubicBezTo>
                  <a:cubicBezTo>
                    <a:pt x="35371" y="4986"/>
                    <a:pt x="34742" y="4970"/>
                    <a:pt x="34111" y="4936"/>
                  </a:cubicBezTo>
                  <a:cubicBezTo>
                    <a:pt x="27828" y="4596"/>
                    <a:pt x="21799" y="2475"/>
                    <a:pt x="15652" y="1121"/>
                  </a:cubicBezTo>
                  <a:cubicBezTo>
                    <a:pt x="12709" y="560"/>
                    <a:pt x="9799" y="27"/>
                    <a:pt x="6789" y="4"/>
                  </a:cubicBezTo>
                  <a:cubicBezTo>
                    <a:pt x="6541" y="2"/>
                    <a:pt x="6278" y="0"/>
                    <a:pt x="60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6"/>
            <p:cNvSpPr/>
            <p:nvPr/>
          </p:nvSpPr>
          <p:spPr>
            <a:xfrm>
              <a:off x="609975" y="2401450"/>
              <a:ext cx="1229875" cy="132900"/>
            </a:xfrm>
            <a:custGeom>
              <a:rect b="b" l="l" r="r" t="t"/>
              <a:pathLst>
                <a:path extrusionOk="0" h="5316" w="49195">
                  <a:moveTo>
                    <a:pt x="5891" y="1"/>
                  </a:moveTo>
                  <a:cubicBezTo>
                    <a:pt x="3902" y="1"/>
                    <a:pt x="1911" y="221"/>
                    <a:pt x="0" y="762"/>
                  </a:cubicBezTo>
                  <a:lnTo>
                    <a:pt x="0" y="904"/>
                  </a:lnTo>
                  <a:cubicBezTo>
                    <a:pt x="1921" y="384"/>
                    <a:pt x="3909" y="156"/>
                    <a:pt x="5908" y="156"/>
                  </a:cubicBezTo>
                  <a:cubicBezTo>
                    <a:pt x="6332" y="156"/>
                    <a:pt x="6757" y="166"/>
                    <a:pt x="7181" y="186"/>
                  </a:cubicBezTo>
                  <a:cubicBezTo>
                    <a:pt x="10593" y="346"/>
                    <a:pt x="13934" y="1105"/>
                    <a:pt x="17226" y="1981"/>
                  </a:cubicBezTo>
                  <a:cubicBezTo>
                    <a:pt x="20645" y="2889"/>
                    <a:pt x="24032" y="3926"/>
                    <a:pt x="27513" y="4572"/>
                  </a:cubicBezTo>
                  <a:cubicBezTo>
                    <a:pt x="30192" y="5067"/>
                    <a:pt x="32918" y="5316"/>
                    <a:pt x="35644" y="5316"/>
                  </a:cubicBezTo>
                  <a:cubicBezTo>
                    <a:pt x="36357" y="5316"/>
                    <a:pt x="37071" y="5299"/>
                    <a:pt x="37784" y="5265"/>
                  </a:cubicBezTo>
                  <a:cubicBezTo>
                    <a:pt x="41060" y="5108"/>
                    <a:pt x="44325" y="4601"/>
                    <a:pt x="47481" y="3713"/>
                  </a:cubicBezTo>
                  <a:cubicBezTo>
                    <a:pt x="47615" y="3677"/>
                    <a:pt x="47748" y="3638"/>
                    <a:pt x="47882" y="3599"/>
                  </a:cubicBezTo>
                  <a:cubicBezTo>
                    <a:pt x="48297" y="3478"/>
                    <a:pt x="48710" y="3350"/>
                    <a:pt x="49122" y="3216"/>
                  </a:cubicBezTo>
                  <a:cubicBezTo>
                    <a:pt x="49195" y="3191"/>
                    <a:pt x="49172" y="3087"/>
                    <a:pt x="49107" y="3087"/>
                  </a:cubicBezTo>
                  <a:cubicBezTo>
                    <a:pt x="49101" y="3087"/>
                    <a:pt x="49094" y="3088"/>
                    <a:pt x="49086" y="3091"/>
                  </a:cubicBezTo>
                  <a:cubicBezTo>
                    <a:pt x="48516" y="3262"/>
                    <a:pt x="47942" y="3423"/>
                    <a:pt x="47366" y="3575"/>
                  </a:cubicBezTo>
                  <a:cubicBezTo>
                    <a:pt x="44573" y="4314"/>
                    <a:pt x="41723" y="4812"/>
                    <a:pt x="38836" y="5021"/>
                  </a:cubicBezTo>
                  <a:cubicBezTo>
                    <a:pt x="37762" y="5099"/>
                    <a:pt x="36685" y="5138"/>
                    <a:pt x="35608" y="5138"/>
                  </a:cubicBezTo>
                  <a:cubicBezTo>
                    <a:pt x="33202" y="5138"/>
                    <a:pt x="30794" y="4943"/>
                    <a:pt x="28420" y="4550"/>
                  </a:cubicBezTo>
                  <a:cubicBezTo>
                    <a:pt x="24899" y="3968"/>
                    <a:pt x="21475" y="2947"/>
                    <a:pt x="18037" y="2016"/>
                  </a:cubicBezTo>
                  <a:cubicBezTo>
                    <a:pt x="14756" y="1130"/>
                    <a:pt x="11443" y="330"/>
                    <a:pt x="8047" y="82"/>
                  </a:cubicBezTo>
                  <a:cubicBezTo>
                    <a:pt x="7331" y="30"/>
                    <a:pt x="6611" y="1"/>
                    <a:pt x="5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6"/>
            <p:cNvSpPr/>
            <p:nvPr/>
          </p:nvSpPr>
          <p:spPr>
            <a:xfrm>
              <a:off x="641400" y="2445225"/>
              <a:ext cx="839850" cy="122800"/>
            </a:xfrm>
            <a:custGeom>
              <a:rect b="b" l="l" r="r" t="t"/>
              <a:pathLst>
                <a:path extrusionOk="0" h="4912" w="33594">
                  <a:moveTo>
                    <a:pt x="4976" y="1"/>
                  </a:moveTo>
                  <a:cubicBezTo>
                    <a:pt x="3306" y="1"/>
                    <a:pt x="1629" y="166"/>
                    <a:pt x="33" y="609"/>
                  </a:cubicBezTo>
                  <a:cubicBezTo>
                    <a:pt x="0" y="617"/>
                    <a:pt x="11" y="662"/>
                    <a:pt x="41" y="662"/>
                  </a:cubicBezTo>
                  <a:cubicBezTo>
                    <a:pt x="43" y="662"/>
                    <a:pt x="45" y="662"/>
                    <a:pt x="47" y="661"/>
                  </a:cubicBezTo>
                  <a:cubicBezTo>
                    <a:pt x="1145" y="448"/>
                    <a:pt x="2247" y="276"/>
                    <a:pt x="3364" y="201"/>
                  </a:cubicBezTo>
                  <a:cubicBezTo>
                    <a:pt x="3908" y="166"/>
                    <a:pt x="4454" y="149"/>
                    <a:pt x="5000" y="149"/>
                  </a:cubicBezTo>
                  <a:cubicBezTo>
                    <a:pt x="5552" y="149"/>
                    <a:pt x="6104" y="166"/>
                    <a:pt x="6654" y="199"/>
                  </a:cubicBezTo>
                  <a:cubicBezTo>
                    <a:pt x="8867" y="328"/>
                    <a:pt x="11057" y="704"/>
                    <a:pt x="13218" y="1188"/>
                  </a:cubicBezTo>
                  <a:cubicBezTo>
                    <a:pt x="17559" y="2159"/>
                    <a:pt x="21791" y="3577"/>
                    <a:pt x="26175" y="4362"/>
                  </a:cubicBezTo>
                  <a:cubicBezTo>
                    <a:pt x="28051" y="4697"/>
                    <a:pt x="29954" y="4911"/>
                    <a:pt x="31859" y="4911"/>
                  </a:cubicBezTo>
                  <a:cubicBezTo>
                    <a:pt x="32412" y="4911"/>
                    <a:pt x="32965" y="4893"/>
                    <a:pt x="33517" y="4855"/>
                  </a:cubicBezTo>
                  <a:cubicBezTo>
                    <a:pt x="33590" y="4851"/>
                    <a:pt x="33593" y="4738"/>
                    <a:pt x="33520" y="4738"/>
                  </a:cubicBezTo>
                  <a:cubicBezTo>
                    <a:pt x="33519" y="4738"/>
                    <a:pt x="33518" y="4738"/>
                    <a:pt x="33517" y="4738"/>
                  </a:cubicBezTo>
                  <a:cubicBezTo>
                    <a:pt x="33066" y="4762"/>
                    <a:pt x="32615" y="4773"/>
                    <a:pt x="32165" y="4773"/>
                  </a:cubicBezTo>
                  <a:cubicBezTo>
                    <a:pt x="28136" y="4773"/>
                    <a:pt x="24170" y="3866"/>
                    <a:pt x="20288" y="2842"/>
                  </a:cubicBezTo>
                  <a:cubicBezTo>
                    <a:pt x="16024" y="1719"/>
                    <a:pt x="11759" y="456"/>
                    <a:pt x="7343" y="101"/>
                  </a:cubicBezTo>
                  <a:cubicBezTo>
                    <a:pt x="6562" y="38"/>
                    <a:pt x="5770"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6"/>
            <p:cNvSpPr/>
            <p:nvPr/>
          </p:nvSpPr>
          <p:spPr>
            <a:xfrm>
              <a:off x="1950325" y="2404925"/>
              <a:ext cx="1012925" cy="102275"/>
            </a:xfrm>
            <a:custGeom>
              <a:rect b="b" l="l" r="r" t="t"/>
              <a:pathLst>
                <a:path extrusionOk="0" h="4091" w="40517">
                  <a:moveTo>
                    <a:pt x="16312" y="0"/>
                  </a:moveTo>
                  <a:cubicBezTo>
                    <a:pt x="13820" y="0"/>
                    <a:pt x="11331" y="124"/>
                    <a:pt x="8854" y="370"/>
                  </a:cubicBezTo>
                  <a:cubicBezTo>
                    <a:pt x="6219" y="631"/>
                    <a:pt x="3600" y="1040"/>
                    <a:pt x="1008" y="1600"/>
                  </a:cubicBezTo>
                  <a:cubicBezTo>
                    <a:pt x="681" y="1669"/>
                    <a:pt x="358" y="1754"/>
                    <a:pt x="34" y="1838"/>
                  </a:cubicBezTo>
                  <a:cubicBezTo>
                    <a:pt x="0" y="1846"/>
                    <a:pt x="11" y="1893"/>
                    <a:pt x="43" y="1893"/>
                  </a:cubicBezTo>
                  <a:cubicBezTo>
                    <a:pt x="45" y="1893"/>
                    <a:pt x="47" y="1893"/>
                    <a:pt x="50" y="1893"/>
                  </a:cubicBezTo>
                  <a:cubicBezTo>
                    <a:pt x="2679" y="1396"/>
                    <a:pt x="5307" y="927"/>
                    <a:pt x="7967" y="635"/>
                  </a:cubicBezTo>
                  <a:cubicBezTo>
                    <a:pt x="10606" y="342"/>
                    <a:pt x="13258" y="188"/>
                    <a:pt x="15912" y="174"/>
                  </a:cubicBezTo>
                  <a:cubicBezTo>
                    <a:pt x="16051" y="173"/>
                    <a:pt x="16189" y="173"/>
                    <a:pt x="16327" y="173"/>
                  </a:cubicBezTo>
                  <a:cubicBezTo>
                    <a:pt x="18844" y="173"/>
                    <a:pt x="21359" y="297"/>
                    <a:pt x="23864" y="546"/>
                  </a:cubicBezTo>
                  <a:cubicBezTo>
                    <a:pt x="26522" y="811"/>
                    <a:pt x="29167" y="1216"/>
                    <a:pt x="31782" y="1760"/>
                  </a:cubicBezTo>
                  <a:cubicBezTo>
                    <a:pt x="34368" y="2298"/>
                    <a:pt x="36928" y="2973"/>
                    <a:pt x="39442" y="3783"/>
                  </a:cubicBezTo>
                  <a:cubicBezTo>
                    <a:pt x="39761" y="3885"/>
                    <a:pt x="40079" y="3988"/>
                    <a:pt x="40398" y="4087"/>
                  </a:cubicBezTo>
                  <a:cubicBezTo>
                    <a:pt x="40406" y="4089"/>
                    <a:pt x="40414" y="4091"/>
                    <a:pt x="40421" y="4091"/>
                  </a:cubicBezTo>
                  <a:cubicBezTo>
                    <a:pt x="40495" y="4091"/>
                    <a:pt x="40517" y="3974"/>
                    <a:pt x="40438" y="3944"/>
                  </a:cubicBezTo>
                  <a:cubicBezTo>
                    <a:pt x="39180" y="3485"/>
                    <a:pt x="37888" y="3110"/>
                    <a:pt x="36600" y="2753"/>
                  </a:cubicBezTo>
                  <a:cubicBezTo>
                    <a:pt x="35309" y="2394"/>
                    <a:pt x="34008" y="2070"/>
                    <a:pt x="32701" y="1782"/>
                  </a:cubicBezTo>
                  <a:cubicBezTo>
                    <a:pt x="30114" y="1211"/>
                    <a:pt x="27496" y="776"/>
                    <a:pt x="24864" y="479"/>
                  </a:cubicBezTo>
                  <a:cubicBezTo>
                    <a:pt x="22213" y="181"/>
                    <a:pt x="19547" y="20"/>
                    <a:pt x="16880" y="2"/>
                  </a:cubicBezTo>
                  <a:cubicBezTo>
                    <a:pt x="16691" y="1"/>
                    <a:pt x="16501" y="0"/>
                    <a:pt x="16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6"/>
            <p:cNvSpPr/>
            <p:nvPr/>
          </p:nvSpPr>
          <p:spPr>
            <a:xfrm>
              <a:off x="1776225" y="2438425"/>
              <a:ext cx="595700" cy="98950"/>
            </a:xfrm>
            <a:custGeom>
              <a:rect b="b" l="l" r="r" t="t"/>
              <a:pathLst>
                <a:path extrusionOk="0" h="3958" w="23828">
                  <a:moveTo>
                    <a:pt x="21016" y="0"/>
                  </a:moveTo>
                  <a:cubicBezTo>
                    <a:pt x="17938" y="0"/>
                    <a:pt x="14845" y="294"/>
                    <a:pt x="11814" y="726"/>
                  </a:cubicBezTo>
                  <a:cubicBezTo>
                    <a:pt x="7795" y="1299"/>
                    <a:pt x="3808" y="2434"/>
                    <a:pt x="29" y="3904"/>
                  </a:cubicBezTo>
                  <a:cubicBezTo>
                    <a:pt x="0" y="3916"/>
                    <a:pt x="8" y="3957"/>
                    <a:pt x="35" y="3957"/>
                  </a:cubicBezTo>
                  <a:cubicBezTo>
                    <a:pt x="37" y="3957"/>
                    <a:pt x="40" y="3957"/>
                    <a:pt x="43" y="3956"/>
                  </a:cubicBezTo>
                  <a:cubicBezTo>
                    <a:pt x="3837" y="2679"/>
                    <a:pt x="7689" y="1767"/>
                    <a:pt x="11628" y="1069"/>
                  </a:cubicBezTo>
                  <a:cubicBezTo>
                    <a:pt x="15655" y="355"/>
                    <a:pt x="19686" y="180"/>
                    <a:pt x="23768" y="175"/>
                  </a:cubicBezTo>
                  <a:cubicBezTo>
                    <a:pt x="23827" y="175"/>
                    <a:pt x="23827" y="86"/>
                    <a:pt x="23768" y="83"/>
                  </a:cubicBezTo>
                  <a:cubicBezTo>
                    <a:pt x="22854" y="26"/>
                    <a:pt x="21935" y="0"/>
                    <a:pt x="21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6"/>
            <p:cNvSpPr/>
            <p:nvPr/>
          </p:nvSpPr>
          <p:spPr>
            <a:xfrm>
              <a:off x="2145350" y="2470250"/>
              <a:ext cx="171825" cy="17175"/>
            </a:xfrm>
            <a:custGeom>
              <a:rect b="b" l="l" r="r" t="t"/>
              <a:pathLst>
                <a:path extrusionOk="0" h="687" w="6873">
                  <a:moveTo>
                    <a:pt x="5428" y="0"/>
                  </a:moveTo>
                  <a:cubicBezTo>
                    <a:pt x="3626" y="0"/>
                    <a:pt x="1781" y="296"/>
                    <a:pt x="40" y="625"/>
                  </a:cubicBezTo>
                  <a:cubicBezTo>
                    <a:pt x="0" y="631"/>
                    <a:pt x="16" y="686"/>
                    <a:pt x="52" y="686"/>
                  </a:cubicBezTo>
                  <a:cubicBezTo>
                    <a:pt x="54" y="686"/>
                    <a:pt x="56" y="686"/>
                    <a:pt x="57" y="686"/>
                  </a:cubicBezTo>
                  <a:cubicBezTo>
                    <a:pt x="2295" y="342"/>
                    <a:pt x="4498" y="362"/>
                    <a:pt x="6747" y="252"/>
                  </a:cubicBezTo>
                  <a:cubicBezTo>
                    <a:pt x="6872" y="246"/>
                    <a:pt x="6871" y="69"/>
                    <a:pt x="6747" y="58"/>
                  </a:cubicBezTo>
                  <a:cubicBezTo>
                    <a:pt x="6311" y="18"/>
                    <a:pt x="5871" y="0"/>
                    <a:pt x="54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46"/>
          <p:cNvGrpSpPr/>
          <p:nvPr/>
        </p:nvGrpSpPr>
        <p:grpSpPr>
          <a:xfrm>
            <a:off x="2616201" y="3165242"/>
            <a:ext cx="3911555" cy="2171917"/>
            <a:chOff x="514025" y="1827025"/>
            <a:chExt cx="1307775" cy="726175"/>
          </a:xfrm>
        </p:grpSpPr>
        <p:sp>
          <p:nvSpPr>
            <p:cNvPr id="2685" name="Google Shape;2685;p46"/>
            <p:cNvSpPr/>
            <p:nvPr/>
          </p:nvSpPr>
          <p:spPr>
            <a:xfrm>
              <a:off x="853150" y="1827025"/>
              <a:ext cx="529050" cy="313225"/>
            </a:xfrm>
            <a:custGeom>
              <a:rect b="b" l="l" r="r" t="t"/>
              <a:pathLst>
                <a:path extrusionOk="0" h="12529" w="21162">
                  <a:moveTo>
                    <a:pt x="16660" y="1"/>
                  </a:moveTo>
                  <a:cubicBezTo>
                    <a:pt x="12565" y="1"/>
                    <a:pt x="8472" y="158"/>
                    <a:pt x="4384" y="379"/>
                  </a:cubicBezTo>
                  <a:cubicBezTo>
                    <a:pt x="3826" y="410"/>
                    <a:pt x="3153" y="420"/>
                    <a:pt x="2812" y="860"/>
                  </a:cubicBezTo>
                  <a:cubicBezTo>
                    <a:pt x="2092" y="1791"/>
                    <a:pt x="1442" y="2777"/>
                    <a:pt x="870" y="3805"/>
                  </a:cubicBezTo>
                  <a:cubicBezTo>
                    <a:pt x="711" y="3814"/>
                    <a:pt x="556" y="3823"/>
                    <a:pt x="396" y="3834"/>
                  </a:cubicBezTo>
                  <a:cubicBezTo>
                    <a:pt x="236" y="3843"/>
                    <a:pt x="95" y="3978"/>
                    <a:pt x="85" y="4137"/>
                  </a:cubicBezTo>
                  <a:cubicBezTo>
                    <a:pt x="59" y="4493"/>
                    <a:pt x="31" y="4851"/>
                    <a:pt x="7" y="5209"/>
                  </a:cubicBezTo>
                  <a:cubicBezTo>
                    <a:pt x="0" y="5305"/>
                    <a:pt x="151" y="5326"/>
                    <a:pt x="295" y="5326"/>
                  </a:cubicBezTo>
                  <a:cubicBezTo>
                    <a:pt x="367" y="5326"/>
                    <a:pt x="437" y="5321"/>
                    <a:pt x="485" y="5317"/>
                  </a:cubicBezTo>
                  <a:cubicBezTo>
                    <a:pt x="654" y="5299"/>
                    <a:pt x="831" y="5289"/>
                    <a:pt x="1014" y="5281"/>
                  </a:cubicBezTo>
                  <a:lnTo>
                    <a:pt x="1014" y="5281"/>
                  </a:lnTo>
                  <a:cubicBezTo>
                    <a:pt x="894" y="7610"/>
                    <a:pt x="831" y="9944"/>
                    <a:pt x="828" y="12280"/>
                  </a:cubicBezTo>
                  <a:cubicBezTo>
                    <a:pt x="1014" y="12393"/>
                    <a:pt x="1221" y="12529"/>
                    <a:pt x="1415" y="12529"/>
                  </a:cubicBezTo>
                  <a:cubicBezTo>
                    <a:pt x="1487" y="12529"/>
                    <a:pt x="1557" y="12510"/>
                    <a:pt x="1623" y="12464"/>
                  </a:cubicBezTo>
                  <a:cubicBezTo>
                    <a:pt x="1832" y="12320"/>
                    <a:pt x="1851" y="12025"/>
                    <a:pt x="1851" y="11773"/>
                  </a:cubicBezTo>
                  <a:cubicBezTo>
                    <a:pt x="1840" y="9679"/>
                    <a:pt x="1831" y="7587"/>
                    <a:pt x="1821" y="5494"/>
                  </a:cubicBezTo>
                  <a:cubicBezTo>
                    <a:pt x="1821" y="5415"/>
                    <a:pt x="1818" y="5335"/>
                    <a:pt x="1814" y="5258"/>
                  </a:cubicBezTo>
                  <a:cubicBezTo>
                    <a:pt x="2083" y="5253"/>
                    <a:pt x="2350" y="5248"/>
                    <a:pt x="2596" y="5236"/>
                  </a:cubicBezTo>
                  <a:lnTo>
                    <a:pt x="3093" y="5216"/>
                  </a:lnTo>
                  <a:lnTo>
                    <a:pt x="3093" y="5216"/>
                  </a:lnTo>
                  <a:cubicBezTo>
                    <a:pt x="2978" y="7511"/>
                    <a:pt x="2917" y="9810"/>
                    <a:pt x="2913" y="12111"/>
                  </a:cubicBezTo>
                  <a:cubicBezTo>
                    <a:pt x="3100" y="12223"/>
                    <a:pt x="3307" y="12359"/>
                    <a:pt x="3500" y="12359"/>
                  </a:cubicBezTo>
                  <a:cubicBezTo>
                    <a:pt x="3573" y="12359"/>
                    <a:pt x="3643" y="12340"/>
                    <a:pt x="3710" y="12294"/>
                  </a:cubicBezTo>
                  <a:cubicBezTo>
                    <a:pt x="3919" y="12150"/>
                    <a:pt x="3936" y="11855"/>
                    <a:pt x="3936" y="11603"/>
                  </a:cubicBezTo>
                  <a:cubicBezTo>
                    <a:pt x="3926" y="9511"/>
                    <a:pt x="3917" y="7417"/>
                    <a:pt x="3906" y="5325"/>
                  </a:cubicBezTo>
                  <a:cubicBezTo>
                    <a:pt x="3906" y="5278"/>
                    <a:pt x="3904" y="5229"/>
                    <a:pt x="3903" y="5183"/>
                  </a:cubicBezTo>
                  <a:cubicBezTo>
                    <a:pt x="4325" y="5164"/>
                    <a:pt x="4750" y="5147"/>
                    <a:pt x="5173" y="5128"/>
                  </a:cubicBezTo>
                  <a:lnTo>
                    <a:pt x="5173" y="5128"/>
                  </a:lnTo>
                  <a:cubicBezTo>
                    <a:pt x="5060" y="7397"/>
                    <a:pt x="5001" y="9671"/>
                    <a:pt x="4998" y="11941"/>
                  </a:cubicBezTo>
                  <a:cubicBezTo>
                    <a:pt x="5183" y="12055"/>
                    <a:pt x="5391" y="12190"/>
                    <a:pt x="5584" y="12190"/>
                  </a:cubicBezTo>
                  <a:cubicBezTo>
                    <a:pt x="5656" y="12190"/>
                    <a:pt x="5726" y="12171"/>
                    <a:pt x="5793" y="12126"/>
                  </a:cubicBezTo>
                  <a:cubicBezTo>
                    <a:pt x="6002" y="11982"/>
                    <a:pt x="6021" y="11686"/>
                    <a:pt x="6021" y="11434"/>
                  </a:cubicBezTo>
                  <a:cubicBezTo>
                    <a:pt x="6009" y="9341"/>
                    <a:pt x="6000" y="7249"/>
                    <a:pt x="5989" y="5155"/>
                  </a:cubicBezTo>
                  <a:lnTo>
                    <a:pt x="5989" y="5095"/>
                  </a:lnTo>
                  <a:cubicBezTo>
                    <a:pt x="6411" y="5076"/>
                    <a:pt x="6835" y="5059"/>
                    <a:pt x="7255" y="5040"/>
                  </a:cubicBezTo>
                  <a:lnTo>
                    <a:pt x="7255" y="5040"/>
                  </a:lnTo>
                  <a:cubicBezTo>
                    <a:pt x="7146" y="7282"/>
                    <a:pt x="7087" y="9528"/>
                    <a:pt x="7082" y="11773"/>
                  </a:cubicBezTo>
                  <a:cubicBezTo>
                    <a:pt x="7269" y="11885"/>
                    <a:pt x="7476" y="12021"/>
                    <a:pt x="7670" y="12021"/>
                  </a:cubicBezTo>
                  <a:cubicBezTo>
                    <a:pt x="7742" y="12021"/>
                    <a:pt x="7813" y="12002"/>
                    <a:pt x="7879" y="11956"/>
                  </a:cubicBezTo>
                  <a:cubicBezTo>
                    <a:pt x="8088" y="11812"/>
                    <a:pt x="8105" y="11516"/>
                    <a:pt x="8105" y="11264"/>
                  </a:cubicBezTo>
                  <a:cubicBezTo>
                    <a:pt x="8095" y="9176"/>
                    <a:pt x="8085" y="7092"/>
                    <a:pt x="8075" y="5004"/>
                  </a:cubicBezTo>
                  <a:cubicBezTo>
                    <a:pt x="8494" y="4987"/>
                    <a:pt x="8916" y="4968"/>
                    <a:pt x="9336" y="4951"/>
                  </a:cubicBezTo>
                  <a:lnTo>
                    <a:pt x="9336" y="4951"/>
                  </a:lnTo>
                  <a:cubicBezTo>
                    <a:pt x="9228" y="7167"/>
                    <a:pt x="9170" y="9384"/>
                    <a:pt x="9166" y="11603"/>
                  </a:cubicBezTo>
                  <a:cubicBezTo>
                    <a:pt x="9353" y="11716"/>
                    <a:pt x="9560" y="11852"/>
                    <a:pt x="9754" y="11852"/>
                  </a:cubicBezTo>
                  <a:cubicBezTo>
                    <a:pt x="9826" y="11852"/>
                    <a:pt x="9896" y="11833"/>
                    <a:pt x="9962" y="11787"/>
                  </a:cubicBezTo>
                  <a:cubicBezTo>
                    <a:pt x="10171" y="11643"/>
                    <a:pt x="10189" y="11348"/>
                    <a:pt x="10189" y="11095"/>
                  </a:cubicBezTo>
                  <a:cubicBezTo>
                    <a:pt x="10180" y="9035"/>
                    <a:pt x="10170" y="6975"/>
                    <a:pt x="10160" y="4915"/>
                  </a:cubicBezTo>
                  <a:cubicBezTo>
                    <a:pt x="10581" y="4896"/>
                    <a:pt x="10998" y="4879"/>
                    <a:pt x="11418" y="4860"/>
                  </a:cubicBezTo>
                  <a:lnTo>
                    <a:pt x="11418" y="4860"/>
                  </a:lnTo>
                  <a:cubicBezTo>
                    <a:pt x="11312" y="7050"/>
                    <a:pt x="11255" y="9243"/>
                    <a:pt x="11252" y="11434"/>
                  </a:cubicBezTo>
                  <a:cubicBezTo>
                    <a:pt x="11438" y="11546"/>
                    <a:pt x="11645" y="11682"/>
                    <a:pt x="11838" y="11682"/>
                  </a:cubicBezTo>
                  <a:cubicBezTo>
                    <a:pt x="11910" y="11682"/>
                    <a:pt x="11981" y="11663"/>
                    <a:pt x="12047" y="11617"/>
                  </a:cubicBezTo>
                  <a:cubicBezTo>
                    <a:pt x="12256" y="11473"/>
                    <a:pt x="12275" y="11178"/>
                    <a:pt x="12275" y="10925"/>
                  </a:cubicBezTo>
                  <a:cubicBezTo>
                    <a:pt x="12266" y="8893"/>
                    <a:pt x="12255" y="6857"/>
                    <a:pt x="12246" y="4824"/>
                  </a:cubicBezTo>
                  <a:lnTo>
                    <a:pt x="13499" y="4771"/>
                  </a:lnTo>
                  <a:lnTo>
                    <a:pt x="13499" y="4771"/>
                  </a:lnTo>
                  <a:cubicBezTo>
                    <a:pt x="13397" y="6933"/>
                    <a:pt x="13341" y="9100"/>
                    <a:pt x="13337" y="11265"/>
                  </a:cubicBezTo>
                  <a:cubicBezTo>
                    <a:pt x="13524" y="11379"/>
                    <a:pt x="13731" y="11514"/>
                    <a:pt x="13925" y="11514"/>
                  </a:cubicBezTo>
                  <a:cubicBezTo>
                    <a:pt x="13997" y="11514"/>
                    <a:pt x="14067" y="11496"/>
                    <a:pt x="14133" y="11450"/>
                  </a:cubicBezTo>
                  <a:cubicBezTo>
                    <a:pt x="14342" y="11306"/>
                    <a:pt x="14360" y="11010"/>
                    <a:pt x="14360" y="10758"/>
                  </a:cubicBezTo>
                  <a:cubicBezTo>
                    <a:pt x="14351" y="8750"/>
                    <a:pt x="14341" y="6742"/>
                    <a:pt x="14331" y="4736"/>
                  </a:cubicBezTo>
                  <a:cubicBezTo>
                    <a:pt x="14749" y="4717"/>
                    <a:pt x="15169" y="4700"/>
                    <a:pt x="15589" y="4681"/>
                  </a:cubicBezTo>
                  <a:lnTo>
                    <a:pt x="15589" y="4681"/>
                  </a:lnTo>
                  <a:cubicBezTo>
                    <a:pt x="15482" y="6876"/>
                    <a:pt x="15426" y="9071"/>
                    <a:pt x="15423" y="11268"/>
                  </a:cubicBezTo>
                  <a:cubicBezTo>
                    <a:pt x="15609" y="11381"/>
                    <a:pt x="15816" y="11517"/>
                    <a:pt x="16009" y="11517"/>
                  </a:cubicBezTo>
                  <a:cubicBezTo>
                    <a:pt x="16081" y="11517"/>
                    <a:pt x="16152" y="11498"/>
                    <a:pt x="16218" y="11451"/>
                  </a:cubicBezTo>
                  <a:cubicBezTo>
                    <a:pt x="16427" y="11307"/>
                    <a:pt x="16446" y="11012"/>
                    <a:pt x="16446" y="10760"/>
                  </a:cubicBezTo>
                  <a:cubicBezTo>
                    <a:pt x="16437" y="8723"/>
                    <a:pt x="16426" y="6684"/>
                    <a:pt x="16417" y="4648"/>
                  </a:cubicBezTo>
                  <a:cubicBezTo>
                    <a:pt x="16835" y="4629"/>
                    <a:pt x="17254" y="4612"/>
                    <a:pt x="17672" y="4593"/>
                  </a:cubicBezTo>
                  <a:lnTo>
                    <a:pt x="17672" y="4593"/>
                  </a:lnTo>
                  <a:cubicBezTo>
                    <a:pt x="17568" y="6780"/>
                    <a:pt x="17511" y="8966"/>
                    <a:pt x="17506" y="11155"/>
                  </a:cubicBezTo>
                  <a:cubicBezTo>
                    <a:pt x="17693" y="11267"/>
                    <a:pt x="17900" y="11403"/>
                    <a:pt x="18094" y="11403"/>
                  </a:cubicBezTo>
                  <a:cubicBezTo>
                    <a:pt x="18166" y="11403"/>
                    <a:pt x="18236" y="11384"/>
                    <a:pt x="18303" y="11338"/>
                  </a:cubicBezTo>
                  <a:cubicBezTo>
                    <a:pt x="18512" y="11193"/>
                    <a:pt x="18529" y="10898"/>
                    <a:pt x="18529" y="10646"/>
                  </a:cubicBezTo>
                  <a:cubicBezTo>
                    <a:pt x="18520" y="8617"/>
                    <a:pt x="18509" y="6587"/>
                    <a:pt x="18500" y="4557"/>
                  </a:cubicBezTo>
                  <a:cubicBezTo>
                    <a:pt x="18922" y="4540"/>
                    <a:pt x="19343" y="4521"/>
                    <a:pt x="19765" y="4506"/>
                  </a:cubicBezTo>
                  <a:lnTo>
                    <a:pt x="19765" y="4506"/>
                  </a:lnTo>
                  <a:cubicBezTo>
                    <a:pt x="19654" y="6747"/>
                    <a:pt x="19595" y="8993"/>
                    <a:pt x="19592" y="11240"/>
                  </a:cubicBezTo>
                  <a:cubicBezTo>
                    <a:pt x="19778" y="11352"/>
                    <a:pt x="19985" y="11488"/>
                    <a:pt x="20179" y="11488"/>
                  </a:cubicBezTo>
                  <a:cubicBezTo>
                    <a:pt x="20251" y="11488"/>
                    <a:pt x="20321" y="11469"/>
                    <a:pt x="20388" y="11423"/>
                  </a:cubicBezTo>
                  <a:cubicBezTo>
                    <a:pt x="20597" y="11278"/>
                    <a:pt x="20615" y="10983"/>
                    <a:pt x="20615" y="10731"/>
                  </a:cubicBezTo>
                  <a:cubicBezTo>
                    <a:pt x="20604" y="8643"/>
                    <a:pt x="20595" y="6559"/>
                    <a:pt x="20584" y="4471"/>
                  </a:cubicBezTo>
                  <a:cubicBezTo>
                    <a:pt x="20759" y="4464"/>
                    <a:pt x="20932" y="4457"/>
                    <a:pt x="21107" y="4449"/>
                  </a:cubicBezTo>
                  <a:cubicBezTo>
                    <a:pt x="21161" y="4117"/>
                    <a:pt x="21151" y="3660"/>
                    <a:pt x="21105" y="3324"/>
                  </a:cubicBezTo>
                  <a:cubicBezTo>
                    <a:pt x="21022" y="3281"/>
                    <a:pt x="20918" y="3187"/>
                    <a:pt x="20826" y="3186"/>
                  </a:cubicBezTo>
                  <a:cubicBezTo>
                    <a:pt x="20748" y="3184"/>
                    <a:pt x="20672" y="3184"/>
                    <a:pt x="20594" y="3181"/>
                  </a:cubicBezTo>
                  <a:cubicBezTo>
                    <a:pt x="20061" y="1945"/>
                    <a:pt x="19144" y="895"/>
                    <a:pt x="18120" y="8"/>
                  </a:cubicBezTo>
                  <a:cubicBezTo>
                    <a:pt x="17633" y="3"/>
                    <a:pt x="17147" y="1"/>
                    <a:pt x="166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6"/>
            <p:cNvSpPr/>
            <p:nvPr/>
          </p:nvSpPr>
          <p:spPr>
            <a:xfrm>
              <a:off x="885300" y="1905925"/>
              <a:ext cx="469350" cy="14700"/>
            </a:xfrm>
            <a:custGeom>
              <a:rect b="b" l="l" r="r" t="t"/>
              <a:pathLst>
                <a:path extrusionOk="0" h="588" w="18774">
                  <a:moveTo>
                    <a:pt x="16471" y="1"/>
                  </a:moveTo>
                  <a:cubicBezTo>
                    <a:pt x="15999" y="1"/>
                    <a:pt x="15528" y="5"/>
                    <a:pt x="15058" y="11"/>
                  </a:cubicBezTo>
                  <a:cubicBezTo>
                    <a:pt x="13849" y="28"/>
                    <a:pt x="12639" y="28"/>
                    <a:pt x="11430" y="50"/>
                  </a:cubicBezTo>
                  <a:cubicBezTo>
                    <a:pt x="9001" y="90"/>
                    <a:pt x="6572" y="172"/>
                    <a:pt x="4144" y="292"/>
                  </a:cubicBezTo>
                  <a:cubicBezTo>
                    <a:pt x="2767" y="361"/>
                    <a:pt x="1388" y="446"/>
                    <a:pt x="16" y="564"/>
                  </a:cubicBezTo>
                  <a:cubicBezTo>
                    <a:pt x="3" y="566"/>
                    <a:pt x="0" y="588"/>
                    <a:pt x="14" y="588"/>
                  </a:cubicBezTo>
                  <a:cubicBezTo>
                    <a:pt x="14" y="588"/>
                    <a:pt x="15" y="588"/>
                    <a:pt x="16" y="587"/>
                  </a:cubicBezTo>
                  <a:cubicBezTo>
                    <a:pt x="2444" y="468"/>
                    <a:pt x="4870" y="325"/>
                    <a:pt x="7298" y="239"/>
                  </a:cubicBezTo>
                  <a:cubicBezTo>
                    <a:pt x="9727" y="151"/>
                    <a:pt x="12156" y="93"/>
                    <a:pt x="14588" y="93"/>
                  </a:cubicBezTo>
                  <a:cubicBezTo>
                    <a:pt x="15783" y="93"/>
                    <a:pt x="16980" y="118"/>
                    <a:pt x="18176" y="118"/>
                  </a:cubicBezTo>
                  <a:cubicBezTo>
                    <a:pt x="18359" y="118"/>
                    <a:pt x="18541" y="118"/>
                    <a:pt x="18723" y="116"/>
                  </a:cubicBezTo>
                  <a:cubicBezTo>
                    <a:pt x="18773" y="116"/>
                    <a:pt x="18770" y="40"/>
                    <a:pt x="18720" y="38"/>
                  </a:cubicBezTo>
                  <a:cubicBezTo>
                    <a:pt x="17972" y="11"/>
                    <a:pt x="17221" y="1"/>
                    <a:pt x="164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6"/>
            <p:cNvSpPr/>
            <p:nvPr/>
          </p:nvSpPr>
          <p:spPr>
            <a:xfrm>
              <a:off x="1267350" y="1837500"/>
              <a:ext cx="32175" cy="70875"/>
            </a:xfrm>
            <a:custGeom>
              <a:rect b="b" l="l" r="r" t="t"/>
              <a:pathLst>
                <a:path extrusionOk="0" h="2835" w="1287">
                  <a:moveTo>
                    <a:pt x="1260" y="0"/>
                  </a:moveTo>
                  <a:cubicBezTo>
                    <a:pt x="1251" y="0"/>
                    <a:pt x="1241" y="4"/>
                    <a:pt x="1236" y="11"/>
                  </a:cubicBezTo>
                  <a:cubicBezTo>
                    <a:pt x="1097" y="197"/>
                    <a:pt x="1032" y="449"/>
                    <a:pt x="944" y="662"/>
                  </a:cubicBezTo>
                  <a:cubicBezTo>
                    <a:pt x="842" y="907"/>
                    <a:pt x="736" y="1152"/>
                    <a:pt x="631" y="1394"/>
                  </a:cubicBezTo>
                  <a:cubicBezTo>
                    <a:pt x="427" y="1856"/>
                    <a:pt x="213" y="2314"/>
                    <a:pt x="13" y="2777"/>
                  </a:cubicBezTo>
                  <a:cubicBezTo>
                    <a:pt x="0" y="2807"/>
                    <a:pt x="25" y="2835"/>
                    <a:pt x="50" y="2835"/>
                  </a:cubicBezTo>
                  <a:cubicBezTo>
                    <a:pt x="60" y="2835"/>
                    <a:pt x="71" y="2829"/>
                    <a:pt x="78" y="2816"/>
                  </a:cubicBezTo>
                  <a:cubicBezTo>
                    <a:pt x="323" y="2355"/>
                    <a:pt x="535" y="1875"/>
                    <a:pt x="744" y="1398"/>
                  </a:cubicBezTo>
                  <a:cubicBezTo>
                    <a:pt x="840" y="1178"/>
                    <a:pt x="932" y="959"/>
                    <a:pt x="1025" y="738"/>
                  </a:cubicBezTo>
                  <a:cubicBezTo>
                    <a:pt x="1118" y="513"/>
                    <a:pt x="1259" y="267"/>
                    <a:pt x="1285" y="24"/>
                  </a:cubicBezTo>
                  <a:cubicBezTo>
                    <a:pt x="1286" y="8"/>
                    <a:pt x="1273" y="0"/>
                    <a:pt x="12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6"/>
            <p:cNvSpPr/>
            <p:nvPr/>
          </p:nvSpPr>
          <p:spPr>
            <a:xfrm>
              <a:off x="514025" y="2068675"/>
              <a:ext cx="1307775" cy="484525"/>
            </a:xfrm>
            <a:custGeom>
              <a:rect b="b" l="l" r="r" t="t"/>
              <a:pathLst>
                <a:path extrusionOk="0" h="19381" w="52311">
                  <a:moveTo>
                    <a:pt x="51226" y="0"/>
                  </a:moveTo>
                  <a:cubicBezTo>
                    <a:pt x="50960" y="0"/>
                    <a:pt x="50613" y="121"/>
                    <a:pt x="50063" y="176"/>
                  </a:cubicBezTo>
                  <a:cubicBezTo>
                    <a:pt x="45359" y="646"/>
                    <a:pt x="40723" y="1179"/>
                    <a:pt x="35984" y="1208"/>
                  </a:cubicBezTo>
                  <a:cubicBezTo>
                    <a:pt x="32981" y="1208"/>
                    <a:pt x="29940" y="1050"/>
                    <a:pt x="26912" y="1050"/>
                  </a:cubicBezTo>
                  <a:cubicBezTo>
                    <a:pt x="24878" y="1050"/>
                    <a:pt x="22850" y="1121"/>
                    <a:pt x="20845" y="1359"/>
                  </a:cubicBezTo>
                  <a:cubicBezTo>
                    <a:pt x="15593" y="1984"/>
                    <a:pt x="10358" y="2970"/>
                    <a:pt x="5129" y="3771"/>
                  </a:cubicBezTo>
                  <a:cubicBezTo>
                    <a:pt x="2968" y="4102"/>
                    <a:pt x="1794" y="5015"/>
                    <a:pt x="1176" y="6259"/>
                  </a:cubicBezTo>
                  <a:cubicBezTo>
                    <a:pt x="0" y="8633"/>
                    <a:pt x="62" y="12017"/>
                    <a:pt x="604" y="14542"/>
                  </a:cubicBezTo>
                  <a:cubicBezTo>
                    <a:pt x="1448" y="18448"/>
                    <a:pt x="3456" y="18930"/>
                    <a:pt x="7161" y="18979"/>
                  </a:cubicBezTo>
                  <a:cubicBezTo>
                    <a:pt x="17236" y="19110"/>
                    <a:pt x="27309" y="19240"/>
                    <a:pt x="37382" y="19372"/>
                  </a:cubicBezTo>
                  <a:cubicBezTo>
                    <a:pt x="37724" y="19377"/>
                    <a:pt x="38069" y="19380"/>
                    <a:pt x="38416" y="19380"/>
                  </a:cubicBezTo>
                  <a:cubicBezTo>
                    <a:pt x="41120" y="19380"/>
                    <a:pt x="43919" y="19171"/>
                    <a:pt x="46055" y="17574"/>
                  </a:cubicBezTo>
                  <a:cubicBezTo>
                    <a:pt x="47991" y="16128"/>
                    <a:pt x="49027" y="13791"/>
                    <a:pt x="49791" y="11499"/>
                  </a:cubicBezTo>
                  <a:cubicBezTo>
                    <a:pt x="50562" y="9186"/>
                    <a:pt x="51138" y="6809"/>
                    <a:pt x="51512" y="4399"/>
                  </a:cubicBezTo>
                  <a:cubicBezTo>
                    <a:pt x="51636" y="3602"/>
                    <a:pt x="52311" y="1303"/>
                    <a:pt x="51937" y="594"/>
                  </a:cubicBezTo>
                  <a:cubicBezTo>
                    <a:pt x="51694" y="129"/>
                    <a:pt x="51502" y="0"/>
                    <a:pt x="512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6"/>
            <p:cNvSpPr/>
            <p:nvPr/>
          </p:nvSpPr>
          <p:spPr>
            <a:xfrm>
              <a:off x="1688025" y="2145625"/>
              <a:ext cx="60400" cy="267900"/>
            </a:xfrm>
            <a:custGeom>
              <a:rect b="b" l="l" r="r" t="t"/>
              <a:pathLst>
                <a:path extrusionOk="0" h="10716" w="2416">
                  <a:moveTo>
                    <a:pt x="2360" y="1"/>
                  </a:moveTo>
                  <a:cubicBezTo>
                    <a:pt x="2348" y="1"/>
                    <a:pt x="2336" y="7"/>
                    <a:pt x="2329" y="21"/>
                  </a:cubicBezTo>
                  <a:cubicBezTo>
                    <a:pt x="2200" y="327"/>
                    <a:pt x="2171" y="684"/>
                    <a:pt x="2108" y="1008"/>
                  </a:cubicBezTo>
                  <a:cubicBezTo>
                    <a:pt x="2040" y="1358"/>
                    <a:pt x="1969" y="1711"/>
                    <a:pt x="1904" y="2063"/>
                  </a:cubicBezTo>
                  <a:cubicBezTo>
                    <a:pt x="1776" y="2756"/>
                    <a:pt x="1636" y="3447"/>
                    <a:pt x="1492" y="4137"/>
                  </a:cubicBezTo>
                  <a:cubicBezTo>
                    <a:pt x="1203" y="5529"/>
                    <a:pt x="894" y="6918"/>
                    <a:pt x="566" y="8301"/>
                  </a:cubicBezTo>
                  <a:cubicBezTo>
                    <a:pt x="379" y="9092"/>
                    <a:pt x="197" y="9885"/>
                    <a:pt x="7" y="10676"/>
                  </a:cubicBezTo>
                  <a:cubicBezTo>
                    <a:pt x="1" y="10699"/>
                    <a:pt x="21" y="10715"/>
                    <a:pt x="41" y="10715"/>
                  </a:cubicBezTo>
                  <a:cubicBezTo>
                    <a:pt x="53" y="10715"/>
                    <a:pt x="65" y="10709"/>
                    <a:pt x="69" y="10693"/>
                  </a:cubicBezTo>
                  <a:cubicBezTo>
                    <a:pt x="801" y="7942"/>
                    <a:pt x="1399" y="5166"/>
                    <a:pt x="1985" y="2381"/>
                  </a:cubicBezTo>
                  <a:cubicBezTo>
                    <a:pt x="2070" y="1984"/>
                    <a:pt x="2149" y="1586"/>
                    <a:pt x="2223" y="1185"/>
                  </a:cubicBezTo>
                  <a:cubicBezTo>
                    <a:pt x="2292" y="817"/>
                    <a:pt x="2416" y="415"/>
                    <a:pt x="2401" y="39"/>
                  </a:cubicBezTo>
                  <a:cubicBezTo>
                    <a:pt x="2401" y="17"/>
                    <a:pt x="2380" y="1"/>
                    <a:pt x="2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6"/>
            <p:cNvSpPr/>
            <p:nvPr/>
          </p:nvSpPr>
          <p:spPr>
            <a:xfrm>
              <a:off x="1676550" y="2186625"/>
              <a:ext cx="25650" cy="131350"/>
            </a:xfrm>
            <a:custGeom>
              <a:rect b="b" l="l" r="r" t="t"/>
              <a:pathLst>
                <a:path extrusionOk="0" h="5254" w="1026">
                  <a:moveTo>
                    <a:pt x="978" y="1"/>
                  </a:moveTo>
                  <a:cubicBezTo>
                    <a:pt x="958" y="1"/>
                    <a:pt x="938" y="12"/>
                    <a:pt x="930" y="34"/>
                  </a:cubicBezTo>
                  <a:cubicBezTo>
                    <a:pt x="800" y="442"/>
                    <a:pt x="757" y="888"/>
                    <a:pt x="683" y="1307"/>
                  </a:cubicBezTo>
                  <a:cubicBezTo>
                    <a:pt x="606" y="1745"/>
                    <a:pt x="529" y="2182"/>
                    <a:pt x="453" y="2621"/>
                  </a:cubicBezTo>
                  <a:cubicBezTo>
                    <a:pt x="303" y="3486"/>
                    <a:pt x="155" y="4352"/>
                    <a:pt x="5" y="5216"/>
                  </a:cubicBezTo>
                  <a:cubicBezTo>
                    <a:pt x="0" y="5238"/>
                    <a:pt x="20" y="5253"/>
                    <a:pt x="37" y="5253"/>
                  </a:cubicBezTo>
                  <a:cubicBezTo>
                    <a:pt x="48" y="5253"/>
                    <a:pt x="58" y="5247"/>
                    <a:pt x="61" y="5233"/>
                  </a:cubicBezTo>
                  <a:cubicBezTo>
                    <a:pt x="228" y="4362"/>
                    <a:pt x="395" y="3487"/>
                    <a:pt x="562" y="2616"/>
                  </a:cubicBezTo>
                  <a:cubicBezTo>
                    <a:pt x="645" y="2191"/>
                    <a:pt x="725" y="1766"/>
                    <a:pt x="804" y="1343"/>
                  </a:cubicBezTo>
                  <a:cubicBezTo>
                    <a:pt x="884" y="918"/>
                    <a:pt x="1002" y="482"/>
                    <a:pt x="1023" y="50"/>
                  </a:cubicBezTo>
                  <a:cubicBezTo>
                    <a:pt x="1026" y="17"/>
                    <a:pt x="1003" y="1"/>
                    <a:pt x="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6"/>
            <p:cNvSpPr/>
            <p:nvPr/>
          </p:nvSpPr>
          <p:spPr>
            <a:xfrm>
              <a:off x="1381225" y="2180700"/>
              <a:ext cx="17725" cy="141600"/>
            </a:xfrm>
            <a:custGeom>
              <a:rect b="b" l="l" r="r" t="t"/>
              <a:pathLst>
                <a:path extrusionOk="0" h="5664" w="709">
                  <a:moveTo>
                    <a:pt x="648" y="0"/>
                  </a:moveTo>
                  <a:cubicBezTo>
                    <a:pt x="628" y="0"/>
                    <a:pt x="610" y="11"/>
                    <a:pt x="605" y="33"/>
                  </a:cubicBezTo>
                  <a:cubicBezTo>
                    <a:pt x="501" y="474"/>
                    <a:pt x="494" y="955"/>
                    <a:pt x="443" y="1406"/>
                  </a:cubicBezTo>
                  <a:cubicBezTo>
                    <a:pt x="393" y="1870"/>
                    <a:pt x="341" y="2335"/>
                    <a:pt x="293" y="2801"/>
                  </a:cubicBezTo>
                  <a:lnTo>
                    <a:pt x="4" y="5626"/>
                  </a:lnTo>
                  <a:cubicBezTo>
                    <a:pt x="1" y="5651"/>
                    <a:pt x="19" y="5663"/>
                    <a:pt x="38" y="5663"/>
                  </a:cubicBezTo>
                  <a:cubicBezTo>
                    <a:pt x="58" y="5663"/>
                    <a:pt x="79" y="5651"/>
                    <a:pt x="83" y="5626"/>
                  </a:cubicBezTo>
                  <a:lnTo>
                    <a:pt x="406" y="2837"/>
                  </a:lnTo>
                  <a:cubicBezTo>
                    <a:pt x="458" y="2384"/>
                    <a:pt x="507" y="1931"/>
                    <a:pt x="557" y="1477"/>
                  </a:cubicBezTo>
                  <a:cubicBezTo>
                    <a:pt x="607" y="1008"/>
                    <a:pt x="708" y="517"/>
                    <a:pt x="701" y="48"/>
                  </a:cubicBezTo>
                  <a:cubicBezTo>
                    <a:pt x="699" y="17"/>
                    <a:pt x="672" y="0"/>
                    <a:pt x="6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6"/>
            <p:cNvSpPr/>
            <p:nvPr/>
          </p:nvSpPr>
          <p:spPr>
            <a:xfrm>
              <a:off x="1430775" y="2177050"/>
              <a:ext cx="17850" cy="87800"/>
            </a:xfrm>
            <a:custGeom>
              <a:rect b="b" l="l" r="r" t="t"/>
              <a:pathLst>
                <a:path extrusionOk="0" h="3512" w="714">
                  <a:moveTo>
                    <a:pt x="681" y="0"/>
                  </a:moveTo>
                  <a:cubicBezTo>
                    <a:pt x="669" y="0"/>
                    <a:pt x="658" y="7"/>
                    <a:pt x="653" y="21"/>
                  </a:cubicBezTo>
                  <a:cubicBezTo>
                    <a:pt x="442" y="572"/>
                    <a:pt x="318" y="1167"/>
                    <a:pt x="213" y="1748"/>
                  </a:cubicBezTo>
                  <a:cubicBezTo>
                    <a:pt x="111" y="2316"/>
                    <a:pt x="42" y="2889"/>
                    <a:pt x="3" y="3464"/>
                  </a:cubicBezTo>
                  <a:cubicBezTo>
                    <a:pt x="1" y="3496"/>
                    <a:pt x="24" y="3512"/>
                    <a:pt x="49" y="3512"/>
                  </a:cubicBezTo>
                  <a:cubicBezTo>
                    <a:pt x="73" y="3512"/>
                    <a:pt x="99" y="3496"/>
                    <a:pt x="102" y="3464"/>
                  </a:cubicBezTo>
                  <a:cubicBezTo>
                    <a:pt x="143" y="2875"/>
                    <a:pt x="215" y="2290"/>
                    <a:pt x="323" y="1711"/>
                  </a:cubicBezTo>
                  <a:cubicBezTo>
                    <a:pt x="428" y="1146"/>
                    <a:pt x="585" y="595"/>
                    <a:pt x="709" y="36"/>
                  </a:cubicBezTo>
                  <a:cubicBezTo>
                    <a:pt x="714" y="14"/>
                    <a:pt x="698" y="0"/>
                    <a:pt x="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6"/>
            <p:cNvSpPr/>
            <p:nvPr/>
          </p:nvSpPr>
          <p:spPr>
            <a:xfrm>
              <a:off x="966125" y="2158850"/>
              <a:ext cx="3525" cy="57900"/>
            </a:xfrm>
            <a:custGeom>
              <a:rect b="b" l="l" r="r" t="t"/>
              <a:pathLst>
                <a:path extrusionOk="0" h="2316" w="141">
                  <a:moveTo>
                    <a:pt x="99" y="1"/>
                  </a:moveTo>
                  <a:cubicBezTo>
                    <a:pt x="88" y="1"/>
                    <a:pt x="77" y="8"/>
                    <a:pt x="75" y="22"/>
                  </a:cubicBezTo>
                  <a:cubicBezTo>
                    <a:pt x="18" y="772"/>
                    <a:pt x="18" y="1525"/>
                    <a:pt x="2" y="2277"/>
                  </a:cubicBezTo>
                  <a:cubicBezTo>
                    <a:pt x="0" y="2302"/>
                    <a:pt x="19" y="2315"/>
                    <a:pt x="39" y="2315"/>
                  </a:cubicBezTo>
                  <a:cubicBezTo>
                    <a:pt x="59" y="2315"/>
                    <a:pt x="80" y="2302"/>
                    <a:pt x="81" y="2277"/>
                  </a:cubicBezTo>
                  <a:cubicBezTo>
                    <a:pt x="103" y="1527"/>
                    <a:pt x="140" y="775"/>
                    <a:pt x="120" y="22"/>
                  </a:cubicBezTo>
                  <a:cubicBezTo>
                    <a:pt x="120" y="8"/>
                    <a:pt x="109" y="1"/>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46"/>
          <p:cNvGrpSpPr/>
          <p:nvPr/>
        </p:nvGrpSpPr>
        <p:grpSpPr>
          <a:xfrm>
            <a:off x="981549" y="2861100"/>
            <a:ext cx="851015" cy="304148"/>
            <a:chOff x="2714500" y="1614925"/>
            <a:chExt cx="537325" cy="192025"/>
          </a:xfrm>
        </p:grpSpPr>
        <p:sp>
          <p:nvSpPr>
            <p:cNvPr id="2695" name="Google Shape;2695;p46"/>
            <p:cNvSpPr/>
            <p:nvPr/>
          </p:nvSpPr>
          <p:spPr>
            <a:xfrm>
              <a:off x="2714500" y="1614925"/>
              <a:ext cx="537325" cy="192025"/>
            </a:xfrm>
            <a:custGeom>
              <a:rect b="b" l="l" r="r" t="t"/>
              <a:pathLst>
                <a:path extrusionOk="0" h="7681" w="21493">
                  <a:moveTo>
                    <a:pt x="10725" y="1"/>
                  </a:moveTo>
                  <a:cubicBezTo>
                    <a:pt x="9877" y="1"/>
                    <a:pt x="9028" y="274"/>
                    <a:pt x="8364" y="801"/>
                  </a:cubicBezTo>
                  <a:cubicBezTo>
                    <a:pt x="7304" y="1642"/>
                    <a:pt x="6769" y="3086"/>
                    <a:pt x="6998" y="4416"/>
                  </a:cubicBezTo>
                  <a:cubicBezTo>
                    <a:pt x="6847" y="4006"/>
                    <a:pt x="6425" y="3696"/>
                    <a:pt x="5988" y="3696"/>
                  </a:cubicBezTo>
                  <a:cubicBezTo>
                    <a:pt x="5947" y="3696"/>
                    <a:pt x="5906" y="3698"/>
                    <a:pt x="5866" y="3704"/>
                  </a:cubicBezTo>
                  <a:cubicBezTo>
                    <a:pt x="5291" y="3782"/>
                    <a:pt x="4853" y="4407"/>
                    <a:pt x="4978" y="4973"/>
                  </a:cubicBezTo>
                  <a:cubicBezTo>
                    <a:pt x="4721" y="4531"/>
                    <a:pt x="4207" y="4265"/>
                    <a:pt x="3698" y="4265"/>
                  </a:cubicBezTo>
                  <a:cubicBezTo>
                    <a:pt x="3517" y="4265"/>
                    <a:pt x="3336" y="4299"/>
                    <a:pt x="3167" y="4371"/>
                  </a:cubicBezTo>
                  <a:cubicBezTo>
                    <a:pt x="2685" y="4576"/>
                    <a:pt x="2355" y="5071"/>
                    <a:pt x="2306" y="5588"/>
                  </a:cubicBezTo>
                  <a:cubicBezTo>
                    <a:pt x="2195" y="5287"/>
                    <a:pt x="1941" y="5032"/>
                    <a:pt x="1626" y="4957"/>
                  </a:cubicBezTo>
                  <a:cubicBezTo>
                    <a:pt x="1560" y="4942"/>
                    <a:pt x="1493" y="4935"/>
                    <a:pt x="1427" y="4935"/>
                  </a:cubicBezTo>
                  <a:cubicBezTo>
                    <a:pt x="1003" y="4935"/>
                    <a:pt x="583" y="5233"/>
                    <a:pt x="473" y="5648"/>
                  </a:cubicBezTo>
                  <a:cubicBezTo>
                    <a:pt x="0" y="7423"/>
                    <a:pt x="3440" y="7384"/>
                    <a:pt x="4468" y="7459"/>
                  </a:cubicBezTo>
                  <a:cubicBezTo>
                    <a:pt x="6466" y="7606"/>
                    <a:pt x="8469" y="7680"/>
                    <a:pt x="10473" y="7680"/>
                  </a:cubicBezTo>
                  <a:cubicBezTo>
                    <a:pt x="11209" y="7680"/>
                    <a:pt x="11946" y="7670"/>
                    <a:pt x="12682" y="7650"/>
                  </a:cubicBezTo>
                  <a:cubicBezTo>
                    <a:pt x="14079" y="7613"/>
                    <a:pt x="15476" y="7536"/>
                    <a:pt x="16869" y="7427"/>
                  </a:cubicBezTo>
                  <a:cubicBezTo>
                    <a:pt x="18144" y="7326"/>
                    <a:pt x="19410" y="7329"/>
                    <a:pt x="20662" y="7052"/>
                  </a:cubicBezTo>
                  <a:cubicBezTo>
                    <a:pt x="21047" y="6967"/>
                    <a:pt x="21492" y="6836"/>
                    <a:pt x="21429" y="6389"/>
                  </a:cubicBezTo>
                  <a:cubicBezTo>
                    <a:pt x="21371" y="5983"/>
                    <a:pt x="20968" y="5640"/>
                    <a:pt x="20583" y="5564"/>
                  </a:cubicBezTo>
                  <a:cubicBezTo>
                    <a:pt x="20503" y="5549"/>
                    <a:pt x="20424" y="5541"/>
                    <a:pt x="20344" y="5541"/>
                  </a:cubicBezTo>
                  <a:cubicBezTo>
                    <a:pt x="19874" y="5541"/>
                    <a:pt x="19411" y="5793"/>
                    <a:pt x="19073" y="6133"/>
                  </a:cubicBezTo>
                  <a:cubicBezTo>
                    <a:pt x="19256" y="5823"/>
                    <a:pt x="19165" y="5384"/>
                    <a:pt x="18879" y="5171"/>
                  </a:cubicBezTo>
                  <a:cubicBezTo>
                    <a:pt x="18755" y="5077"/>
                    <a:pt x="18600" y="5032"/>
                    <a:pt x="18445" y="5032"/>
                  </a:cubicBezTo>
                  <a:cubicBezTo>
                    <a:pt x="18243" y="5032"/>
                    <a:pt x="18040" y="5109"/>
                    <a:pt x="17902" y="5257"/>
                  </a:cubicBezTo>
                  <a:cubicBezTo>
                    <a:pt x="18121" y="3939"/>
                    <a:pt x="17261" y="2015"/>
                    <a:pt x="15744" y="2015"/>
                  </a:cubicBezTo>
                  <a:cubicBezTo>
                    <a:pt x="15689" y="2015"/>
                    <a:pt x="15633" y="2017"/>
                    <a:pt x="15576" y="2023"/>
                  </a:cubicBezTo>
                  <a:cubicBezTo>
                    <a:pt x="15042" y="2070"/>
                    <a:pt x="14569" y="2488"/>
                    <a:pt x="14381" y="2976"/>
                  </a:cubicBezTo>
                  <a:cubicBezTo>
                    <a:pt x="14141" y="1902"/>
                    <a:pt x="13428" y="925"/>
                    <a:pt x="12449" y="413"/>
                  </a:cubicBezTo>
                  <a:cubicBezTo>
                    <a:pt x="11918" y="136"/>
                    <a:pt x="11322" y="1"/>
                    <a:pt x="10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6"/>
            <p:cNvSpPr/>
            <p:nvPr/>
          </p:nvSpPr>
          <p:spPr>
            <a:xfrm>
              <a:off x="2733800" y="1750300"/>
              <a:ext cx="29675" cy="23475"/>
            </a:xfrm>
            <a:custGeom>
              <a:rect b="b" l="l" r="r" t="t"/>
              <a:pathLst>
                <a:path extrusionOk="0" h="939" w="1187">
                  <a:moveTo>
                    <a:pt x="780" y="0"/>
                  </a:moveTo>
                  <a:cubicBezTo>
                    <a:pt x="618" y="0"/>
                    <a:pt x="454" y="56"/>
                    <a:pt x="326" y="153"/>
                  </a:cubicBezTo>
                  <a:cubicBezTo>
                    <a:pt x="89" y="335"/>
                    <a:pt x="1" y="639"/>
                    <a:pt x="67" y="926"/>
                  </a:cubicBezTo>
                  <a:cubicBezTo>
                    <a:pt x="69" y="934"/>
                    <a:pt x="76" y="938"/>
                    <a:pt x="82" y="938"/>
                  </a:cubicBezTo>
                  <a:cubicBezTo>
                    <a:pt x="92" y="938"/>
                    <a:pt x="102" y="930"/>
                    <a:pt x="100" y="917"/>
                  </a:cubicBezTo>
                  <a:cubicBezTo>
                    <a:pt x="64" y="652"/>
                    <a:pt x="169" y="358"/>
                    <a:pt x="406" y="214"/>
                  </a:cubicBezTo>
                  <a:cubicBezTo>
                    <a:pt x="519" y="146"/>
                    <a:pt x="632" y="120"/>
                    <a:pt x="747" y="120"/>
                  </a:cubicBezTo>
                  <a:cubicBezTo>
                    <a:pt x="870" y="120"/>
                    <a:pt x="995" y="150"/>
                    <a:pt x="1123" y="189"/>
                  </a:cubicBezTo>
                  <a:cubicBezTo>
                    <a:pt x="1126" y="190"/>
                    <a:pt x="1129" y="191"/>
                    <a:pt x="1132" y="191"/>
                  </a:cubicBezTo>
                  <a:cubicBezTo>
                    <a:pt x="1162" y="191"/>
                    <a:pt x="1187" y="147"/>
                    <a:pt x="1159" y="126"/>
                  </a:cubicBezTo>
                  <a:cubicBezTo>
                    <a:pt x="1051" y="40"/>
                    <a:pt x="917" y="0"/>
                    <a:pt x="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6"/>
            <p:cNvSpPr/>
            <p:nvPr/>
          </p:nvSpPr>
          <p:spPr>
            <a:xfrm>
              <a:off x="2741825" y="1758500"/>
              <a:ext cx="17725" cy="8575"/>
            </a:xfrm>
            <a:custGeom>
              <a:rect b="b" l="l" r="r" t="t"/>
              <a:pathLst>
                <a:path extrusionOk="0" h="343" w="709">
                  <a:moveTo>
                    <a:pt x="580" y="0"/>
                  </a:moveTo>
                  <a:cubicBezTo>
                    <a:pt x="365" y="0"/>
                    <a:pt x="150" y="141"/>
                    <a:pt x="17" y="296"/>
                  </a:cubicBezTo>
                  <a:cubicBezTo>
                    <a:pt x="0" y="317"/>
                    <a:pt x="16" y="343"/>
                    <a:pt x="36" y="343"/>
                  </a:cubicBezTo>
                  <a:cubicBezTo>
                    <a:pt x="42" y="343"/>
                    <a:pt x="48" y="340"/>
                    <a:pt x="54" y="335"/>
                  </a:cubicBezTo>
                  <a:cubicBezTo>
                    <a:pt x="236" y="148"/>
                    <a:pt x="439" y="113"/>
                    <a:pt x="682" y="63"/>
                  </a:cubicBezTo>
                  <a:cubicBezTo>
                    <a:pt x="708" y="57"/>
                    <a:pt x="706" y="15"/>
                    <a:pt x="681" y="11"/>
                  </a:cubicBezTo>
                  <a:cubicBezTo>
                    <a:pt x="648" y="4"/>
                    <a:pt x="614" y="0"/>
                    <a:pt x="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6"/>
            <p:cNvSpPr/>
            <p:nvPr/>
          </p:nvSpPr>
          <p:spPr>
            <a:xfrm>
              <a:off x="2778875" y="1732075"/>
              <a:ext cx="49500" cy="26050"/>
            </a:xfrm>
            <a:custGeom>
              <a:rect b="b" l="l" r="r" t="t"/>
              <a:pathLst>
                <a:path extrusionOk="0" h="1042" w="1980">
                  <a:moveTo>
                    <a:pt x="1408" y="0"/>
                  </a:moveTo>
                  <a:cubicBezTo>
                    <a:pt x="757" y="0"/>
                    <a:pt x="67" y="318"/>
                    <a:pt x="2" y="1019"/>
                  </a:cubicBezTo>
                  <a:cubicBezTo>
                    <a:pt x="1" y="1033"/>
                    <a:pt x="14" y="1041"/>
                    <a:pt x="27" y="1041"/>
                  </a:cubicBezTo>
                  <a:cubicBezTo>
                    <a:pt x="36" y="1041"/>
                    <a:pt x="46" y="1036"/>
                    <a:pt x="48" y="1025"/>
                  </a:cubicBezTo>
                  <a:cubicBezTo>
                    <a:pt x="124" y="614"/>
                    <a:pt x="441" y="335"/>
                    <a:pt x="833" y="218"/>
                  </a:cubicBezTo>
                  <a:cubicBezTo>
                    <a:pt x="1000" y="168"/>
                    <a:pt x="1163" y="157"/>
                    <a:pt x="1326" y="157"/>
                  </a:cubicBezTo>
                  <a:cubicBezTo>
                    <a:pt x="1456" y="157"/>
                    <a:pt x="1586" y="164"/>
                    <a:pt x="1717" y="164"/>
                  </a:cubicBezTo>
                  <a:cubicBezTo>
                    <a:pt x="1784" y="164"/>
                    <a:pt x="1852" y="162"/>
                    <a:pt x="1921" y="156"/>
                  </a:cubicBezTo>
                  <a:cubicBezTo>
                    <a:pt x="1967" y="153"/>
                    <a:pt x="1980" y="88"/>
                    <a:pt x="1932" y="74"/>
                  </a:cubicBezTo>
                  <a:cubicBezTo>
                    <a:pt x="1770" y="25"/>
                    <a:pt x="1591" y="0"/>
                    <a:pt x="14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6"/>
            <p:cNvSpPr/>
            <p:nvPr/>
          </p:nvSpPr>
          <p:spPr>
            <a:xfrm>
              <a:off x="2790150" y="1740575"/>
              <a:ext cx="29775" cy="10475"/>
            </a:xfrm>
            <a:custGeom>
              <a:rect b="b" l="l" r="r" t="t"/>
              <a:pathLst>
                <a:path extrusionOk="0" h="419" w="1191">
                  <a:moveTo>
                    <a:pt x="1068" y="1"/>
                  </a:moveTo>
                  <a:cubicBezTo>
                    <a:pt x="694" y="1"/>
                    <a:pt x="313" y="177"/>
                    <a:pt x="16" y="385"/>
                  </a:cubicBezTo>
                  <a:cubicBezTo>
                    <a:pt x="0" y="396"/>
                    <a:pt x="9" y="419"/>
                    <a:pt x="23" y="419"/>
                  </a:cubicBezTo>
                  <a:cubicBezTo>
                    <a:pt x="26" y="419"/>
                    <a:pt x="30" y="418"/>
                    <a:pt x="33" y="415"/>
                  </a:cubicBezTo>
                  <a:cubicBezTo>
                    <a:pt x="398" y="199"/>
                    <a:pt x="748" y="139"/>
                    <a:pt x="1154" y="61"/>
                  </a:cubicBezTo>
                  <a:cubicBezTo>
                    <a:pt x="1190" y="54"/>
                    <a:pt x="1179" y="5"/>
                    <a:pt x="1147" y="3"/>
                  </a:cubicBezTo>
                  <a:cubicBezTo>
                    <a:pt x="1121" y="2"/>
                    <a:pt x="1094" y="1"/>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6"/>
            <p:cNvSpPr/>
            <p:nvPr/>
          </p:nvSpPr>
          <p:spPr>
            <a:xfrm>
              <a:off x="2798000" y="1746525"/>
              <a:ext cx="22425" cy="10025"/>
            </a:xfrm>
            <a:custGeom>
              <a:rect b="b" l="l" r="r" t="t"/>
              <a:pathLst>
                <a:path extrusionOk="0" h="401" w="897">
                  <a:moveTo>
                    <a:pt x="837" y="0"/>
                  </a:moveTo>
                  <a:cubicBezTo>
                    <a:pt x="527" y="0"/>
                    <a:pt x="232" y="159"/>
                    <a:pt x="13" y="371"/>
                  </a:cubicBezTo>
                  <a:cubicBezTo>
                    <a:pt x="1" y="383"/>
                    <a:pt x="13" y="401"/>
                    <a:pt x="27" y="401"/>
                  </a:cubicBezTo>
                  <a:cubicBezTo>
                    <a:pt x="31" y="401"/>
                    <a:pt x="35" y="400"/>
                    <a:pt x="39" y="396"/>
                  </a:cubicBezTo>
                  <a:cubicBezTo>
                    <a:pt x="281" y="182"/>
                    <a:pt x="552" y="101"/>
                    <a:pt x="865" y="54"/>
                  </a:cubicBezTo>
                  <a:cubicBezTo>
                    <a:pt x="896" y="48"/>
                    <a:pt x="886" y="0"/>
                    <a:pt x="857" y="0"/>
                  </a:cubicBezTo>
                  <a:cubicBezTo>
                    <a:pt x="851" y="0"/>
                    <a:pt x="844"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6"/>
            <p:cNvSpPr/>
            <p:nvPr/>
          </p:nvSpPr>
          <p:spPr>
            <a:xfrm>
              <a:off x="2840050" y="1718825"/>
              <a:ext cx="40450" cy="23025"/>
            </a:xfrm>
            <a:custGeom>
              <a:rect b="b" l="l" r="r" t="t"/>
              <a:pathLst>
                <a:path extrusionOk="0" h="921" w="1618">
                  <a:moveTo>
                    <a:pt x="1137" y="1"/>
                  </a:moveTo>
                  <a:cubicBezTo>
                    <a:pt x="630" y="1"/>
                    <a:pt x="1" y="426"/>
                    <a:pt x="218" y="907"/>
                  </a:cubicBezTo>
                  <a:cubicBezTo>
                    <a:pt x="223" y="916"/>
                    <a:pt x="231" y="920"/>
                    <a:pt x="240" y="920"/>
                  </a:cubicBezTo>
                  <a:cubicBezTo>
                    <a:pt x="257" y="920"/>
                    <a:pt x="277" y="904"/>
                    <a:pt x="269" y="885"/>
                  </a:cubicBezTo>
                  <a:cubicBezTo>
                    <a:pt x="131" y="510"/>
                    <a:pt x="573" y="232"/>
                    <a:pt x="886" y="173"/>
                  </a:cubicBezTo>
                  <a:cubicBezTo>
                    <a:pt x="929" y="165"/>
                    <a:pt x="970" y="161"/>
                    <a:pt x="1011" y="161"/>
                  </a:cubicBezTo>
                  <a:cubicBezTo>
                    <a:pt x="1205" y="161"/>
                    <a:pt x="1370" y="243"/>
                    <a:pt x="1567" y="252"/>
                  </a:cubicBezTo>
                  <a:cubicBezTo>
                    <a:pt x="1568" y="253"/>
                    <a:pt x="1568" y="253"/>
                    <a:pt x="1569" y="253"/>
                  </a:cubicBezTo>
                  <a:cubicBezTo>
                    <a:pt x="1595" y="253"/>
                    <a:pt x="1617" y="217"/>
                    <a:pt x="1600" y="195"/>
                  </a:cubicBezTo>
                  <a:cubicBezTo>
                    <a:pt x="1495" y="59"/>
                    <a:pt x="1324" y="1"/>
                    <a:pt x="1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6"/>
            <p:cNvSpPr/>
            <p:nvPr/>
          </p:nvSpPr>
          <p:spPr>
            <a:xfrm>
              <a:off x="2859700" y="1732350"/>
              <a:ext cx="11650" cy="4000"/>
            </a:xfrm>
            <a:custGeom>
              <a:rect b="b" l="l" r="r" t="t"/>
              <a:pathLst>
                <a:path extrusionOk="0" h="160" w="466">
                  <a:moveTo>
                    <a:pt x="262" y="0"/>
                  </a:moveTo>
                  <a:cubicBezTo>
                    <a:pt x="171" y="0"/>
                    <a:pt x="77" y="41"/>
                    <a:pt x="20" y="108"/>
                  </a:cubicBezTo>
                  <a:cubicBezTo>
                    <a:pt x="1" y="130"/>
                    <a:pt x="20" y="159"/>
                    <a:pt x="41" y="159"/>
                  </a:cubicBezTo>
                  <a:cubicBezTo>
                    <a:pt x="48" y="159"/>
                    <a:pt x="55" y="156"/>
                    <a:pt x="61" y="149"/>
                  </a:cubicBezTo>
                  <a:cubicBezTo>
                    <a:pt x="111" y="96"/>
                    <a:pt x="169" y="75"/>
                    <a:pt x="230" y="75"/>
                  </a:cubicBezTo>
                  <a:cubicBezTo>
                    <a:pt x="291" y="75"/>
                    <a:pt x="355" y="97"/>
                    <a:pt x="414" y="129"/>
                  </a:cubicBezTo>
                  <a:cubicBezTo>
                    <a:pt x="417" y="132"/>
                    <a:pt x="422" y="133"/>
                    <a:pt x="426" y="133"/>
                  </a:cubicBezTo>
                  <a:cubicBezTo>
                    <a:pt x="445" y="133"/>
                    <a:pt x="466" y="111"/>
                    <a:pt x="453" y="92"/>
                  </a:cubicBezTo>
                  <a:cubicBezTo>
                    <a:pt x="407" y="28"/>
                    <a:pt x="336"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6"/>
            <p:cNvSpPr/>
            <p:nvPr/>
          </p:nvSpPr>
          <p:spPr>
            <a:xfrm>
              <a:off x="2901075" y="1636150"/>
              <a:ext cx="143950" cy="89225"/>
            </a:xfrm>
            <a:custGeom>
              <a:rect b="b" l="l" r="r" t="t"/>
              <a:pathLst>
                <a:path extrusionOk="0" h="3569" w="5758">
                  <a:moveTo>
                    <a:pt x="3377" y="0"/>
                  </a:moveTo>
                  <a:cubicBezTo>
                    <a:pt x="2906" y="0"/>
                    <a:pt x="2442" y="89"/>
                    <a:pt x="2044" y="263"/>
                  </a:cubicBezTo>
                  <a:cubicBezTo>
                    <a:pt x="771" y="818"/>
                    <a:pt x="1" y="2176"/>
                    <a:pt x="117" y="3547"/>
                  </a:cubicBezTo>
                  <a:cubicBezTo>
                    <a:pt x="118" y="3561"/>
                    <a:pt x="130" y="3569"/>
                    <a:pt x="141" y="3569"/>
                  </a:cubicBezTo>
                  <a:cubicBezTo>
                    <a:pt x="152" y="3569"/>
                    <a:pt x="163" y="3561"/>
                    <a:pt x="163" y="3547"/>
                  </a:cubicBezTo>
                  <a:cubicBezTo>
                    <a:pt x="130" y="2277"/>
                    <a:pt x="836" y="998"/>
                    <a:pt x="1999" y="443"/>
                  </a:cubicBezTo>
                  <a:cubicBezTo>
                    <a:pt x="2410" y="247"/>
                    <a:pt x="2865" y="151"/>
                    <a:pt x="3320" y="151"/>
                  </a:cubicBezTo>
                  <a:cubicBezTo>
                    <a:pt x="3524" y="151"/>
                    <a:pt x="3727" y="170"/>
                    <a:pt x="3927" y="208"/>
                  </a:cubicBezTo>
                  <a:cubicBezTo>
                    <a:pt x="4599" y="335"/>
                    <a:pt x="5088" y="665"/>
                    <a:pt x="5617" y="1074"/>
                  </a:cubicBezTo>
                  <a:cubicBezTo>
                    <a:pt x="5632" y="1086"/>
                    <a:pt x="5649" y="1091"/>
                    <a:pt x="5664" y="1091"/>
                  </a:cubicBezTo>
                  <a:cubicBezTo>
                    <a:pt x="5717" y="1091"/>
                    <a:pt x="5758" y="1031"/>
                    <a:pt x="5715" y="976"/>
                  </a:cubicBezTo>
                  <a:cubicBezTo>
                    <a:pt x="5171" y="315"/>
                    <a:pt x="4262" y="0"/>
                    <a:pt x="3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6"/>
            <p:cNvSpPr/>
            <p:nvPr/>
          </p:nvSpPr>
          <p:spPr>
            <a:xfrm>
              <a:off x="2922875" y="1663525"/>
              <a:ext cx="72050" cy="66675"/>
            </a:xfrm>
            <a:custGeom>
              <a:rect b="b" l="l" r="r" t="t"/>
              <a:pathLst>
                <a:path extrusionOk="0" h="2667" w="2882">
                  <a:moveTo>
                    <a:pt x="2313" y="0"/>
                  </a:moveTo>
                  <a:cubicBezTo>
                    <a:pt x="1750" y="0"/>
                    <a:pt x="1157" y="268"/>
                    <a:pt x="768" y="630"/>
                  </a:cubicBezTo>
                  <a:cubicBezTo>
                    <a:pt x="213" y="1152"/>
                    <a:pt x="0" y="1904"/>
                    <a:pt x="105" y="2645"/>
                  </a:cubicBezTo>
                  <a:cubicBezTo>
                    <a:pt x="108" y="2660"/>
                    <a:pt x="120" y="2666"/>
                    <a:pt x="133" y="2666"/>
                  </a:cubicBezTo>
                  <a:cubicBezTo>
                    <a:pt x="150" y="2666"/>
                    <a:pt x="168" y="2655"/>
                    <a:pt x="166" y="2636"/>
                  </a:cubicBezTo>
                  <a:cubicBezTo>
                    <a:pt x="118" y="1937"/>
                    <a:pt x="368" y="1228"/>
                    <a:pt x="886" y="746"/>
                  </a:cubicBezTo>
                  <a:cubicBezTo>
                    <a:pt x="1431" y="238"/>
                    <a:pt x="2063" y="179"/>
                    <a:pt x="2763" y="179"/>
                  </a:cubicBezTo>
                  <a:cubicBezTo>
                    <a:pt x="2781" y="179"/>
                    <a:pt x="2800" y="179"/>
                    <a:pt x="2818" y="179"/>
                  </a:cubicBezTo>
                  <a:cubicBezTo>
                    <a:pt x="2819" y="179"/>
                    <a:pt x="2819" y="179"/>
                    <a:pt x="2820" y="179"/>
                  </a:cubicBezTo>
                  <a:cubicBezTo>
                    <a:pt x="2875" y="179"/>
                    <a:pt x="2881" y="103"/>
                    <a:pt x="2831" y="86"/>
                  </a:cubicBezTo>
                  <a:cubicBezTo>
                    <a:pt x="2666" y="27"/>
                    <a:pt x="2491" y="0"/>
                    <a:pt x="2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6"/>
            <p:cNvSpPr/>
            <p:nvPr/>
          </p:nvSpPr>
          <p:spPr>
            <a:xfrm>
              <a:off x="2943500" y="1686725"/>
              <a:ext cx="30375" cy="26050"/>
            </a:xfrm>
            <a:custGeom>
              <a:rect b="b" l="l" r="r" t="t"/>
              <a:pathLst>
                <a:path extrusionOk="0" h="1042" w="1215">
                  <a:moveTo>
                    <a:pt x="1158" y="0"/>
                  </a:moveTo>
                  <a:cubicBezTo>
                    <a:pt x="1156" y="0"/>
                    <a:pt x="1153" y="0"/>
                    <a:pt x="1150" y="1"/>
                  </a:cubicBezTo>
                  <a:cubicBezTo>
                    <a:pt x="616" y="89"/>
                    <a:pt x="195" y="528"/>
                    <a:pt x="5" y="1018"/>
                  </a:cubicBezTo>
                  <a:cubicBezTo>
                    <a:pt x="0" y="1031"/>
                    <a:pt x="13" y="1042"/>
                    <a:pt x="24" y="1042"/>
                  </a:cubicBezTo>
                  <a:cubicBezTo>
                    <a:pt x="30" y="1042"/>
                    <a:pt x="35" y="1039"/>
                    <a:pt x="38" y="1032"/>
                  </a:cubicBezTo>
                  <a:cubicBezTo>
                    <a:pt x="267" y="544"/>
                    <a:pt x="678" y="261"/>
                    <a:pt x="1169" y="73"/>
                  </a:cubicBezTo>
                  <a:cubicBezTo>
                    <a:pt x="1214" y="56"/>
                    <a:pt x="1201"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6"/>
            <p:cNvSpPr/>
            <p:nvPr/>
          </p:nvSpPr>
          <p:spPr>
            <a:xfrm>
              <a:off x="2970350" y="1697725"/>
              <a:ext cx="13625" cy="9925"/>
            </a:xfrm>
            <a:custGeom>
              <a:rect b="b" l="l" r="r" t="t"/>
              <a:pathLst>
                <a:path extrusionOk="0" h="397" w="545">
                  <a:moveTo>
                    <a:pt x="498" y="1"/>
                  </a:moveTo>
                  <a:cubicBezTo>
                    <a:pt x="495" y="1"/>
                    <a:pt x="493" y="1"/>
                    <a:pt x="490" y="2"/>
                  </a:cubicBezTo>
                  <a:cubicBezTo>
                    <a:pt x="287" y="50"/>
                    <a:pt x="121" y="180"/>
                    <a:pt x="13" y="357"/>
                  </a:cubicBezTo>
                  <a:cubicBezTo>
                    <a:pt x="1" y="378"/>
                    <a:pt x="19" y="396"/>
                    <a:pt x="37" y="396"/>
                  </a:cubicBezTo>
                  <a:cubicBezTo>
                    <a:pt x="45" y="396"/>
                    <a:pt x="53" y="393"/>
                    <a:pt x="58" y="385"/>
                  </a:cubicBezTo>
                  <a:cubicBezTo>
                    <a:pt x="166" y="225"/>
                    <a:pt x="324" y="118"/>
                    <a:pt x="509" y="65"/>
                  </a:cubicBezTo>
                  <a:cubicBezTo>
                    <a:pt x="545" y="54"/>
                    <a:pt x="534"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6"/>
            <p:cNvSpPr/>
            <p:nvPr/>
          </p:nvSpPr>
          <p:spPr>
            <a:xfrm>
              <a:off x="3074125" y="1675750"/>
              <a:ext cx="85150" cy="80850"/>
            </a:xfrm>
            <a:custGeom>
              <a:rect b="b" l="l" r="r" t="t"/>
              <a:pathLst>
                <a:path extrusionOk="0" h="3234" w="3406">
                  <a:moveTo>
                    <a:pt x="1345" y="1"/>
                  </a:moveTo>
                  <a:cubicBezTo>
                    <a:pt x="797" y="1"/>
                    <a:pt x="263" y="285"/>
                    <a:pt x="10" y="826"/>
                  </a:cubicBezTo>
                  <a:cubicBezTo>
                    <a:pt x="0" y="848"/>
                    <a:pt x="17" y="867"/>
                    <a:pt x="34" y="867"/>
                  </a:cubicBezTo>
                  <a:cubicBezTo>
                    <a:pt x="42" y="867"/>
                    <a:pt x="50" y="863"/>
                    <a:pt x="55" y="853"/>
                  </a:cubicBezTo>
                  <a:cubicBezTo>
                    <a:pt x="304" y="381"/>
                    <a:pt x="752" y="163"/>
                    <a:pt x="1216" y="163"/>
                  </a:cubicBezTo>
                  <a:cubicBezTo>
                    <a:pt x="1614" y="163"/>
                    <a:pt x="2024" y="323"/>
                    <a:pt x="2330" y="620"/>
                  </a:cubicBezTo>
                  <a:cubicBezTo>
                    <a:pt x="3046" y="1314"/>
                    <a:pt x="2978" y="2262"/>
                    <a:pt x="2871" y="3170"/>
                  </a:cubicBezTo>
                  <a:cubicBezTo>
                    <a:pt x="2867" y="3213"/>
                    <a:pt x="2897" y="3233"/>
                    <a:pt x="2931" y="3233"/>
                  </a:cubicBezTo>
                  <a:cubicBezTo>
                    <a:pt x="2960" y="3233"/>
                    <a:pt x="2992" y="3217"/>
                    <a:pt x="3005" y="3187"/>
                  </a:cubicBezTo>
                  <a:cubicBezTo>
                    <a:pt x="3406" y="2190"/>
                    <a:pt x="3154" y="872"/>
                    <a:pt x="2216" y="260"/>
                  </a:cubicBezTo>
                  <a:cubicBezTo>
                    <a:pt x="1950" y="85"/>
                    <a:pt x="1645"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6"/>
            <p:cNvSpPr/>
            <p:nvPr/>
          </p:nvSpPr>
          <p:spPr>
            <a:xfrm>
              <a:off x="3115400" y="1710875"/>
              <a:ext cx="19675" cy="48950"/>
            </a:xfrm>
            <a:custGeom>
              <a:rect b="b" l="l" r="r" t="t"/>
              <a:pathLst>
                <a:path extrusionOk="0" h="1958" w="787">
                  <a:moveTo>
                    <a:pt x="35" y="1"/>
                  </a:moveTo>
                  <a:cubicBezTo>
                    <a:pt x="18" y="1"/>
                    <a:pt x="0" y="20"/>
                    <a:pt x="14" y="37"/>
                  </a:cubicBezTo>
                  <a:cubicBezTo>
                    <a:pt x="458" y="615"/>
                    <a:pt x="524" y="1212"/>
                    <a:pt x="516" y="1918"/>
                  </a:cubicBezTo>
                  <a:cubicBezTo>
                    <a:pt x="516" y="1943"/>
                    <a:pt x="537" y="1958"/>
                    <a:pt x="558" y="1958"/>
                  </a:cubicBezTo>
                  <a:cubicBezTo>
                    <a:pt x="575" y="1958"/>
                    <a:pt x="591" y="1948"/>
                    <a:pt x="596" y="1928"/>
                  </a:cubicBezTo>
                  <a:cubicBezTo>
                    <a:pt x="787" y="1255"/>
                    <a:pt x="488" y="517"/>
                    <a:pt x="52" y="9"/>
                  </a:cubicBezTo>
                  <a:cubicBezTo>
                    <a:pt x="47" y="3"/>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46"/>
          <p:cNvGrpSpPr/>
          <p:nvPr/>
        </p:nvGrpSpPr>
        <p:grpSpPr>
          <a:xfrm>
            <a:off x="6352416" y="3072898"/>
            <a:ext cx="1602647" cy="387224"/>
            <a:chOff x="5272425" y="2835250"/>
            <a:chExt cx="1011900" cy="244475"/>
          </a:xfrm>
        </p:grpSpPr>
        <p:sp>
          <p:nvSpPr>
            <p:cNvPr id="2710" name="Google Shape;2710;p46"/>
            <p:cNvSpPr/>
            <p:nvPr/>
          </p:nvSpPr>
          <p:spPr>
            <a:xfrm>
              <a:off x="5272425" y="2835250"/>
              <a:ext cx="1011900" cy="244475"/>
            </a:xfrm>
            <a:custGeom>
              <a:rect b="b" l="l" r="r" t="t"/>
              <a:pathLst>
                <a:path extrusionOk="0" h="9779" w="40476">
                  <a:moveTo>
                    <a:pt x="22387" y="1"/>
                  </a:moveTo>
                  <a:cubicBezTo>
                    <a:pt x="21422" y="1"/>
                    <a:pt x="20456" y="287"/>
                    <a:pt x="19671" y="851"/>
                  </a:cubicBezTo>
                  <a:cubicBezTo>
                    <a:pt x="18231" y="1885"/>
                    <a:pt x="17478" y="3797"/>
                    <a:pt x="17830" y="5537"/>
                  </a:cubicBezTo>
                  <a:cubicBezTo>
                    <a:pt x="17073" y="4966"/>
                    <a:pt x="16136" y="4695"/>
                    <a:pt x="15194" y="4695"/>
                  </a:cubicBezTo>
                  <a:cubicBezTo>
                    <a:pt x="13690" y="4695"/>
                    <a:pt x="12169" y="5384"/>
                    <a:pt x="11331" y="6642"/>
                  </a:cubicBezTo>
                  <a:cubicBezTo>
                    <a:pt x="10788" y="5323"/>
                    <a:pt x="9398" y="4402"/>
                    <a:pt x="7973" y="4402"/>
                  </a:cubicBezTo>
                  <a:cubicBezTo>
                    <a:pt x="7942" y="4402"/>
                    <a:pt x="7912" y="4403"/>
                    <a:pt x="7882" y="4403"/>
                  </a:cubicBezTo>
                  <a:cubicBezTo>
                    <a:pt x="6889" y="4432"/>
                    <a:pt x="4232" y="5598"/>
                    <a:pt x="4653" y="6967"/>
                  </a:cubicBezTo>
                  <a:cubicBezTo>
                    <a:pt x="4170" y="6643"/>
                    <a:pt x="3588" y="6479"/>
                    <a:pt x="3007" y="6479"/>
                  </a:cubicBezTo>
                  <a:cubicBezTo>
                    <a:pt x="2512" y="6479"/>
                    <a:pt x="2017" y="6598"/>
                    <a:pt x="1584" y="6837"/>
                  </a:cubicBezTo>
                  <a:cubicBezTo>
                    <a:pt x="1014" y="7154"/>
                    <a:pt x="1" y="8083"/>
                    <a:pt x="236" y="8834"/>
                  </a:cubicBezTo>
                  <a:cubicBezTo>
                    <a:pt x="354" y="9218"/>
                    <a:pt x="707" y="9495"/>
                    <a:pt x="1089" y="9625"/>
                  </a:cubicBezTo>
                  <a:cubicBezTo>
                    <a:pt x="1333" y="9709"/>
                    <a:pt x="1589" y="9737"/>
                    <a:pt x="1849" y="9737"/>
                  </a:cubicBezTo>
                  <a:cubicBezTo>
                    <a:pt x="2399" y="9737"/>
                    <a:pt x="2972" y="9611"/>
                    <a:pt x="3510" y="9611"/>
                  </a:cubicBezTo>
                  <a:cubicBezTo>
                    <a:pt x="3539" y="9611"/>
                    <a:pt x="3567" y="9611"/>
                    <a:pt x="3595" y="9612"/>
                  </a:cubicBezTo>
                  <a:cubicBezTo>
                    <a:pt x="4797" y="9645"/>
                    <a:pt x="5999" y="9669"/>
                    <a:pt x="7202" y="9694"/>
                  </a:cubicBezTo>
                  <a:cubicBezTo>
                    <a:pt x="9605" y="9739"/>
                    <a:pt x="12008" y="9766"/>
                    <a:pt x="14413" y="9775"/>
                  </a:cubicBezTo>
                  <a:cubicBezTo>
                    <a:pt x="15075" y="9777"/>
                    <a:pt x="15738" y="9779"/>
                    <a:pt x="16400" y="9779"/>
                  </a:cubicBezTo>
                  <a:cubicBezTo>
                    <a:pt x="20545" y="9779"/>
                    <a:pt x="24689" y="9725"/>
                    <a:pt x="28834" y="9619"/>
                  </a:cubicBezTo>
                  <a:cubicBezTo>
                    <a:pt x="30700" y="9573"/>
                    <a:pt x="32566" y="9514"/>
                    <a:pt x="34432" y="9445"/>
                  </a:cubicBezTo>
                  <a:cubicBezTo>
                    <a:pt x="35353" y="9410"/>
                    <a:pt x="36284" y="9331"/>
                    <a:pt x="37207" y="9331"/>
                  </a:cubicBezTo>
                  <a:cubicBezTo>
                    <a:pt x="37239" y="9331"/>
                    <a:pt x="37270" y="9331"/>
                    <a:pt x="37302" y="9331"/>
                  </a:cubicBezTo>
                  <a:cubicBezTo>
                    <a:pt x="37311" y="9331"/>
                    <a:pt x="37320" y="9331"/>
                    <a:pt x="37330" y="9331"/>
                  </a:cubicBezTo>
                  <a:cubicBezTo>
                    <a:pt x="37670" y="9331"/>
                    <a:pt x="38004" y="9380"/>
                    <a:pt x="38338" y="9403"/>
                  </a:cubicBezTo>
                  <a:cubicBezTo>
                    <a:pt x="38439" y="9410"/>
                    <a:pt x="38541" y="9415"/>
                    <a:pt x="38643" y="9415"/>
                  </a:cubicBezTo>
                  <a:cubicBezTo>
                    <a:pt x="38913" y="9415"/>
                    <a:pt x="39183" y="9382"/>
                    <a:pt x="39457" y="9279"/>
                  </a:cubicBezTo>
                  <a:cubicBezTo>
                    <a:pt x="39827" y="9141"/>
                    <a:pt x="40476" y="8645"/>
                    <a:pt x="40353" y="8167"/>
                  </a:cubicBezTo>
                  <a:cubicBezTo>
                    <a:pt x="40241" y="7730"/>
                    <a:pt x="39241" y="7281"/>
                    <a:pt x="38863" y="7144"/>
                  </a:cubicBezTo>
                  <a:cubicBezTo>
                    <a:pt x="38596" y="7046"/>
                    <a:pt x="38304" y="6997"/>
                    <a:pt x="38013" y="6997"/>
                  </a:cubicBezTo>
                  <a:cubicBezTo>
                    <a:pt x="37223" y="6997"/>
                    <a:pt x="36437" y="7357"/>
                    <a:pt x="36146" y="8074"/>
                  </a:cubicBezTo>
                  <a:cubicBezTo>
                    <a:pt x="36504" y="7190"/>
                    <a:pt x="34997" y="5870"/>
                    <a:pt x="34368" y="5549"/>
                  </a:cubicBezTo>
                  <a:cubicBezTo>
                    <a:pt x="33898" y="5309"/>
                    <a:pt x="33363" y="5184"/>
                    <a:pt x="32831" y="5184"/>
                  </a:cubicBezTo>
                  <a:cubicBezTo>
                    <a:pt x="32156" y="5184"/>
                    <a:pt x="31486" y="5386"/>
                    <a:pt x="30960" y="5815"/>
                  </a:cubicBezTo>
                  <a:cubicBezTo>
                    <a:pt x="30338" y="5116"/>
                    <a:pt x="29398" y="4737"/>
                    <a:pt x="28465" y="4737"/>
                  </a:cubicBezTo>
                  <a:cubicBezTo>
                    <a:pt x="27952" y="4737"/>
                    <a:pt x="27440" y="4852"/>
                    <a:pt x="26985" y="5091"/>
                  </a:cubicBezTo>
                  <a:cubicBezTo>
                    <a:pt x="27166" y="3326"/>
                    <a:pt x="26234" y="1496"/>
                    <a:pt x="24700" y="606"/>
                  </a:cubicBezTo>
                  <a:cubicBezTo>
                    <a:pt x="24001" y="201"/>
                    <a:pt x="23194" y="1"/>
                    <a:pt x="22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6"/>
            <p:cNvSpPr/>
            <p:nvPr/>
          </p:nvSpPr>
          <p:spPr>
            <a:xfrm>
              <a:off x="5814125" y="2938725"/>
              <a:ext cx="66300" cy="14075"/>
            </a:xfrm>
            <a:custGeom>
              <a:rect b="b" l="l" r="r" t="t"/>
              <a:pathLst>
                <a:path extrusionOk="0" h="563" w="2652">
                  <a:moveTo>
                    <a:pt x="1845" y="0"/>
                  </a:moveTo>
                  <a:cubicBezTo>
                    <a:pt x="1661" y="0"/>
                    <a:pt x="1475" y="13"/>
                    <a:pt x="1293" y="37"/>
                  </a:cubicBezTo>
                  <a:cubicBezTo>
                    <a:pt x="872" y="89"/>
                    <a:pt x="471" y="213"/>
                    <a:pt x="87" y="385"/>
                  </a:cubicBezTo>
                  <a:cubicBezTo>
                    <a:pt x="1" y="424"/>
                    <a:pt x="48" y="562"/>
                    <a:pt x="131" y="562"/>
                  </a:cubicBezTo>
                  <a:cubicBezTo>
                    <a:pt x="140" y="562"/>
                    <a:pt x="149" y="560"/>
                    <a:pt x="159" y="557"/>
                  </a:cubicBezTo>
                  <a:cubicBezTo>
                    <a:pt x="538" y="419"/>
                    <a:pt x="937" y="329"/>
                    <a:pt x="1337" y="282"/>
                  </a:cubicBezTo>
                  <a:cubicBezTo>
                    <a:pt x="1522" y="259"/>
                    <a:pt x="1706" y="248"/>
                    <a:pt x="1890" y="248"/>
                  </a:cubicBezTo>
                  <a:cubicBezTo>
                    <a:pt x="1902" y="248"/>
                    <a:pt x="1914" y="249"/>
                    <a:pt x="1926" y="249"/>
                  </a:cubicBezTo>
                  <a:cubicBezTo>
                    <a:pt x="2081" y="250"/>
                    <a:pt x="2240" y="265"/>
                    <a:pt x="2396" y="265"/>
                  </a:cubicBezTo>
                  <a:cubicBezTo>
                    <a:pt x="2444" y="265"/>
                    <a:pt x="2491" y="264"/>
                    <a:pt x="2537" y="260"/>
                  </a:cubicBezTo>
                  <a:cubicBezTo>
                    <a:pt x="2635" y="250"/>
                    <a:pt x="2651" y="123"/>
                    <a:pt x="2559" y="89"/>
                  </a:cubicBezTo>
                  <a:cubicBezTo>
                    <a:pt x="2366" y="15"/>
                    <a:pt x="2131" y="2"/>
                    <a:pt x="1925" y="1"/>
                  </a:cubicBezTo>
                  <a:cubicBezTo>
                    <a:pt x="1898" y="0"/>
                    <a:pt x="1872"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6"/>
            <p:cNvSpPr/>
            <p:nvPr/>
          </p:nvSpPr>
          <p:spPr>
            <a:xfrm>
              <a:off x="5981825" y="2996050"/>
              <a:ext cx="50475" cy="14750"/>
            </a:xfrm>
            <a:custGeom>
              <a:rect b="b" l="l" r="r" t="t"/>
              <a:pathLst>
                <a:path extrusionOk="0" h="590" w="2019">
                  <a:moveTo>
                    <a:pt x="912" y="1"/>
                  </a:moveTo>
                  <a:cubicBezTo>
                    <a:pt x="772" y="1"/>
                    <a:pt x="630" y="18"/>
                    <a:pt x="496" y="56"/>
                  </a:cubicBezTo>
                  <a:cubicBezTo>
                    <a:pt x="405" y="81"/>
                    <a:pt x="326" y="118"/>
                    <a:pt x="241" y="157"/>
                  </a:cubicBezTo>
                  <a:cubicBezTo>
                    <a:pt x="156" y="195"/>
                    <a:pt x="81" y="231"/>
                    <a:pt x="28" y="308"/>
                  </a:cubicBezTo>
                  <a:cubicBezTo>
                    <a:pt x="1" y="345"/>
                    <a:pt x="35" y="399"/>
                    <a:pt x="76" y="399"/>
                  </a:cubicBezTo>
                  <a:cubicBezTo>
                    <a:pt x="77" y="399"/>
                    <a:pt x="78" y="399"/>
                    <a:pt x="80" y="399"/>
                  </a:cubicBezTo>
                  <a:cubicBezTo>
                    <a:pt x="160" y="396"/>
                    <a:pt x="228" y="363"/>
                    <a:pt x="304" y="339"/>
                  </a:cubicBezTo>
                  <a:cubicBezTo>
                    <a:pt x="382" y="316"/>
                    <a:pt x="467" y="303"/>
                    <a:pt x="548" y="291"/>
                  </a:cubicBezTo>
                  <a:cubicBezTo>
                    <a:pt x="636" y="279"/>
                    <a:pt x="725" y="273"/>
                    <a:pt x="815" y="273"/>
                  </a:cubicBezTo>
                  <a:cubicBezTo>
                    <a:pt x="888" y="273"/>
                    <a:pt x="961" y="277"/>
                    <a:pt x="1033" y="287"/>
                  </a:cubicBezTo>
                  <a:cubicBezTo>
                    <a:pt x="1183" y="305"/>
                    <a:pt x="1334" y="349"/>
                    <a:pt x="1473" y="411"/>
                  </a:cubicBezTo>
                  <a:cubicBezTo>
                    <a:pt x="1552" y="444"/>
                    <a:pt x="1624" y="491"/>
                    <a:pt x="1706" y="520"/>
                  </a:cubicBezTo>
                  <a:cubicBezTo>
                    <a:pt x="1744" y="535"/>
                    <a:pt x="1781" y="536"/>
                    <a:pt x="1819" y="550"/>
                  </a:cubicBezTo>
                  <a:cubicBezTo>
                    <a:pt x="1860" y="565"/>
                    <a:pt x="1891" y="585"/>
                    <a:pt x="1937" y="589"/>
                  </a:cubicBezTo>
                  <a:cubicBezTo>
                    <a:pt x="1938" y="589"/>
                    <a:pt x="1939" y="589"/>
                    <a:pt x="1940" y="589"/>
                  </a:cubicBezTo>
                  <a:cubicBezTo>
                    <a:pt x="1985" y="589"/>
                    <a:pt x="2018" y="538"/>
                    <a:pt x="2007" y="493"/>
                  </a:cubicBezTo>
                  <a:cubicBezTo>
                    <a:pt x="1994" y="450"/>
                    <a:pt x="1971" y="424"/>
                    <a:pt x="1942" y="389"/>
                  </a:cubicBezTo>
                  <a:cubicBezTo>
                    <a:pt x="1914" y="353"/>
                    <a:pt x="1893" y="313"/>
                    <a:pt x="1859" y="281"/>
                  </a:cubicBezTo>
                  <a:cubicBezTo>
                    <a:pt x="1787" y="210"/>
                    <a:pt x="1695" y="171"/>
                    <a:pt x="1604" y="133"/>
                  </a:cubicBezTo>
                  <a:cubicBezTo>
                    <a:pt x="1425" y="59"/>
                    <a:pt x="1238" y="20"/>
                    <a:pt x="1046" y="6"/>
                  </a:cubicBezTo>
                  <a:cubicBezTo>
                    <a:pt x="1002" y="2"/>
                    <a:pt x="957" y="1"/>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6"/>
            <p:cNvSpPr/>
            <p:nvPr/>
          </p:nvSpPr>
          <p:spPr>
            <a:xfrm>
              <a:off x="6062625" y="3010500"/>
              <a:ext cx="48875" cy="23225"/>
            </a:xfrm>
            <a:custGeom>
              <a:rect b="b" l="l" r="r" t="t"/>
              <a:pathLst>
                <a:path extrusionOk="0" h="929" w="1955">
                  <a:moveTo>
                    <a:pt x="770" y="1"/>
                  </a:moveTo>
                  <a:cubicBezTo>
                    <a:pt x="514" y="1"/>
                    <a:pt x="260" y="78"/>
                    <a:pt x="53" y="236"/>
                  </a:cubicBezTo>
                  <a:cubicBezTo>
                    <a:pt x="0" y="277"/>
                    <a:pt x="30" y="355"/>
                    <a:pt x="83" y="355"/>
                  </a:cubicBezTo>
                  <a:cubicBezTo>
                    <a:pt x="94" y="355"/>
                    <a:pt x="105" y="352"/>
                    <a:pt x="117" y="346"/>
                  </a:cubicBezTo>
                  <a:cubicBezTo>
                    <a:pt x="272" y="257"/>
                    <a:pt x="446" y="219"/>
                    <a:pt x="621" y="219"/>
                  </a:cubicBezTo>
                  <a:cubicBezTo>
                    <a:pt x="764" y="219"/>
                    <a:pt x="908" y="244"/>
                    <a:pt x="1044" y="289"/>
                  </a:cubicBezTo>
                  <a:cubicBezTo>
                    <a:pt x="1186" y="337"/>
                    <a:pt x="1321" y="410"/>
                    <a:pt x="1433" y="510"/>
                  </a:cubicBezTo>
                  <a:cubicBezTo>
                    <a:pt x="1552" y="614"/>
                    <a:pt x="1645" y="749"/>
                    <a:pt x="1739" y="877"/>
                  </a:cubicBezTo>
                  <a:cubicBezTo>
                    <a:pt x="1766" y="913"/>
                    <a:pt x="1801" y="928"/>
                    <a:pt x="1835" y="928"/>
                  </a:cubicBezTo>
                  <a:cubicBezTo>
                    <a:pt x="1898" y="928"/>
                    <a:pt x="1955" y="874"/>
                    <a:pt x="1941" y="792"/>
                  </a:cubicBezTo>
                  <a:cubicBezTo>
                    <a:pt x="1876" y="410"/>
                    <a:pt x="1469" y="151"/>
                    <a:pt x="1121" y="50"/>
                  </a:cubicBezTo>
                  <a:cubicBezTo>
                    <a:pt x="1007" y="17"/>
                    <a:pt x="888" y="1"/>
                    <a:pt x="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6"/>
            <p:cNvSpPr/>
            <p:nvPr/>
          </p:nvSpPr>
          <p:spPr>
            <a:xfrm>
              <a:off x="5420925" y="2994700"/>
              <a:ext cx="53775" cy="21025"/>
            </a:xfrm>
            <a:custGeom>
              <a:rect b="b" l="l" r="r" t="t"/>
              <a:pathLst>
                <a:path extrusionOk="0" h="841" w="2151">
                  <a:moveTo>
                    <a:pt x="1456" y="0"/>
                  </a:moveTo>
                  <a:cubicBezTo>
                    <a:pt x="1289" y="0"/>
                    <a:pt x="1122" y="23"/>
                    <a:pt x="962" y="66"/>
                  </a:cubicBezTo>
                  <a:cubicBezTo>
                    <a:pt x="603" y="164"/>
                    <a:pt x="157" y="401"/>
                    <a:pt x="15" y="769"/>
                  </a:cubicBezTo>
                  <a:cubicBezTo>
                    <a:pt x="1" y="804"/>
                    <a:pt x="35" y="841"/>
                    <a:pt x="70" y="841"/>
                  </a:cubicBezTo>
                  <a:cubicBezTo>
                    <a:pt x="80" y="841"/>
                    <a:pt x="89" y="838"/>
                    <a:pt x="98" y="832"/>
                  </a:cubicBezTo>
                  <a:cubicBezTo>
                    <a:pt x="246" y="725"/>
                    <a:pt x="371" y="597"/>
                    <a:pt x="530" y="505"/>
                  </a:cubicBezTo>
                  <a:cubicBezTo>
                    <a:pt x="685" y="416"/>
                    <a:pt x="854" y="351"/>
                    <a:pt x="1028" y="313"/>
                  </a:cubicBezTo>
                  <a:cubicBezTo>
                    <a:pt x="1139" y="288"/>
                    <a:pt x="1255" y="276"/>
                    <a:pt x="1369" y="276"/>
                  </a:cubicBezTo>
                  <a:cubicBezTo>
                    <a:pt x="1433" y="276"/>
                    <a:pt x="1496" y="280"/>
                    <a:pt x="1558" y="287"/>
                  </a:cubicBezTo>
                  <a:cubicBezTo>
                    <a:pt x="1645" y="299"/>
                    <a:pt x="1733" y="318"/>
                    <a:pt x="1818" y="344"/>
                  </a:cubicBezTo>
                  <a:cubicBezTo>
                    <a:pt x="1875" y="360"/>
                    <a:pt x="1937" y="385"/>
                    <a:pt x="1998" y="385"/>
                  </a:cubicBezTo>
                  <a:cubicBezTo>
                    <a:pt x="2030" y="385"/>
                    <a:pt x="2063" y="378"/>
                    <a:pt x="2093" y="358"/>
                  </a:cubicBezTo>
                  <a:cubicBezTo>
                    <a:pt x="2135" y="331"/>
                    <a:pt x="2151" y="286"/>
                    <a:pt x="2142" y="240"/>
                  </a:cubicBezTo>
                  <a:cubicBezTo>
                    <a:pt x="2102" y="43"/>
                    <a:pt x="1744" y="18"/>
                    <a:pt x="1587" y="5"/>
                  </a:cubicBezTo>
                  <a:cubicBezTo>
                    <a:pt x="1544" y="2"/>
                    <a:pt x="1500" y="0"/>
                    <a:pt x="1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6"/>
            <p:cNvSpPr/>
            <p:nvPr/>
          </p:nvSpPr>
          <p:spPr>
            <a:xfrm>
              <a:off x="5466475" y="3031125"/>
              <a:ext cx="35000" cy="8725"/>
            </a:xfrm>
            <a:custGeom>
              <a:rect b="b" l="l" r="r" t="t"/>
              <a:pathLst>
                <a:path extrusionOk="0" h="349" w="1400">
                  <a:moveTo>
                    <a:pt x="934" y="0"/>
                  </a:moveTo>
                  <a:cubicBezTo>
                    <a:pt x="853" y="0"/>
                    <a:pt x="770" y="10"/>
                    <a:pt x="690" y="19"/>
                  </a:cubicBezTo>
                  <a:cubicBezTo>
                    <a:pt x="582" y="33"/>
                    <a:pt x="477" y="54"/>
                    <a:pt x="372" y="82"/>
                  </a:cubicBezTo>
                  <a:cubicBezTo>
                    <a:pt x="268" y="111"/>
                    <a:pt x="174" y="153"/>
                    <a:pt x="76" y="199"/>
                  </a:cubicBezTo>
                  <a:cubicBezTo>
                    <a:pt x="1" y="236"/>
                    <a:pt x="45" y="349"/>
                    <a:pt x="118" y="349"/>
                  </a:cubicBezTo>
                  <a:cubicBezTo>
                    <a:pt x="125" y="349"/>
                    <a:pt x="132" y="348"/>
                    <a:pt x="138" y="346"/>
                  </a:cubicBezTo>
                  <a:cubicBezTo>
                    <a:pt x="323" y="293"/>
                    <a:pt x="520" y="261"/>
                    <a:pt x="710" y="255"/>
                  </a:cubicBezTo>
                  <a:cubicBezTo>
                    <a:pt x="718" y="255"/>
                    <a:pt x="725" y="255"/>
                    <a:pt x="733" y="255"/>
                  </a:cubicBezTo>
                  <a:cubicBezTo>
                    <a:pt x="824" y="255"/>
                    <a:pt x="914" y="263"/>
                    <a:pt x="1006" y="268"/>
                  </a:cubicBezTo>
                  <a:cubicBezTo>
                    <a:pt x="1070" y="272"/>
                    <a:pt x="1136" y="281"/>
                    <a:pt x="1201" y="281"/>
                  </a:cubicBezTo>
                  <a:cubicBezTo>
                    <a:pt x="1236" y="281"/>
                    <a:pt x="1270" y="278"/>
                    <a:pt x="1304" y="271"/>
                  </a:cubicBezTo>
                  <a:cubicBezTo>
                    <a:pt x="1399" y="254"/>
                    <a:pt x="1396" y="131"/>
                    <a:pt x="1330" y="84"/>
                  </a:cubicBezTo>
                  <a:cubicBezTo>
                    <a:pt x="1242" y="23"/>
                    <a:pt x="1112" y="12"/>
                    <a:pt x="1006" y="3"/>
                  </a:cubicBezTo>
                  <a:cubicBezTo>
                    <a:pt x="982" y="1"/>
                    <a:pt x="958"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6"/>
            <p:cNvSpPr/>
            <p:nvPr/>
          </p:nvSpPr>
          <p:spPr>
            <a:xfrm>
              <a:off x="5740075" y="2880375"/>
              <a:ext cx="152500" cy="90200"/>
            </a:xfrm>
            <a:custGeom>
              <a:rect b="b" l="l" r="r" t="t"/>
              <a:pathLst>
                <a:path extrusionOk="0" h="3608" w="6100">
                  <a:moveTo>
                    <a:pt x="4009" y="1"/>
                  </a:moveTo>
                  <a:cubicBezTo>
                    <a:pt x="3289" y="1"/>
                    <a:pt x="2634" y="136"/>
                    <a:pt x="1991" y="472"/>
                  </a:cubicBezTo>
                  <a:cubicBezTo>
                    <a:pt x="898" y="1047"/>
                    <a:pt x="0" y="2274"/>
                    <a:pt x="3" y="3548"/>
                  </a:cubicBezTo>
                  <a:cubicBezTo>
                    <a:pt x="3" y="3587"/>
                    <a:pt x="33" y="3607"/>
                    <a:pt x="63" y="3607"/>
                  </a:cubicBezTo>
                  <a:cubicBezTo>
                    <a:pt x="88" y="3607"/>
                    <a:pt x="113" y="3593"/>
                    <a:pt x="122" y="3564"/>
                  </a:cubicBezTo>
                  <a:cubicBezTo>
                    <a:pt x="304" y="3012"/>
                    <a:pt x="513" y="2462"/>
                    <a:pt x="880" y="2003"/>
                  </a:cubicBezTo>
                  <a:cubicBezTo>
                    <a:pt x="1232" y="1564"/>
                    <a:pt x="1694" y="1151"/>
                    <a:pt x="2187" y="881"/>
                  </a:cubicBezTo>
                  <a:cubicBezTo>
                    <a:pt x="2680" y="611"/>
                    <a:pt x="3302" y="453"/>
                    <a:pt x="3873" y="453"/>
                  </a:cubicBezTo>
                  <a:cubicBezTo>
                    <a:pt x="3917" y="453"/>
                    <a:pt x="3960" y="454"/>
                    <a:pt x="4002" y="456"/>
                  </a:cubicBezTo>
                  <a:cubicBezTo>
                    <a:pt x="4316" y="468"/>
                    <a:pt x="4635" y="524"/>
                    <a:pt x="4942" y="596"/>
                  </a:cubicBezTo>
                  <a:cubicBezTo>
                    <a:pt x="5253" y="671"/>
                    <a:pt x="5540" y="859"/>
                    <a:pt x="5852" y="903"/>
                  </a:cubicBezTo>
                  <a:cubicBezTo>
                    <a:pt x="5862" y="904"/>
                    <a:pt x="5872" y="905"/>
                    <a:pt x="5882" y="905"/>
                  </a:cubicBezTo>
                  <a:cubicBezTo>
                    <a:pt x="6022" y="905"/>
                    <a:pt x="6099" y="761"/>
                    <a:pt x="6004" y="639"/>
                  </a:cubicBezTo>
                  <a:cubicBezTo>
                    <a:pt x="5792" y="371"/>
                    <a:pt x="5377" y="256"/>
                    <a:pt x="5061" y="154"/>
                  </a:cubicBezTo>
                  <a:cubicBezTo>
                    <a:pt x="4730" y="45"/>
                    <a:pt x="4390" y="2"/>
                    <a:pt x="4043" y="1"/>
                  </a:cubicBezTo>
                  <a:cubicBezTo>
                    <a:pt x="4031" y="1"/>
                    <a:pt x="4020" y="1"/>
                    <a:pt x="4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6"/>
            <p:cNvSpPr/>
            <p:nvPr/>
          </p:nvSpPr>
          <p:spPr>
            <a:xfrm>
              <a:off x="5790700" y="2913600"/>
              <a:ext cx="54450" cy="25850"/>
            </a:xfrm>
            <a:custGeom>
              <a:rect b="b" l="l" r="r" t="t"/>
              <a:pathLst>
                <a:path extrusionOk="0" h="1034" w="2178">
                  <a:moveTo>
                    <a:pt x="1842" y="1"/>
                  </a:moveTo>
                  <a:cubicBezTo>
                    <a:pt x="1722" y="1"/>
                    <a:pt x="1595" y="26"/>
                    <a:pt x="1498" y="41"/>
                  </a:cubicBezTo>
                  <a:cubicBezTo>
                    <a:pt x="1294" y="69"/>
                    <a:pt x="1101" y="128"/>
                    <a:pt x="914" y="209"/>
                  </a:cubicBezTo>
                  <a:cubicBezTo>
                    <a:pt x="551" y="366"/>
                    <a:pt x="238" y="630"/>
                    <a:pt x="22" y="963"/>
                  </a:cubicBezTo>
                  <a:cubicBezTo>
                    <a:pt x="1" y="996"/>
                    <a:pt x="33" y="1033"/>
                    <a:pt x="66" y="1033"/>
                  </a:cubicBezTo>
                  <a:cubicBezTo>
                    <a:pt x="76" y="1033"/>
                    <a:pt x="87" y="1029"/>
                    <a:pt x="96" y="1020"/>
                  </a:cubicBezTo>
                  <a:cubicBezTo>
                    <a:pt x="345" y="749"/>
                    <a:pt x="655" y="540"/>
                    <a:pt x="998" y="411"/>
                  </a:cubicBezTo>
                  <a:cubicBezTo>
                    <a:pt x="1163" y="350"/>
                    <a:pt x="1339" y="304"/>
                    <a:pt x="1515" y="287"/>
                  </a:cubicBezTo>
                  <a:cubicBezTo>
                    <a:pt x="1576" y="281"/>
                    <a:pt x="1638" y="278"/>
                    <a:pt x="1699" y="278"/>
                  </a:cubicBezTo>
                  <a:cubicBezTo>
                    <a:pt x="1727" y="278"/>
                    <a:pt x="1754" y="278"/>
                    <a:pt x="1781" y="280"/>
                  </a:cubicBezTo>
                  <a:cubicBezTo>
                    <a:pt x="1837" y="281"/>
                    <a:pt x="1895" y="291"/>
                    <a:pt x="1952" y="291"/>
                  </a:cubicBezTo>
                  <a:cubicBezTo>
                    <a:pt x="1990" y="291"/>
                    <a:pt x="2028" y="286"/>
                    <a:pt x="2064" y="272"/>
                  </a:cubicBezTo>
                  <a:cubicBezTo>
                    <a:pt x="2160" y="236"/>
                    <a:pt x="2178" y="123"/>
                    <a:pt x="2093" y="64"/>
                  </a:cubicBezTo>
                  <a:cubicBezTo>
                    <a:pt x="2026" y="16"/>
                    <a:pt x="1936" y="1"/>
                    <a:pt x="1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6"/>
            <p:cNvSpPr/>
            <p:nvPr/>
          </p:nvSpPr>
          <p:spPr>
            <a:xfrm>
              <a:off x="5584925" y="2984675"/>
              <a:ext cx="123850" cy="34250"/>
            </a:xfrm>
            <a:custGeom>
              <a:rect b="b" l="l" r="r" t="t"/>
              <a:pathLst>
                <a:path extrusionOk="0" h="1370" w="4954">
                  <a:moveTo>
                    <a:pt x="2443" y="1"/>
                  </a:moveTo>
                  <a:cubicBezTo>
                    <a:pt x="2260" y="1"/>
                    <a:pt x="2077" y="14"/>
                    <a:pt x="1895" y="44"/>
                  </a:cubicBezTo>
                  <a:cubicBezTo>
                    <a:pt x="1150" y="167"/>
                    <a:pt x="309" y="585"/>
                    <a:pt x="11" y="1322"/>
                  </a:cubicBezTo>
                  <a:cubicBezTo>
                    <a:pt x="0" y="1347"/>
                    <a:pt x="25" y="1370"/>
                    <a:pt x="48" y="1370"/>
                  </a:cubicBezTo>
                  <a:cubicBezTo>
                    <a:pt x="57" y="1370"/>
                    <a:pt x="66" y="1366"/>
                    <a:pt x="73" y="1358"/>
                  </a:cubicBezTo>
                  <a:cubicBezTo>
                    <a:pt x="316" y="1062"/>
                    <a:pt x="567" y="804"/>
                    <a:pt x="911" y="624"/>
                  </a:cubicBezTo>
                  <a:cubicBezTo>
                    <a:pt x="1257" y="442"/>
                    <a:pt x="1645" y="333"/>
                    <a:pt x="2034" y="302"/>
                  </a:cubicBezTo>
                  <a:cubicBezTo>
                    <a:pt x="2119" y="296"/>
                    <a:pt x="2205" y="293"/>
                    <a:pt x="2290" y="293"/>
                  </a:cubicBezTo>
                  <a:cubicBezTo>
                    <a:pt x="3131" y="293"/>
                    <a:pt x="3937" y="594"/>
                    <a:pt x="4711" y="902"/>
                  </a:cubicBezTo>
                  <a:cubicBezTo>
                    <a:pt x="4726" y="908"/>
                    <a:pt x="4741" y="911"/>
                    <a:pt x="4756" y="911"/>
                  </a:cubicBezTo>
                  <a:cubicBezTo>
                    <a:pt x="4881" y="911"/>
                    <a:pt x="4953" y="703"/>
                    <a:pt x="4823" y="641"/>
                  </a:cubicBezTo>
                  <a:cubicBezTo>
                    <a:pt x="4088" y="284"/>
                    <a:pt x="3268" y="1"/>
                    <a:pt x="2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9" name="Google Shape;2719;p46"/>
          <p:cNvGrpSpPr/>
          <p:nvPr/>
        </p:nvGrpSpPr>
        <p:grpSpPr>
          <a:xfrm>
            <a:off x="5033736" y="4124583"/>
            <a:ext cx="3161757" cy="1317821"/>
            <a:chOff x="2081725" y="2409550"/>
            <a:chExt cx="1340750" cy="558825"/>
          </a:xfrm>
        </p:grpSpPr>
        <p:sp>
          <p:nvSpPr>
            <p:cNvPr id="2720" name="Google Shape;2720;p46"/>
            <p:cNvSpPr/>
            <p:nvPr/>
          </p:nvSpPr>
          <p:spPr>
            <a:xfrm>
              <a:off x="2081725" y="2409550"/>
              <a:ext cx="1340750" cy="558825"/>
            </a:xfrm>
            <a:custGeom>
              <a:rect b="b" l="l" r="r" t="t"/>
              <a:pathLst>
                <a:path extrusionOk="0" h="22353" w="53630">
                  <a:moveTo>
                    <a:pt x="35065" y="0"/>
                  </a:moveTo>
                  <a:cubicBezTo>
                    <a:pt x="33789" y="0"/>
                    <a:pt x="32555" y="571"/>
                    <a:pt x="31731" y="1509"/>
                  </a:cubicBezTo>
                  <a:cubicBezTo>
                    <a:pt x="31511" y="1758"/>
                    <a:pt x="31321" y="2035"/>
                    <a:pt x="31165" y="2333"/>
                  </a:cubicBezTo>
                  <a:cubicBezTo>
                    <a:pt x="30571" y="1898"/>
                    <a:pt x="29839" y="1667"/>
                    <a:pt x="29121" y="1667"/>
                  </a:cubicBezTo>
                  <a:cubicBezTo>
                    <a:pt x="28828" y="1667"/>
                    <a:pt x="28538" y="1706"/>
                    <a:pt x="28259" y="1784"/>
                  </a:cubicBezTo>
                  <a:lnTo>
                    <a:pt x="28256" y="1784"/>
                  </a:lnTo>
                  <a:cubicBezTo>
                    <a:pt x="28202" y="1798"/>
                    <a:pt x="28147" y="1813"/>
                    <a:pt x="28094" y="1833"/>
                  </a:cubicBezTo>
                  <a:cubicBezTo>
                    <a:pt x="28045" y="1849"/>
                    <a:pt x="27997" y="1866"/>
                    <a:pt x="27949" y="1886"/>
                  </a:cubicBezTo>
                  <a:cubicBezTo>
                    <a:pt x="27003" y="2267"/>
                    <a:pt x="26151" y="3180"/>
                    <a:pt x="25918" y="4163"/>
                  </a:cubicBezTo>
                  <a:cubicBezTo>
                    <a:pt x="25328" y="3924"/>
                    <a:pt x="24702" y="3811"/>
                    <a:pt x="24080" y="3811"/>
                  </a:cubicBezTo>
                  <a:cubicBezTo>
                    <a:pt x="22408" y="3811"/>
                    <a:pt x="20761" y="4628"/>
                    <a:pt x="19893" y="6027"/>
                  </a:cubicBezTo>
                  <a:cubicBezTo>
                    <a:pt x="19644" y="6430"/>
                    <a:pt x="19370" y="6926"/>
                    <a:pt x="18887" y="6943"/>
                  </a:cubicBezTo>
                  <a:cubicBezTo>
                    <a:pt x="18880" y="6944"/>
                    <a:pt x="18873" y="6944"/>
                    <a:pt x="18866" y="6944"/>
                  </a:cubicBezTo>
                  <a:cubicBezTo>
                    <a:pt x="18594" y="6944"/>
                    <a:pt x="18340" y="6784"/>
                    <a:pt x="18092" y="6655"/>
                  </a:cubicBezTo>
                  <a:cubicBezTo>
                    <a:pt x="17514" y="6352"/>
                    <a:pt x="16865" y="6198"/>
                    <a:pt x="16224" y="6198"/>
                  </a:cubicBezTo>
                  <a:cubicBezTo>
                    <a:pt x="15736" y="6198"/>
                    <a:pt x="15252" y="6287"/>
                    <a:pt x="14807" y="6466"/>
                  </a:cubicBezTo>
                  <a:cubicBezTo>
                    <a:pt x="13775" y="6883"/>
                    <a:pt x="12969" y="7778"/>
                    <a:pt x="12656" y="8849"/>
                  </a:cubicBezTo>
                  <a:cubicBezTo>
                    <a:pt x="12398" y="8768"/>
                    <a:pt x="12131" y="8730"/>
                    <a:pt x="11866" y="8730"/>
                  </a:cubicBezTo>
                  <a:cubicBezTo>
                    <a:pt x="11215" y="8730"/>
                    <a:pt x="10573" y="8962"/>
                    <a:pt x="10091" y="9377"/>
                  </a:cubicBezTo>
                  <a:cubicBezTo>
                    <a:pt x="9920" y="9522"/>
                    <a:pt x="9769" y="9692"/>
                    <a:pt x="9642" y="9882"/>
                  </a:cubicBezTo>
                  <a:cubicBezTo>
                    <a:pt x="9022" y="10826"/>
                    <a:pt x="9282" y="12084"/>
                    <a:pt x="10027" y="13002"/>
                  </a:cubicBezTo>
                  <a:cubicBezTo>
                    <a:pt x="9796" y="12941"/>
                    <a:pt x="9562" y="12912"/>
                    <a:pt x="9330" y="12912"/>
                  </a:cubicBezTo>
                  <a:cubicBezTo>
                    <a:pt x="8397" y="12912"/>
                    <a:pt x="7494" y="13378"/>
                    <a:pt x="6916" y="14102"/>
                  </a:cubicBezTo>
                  <a:cubicBezTo>
                    <a:pt x="6561" y="13915"/>
                    <a:pt x="6160" y="13819"/>
                    <a:pt x="5765" y="13819"/>
                  </a:cubicBezTo>
                  <a:cubicBezTo>
                    <a:pt x="5542" y="13819"/>
                    <a:pt x="5320" y="13849"/>
                    <a:pt x="5109" y="13911"/>
                  </a:cubicBezTo>
                  <a:cubicBezTo>
                    <a:pt x="4524" y="14084"/>
                    <a:pt x="4163" y="14406"/>
                    <a:pt x="3885" y="14947"/>
                  </a:cubicBezTo>
                  <a:cubicBezTo>
                    <a:pt x="3517" y="14807"/>
                    <a:pt x="3131" y="14741"/>
                    <a:pt x="2750" y="14741"/>
                  </a:cubicBezTo>
                  <a:cubicBezTo>
                    <a:pt x="1449" y="14741"/>
                    <a:pt x="216" y="15517"/>
                    <a:pt x="32" y="16810"/>
                  </a:cubicBezTo>
                  <a:cubicBezTo>
                    <a:pt x="2" y="17017"/>
                    <a:pt x="0" y="17239"/>
                    <a:pt x="29" y="17474"/>
                  </a:cubicBezTo>
                  <a:cubicBezTo>
                    <a:pt x="47" y="17611"/>
                    <a:pt x="74" y="17750"/>
                    <a:pt x="113" y="17894"/>
                  </a:cubicBezTo>
                  <a:cubicBezTo>
                    <a:pt x="145" y="18021"/>
                    <a:pt x="188" y="18141"/>
                    <a:pt x="238" y="18259"/>
                  </a:cubicBezTo>
                  <a:cubicBezTo>
                    <a:pt x="258" y="18305"/>
                    <a:pt x="280" y="18353"/>
                    <a:pt x="302" y="18399"/>
                  </a:cubicBezTo>
                  <a:cubicBezTo>
                    <a:pt x="1866" y="21594"/>
                    <a:pt x="9247" y="21269"/>
                    <a:pt x="11917" y="21515"/>
                  </a:cubicBezTo>
                  <a:cubicBezTo>
                    <a:pt x="17412" y="22018"/>
                    <a:pt x="22968" y="22352"/>
                    <a:pt x="28495" y="22352"/>
                  </a:cubicBezTo>
                  <a:cubicBezTo>
                    <a:pt x="29220" y="22352"/>
                    <a:pt x="29944" y="22347"/>
                    <a:pt x="30667" y="22335"/>
                  </a:cubicBezTo>
                  <a:cubicBezTo>
                    <a:pt x="36304" y="22243"/>
                    <a:pt x="41945" y="22258"/>
                    <a:pt x="47225" y="20277"/>
                  </a:cubicBezTo>
                  <a:cubicBezTo>
                    <a:pt x="48371" y="19845"/>
                    <a:pt x="49412" y="19285"/>
                    <a:pt x="50308" y="18582"/>
                  </a:cubicBezTo>
                  <a:cubicBezTo>
                    <a:pt x="50839" y="18165"/>
                    <a:pt x="51318" y="17700"/>
                    <a:pt x="51738" y="17180"/>
                  </a:cubicBezTo>
                  <a:cubicBezTo>
                    <a:pt x="52608" y="16102"/>
                    <a:pt x="53217" y="14803"/>
                    <a:pt x="53490" y="13260"/>
                  </a:cubicBezTo>
                  <a:cubicBezTo>
                    <a:pt x="53586" y="12721"/>
                    <a:pt x="53629" y="12153"/>
                    <a:pt x="53622" y="11577"/>
                  </a:cubicBezTo>
                  <a:cubicBezTo>
                    <a:pt x="53589" y="9159"/>
                    <a:pt x="52645" y="6605"/>
                    <a:pt x="50692" y="5481"/>
                  </a:cubicBezTo>
                  <a:cubicBezTo>
                    <a:pt x="50571" y="5410"/>
                    <a:pt x="50444" y="5346"/>
                    <a:pt x="50314" y="5287"/>
                  </a:cubicBezTo>
                  <a:cubicBezTo>
                    <a:pt x="49747" y="5030"/>
                    <a:pt x="49108" y="4886"/>
                    <a:pt x="48390" y="4886"/>
                  </a:cubicBezTo>
                  <a:cubicBezTo>
                    <a:pt x="48155" y="4886"/>
                    <a:pt x="47912" y="4902"/>
                    <a:pt x="47660" y="4934"/>
                  </a:cubicBezTo>
                  <a:cubicBezTo>
                    <a:pt x="46862" y="5036"/>
                    <a:pt x="46156" y="5321"/>
                    <a:pt x="45537" y="5742"/>
                  </a:cubicBezTo>
                  <a:cubicBezTo>
                    <a:pt x="44715" y="6296"/>
                    <a:pt x="44040" y="7086"/>
                    <a:pt x="43498" y="7986"/>
                  </a:cubicBezTo>
                  <a:cubicBezTo>
                    <a:pt x="43380" y="7050"/>
                    <a:pt x="42648" y="6194"/>
                    <a:pt x="41739" y="5926"/>
                  </a:cubicBezTo>
                  <a:cubicBezTo>
                    <a:pt x="41531" y="5865"/>
                    <a:pt x="41317" y="5836"/>
                    <a:pt x="41104" y="5836"/>
                  </a:cubicBezTo>
                  <a:cubicBezTo>
                    <a:pt x="40385" y="5836"/>
                    <a:pt x="39677" y="6169"/>
                    <a:pt x="39264" y="6742"/>
                  </a:cubicBezTo>
                  <a:cubicBezTo>
                    <a:pt x="39722" y="6105"/>
                    <a:pt x="40019" y="5324"/>
                    <a:pt x="39967" y="4521"/>
                  </a:cubicBezTo>
                  <a:cubicBezTo>
                    <a:pt x="39951" y="4275"/>
                    <a:pt x="39898" y="4026"/>
                    <a:pt x="39811" y="3790"/>
                  </a:cubicBezTo>
                  <a:cubicBezTo>
                    <a:pt x="39617" y="3255"/>
                    <a:pt x="39249" y="2780"/>
                    <a:pt x="38752" y="2507"/>
                  </a:cubicBezTo>
                  <a:cubicBezTo>
                    <a:pt x="38493" y="2366"/>
                    <a:pt x="38185" y="2298"/>
                    <a:pt x="37876" y="2298"/>
                  </a:cubicBezTo>
                  <a:cubicBezTo>
                    <a:pt x="37380" y="2298"/>
                    <a:pt x="36881" y="2473"/>
                    <a:pt x="36572" y="2807"/>
                  </a:cubicBezTo>
                  <a:cubicBezTo>
                    <a:pt x="36539" y="2842"/>
                    <a:pt x="36509" y="2878"/>
                    <a:pt x="36482" y="2915"/>
                  </a:cubicBezTo>
                  <a:lnTo>
                    <a:pt x="36519" y="2791"/>
                  </a:lnTo>
                  <a:cubicBezTo>
                    <a:pt x="36642" y="2376"/>
                    <a:pt x="36754" y="1956"/>
                    <a:pt x="36738" y="1519"/>
                  </a:cubicBezTo>
                  <a:cubicBezTo>
                    <a:pt x="36719" y="1041"/>
                    <a:pt x="36522" y="532"/>
                    <a:pt x="36114" y="258"/>
                  </a:cubicBezTo>
                  <a:cubicBezTo>
                    <a:pt x="35810" y="51"/>
                    <a:pt x="35430" y="3"/>
                    <a:pt x="35070" y="0"/>
                  </a:cubicBezTo>
                  <a:cubicBezTo>
                    <a:pt x="35068" y="0"/>
                    <a:pt x="35066" y="0"/>
                    <a:pt x="35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6"/>
            <p:cNvSpPr/>
            <p:nvPr/>
          </p:nvSpPr>
          <p:spPr>
            <a:xfrm>
              <a:off x="2368750" y="2654800"/>
              <a:ext cx="46525" cy="87900"/>
            </a:xfrm>
            <a:custGeom>
              <a:rect b="b" l="l" r="r" t="t"/>
              <a:pathLst>
                <a:path extrusionOk="0" h="3516" w="1861">
                  <a:moveTo>
                    <a:pt x="1812" y="0"/>
                  </a:moveTo>
                  <a:cubicBezTo>
                    <a:pt x="1811" y="0"/>
                    <a:pt x="1811" y="0"/>
                    <a:pt x="1810" y="0"/>
                  </a:cubicBezTo>
                  <a:cubicBezTo>
                    <a:pt x="1253" y="19"/>
                    <a:pt x="714" y="424"/>
                    <a:pt x="417" y="865"/>
                  </a:cubicBezTo>
                  <a:cubicBezTo>
                    <a:pt x="79" y="1368"/>
                    <a:pt x="1" y="2002"/>
                    <a:pt x="169" y="2602"/>
                  </a:cubicBezTo>
                  <a:cubicBezTo>
                    <a:pt x="263" y="2938"/>
                    <a:pt x="443" y="3251"/>
                    <a:pt x="679" y="3510"/>
                  </a:cubicBezTo>
                  <a:cubicBezTo>
                    <a:pt x="683" y="3514"/>
                    <a:pt x="687" y="3516"/>
                    <a:pt x="691" y="3516"/>
                  </a:cubicBezTo>
                  <a:cubicBezTo>
                    <a:pt x="702" y="3516"/>
                    <a:pt x="712" y="3500"/>
                    <a:pt x="701" y="3488"/>
                  </a:cubicBezTo>
                  <a:cubicBezTo>
                    <a:pt x="309" y="3029"/>
                    <a:pt x="122" y="2415"/>
                    <a:pt x="181" y="1832"/>
                  </a:cubicBezTo>
                  <a:cubicBezTo>
                    <a:pt x="237" y="1276"/>
                    <a:pt x="535" y="780"/>
                    <a:pt x="975" y="454"/>
                  </a:cubicBezTo>
                  <a:cubicBezTo>
                    <a:pt x="1231" y="266"/>
                    <a:pt x="1516" y="173"/>
                    <a:pt x="1819" y="80"/>
                  </a:cubicBezTo>
                  <a:cubicBezTo>
                    <a:pt x="1860" y="67"/>
                    <a:pt x="1857" y="0"/>
                    <a:pt x="1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6"/>
            <p:cNvSpPr/>
            <p:nvPr/>
          </p:nvSpPr>
          <p:spPr>
            <a:xfrm>
              <a:off x="2405850" y="2677800"/>
              <a:ext cx="24850" cy="34275"/>
            </a:xfrm>
            <a:custGeom>
              <a:rect b="b" l="l" r="r" t="t"/>
              <a:pathLst>
                <a:path extrusionOk="0" h="1371" w="994">
                  <a:moveTo>
                    <a:pt x="957" y="1"/>
                  </a:moveTo>
                  <a:cubicBezTo>
                    <a:pt x="956" y="1"/>
                    <a:pt x="955" y="1"/>
                    <a:pt x="953" y="1"/>
                  </a:cubicBezTo>
                  <a:cubicBezTo>
                    <a:pt x="659" y="24"/>
                    <a:pt x="390" y="247"/>
                    <a:pt x="234" y="482"/>
                  </a:cubicBezTo>
                  <a:cubicBezTo>
                    <a:pt x="68" y="730"/>
                    <a:pt x="1" y="1046"/>
                    <a:pt x="61" y="1350"/>
                  </a:cubicBezTo>
                  <a:cubicBezTo>
                    <a:pt x="64" y="1364"/>
                    <a:pt x="75" y="1371"/>
                    <a:pt x="86" y="1371"/>
                  </a:cubicBezTo>
                  <a:cubicBezTo>
                    <a:pt x="102" y="1371"/>
                    <a:pt x="119" y="1358"/>
                    <a:pt x="116" y="1337"/>
                  </a:cubicBezTo>
                  <a:cubicBezTo>
                    <a:pt x="66" y="1049"/>
                    <a:pt x="139" y="765"/>
                    <a:pt x="296" y="530"/>
                  </a:cubicBezTo>
                  <a:cubicBezTo>
                    <a:pt x="374" y="415"/>
                    <a:pt x="470" y="312"/>
                    <a:pt x="584" y="233"/>
                  </a:cubicBezTo>
                  <a:cubicBezTo>
                    <a:pt x="701" y="152"/>
                    <a:pt x="829" y="109"/>
                    <a:pt x="965" y="64"/>
                  </a:cubicBezTo>
                  <a:cubicBezTo>
                    <a:pt x="992" y="55"/>
                    <a:pt x="993" y="1"/>
                    <a:pt x="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6"/>
            <p:cNvSpPr/>
            <p:nvPr/>
          </p:nvSpPr>
          <p:spPr>
            <a:xfrm>
              <a:off x="2868800" y="2476825"/>
              <a:ext cx="94075" cy="45025"/>
            </a:xfrm>
            <a:custGeom>
              <a:rect b="b" l="l" r="r" t="t"/>
              <a:pathLst>
                <a:path extrusionOk="0" h="1801" w="3763">
                  <a:moveTo>
                    <a:pt x="2627" y="1"/>
                  </a:moveTo>
                  <a:cubicBezTo>
                    <a:pt x="2431" y="1"/>
                    <a:pt x="2234" y="25"/>
                    <a:pt x="2045" y="66"/>
                  </a:cubicBezTo>
                  <a:cubicBezTo>
                    <a:pt x="1469" y="191"/>
                    <a:pt x="911" y="506"/>
                    <a:pt x="525" y="946"/>
                  </a:cubicBezTo>
                  <a:cubicBezTo>
                    <a:pt x="308" y="1197"/>
                    <a:pt x="129" y="1462"/>
                    <a:pt x="5" y="1774"/>
                  </a:cubicBezTo>
                  <a:cubicBezTo>
                    <a:pt x="0" y="1788"/>
                    <a:pt x="14" y="1800"/>
                    <a:pt x="27" y="1800"/>
                  </a:cubicBezTo>
                  <a:cubicBezTo>
                    <a:pt x="33" y="1800"/>
                    <a:pt x="38" y="1797"/>
                    <a:pt x="41" y="1790"/>
                  </a:cubicBezTo>
                  <a:cubicBezTo>
                    <a:pt x="484" y="807"/>
                    <a:pt x="1499" y="167"/>
                    <a:pt x="2592" y="167"/>
                  </a:cubicBezTo>
                  <a:cubicBezTo>
                    <a:pt x="2632" y="167"/>
                    <a:pt x="2672" y="168"/>
                    <a:pt x="2712" y="169"/>
                  </a:cubicBezTo>
                  <a:cubicBezTo>
                    <a:pt x="3049" y="184"/>
                    <a:pt x="3366" y="282"/>
                    <a:pt x="3628" y="512"/>
                  </a:cubicBezTo>
                  <a:cubicBezTo>
                    <a:pt x="3643" y="524"/>
                    <a:pt x="3660" y="529"/>
                    <a:pt x="3676" y="529"/>
                  </a:cubicBezTo>
                  <a:cubicBezTo>
                    <a:pt x="3722" y="529"/>
                    <a:pt x="3763" y="489"/>
                    <a:pt x="3731" y="440"/>
                  </a:cubicBezTo>
                  <a:cubicBezTo>
                    <a:pt x="3561" y="175"/>
                    <a:pt x="3254" y="71"/>
                    <a:pt x="2958" y="25"/>
                  </a:cubicBezTo>
                  <a:cubicBezTo>
                    <a:pt x="2849" y="9"/>
                    <a:pt x="2738"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6"/>
            <p:cNvSpPr/>
            <p:nvPr/>
          </p:nvSpPr>
          <p:spPr>
            <a:xfrm>
              <a:off x="3169500" y="2590100"/>
              <a:ext cx="207575" cy="69800"/>
            </a:xfrm>
            <a:custGeom>
              <a:rect b="b" l="l" r="r" t="t"/>
              <a:pathLst>
                <a:path extrusionOk="0" h="2792" w="8303">
                  <a:moveTo>
                    <a:pt x="4496" y="1"/>
                  </a:moveTo>
                  <a:cubicBezTo>
                    <a:pt x="3300" y="1"/>
                    <a:pt x="2169" y="446"/>
                    <a:pt x="1268" y="1185"/>
                  </a:cubicBezTo>
                  <a:cubicBezTo>
                    <a:pt x="748" y="1613"/>
                    <a:pt x="314" y="2156"/>
                    <a:pt x="9" y="2758"/>
                  </a:cubicBezTo>
                  <a:cubicBezTo>
                    <a:pt x="0" y="2775"/>
                    <a:pt x="16" y="2791"/>
                    <a:pt x="30" y="2791"/>
                  </a:cubicBezTo>
                  <a:cubicBezTo>
                    <a:pt x="36" y="2791"/>
                    <a:pt x="41" y="2788"/>
                    <a:pt x="45" y="2782"/>
                  </a:cubicBezTo>
                  <a:cubicBezTo>
                    <a:pt x="628" y="1760"/>
                    <a:pt x="1556" y="976"/>
                    <a:pt x="2660" y="561"/>
                  </a:cubicBezTo>
                  <a:cubicBezTo>
                    <a:pt x="3219" y="350"/>
                    <a:pt x="3822" y="239"/>
                    <a:pt x="4427" y="237"/>
                  </a:cubicBezTo>
                  <a:cubicBezTo>
                    <a:pt x="5066" y="237"/>
                    <a:pt x="5678" y="348"/>
                    <a:pt x="6290" y="558"/>
                  </a:cubicBezTo>
                  <a:cubicBezTo>
                    <a:pt x="6629" y="674"/>
                    <a:pt x="6946" y="832"/>
                    <a:pt x="7258" y="1009"/>
                  </a:cubicBezTo>
                  <a:cubicBezTo>
                    <a:pt x="7418" y="1099"/>
                    <a:pt x="7575" y="1197"/>
                    <a:pt x="7728" y="1300"/>
                  </a:cubicBezTo>
                  <a:cubicBezTo>
                    <a:pt x="7802" y="1351"/>
                    <a:pt x="7875" y="1400"/>
                    <a:pt x="7946" y="1455"/>
                  </a:cubicBezTo>
                  <a:cubicBezTo>
                    <a:pt x="8023" y="1511"/>
                    <a:pt x="8106" y="1550"/>
                    <a:pt x="8182" y="1609"/>
                  </a:cubicBezTo>
                  <a:cubicBezTo>
                    <a:pt x="8193" y="1617"/>
                    <a:pt x="8205" y="1620"/>
                    <a:pt x="8216" y="1620"/>
                  </a:cubicBezTo>
                  <a:cubicBezTo>
                    <a:pt x="8264" y="1620"/>
                    <a:pt x="8302" y="1553"/>
                    <a:pt x="8261" y="1511"/>
                  </a:cubicBezTo>
                  <a:cubicBezTo>
                    <a:pt x="8202" y="1452"/>
                    <a:pt x="8156" y="1383"/>
                    <a:pt x="8096" y="1326"/>
                  </a:cubicBezTo>
                  <a:cubicBezTo>
                    <a:pt x="8034" y="1270"/>
                    <a:pt x="7969" y="1218"/>
                    <a:pt x="7907" y="1164"/>
                  </a:cubicBezTo>
                  <a:cubicBezTo>
                    <a:pt x="7774" y="1056"/>
                    <a:pt x="7636" y="955"/>
                    <a:pt x="7492" y="862"/>
                  </a:cubicBezTo>
                  <a:cubicBezTo>
                    <a:pt x="7212" y="685"/>
                    <a:pt x="6913" y="538"/>
                    <a:pt x="6606" y="416"/>
                  </a:cubicBezTo>
                  <a:cubicBezTo>
                    <a:pt x="5986" y="168"/>
                    <a:pt x="5328" y="27"/>
                    <a:pt x="4672" y="4"/>
                  </a:cubicBezTo>
                  <a:cubicBezTo>
                    <a:pt x="4614" y="2"/>
                    <a:pt x="4555" y="1"/>
                    <a:pt x="4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6"/>
            <p:cNvSpPr/>
            <p:nvPr/>
          </p:nvSpPr>
          <p:spPr>
            <a:xfrm>
              <a:off x="3235550" y="2640625"/>
              <a:ext cx="117150" cy="22450"/>
            </a:xfrm>
            <a:custGeom>
              <a:rect b="b" l="l" r="r" t="t"/>
              <a:pathLst>
                <a:path extrusionOk="0" h="898" w="4686">
                  <a:moveTo>
                    <a:pt x="3016" y="0"/>
                  </a:moveTo>
                  <a:cubicBezTo>
                    <a:pt x="2372" y="0"/>
                    <a:pt x="1734" y="100"/>
                    <a:pt x="1124" y="285"/>
                  </a:cubicBezTo>
                  <a:cubicBezTo>
                    <a:pt x="749" y="399"/>
                    <a:pt x="385" y="552"/>
                    <a:pt x="38" y="726"/>
                  </a:cubicBezTo>
                  <a:cubicBezTo>
                    <a:pt x="0" y="745"/>
                    <a:pt x="23" y="799"/>
                    <a:pt x="59" y="799"/>
                  </a:cubicBezTo>
                  <a:cubicBezTo>
                    <a:pt x="64" y="799"/>
                    <a:pt x="69" y="798"/>
                    <a:pt x="75" y="795"/>
                  </a:cubicBezTo>
                  <a:cubicBezTo>
                    <a:pt x="801" y="435"/>
                    <a:pt x="1615" y="223"/>
                    <a:pt x="2437" y="173"/>
                  </a:cubicBezTo>
                  <a:cubicBezTo>
                    <a:pt x="2594" y="164"/>
                    <a:pt x="2752" y="158"/>
                    <a:pt x="2911" y="158"/>
                  </a:cubicBezTo>
                  <a:cubicBezTo>
                    <a:pt x="3152" y="158"/>
                    <a:pt x="3393" y="171"/>
                    <a:pt x="3634" y="200"/>
                  </a:cubicBezTo>
                  <a:cubicBezTo>
                    <a:pt x="3990" y="243"/>
                    <a:pt x="4482" y="395"/>
                    <a:pt x="4511" y="831"/>
                  </a:cubicBezTo>
                  <a:cubicBezTo>
                    <a:pt x="4515" y="871"/>
                    <a:pt x="4554" y="898"/>
                    <a:pt x="4589" y="898"/>
                  </a:cubicBezTo>
                  <a:cubicBezTo>
                    <a:pt x="4613" y="898"/>
                    <a:pt x="4634" y="885"/>
                    <a:pt x="4639" y="854"/>
                  </a:cubicBezTo>
                  <a:cubicBezTo>
                    <a:pt x="4686" y="559"/>
                    <a:pt x="4491" y="294"/>
                    <a:pt x="4227" y="165"/>
                  </a:cubicBezTo>
                  <a:cubicBezTo>
                    <a:pt x="3919" y="16"/>
                    <a:pt x="3559" y="14"/>
                    <a:pt x="3230" y="4"/>
                  </a:cubicBezTo>
                  <a:cubicBezTo>
                    <a:pt x="3159" y="2"/>
                    <a:pt x="3088" y="0"/>
                    <a:pt x="3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6"/>
            <p:cNvSpPr/>
            <p:nvPr/>
          </p:nvSpPr>
          <p:spPr>
            <a:xfrm>
              <a:off x="3047125" y="2603475"/>
              <a:ext cx="65575" cy="34475"/>
            </a:xfrm>
            <a:custGeom>
              <a:rect b="b" l="l" r="r" t="t"/>
              <a:pathLst>
                <a:path extrusionOk="0" h="1379" w="2623">
                  <a:moveTo>
                    <a:pt x="35" y="0"/>
                  </a:moveTo>
                  <a:cubicBezTo>
                    <a:pt x="1" y="0"/>
                    <a:pt x="1" y="52"/>
                    <a:pt x="37" y="57"/>
                  </a:cubicBezTo>
                  <a:cubicBezTo>
                    <a:pt x="567" y="103"/>
                    <a:pt x="1091" y="238"/>
                    <a:pt x="1588" y="448"/>
                  </a:cubicBezTo>
                  <a:cubicBezTo>
                    <a:pt x="1819" y="546"/>
                    <a:pt x="2058" y="662"/>
                    <a:pt x="2266" y="806"/>
                  </a:cubicBezTo>
                  <a:cubicBezTo>
                    <a:pt x="2358" y="869"/>
                    <a:pt x="2464" y="964"/>
                    <a:pt x="2480" y="1080"/>
                  </a:cubicBezTo>
                  <a:cubicBezTo>
                    <a:pt x="2497" y="1194"/>
                    <a:pt x="2431" y="1317"/>
                    <a:pt x="2313" y="1317"/>
                  </a:cubicBezTo>
                  <a:cubicBezTo>
                    <a:pt x="2306" y="1317"/>
                    <a:pt x="2299" y="1317"/>
                    <a:pt x="2292" y="1316"/>
                  </a:cubicBezTo>
                  <a:cubicBezTo>
                    <a:pt x="2290" y="1316"/>
                    <a:pt x="2289" y="1316"/>
                    <a:pt x="2288" y="1316"/>
                  </a:cubicBezTo>
                  <a:cubicBezTo>
                    <a:pt x="2258" y="1316"/>
                    <a:pt x="2254" y="1361"/>
                    <a:pt x="2284" y="1369"/>
                  </a:cubicBezTo>
                  <a:cubicBezTo>
                    <a:pt x="2306" y="1376"/>
                    <a:pt x="2328" y="1379"/>
                    <a:pt x="2349" y="1379"/>
                  </a:cubicBezTo>
                  <a:cubicBezTo>
                    <a:pt x="2511" y="1379"/>
                    <a:pt x="2622" y="1192"/>
                    <a:pt x="2596" y="1032"/>
                  </a:cubicBezTo>
                  <a:cubicBezTo>
                    <a:pt x="2547" y="754"/>
                    <a:pt x="2205" y="607"/>
                    <a:pt x="1979" y="499"/>
                  </a:cubicBezTo>
                  <a:cubicBezTo>
                    <a:pt x="1364" y="202"/>
                    <a:pt x="708" y="35"/>
                    <a:pt x="37" y="0"/>
                  </a:cubicBezTo>
                  <a:cubicBezTo>
                    <a:pt x="36"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6"/>
            <p:cNvSpPr/>
            <p:nvPr/>
          </p:nvSpPr>
          <p:spPr>
            <a:xfrm>
              <a:off x="2972425" y="2544650"/>
              <a:ext cx="67550" cy="26300"/>
            </a:xfrm>
            <a:custGeom>
              <a:rect b="b" l="l" r="r" t="t"/>
              <a:pathLst>
                <a:path extrusionOk="0" h="1052" w="2702">
                  <a:moveTo>
                    <a:pt x="696" y="0"/>
                  </a:moveTo>
                  <a:cubicBezTo>
                    <a:pt x="476" y="0"/>
                    <a:pt x="256" y="13"/>
                    <a:pt x="38" y="25"/>
                  </a:cubicBezTo>
                  <a:cubicBezTo>
                    <a:pt x="2" y="27"/>
                    <a:pt x="1" y="83"/>
                    <a:pt x="38" y="83"/>
                  </a:cubicBezTo>
                  <a:cubicBezTo>
                    <a:pt x="176" y="79"/>
                    <a:pt x="316" y="75"/>
                    <a:pt x="457" y="75"/>
                  </a:cubicBezTo>
                  <a:cubicBezTo>
                    <a:pt x="850" y="75"/>
                    <a:pt x="1247" y="104"/>
                    <a:pt x="1623" y="234"/>
                  </a:cubicBezTo>
                  <a:cubicBezTo>
                    <a:pt x="2054" y="384"/>
                    <a:pt x="2401" y="659"/>
                    <a:pt x="2657" y="1041"/>
                  </a:cubicBezTo>
                  <a:cubicBezTo>
                    <a:pt x="2662" y="1048"/>
                    <a:pt x="2669" y="1052"/>
                    <a:pt x="2677" y="1052"/>
                  </a:cubicBezTo>
                  <a:cubicBezTo>
                    <a:pt x="2689" y="1052"/>
                    <a:pt x="2702" y="1042"/>
                    <a:pt x="2696" y="1026"/>
                  </a:cubicBezTo>
                  <a:cubicBezTo>
                    <a:pt x="2561" y="594"/>
                    <a:pt x="2136" y="300"/>
                    <a:pt x="1730" y="155"/>
                  </a:cubicBezTo>
                  <a:cubicBezTo>
                    <a:pt x="1393" y="33"/>
                    <a:pt x="1045" y="0"/>
                    <a:pt x="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46"/>
          <p:cNvGrpSpPr/>
          <p:nvPr/>
        </p:nvGrpSpPr>
        <p:grpSpPr>
          <a:xfrm>
            <a:off x="640092" y="4002310"/>
            <a:ext cx="4935713" cy="1253973"/>
            <a:chOff x="371175" y="2623925"/>
            <a:chExt cx="2093000" cy="531750"/>
          </a:xfrm>
        </p:grpSpPr>
        <p:sp>
          <p:nvSpPr>
            <p:cNvPr id="2729" name="Google Shape;2729;p46"/>
            <p:cNvSpPr/>
            <p:nvPr/>
          </p:nvSpPr>
          <p:spPr>
            <a:xfrm>
              <a:off x="371175" y="2623925"/>
              <a:ext cx="2093000" cy="531750"/>
            </a:xfrm>
            <a:custGeom>
              <a:rect b="b" l="l" r="r" t="t"/>
              <a:pathLst>
                <a:path extrusionOk="0" h="21270" w="83720">
                  <a:moveTo>
                    <a:pt x="17683" y="0"/>
                  </a:moveTo>
                  <a:cubicBezTo>
                    <a:pt x="16434" y="0"/>
                    <a:pt x="15203" y="291"/>
                    <a:pt x="14148" y="890"/>
                  </a:cubicBezTo>
                  <a:cubicBezTo>
                    <a:pt x="12282" y="1947"/>
                    <a:pt x="11010" y="3967"/>
                    <a:pt x="10943" y="6176"/>
                  </a:cubicBezTo>
                  <a:cubicBezTo>
                    <a:pt x="10875" y="8324"/>
                    <a:pt x="11998" y="10580"/>
                    <a:pt x="13835" y="11833"/>
                  </a:cubicBezTo>
                  <a:lnTo>
                    <a:pt x="13835" y="11833"/>
                  </a:lnTo>
                  <a:cubicBezTo>
                    <a:pt x="13373" y="11549"/>
                    <a:pt x="12837" y="11406"/>
                    <a:pt x="12311" y="11406"/>
                  </a:cubicBezTo>
                  <a:cubicBezTo>
                    <a:pt x="11755" y="11406"/>
                    <a:pt x="11211" y="11566"/>
                    <a:pt x="10778" y="11887"/>
                  </a:cubicBezTo>
                  <a:cubicBezTo>
                    <a:pt x="9891" y="12544"/>
                    <a:pt x="9538" y="13832"/>
                    <a:pt x="9944" y="14930"/>
                  </a:cubicBezTo>
                  <a:cubicBezTo>
                    <a:pt x="9639" y="14121"/>
                    <a:pt x="8963" y="13440"/>
                    <a:pt x="8158" y="13129"/>
                  </a:cubicBezTo>
                  <a:cubicBezTo>
                    <a:pt x="7828" y="13001"/>
                    <a:pt x="7440" y="12935"/>
                    <a:pt x="7045" y="12935"/>
                  </a:cubicBezTo>
                  <a:cubicBezTo>
                    <a:pt x="6187" y="12935"/>
                    <a:pt x="5293" y="13243"/>
                    <a:pt x="4877" y="13885"/>
                  </a:cubicBezTo>
                  <a:cubicBezTo>
                    <a:pt x="4384" y="14643"/>
                    <a:pt x="4426" y="15899"/>
                    <a:pt x="5224" y="16543"/>
                  </a:cubicBezTo>
                  <a:cubicBezTo>
                    <a:pt x="4485" y="16051"/>
                    <a:pt x="3683" y="15633"/>
                    <a:pt x="2828" y="15542"/>
                  </a:cubicBezTo>
                  <a:cubicBezTo>
                    <a:pt x="2731" y="15532"/>
                    <a:pt x="2632" y="15526"/>
                    <a:pt x="2534" y="15526"/>
                  </a:cubicBezTo>
                  <a:cubicBezTo>
                    <a:pt x="1682" y="15526"/>
                    <a:pt x="834" y="15916"/>
                    <a:pt x="499" y="16670"/>
                  </a:cubicBezTo>
                  <a:cubicBezTo>
                    <a:pt x="0" y="17788"/>
                    <a:pt x="839" y="19229"/>
                    <a:pt x="1974" y="19856"/>
                  </a:cubicBezTo>
                  <a:cubicBezTo>
                    <a:pt x="3108" y="20482"/>
                    <a:pt x="4428" y="20511"/>
                    <a:pt x="5684" y="20524"/>
                  </a:cubicBezTo>
                  <a:cubicBezTo>
                    <a:pt x="30818" y="20772"/>
                    <a:pt x="55953" y="21021"/>
                    <a:pt x="81087" y="21269"/>
                  </a:cubicBezTo>
                  <a:cubicBezTo>
                    <a:pt x="81095" y="21269"/>
                    <a:pt x="81103" y="21269"/>
                    <a:pt x="81111" y="21269"/>
                  </a:cubicBezTo>
                  <a:cubicBezTo>
                    <a:pt x="82137" y="21269"/>
                    <a:pt x="83720" y="20559"/>
                    <a:pt x="82562" y="19387"/>
                  </a:cubicBezTo>
                  <a:cubicBezTo>
                    <a:pt x="82138" y="18961"/>
                    <a:pt x="81510" y="18704"/>
                    <a:pt x="80938" y="18645"/>
                  </a:cubicBezTo>
                  <a:cubicBezTo>
                    <a:pt x="80902" y="18642"/>
                    <a:pt x="80834" y="18639"/>
                    <a:pt x="80748" y="18639"/>
                  </a:cubicBezTo>
                  <a:cubicBezTo>
                    <a:pt x="80338" y="18639"/>
                    <a:pt x="79498" y="18697"/>
                    <a:pt x="79487" y="18961"/>
                  </a:cubicBezTo>
                  <a:lnTo>
                    <a:pt x="79487" y="18961"/>
                  </a:lnTo>
                  <a:cubicBezTo>
                    <a:pt x="79539" y="17517"/>
                    <a:pt x="78525" y="16023"/>
                    <a:pt x="77139" y="15500"/>
                  </a:cubicBezTo>
                  <a:cubicBezTo>
                    <a:pt x="76768" y="15361"/>
                    <a:pt x="76380" y="15294"/>
                    <a:pt x="75995" y="15294"/>
                  </a:cubicBezTo>
                  <a:cubicBezTo>
                    <a:pt x="74941" y="15294"/>
                    <a:pt x="73916" y="15794"/>
                    <a:pt x="73358" y="16657"/>
                  </a:cubicBezTo>
                  <a:cubicBezTo>
                    <a:pt x="73991" y="15506"/>
                    <a:pt x="73295" y="14185"/>
                    <a:pt x="72333" y="13352"/>
                  </a:cubicBezTo>
                  <a:cubicBezTo>
                    <a:pt x="71997" y="13063"/>
                    <a:pt x="70902" y="12566"/>
                    <a:pt x="70120" y="12566"/>
                  </a:cubicBezTo>
                  <a:cubicBezTo>
                    <a:pt x="69768" y="12566"/>
                    <a:pt x="69479" y="12667"/>
                    <a:pt x="69352" y="12934"/>
                  </a:cubicBezTo>
                  <a:cubicBezTo>
                    <a:pt x="70150" y="11250"/>
                    <a:pt x="69679" y="8979"/>
                    <a:pt x="68248" y="7601"/>
                  </a:cubicBezTo>
                  <a:cubicBezTo>
                    <a:pt x="67719" y="7092"/>
                    <a:pt x="67048" y="6690"/>
                    <a:pt x="66342" y="6647"/>
                  </a:cubicBezTo>
                  <a:cubicBezTo>
                    <a:pt x="66305" y="6645"/>
                    <a:pt x="66267" y="6643"/>
                    <a:pt x="66230" y="6643"/>
                  </a:cubicBezTo>
                  <a:cubicBezTo>
                    <a:pt x="65559" y="6643"/>
                    <a:pt x="64898" y="7019"/>
                    <a:pt x="64708" y="7648"/>
                  </a:cubicBezTo>
                  <a:cubicBezTo>
                    <a:pt x="64714" y="5689"/>
                    <a:pt x="64312" y="4061"/>
                    <a:pt x="62749" y="2626"/>
                  </a:cubicBezTo>
                  <a:cubicBezTo>
                    <a:pt x="61672" y="1636"/>
                    <a:pt x="60252" y="981"/>
                    <a:pt x="58839" y="981"/>
                  </a:cubicBezTo>
                  <a:cubicBezTo>
                    <a:pt x="58573" y="981"/>
                    <a:pt x="58308" y="1004"/>
                    <a:pt x="58045" y="1052"/>
                  </a:cubicBezTo>
                  <a:cubicBezTo>
                    <a:pt x="54782" y="1658"/>
                    <a:pt x="53056" y="5924"/>
                    <a:pt x="54868" y="8894"/>
                  </a:cubicBezTo>
                  <a:cubicBezTo>
                    <a:pt x="54128" y="7918"/>
                    <a:pt x="52927" y="7438"/>
                    <a:pt x="51756" y="7438"/>
                  </a:cubicBezTo>
                  <a:cubicBezTo>
                    <a:pt x="50500" y="7438"/>
                    <a:pt x="49279" y="7991"/>
                    <a:pt x="48702" y="9080"/>
                  </a:cubicBezTo>
                  <a:cubicBezTo>
                    <a:pt x="48093" y="8610"/>
                    <a:pt x="47350" y="8390"/>
                    <a:pt x="46615" y="8390"/>
                  </a:cubicBezTo>
                  <a:cubicBezTo>
                    <a:pt x="45365" y="8390"/>
                    <a:pt x="44139" y="9027"/>
                    <a:pt x="43637" y="10152"/>
                  </a:cubicBezTo>
                  <a:cubicBezTo>
                    <a:pt x="43081" y="8654"/>
                    <a:pt x="41762" y="7415"/>
                    <a:pt x="40237" y="6962"/>
                  </a:cubicBezTo>
                  <a:cubicBezTo>
                    <a:pt x="39796" y="6831"/>
                    <a:pt x="39341" y="6768"/>
                    <a:pt x="38891" y="6768"/>
                  </a:cubicBezTo>
                  <a:cubicBezTo>
                    <a:pt x="37787" y="6768"/>
                    <a:pt x="36708" y="7150"/>
                    <a:pt x="35908" y="7861"/>
                  </a:cubicBezTo>
                  <a:cubicBezTo>
                    <a:pt x="35214" y="6121"/>
                    <a:pt x="33292" y="5049"/>
                    <a:pt x="31500" y="5049"/>
                  </a:cubicBezTo>
                  <a:cubicBezTo>
                    <a:pt x="30628" y="5049"/>
                    <a:pt x="29788" y="5302"/>
                    <a:pt x="29133" y="5854"/>
                  </a:cubicBezTo>
                  <a:cubicBezTo>
                    <a:pt x="28778" y="5306"/>
                    <a:pt x="28153" y="5050"/>
                    <a:pt x="27535" y="5050"/>
                  </a:cubicBezTo>
                  <a:cubicBezTo>
                    <a:pt x="26713" y="5050"/>
                    <a:pt x="25903" y="5501"/>
                    <a:pt x="25748" y="6314"/>
                  </a:cubicBezTo>
                  <a:cubicBezTo>
                    <a:pt x="25929" y="5362"/>
                    <a:pt x="24954" y="3780"/>
                    <a:pt x="24402" y="3028"/>
                  </a:cubicBezTo>
                  <a:cubicBezTo>
                    <a:pt x="23672" y="2032"/>
                    <a:pt x="22679" y="1171"/>
                    <a:pt x="21558" y="659"/>
                  </a:cubicBezTo>
                  <a:cubicBezTo>
                    <a:pt x="20545" y="195"/>
                    <a:pt x="19048" y="45"/>
                    <a:pt x="17968" y="5"/>
                  </a:cubicBezTo>
                  <a:cubicBezTo>
                    <a:pt x="17873" y="2"/>
                    <a:pt x="17777" y="0"/>
                    <a:pt x="176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6"/>
            <p:cNvSpPr/>
            <p:nvPr/>
          </p:nvSpPr>
          <p:spPr>
            <a:xfrm>
              <a:off x="632475" y="2640525"/>
              <a:ext cx="292050" cy="220075"/>
            </a:xfrm>
            <a:custGeom>
              <a:rect b="b" l="l" r="r" t="t"/>
              <a:pathLst>
                <a:path extrusionOk="0" h="8803" w="11682">
                  <a:moveTo>
                    <a:pt x="8830" y="0"/>
                  </a:moveTo>
                  <a:cubicBezTo>
                    <a:pt x="6885" y="0"/>
                    <a:pt x="4851" y="737"/>
                    <a:pt x="3438" y="1845"/>
                  </a:cubicBezTo>
                  <a:cubicBezTo>
                    <a:pt x="1377" y="3463"/>
                    <a:pt x="1" y="6674"/>
                    <a:pt x="2199" y="8794"/>
                  </a:cubicBezTo>
                  <a:cubicBezTo>
                    <a:pt x="2206" y="8800"/>
                    <a:pt x="2213" y="8803"/>
                    <a:pt x="2219" y="8803"/>
                  </a:cubicBezTo>
                  <a:cubicBezTo>
                    <a:pt x="2242" y="8803"/>
                    <a:pt x="2262" y="8773"/>
                    <a:pt x="2241" y="8753"/>
                  </a:cubicBezTo>
                  <a:cubicBezTo>
                    <a:pt x="38" y="6422"/>
                    <a:pt x="1789" y="3130"/>
                    <a:pt x="4052" y="1639"/>
                  </a:cubicBezTo>
                  <a:cubicBezTo>
                    <a:pt x="5140" y="923"/>
                    <a:pt x="6402" y="473"/>
                    <a:pt x="7696" y="319"/>
                  </a:cubicBezTo>
                  <a:cubicBezTo>
                    <a:pt x="7977" y="286"/>
                    <a:pt x="8253" y="270"/>
                    <a:pt x="8524" y="270"/>
                  </a:cubicBezTo>
                  <a:cubicBezTo>
                    <a:pt x="9561" y="270"/>
                    <a:pt x="10540" y="490"/>
                    <a:pt x="11579" y="721"/>
                  </a:cubicBezTo>
                  <a:cubicBezTo>
                    <a:pt x="11583" y="722"/>
                    <a:pt x="11587" y="723"/>
                    <a:pt x="11591" y="723"/>
                  </a:cubicBezTo>
                  <a:cubicBezTo>
                    <a:pt x="11646" y="723"/>
                    <a:pt x="11681" y="641"/>
                    <a:pt x="11623" y="613"/>
                  </a:cubicBezTo>
                  <a:cubicBezTo>
                    <a:pt x="10776" y="189"/>
                    <a:pt x="9815" y="0"/>
                    <a:pt x="8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6"/>
            <p:cNvSpPr/>
            <p:nvPr/>
          </p:nvSpPr>
          <p:spPr>
            <a:xfrm>
              <a:off x="695725" y="2691450"/>
              <a:ext cx="177925" cy="177875"/>
            </a:xfrm>
            <a:custGeom>
              <a:rect b="b" l="l" r="r" t="t"/>
              <a:pathLst>
                <a:path extrusionOk="0" h="7115" w="7117">
                  <a:moveTo>
                    <a:pt x="5669" y="0"/>
                  </a:moveTo>
                  <a:cubicBezTo>
                    <a:pt x="4276" y="0"/>
                    <a:pt x="2784" y="693"/>
                    <a:pt x="1874" y="1597"/>
                  </a:cubicBezTo>
                  <a:cubicBezTo>
                    <a:pt x="444" y="3021"/>
                    <a:pt x="1" y="5207"/>
                    <a:pt x="649" y="7097"/>
                  </a:cubicBezTo>
                  <a:cubicBezTo>
                    <a:pt x="654" y="7109"/>
                    <a:pt x="664" y="7115"/>
                    <a:pt x="675" y="7115"/>
                  </a:cubicBezTo>
                  <a:cubicBezTo>
                    <a:pt x="691" y="7115"/>
                    <a:pt x="707" y="7102"/>
                    <a:pt x="701" y="7081"/>
                  </a:cubicBezTo>
                  <a:cubicBezTo>
                    <a:pt x="145" y="5225"/>
                    <a:pt x="599" y="3102"/>
                    <a:pt x="2008" y="1733"/>
                  </a:cubicBezTo>
                  <a:cubicBezTo>
                    <a:pt x="2650" y="1108"/>
                    <a:pt x="3460" y="668"/>
                    <a:pt x="4327" y="445"/>
                  </a:cubicBezTo>
                  <a:cubicBezTo>
                    <a:pt x="4722" y="343"/>
                    <a:pt x="5096" y="309"/>
                    <a:pt x="5467" y="309"/>
                  </a:cubicBezTo>
                  <a:cubicBezTo>
                    <a:pt x="5970" y="309"/>
                    <a:pt x="6467" y="372"/>
                    <a:pt x="7003" y="420"/>
                  </a:cubicBezTo>
                  <a:cubicBezTo>
                    <a:pt x="7004" y="421"/>
                    <a:pt x="7006" y="421"/>
                    <a:pt x="7008" y="421"/>
                  </a:cubicBezTo>
                  <a:cubicBezTo>
                    <a:pt x="7083" y="421"/>
                    <a:pt x="7116" y="299"/>
                    <a:pt x="7044" y="266"/>
                  </a:cubicBezTo>
                  <a:cubicBezTo>
                    <a:pt x="6616" y="82"/>
                    <a:pt x="6148" y="0"/>
                    <a:pt x="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6"/>
            <p:cNvSpPr/>
            <p:nvPr/>
          </p:nvSpPr>
          <p:spPr>
            <a:xfrm>
              <a:off x="749375" y="2760875"/>
              <a:ext cx="36200" cy="34275"/>
            </a:xfrm>
            <a:custGeom>
              <a:rect b="b" l="l" r="r" t="t"/>
              <a:pathLst>
                <a:path extrusionOk="0" h="1371" w="1448">
                  <a:moveTo>
                    <a:pt x="1410" y="1"/>
                  </a:moveTo>
                  <a:cubicBezTo>
                    <a:pt x="1407" y="1"/>
                    <a:pt x="1404" y="1"/>
                    <a:pt x="1400" y="2"/>
                  </a:cubicBezTo>
                  <a:cubicBezTo>
                    <a:pt x="751" y="189"/>
                    <a:pt x="252" y="716"/>
                    <a:pt x="9" y="1337"/>
                  </a:cubicBezTo>
                  <a:cubicBezTo>
                    <a:pt x="1" y="1357"/>
                    <a:pt x="18" y="1371"/>
                    <a:pt x="35" y="1371"/>
                  </a:cubicBezTo>
                  <a:cubicBezTo>
                    <a:pt x="46" y="1371"/>
                    <a:pt x="58" y="1365"/>
                    <a:pt x="63" y="1352"/>
                  </a:cubicBezTo>
                  <a:cubicBezTo>
                    <a:pt x="318" y="734"/>
                    <a:pt x="808" y="316"/>
                    <a:pt x="1415" y="60"/>
                  </a:cubicBezTo>
                  <a:cubicBezTo>
                    <a:pt x="1448" y="46"/>
                    <a:pt x="1441" y="1"/>
                    <a:pt x="1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6"/>
            <p:cNvSpPr/>
            <p:nvPr/>
          </p:nvSpPr>
          <p:spPr>
            <a:xfrm>
              <a:off x="990525" y="2779300"/>
              <a:ext cx="94300" cy="67725"/>
            </a:xfrm>
            <a:custGeom>
              <a:rect b="b" l="l" r="r" t="t"/>
              <a:pathLst>
                <a:path extrusionOk="0" h="2709" w="3772">
                  <a:moveTo>
                    <a:pt x="2857" y="0"/>
                  </a:moveTo>
                  <a:cubicBezTo>
                    <a:pt x="1441" y="0"/>
                    <a:pt x="182" y="1308"/>
                    <a:pt x="1" y="2691"/>
                  </a:cubicBezTo>
                  <a:cubicBezTo>
                    <a:pt x="0" y="2702"/>
                    <a:pt x="10" y="2708"/>
                    <a:pt x="19" y="2708"/>
                  </a:cubicBezTo>
                  <a:cubicBezTo>
                    <a:pt x="27" y="2708"/>
                    <a:pt x="34" y="2704"/>
                    <a:pt x="36" y="2697"/>
                  </a:cubicBezTo>
                  <a:cubicBezTo>
                    <a:pt x="193" y="1893"/>
                    <a:pt x="629" y="1138"/>
                    <a:pt x="1331" y="691"/>
                  </a:cubicBezTo>
                  <a:cubicBezTo>
                    <a:pt x="1860" y="353"/>
                    <a:pt x="2390" y="264"/>
                    <a:pt x="2953" y="264"/>
                  </a:cubicBezTo>
                  <a:cubicBezTo>
                    <a:pt x="3191" y="264"/>
                    <a:pt x="3435" y="280"/>
                    <a:pt x="3687" y="299"/>
                  </a:cubicBezTo>
                  <a:cubicBezTo>
                    <a:pt x="3689" y="299"/>
                    <a:pt x="3690" y="300"/>
                    <a:pt x="3692" y="300"/>
                  </a:cubicBezTo>
                  <a:cubicBezTo>
                    <a:pt x="3770" y="300"/>
                    <a:pt x="3771" y="186"/>
                    <a:pt x="3705" y="162"/>
                  </a:cubicBezTo>
                  <a:cubicBezTo>
                    <a:pt x="3421" y="51"/>
                    <a:pt x="3136" y="0"/>
                    <a:pt x="2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6"/>
            <p:cNvSpPr/>
            <p:nvPr/>
          </p:nvSpPr>
          <p:spPr>
            <a:xfrm>
              <a:off x="1030500" y="2800975"/>
              <a:ext cx="46225" cy="12250"/>
            </a:xfrm>
            <a:custGeom>
              <a:rect b="b" l="l" r="r" t="t"/>
              <a:pathLst>
                <a:path extrusionOk="0" h="490" w="1849">
                  <a:moveTo>
                    <a:pt x="1349" y="1"/>
                  </a:moveTo>
                  <a:cubicBezTo>
                    <a:pt x="885" y="1"/>
                    <a:pt x="423" y="165"/>
                    <a:pt x="35" y="419"/>
                  </a:cubicBezTo>
                  <a:cubicBezTo>
                    <a:pt x="0" y="441"/>
                    <a:pt x="21" y="490"/>
                    <a:pt x="53" y="490"/>
                  </a:cubicBezTo>
                  <a:cubicBezTo>
                    <a:pt x="59" y="490"/>
                    <a:pt x="65" y="488"/>
                    <a:pt x="72" y="484"/>
                  </a:cubicBezTo>
                  <a:cubicBezTo>
                    <a:pt x="511" y="224"/>
                    <a:pt x="958" y="138"/>
                    <a:pt x="1438" y="138"/>
                  </a:cubicBezTo>
                  <a:cubicBezTo>
                    <a:pt x="1551" y="138"/>
                    <a:pt x="1665" y="143"/>
                    <a:pt x="1782" y="151"/>
                  </a:cubicBezTo>
                  <a:cubicBezTo>
                    <a:pt x="1783" y="151"/>
                    <a:pt x="1784" y="151"/>
                    <a:pt x="1785" y="151"/>
                  </a:cubicBezTo>
                  <a:cubicBezTo>
                    <a:pt x="1839" y="151"/>
                    <a:pt x="1849" y="67"/>
                    <a:pt x="1797" y="55"/>
                  </a:cubicBezTo>
                  <a:cubicBezTo>
                    <a:pt x="1649" y="18"/>
                    <a:pt x="1498"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6"/>
            <p:cNvSpPr/>
            <p:nvPr/>
          </p:nvSpPr>
          <p:spPr>
            <a:xfrm>
              <a:off x="1110100" y="2774675"/>
              <a:ext cx="149450" cy="68275"/>
            </a:xfrm>
            <a:custGeom>
              <a:rect b="b" l="l" r="r" t="t"/>
              <a:pathLst>
                <a:path extrusionOk="0" h="2731" w="5978">
                  <a:moveTo>
                    <a:pt x="2820" y="1"/>
                  </a:moveTo>
                  <a:cubicBezTo>
                    <a:pt x="1860" y="1"/>
                    <a:pt x="903" y="357"/>
                    <a:pt x="39" y="780"/>
                  </a:cubicBezTo>
                  <a:cubicBezTo>
                    <a:pt x="1" y="799"/>
                    <a:pt x="27" y="846"/>
                    <a:pt x="61" y="846"/>
                  </a:cubicBezTo>
                  <a:cubicBezTo>
                    <a:pt x="65" y="846"/>
                    <a:pt x="70" y="845"/>
                    <a:pt x="75" y="843"/>
                  </a:cubicBezTo>
                  <a:cubicBezTo>
                    <a:pt x="885" y="497"/>
                    <a:pt x="1784" y="192"/>
                    <a:pt x="2680" y="192"/>
                  </a:cubicBezTo>
                  <a:cubicBezTo>
                    <a:pt x="2984" y="192"/>
                    <a:pt x="3289" y="228"/>
                    <a:pt x="3589" y="309"/>
                  </a:cubicBezTo>
                  <a:cubicBezTo>
                    <a:pt x="4112" y="450"/>
                    <a:pt x="4600" y="703"/>
                    <a:pt x="4963" y="1112"/>
                  </a:cubicBezTo>
                  <a:cubicBezTo>
                    <a:pt x="5380" y="1586"/>
                    <a:pt x="5449" y="2085"/>
                    <a:pt x="5561" y="2677"/>
                  </a:cubicBezTo>
                  <a:cubicBezTo>
                    <a:pt x="5568" y="2713"/>
                    <a:pt x="5598" y="2730"/>
                    <a:pt x="5628" y="2730"/>
                  </a:cubicBezTo>
                  <a:cubicBezTo>
                    <a:pt x="5660" y="2730"/>
                    <a:pt x="5694" y="2711"/>
                    <a:pt x="5704" y="2677"/>
                  </a:cubicBezTo>
                  <a:cubicBezTo>
                    <a:pt x="5978" y="1617"/>
                    <a:pt x="4972" y="574"/>
                    <a:pt x="4059" y="224"/>
                  </a:cubicBezTo>
                  <a:cubicBezTo>
                    <a:pt x="3650" y="67"/>
                    <a:pt x="3235" y="1"/>
                    <a:pt x="2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6"/>
            <p:cNvSpPr/>
            <p:nvPr/>
          </p:nvSpPr>
          <p:spPr>
            <a:xfrm>
              <a:off x="1273275" y="2825175"/>
              <a:ext cx="184125" cy="90725"/>
            </a:xfrm>
            <a:custGeom>
              <a:rect b="b" l="l" r="r" t="t"/>
              <a:pathLst>
                <a:path extrusionOk="0" h="3629" w="7365">
                  <a:moveTo>
                    <a:pt x="2869" y="0"/>
                  </a:moveTo>
                  <a:cubicBezTo>
                    <a:pt x="1771" y="0"/>
                    <a:pt x="706" y="322"/>
                    <a:pt x="17" y="1000"/>
                  </a:cubicBezTo>
                  <a:cubicBezTo>
                    <a:pt x="0" y="1017"/>
                    <a:pt x="16" y="1039"/>
                    <a:pt x="34" y="1039"/>
                  </a:cubicBezTo>
                  <a:cubicBezTo>
                    <a:pt x="39" y="1039"/>
                    <a:pt x="45" y="1037"/>
                    <a:pt x="50" y="1032"/>
                  </a:cubicBezTo>
                  <a:cubicBezTo>
                    <a:pt x="702" y="435"/>
                    <a:pt x="1698" y="150"/>
                    <a:pt x="2732" y="150"/>
                  </a:cubicBezTo>
                  <a:cubicBezTo>
                    <a:pt x="4862" y="150"/>
                    <a:pt x="7154" y="1357"/>
                    <a:pt x="6938" y="3531"/>
                  </a:cubicBezTo>
                  <a:cubicBezTo>
                    <a:pt x="6932" y="3596"/>
                    <a:pt x="6980" y="3629"/>
                    <a:pt x="7031" y="3629"/>
                  </a:cubicBezTo>
                  <a:cubicBezTo>
                    <a:pt x="7082" y="3629"/>
                    <a:pt x="7136" y="3596"/>
                    <a:pt x="7141" y="3531"/>
                  </a:cubicBezTo>
                  <a:cubicBezTo>
                    <a:pt x="7365" y="1269"/>
                    <a:pt x="5050" y="0"/>
                    <a:pt x="2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6"/>
            <p:cNvSpPr/>
            <p:nvPr/>
          </p:nvSpPr>
          <p:spPr>
            <a:xfrm>
              <a:off x="1485225" y="2856850"/>
              <a:ext cx="82075" cy="31050"/>
            </a:xfrm>
            <a:custGeom>
              <a:rect b="b" l="l" r="r" t="t"/>
              <a:pathLst>
                <a:path extrusionOk="0" h="1242" w="3283">
                  <a:moveTo>
                    <a:pt x="2134" y="1"/>
                  </a:moveTo>
                  <a:cubicBezTo>
                    <a:pt x="1300" y="1"/>
                    <a:pt x="476" y="482"/>
                    <a:pt x="13" y="1205"/>
                  </a:cubicBezTo>
                  <a:cubicBezTo>
                    <a:pt x="0" y="1225"/>
                    <a:pt x="18" y="1242"/>
                    <a:pt x="36" y="1242"/>
                  </a:cubicBezTo>
                  <a:cubicBezTo>
                    <a:pt x="43" y="1242"/>
                    <a:pt x="51" y="1239"/>
                    <a:pt x="57" y="1231"/>
                  </a:cubicBezTo>
                  <a:cubicBezTo>
                    <a:pt x="574" y="511"/>
                    <a:pt x="1258" y="210"/>
                    <a:pt x="2008" y="210"/>
                  </a:cubicBezTo>
                  <a:cubicBezTo>
                    <a:pt x="2387" y="210"/>
                    <a:pt x="2784" y="287"/>
                    <a:pt x="3184" y="425"/>
                  </a:cubicBezTo>
                  <a:cubicBezTo>
                    <a:pt x="3191" y="427"/>
                    <a:pt x="3198" y="428"/>
                    <a:pt x="3204" y="428"/>
                  </a:cubicBezTo>
                  <a:cubicBezTo>
                    <a:pt x="3257" y="428"/>
                    <a:pt x="3282" y="345"/>
                    <a:pt x="3230" y="312"/>
                  </a:cubicBezTo>
                  <a:cubicBezTo>
                    <a:pt x="2884" y="97"/>
                    <a:pt x="2508" y="1"/>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6"/>
            <p:cNvSpPr/>
            <p:nvPr/>
          </p:nvSpPr>
          <p:spPr>
            <a:xfrm>
              <a:off x="1617275" y="2833350"/>
              <a:ext cx="68900" cy="20625"/>
            </a:xfrm>
            <a:custGeom>
              <a:rect b="b" l="l" r="r" t="t"/>
              <a:pathLst>
                <a:path extrusionOk="0" h="825" w="2756">
                  <a:moveTo>
                    <a:pt x="1963" y="1"/>
                  </a:moveTo>
                  <a:cubicBezTo>
                    <a:pt x="1253" y="1"/>
                    <a:pt x="548" y="306"/>
                    <a:pt x="20" y="783"/>
                  </a:cubicBezTo>
                  <a:cubicBezTo>
                    <a:pt x="1" y="800"/>
                    <a:pt x="18" y="825"/>
                    <a:pt x="39" y="825"/>
                  </a:cubicBezTo>
                  <a:cubicBezTo>
                    <a:pt x="45" y="825"/>
                    <a:pt x="51" y="823"/>
                    <a:pt x="56" y="819"/>
                  </a:cubicBezTo>
                  <a:cubicBezTo>
                    <a:pt x="625" y="338"/>
                    <a:pt x="1264" y="141"/>
                    <a:pt x="1950" y="141"/>
                  </a:cubicBezTo>
                  <a:cubicBezTo>
                    <a:pt x="2187" y="141"/>
                    <a:pt x="2430" y="164"/>
                    <a:pt x="2677" y="208"/>
                  </a:cubicBezTo>
                  <a:cubicBezTo>
                    <a:pt x="2681" y="208"/>
                    <a:pt x="2684" y="209"/>
                    <a:pt x="2688" y="209"/>
                  </a:cubicBezTo>
                  <a:cubicBezTo>
                    <a:pt x="2738" y="209"/>
                    <a:pt x="2755" y="137"/>
                    <a:pt x="2701" y="118"/>
                  </a:cubicBezTo>
                  <a:cubicBezTo>
                    <a:pt x="2459" y="38"/>
                    <a:pt x="2211" y="1"/>
                    <a:pt x="1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6"/>
            <p:cNvSpPr/>
            <p:nvPr/>
          </p:nvSpPr>
          <p:spPr>
            <a:xfrm>
              <a:off x="1750200" y="2688400"/>
              <a:ext cx="195650" cy="120525"/>
            </a:xfrm>
            <a:custGeom>
              <a:rect b="b" l="l" r="r" t="t"/>
              <a:pathLst>
                <a:path extrusionOk="0" h="4821" w="7826">
                  <a:moveTo>
                    <a:pt x="4563" y="1"/>
                  </a:moveTo>
                  <a:cubicBezTo>
                    <a:pt x="3946" y="1"/>
                    <a:pt x="3332" y="120"/>
                    <a:pt x="2779" y="361"/>
                  </a:cubicBezTo>
                  <a:cubicBezTo>
                    <a:pt x="1056" y="1110"/>
                    <a:pt x="1" y="2937"/>
                    <a:pt x="92" y="4791"/>
                  </a:cubicBezTo>
                  <a:cubicBezTo>
                    <a:pt x="92" y="4811"/>
                    <a:pt x="109" y="4821"/>
                    <a:pt x="124" y="4821"/>
                  </a:cubicBezTo>
                  <a:cubicBezTo>
                    <a:pt x="140" y="4821"/>
                    <a:pt x="155" y="4811"/>
                    <a:pt x="155" y="4791"/>
                  </a:cubicBezTo>
                  <a:cubicBezTo>
                    <a:pt x="109" y="3015"/>
                    <a:pt x="1122" y="1273"/>
                    <a:pt x="2763" y="542"/>
                  </a:cubicBezTo>
                  <a:cubicBezTo>
                    <a:pt x="3319" y="294"/>
                    <a:pt x="3891" y="180"/>
                    <a:pt x="4455" y="180"/>
                  </a:cubicBezTo>
                  <a:cubicBezTo>
                    <a:pt x="5603" y="180"/>
                    <a:pt x="6723" y="651"/>
                    <a:pt x="7637" y="1424"/>
                  </a:cubicBezTo>
                  <a:cubicBezTo>
                    <a:pt x="7656" y="1441"/>
                    <a:pt x="7678" y="1448"/>
                    <a:pt x="7698" y="1448"/>
                  </a:cubicBezTo>
                  <a:cubicBezTo>
                    <a:pt x="7768" y="1448"/>
                    <a:pt x="7826" y="1364"/>
                    <a:pt x="7764" y="1299"/>
                  </a:cubicBezTo>
                  <a:cubicBezTo>
                    <a:pt x="6954" y="441"/>
                    <a:pt x="5752" y="1"/>
                    <a:pt x="4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6"/>
            <p:cNvSpPr/>
            <p:nvPr/>
          </p:nvSpPr>
          <p:spPr>
            <a:xfrm>
              <a:off x="1847000" y="2722775"/>
              <a:ext cx="79250" cy="34600"/>
            </a:xfrm>
            <a:custGeom>
              <a:rect b="b" l="l" r="r" t="t"/>
              <a:pathLst>
                <a:path extrusionOk="0" h="1384" w="3170">
                  <a:moveTo>
                    <a:pt x="592" y="0"/>
                  </a:moveTo>
                  <a:cubicBezTo>
                    <a:pt x="412" y="0"/>
                    <a:pt x="232" y="11"/>
                    <a:pt x="52" y="33"/>
                  </a:cubicBezTo>
                  <a:cubicBezTo>
                    <a:pt x="3" y="39"/>
                    <a:pt x="0" y="114"/>
                    <a:pt x="47" y="114"/>
                  </a:cubicBezTo>
                  <a:cubicBezTo>
                    <a:pt x="49" y="114"/>
                    <a:pt x="50" y="114"/>
                    <a:pt x="52" y="114"/>
                  </a:cubicBezTo>
                  <a:cubicBezTo>
                    <a:pt x="195" y="101"/>
                    <a:pt x="338" y="95"/>
                    <a:pt x="479" y="95"/>
                  </a:cubicBezTo>
                  <a:cubicBezTo>
                    <a:pt x="796" y="95"/>
                    <a:pt x="1110" y="129"/>
                    <a:pt x="1424" y="210"/>
                  </a:cubicBezTo>
                  <a:cubicBezTo>
                    <a:pt x="1859" y="321"/>
                    <a:pt x="2941" y="653"/>
                    <a:pt x="2746" y="1310"/>
                  </a:cubicBezTo>
                  <a:cubicBezTo>
                    <a:pt x="2733" y="1354"/>
                    <a:pt x="2768" y="1383"/>
                    <a:pt x="2803" y="1383"/>
                  </a:cubicBezTo>
                  <a:cubicBezTo>
                    <a:pt x="2822" y="1383"/>
                    <a:pt x="2842" y="1375"/>
                    <a:pt x="2854" y="1356"/>
                  </a:cubicBezTo>
                  <a:cubicBezTo>
                    <a:pt x="3170" y="889"/>
                    <a:pt x="2658" y="543"/>
                    <a:pt x="2271" y="363"/>
                  </a:cubicBezTo>
                  <a:cubicBezTo>
                    <a:pt x="1739" y="116"/>
                    <a:pt x="1169" y="0"/>
                    <a:pt x="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6"/>
            <p:cNvSpPr/>
            <p:nvPr/>
          </p:nvSpPr>
          <p:spPr>
            <a:xfrm>
              <a:off x="1848200" y="2763450"/>
              <a:ext cx="53500" cy="18525"/>
            </a:xfrm>
            <a:custGeom>
              <a:rect b="b" l="l" r="r" t="t"/>
              <a:pathLst>
                <a:path extrusionOk="0" h="741" w="2140">
                  <a:moveTo>
                    <a:pt x="786" y="0"/>
                  </a:moveTo>
                  <a:cubicBezTo>
                    <a:pt x="517" y="0"/>
                    <a:pt x="256" y="45"/>
                    <a:pt x="49" y="121"/>
                  </a:cubicBezTo>
                  <a:cubicBezTo>
                    <a:pt x="0" y="139"/>
                    <a:pt x="14" y="211"/>
                    <a:pt x="58" y="211"/>
                  </a:cubicBezTo>
                  <a:cubicBezTo>
                    <a:pt x="62" y="211"/>
                    <a:pt x="67" y="210"/>
                    <a:pt x="72" y="209"/>
                  </a:cubicBezTo>
                  <a:cubicBezTo>
                    <a:pt x="255" y="154"/>
                    <a:pt x="440" y="126"/>
                    <a:pt x="624" y="126"/>
                  </a:cubicBezTo>
                  <a:cubicBezTo>
                    <a:pt x="808" y="126"/>
                    <a:pt x="992" y="154"/>
                    <a:pt x="1172" y="213"/>
                  </a:cubicBezTo>
                  <a:cubicBezTo>
                    <a:pt x="1511" y="322"/>
                    <a:pt x="1729" y="562"/>
                    <a:pt x="2030" y="732"/>
                  </a:cubicBezTo>
                  <a:cubicBezTo>
                    <a:pt x="2041" y="738"/>
                    <a:pt x="2052" y="741"/>
                    <a:pt x="2062" y="741"/>
                  </a:cubicBezTo>
                  <a:cubicBezTo>
                    <a:pt x="2107" y="741"/>
                    <a:pt x="2140" y="688"/>
                    <a:pt x="2118" y="644"/>
                  </a:cubicBezTo>
                  <a:cubicBezTo>
                    <a:pt x="1896" y="180"/>
                    <a:pt x="1326"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6"/>
            <p:cNvSpPr/>
            <p:nvPr/>
          </p:nvSpPr>
          <p:spPr>
            <a:xfrm>
              <a:off x="1997200" y="2815025"/>
              <a:ext cx="36750" cy="16350"/>
            </a:xfrm>
            <a:custGeom>
              <a:rect b="b" l="l" r="r" t="t"/>
              <a:pathLst>
                <a:path extrusionOk="0" h="654" w="1470">
                  <a:moveTo>
                    <a:pt x="1250" y="0"/>
                  </a:moveTo>
                  <a:cubicBezTo>
                    <a:pt x="775" y="0"/>
                    <a:pt x="363" y="240"/>
                    <a:pt x="29" y="578"/>
                  </a:cubicBezTo>
                  <a:cubicBezTo>
                    <a:pt x="1" y="605"/>
                    <a:pt x="26" y="653"/>
                    <a:pt x="60" y="653"/>
                  </a:cubicBezTo>
                  <a:cubicBezTo>
                    <a:pt x="67" y="653"/>
                    <a:pt x="75" y="651"/>
                    <a:pt x="82" y="645"/>
                  </a:cubicBezTo>
                  <a:cubicBezTo>
                    <a:pt x="465" y="357"/>
                    <a:pt x="925" y="232"/>
                    <a:pt x="1390" y="138"/>
                  </a:cubicBezTo>
                  <a:cubicBezTo>
                    <a:pt x="1470" y="122"/>
                    <a:pt x="1444" y="11"/>
                    <a:pt x="1372" y="6"/>
                  </a:cubicBezTo>
                  <a:cubicBezTo>
                    <a:pt x="1331" y="2"/>
                    <a:pt x="1290"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6"/>
            <p:cNvSpPr/>
            <p:nvPr/>
          </p:nvSpPr>
          <p:spPr>
            <a:xfrm>
              <a:off x="633725" y="2928375"/>
              <a:ext cx="80125" cy="58500"/>
            </a:xfrm>
            <a:custGeom>
              <a:rect b="b" l="l" r="r" t="t"/>
              <a:pathLst>
                <a:path extrusionOk="0" h="2340" w="3205">
                  <a:moveTo>
                    <a:pt x="2386" y="0"/>
                  </a:moveTo>
                  <a:cubicBezTo>
                    <a:pt x="1180" y="0"/>
                    <a:pt x="0" y="957"/>
                    <a:pt x="262" y="2299"/>
                  </a:cubicBezTo>
                  <a:cubicBezTo>
                    <a:pt x="268" y="2328"/>
                    <a:pt x="288" y="2340"/>
                    <a:pt x="311" y="2340"/>
                  </a:cubicBezTo>
                  <a:cubicBezTo>
                    <a:pt x="340" y="2340"/>
                    <a:pt x="371" y="2319"/>
                    <a:pt x="374" y="2285"/>
                  </a:cubicBezTo>
                  <a:cubicBezTo>
                    <a:pt x="419" y="1634"/>
                    <a:pt x="563" y="1036"/>
                    <a:pt x="1063" y="582"/>
                  </a:cubicBezTo>
                  <a:cubicBezTo>
                    <a:pt x="1431" y="248"/>
                    <a:pt x="1911" y="91"/>
                    <a:pt x="2395" y="91"/>
                  </a:cubicBezTo>
                  <a:cubicBezTo>
                    <a:pt x="2648" y="91"/>
                    <a:pt x="2903" y="134"/>
                    <a:pt x="3143" y="217"/>
                  </a:cubicBezTo>
                  <a:cubicBezTo>
                    <a:pt x="3148" y="219"/>
                    <a:pt x="3153" y="220"/>
                    <a:pt x="3157" y="220"/>
                  </a:cubicBezTo>
                  <a:cubicBezTo>
                    <a:pt x="3194" y="220"/>
                    <a:pt x="3205" y="158"/>
                    <a:pt x="3164" y="143"/>
                  </a:cubicBezTo>
                  <a:cubicBezTo>
                    <a:pt x="2913" y="46"/>
                    <a:pt x="2649"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6"/>
            <p:cNvSpPr/>
            <p:nvPr/>
          </p:nvSpPr>
          <p:spPr>
            <a:xfrm>
              <a:off x="656400" y="2938925"/>
              <a:ext cx="41650" cy="47225"/>
            </a:xfrm>
            <a:custGeom>
              <a:rect b="b" l="l" r="r" t="t"/>
              <a:pathLst>
                <a:path extrusionOk="0" h="1889" w="1666">
                  <a:moveTo>
                    <a:pt x="1470" y="0"/>
                  </a:moveTo>
                  <a:cubicBezTo>
                    <a:pt x="540" y="0"/>
                    <a:pt x="0" y="1023"/>
                    <a:pt x="183" y="1864"/>
                  </a:cubicBezTo>
                  <a:cubicBezTo>
                    <a:pt x="187" y="1881"/>
                    <a:pt x="201" y="1888"/>
                    <a:pt x="215" y="1888"/>
                  </a:cubicBezTo>
                  <a:cubicBezTo>
                    <a:pt x="232" y="1888"/>
                    <a:pt x="250" y="1877"/>
                    <a:pt x="248" y="1856"/>
                  </a:cubicBezTo>
                  <a:cubicBezTo>
                    <a:pt x="139" y="934"/>
                    <a:pt x="761" y="393"/>
                    <a:pt x="1575" y="160"/>
                  </a:cubicBezTo>
                  <a:cubicBezTo>
                    <a:pt x="1666" y="134"/>
                    <a:pt x="1644" y="9"/>
                    <a:pt x="1553" y="3"/>
                  </a:cubicBezTo>
                  <a:cubicBezTo>
                    <a:pt x="1525" y="1"/>
                    <a:pt x="1497" y="0"/>
                    <a:pt x="1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6"/>
            <p:cNvSpPr/>
            <p:nvPr/>
          </p:nvSpPr>
          <p:spPr>
            <a:xfrm>
              <a:off x="521900" y="2971350"/>
              <a:ext cx="52400" cy="49125"/>
            </a:xfrm>
            <a:custGeom>
              <a:rect b="b" l="l" r="r" t="t"/>
              <a:pathLst>
                <a:path extrusionOk="0" h="1965" w="2096">
                  <a:moveTo>
                    <a:pt x="1969" y="1"/>
                  </a:moveTo>
                  <a:cubicBezTo>
                    <a:pt x="912" y="1"/>
                    <a:pt x="1" y="828"/>
                    <a:pt x="58" y="1925"/>
                  </a:cubicBezTo>
                  <a:cubicBezTo>
                    <a:pt x="60" y="1951"/>
                    <a:pt x="80" y="1964"/>
                    <a:pt x="100" y="1964"/>
                  </a:cubicBezTo>
                  <a:cubicBezTo>
                    <a:pt x="121" y="1964"/>
                    <a:pt x="141" y="1951"/>
                    <a:pt x="143" y="1925"/>
                  </a:cubicBezTo>
                  <a:cubicBezTo>
                    <a:pt x="219" y="887"/>
                    <a:pt x="971" y="75"/>
                    <a:pt x="2038" y="75"/>
                  </a:cubicBezTo>
                  <a:cubicBezTo>
                    <a:pt x="2042" y="75"/>
                    <a:pt x="2046" y="75"/>
                    <a:pt x="2049" y="75"/>
                  </a:cubicBezTo>
                  <a:cubicBezTo>
                    <a:pt x="2095" y="75"/>
                    <a:pt x="2095" y="4"/>
                    <a:pt x="2049" y="3"/>
                  </a:cubicBezTo>
                  <a:cubicBezTo>
                    <a:pt x="2022" y="2"/>
                    <a:pt x="1996"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6"/>
            <p:cNvSpPr/>
            <p:nvPr/>
          </p:nvSpPr>
          <p:spPr>
            <a:xfrm>
              <a:off x="548650" y="2991700"/>
              <a:ext cx="30075" cy="17850"/>
            </a:xfrm>
            <a:custGeom>
              <a:rect b="b" l="l" r="r" t="t"/>
              <a:pathLst>
                <a:path extrusionOk="0" h="714" w="1203">
                  <a:moveTo>
                    <a:pt x="1029" y="1"/>
                  </a:moveTo>
                  <a:cubicBezTo>
                    <a:pt x="598" y="1"/>
                    <a:pt x="210" y="271"/>
                    <a:pt x="16" y="657"/>
                  </a:cubicBezTo>
                  <a:cubicBezTo>
                    <a:pt x="1" y="686"/>
                    <a:pt x="26" y="713"/>
                    <a:pt x="51" y="713"/>
                  </a:cubicBezTo>
                  <a:cubicBezTo>
                    <a:pt x="63" y="713"/>
                    <a:pt x="74" y="708"/>
                    <a:pt x="82" y="694"/>
                  </a:cubicBezTo>
                  <a:cubicBezTo>
                    <a:pt x="295" y="295"/>
                    <a:pt x="706" y="86"/>
                    <a:pt x="1152" y="80"/>
                  </a:cubicBezTo>
                  <a:cubicBezTo>
                    <a:pt x="1203" y="80"/>
                    <a:pt x="1200" y="16"/>
                    <a:pt x="1155" y="8"/>
                  </a:cubicBezTo>
                  <a:cubicBezTo>
                    <a:pt x="1113" y="3"/>
                    <a:pt x="1071"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6"/>
            <p:cNvSpPr/>
            <p:nvPr/>
          </p:nvSpPr>
          <p:spPr>
            <a:xfrm>
              <a:off x="408225" y="3029325"/>
              <a:ext cx="47150" cy="85100"/>
            </a:xfrm>
            <a:custGeom>
              <a:rect b="b" l="l" r="r" t="t"/>
              <a:pathLst>
                <a:path extrusionOk="0" h="3404" w="1886">
                  <a:moveTo>
                    <a:pt x="1637" y="1"/>
                  </a:moveTo>
                  <a:cubicBezTo>
                    <a:pt x="1633" y="1"/>
                    <a:pt x="1629" y="1"/>
                    <a:pt x="1624" y="3"/>
                  </a:cubicBezTo>
                  <a:cubicBezTo>
                    <a:pt x="8" y="613"/>
                    <a:pt x="1" y="3052"/>
                    <a:pt x="1803" y="3402"/>
                  </a:cubicBezTo>
                  <a:cubicBezTo>
                    <a:pt x="1807" y="3403"/>
                    <a:pt x="1811" y="3403"/>
                    <a:pt x="1815" y="3403"/>
                  </a:cubicBezTo>
                  <a:cubicBezTo>
                    <a:pt x="1869" y="3403"/>
                    <a:pt x="1885" y="3324"/>
                    <a:pt x="1830" y="3304"/>
                  </a:cubicBezTo>
                  <a:cubicBezTo>
                    <a:pt x="313" y="2761"/>
                    <a:pt x="25" y="745"/>
                    <a:pt x="1643" y="67"/>
                  </a:cubicBezTo>
                  <a:cubicBezTo>
                    <a:pt x="1676" y="52"/>
                    <a:pt x="166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1" name="Shape 2751"/>
        <p:cNvGrpSpPr/>
        <p:nvPr/>
      </p:nvGrpSpPr>
      <p:grpSpPr>
        <a:xfrm>
          <a:off x="0" y="0"/>
          <a:ext cx="0" cy="0"/>
          <a:chOff x="0" y="0"/>
          <a:chExt cx="0" cy="0"/>
        </a:xfrm>
      </p:grpSpPr>
      <p:sp>
        <p:nvSpPr>
          <p:cNvPr id="2752" name="Google Shape;2752;p47"/>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pythagoreanism</a:t>
            </a:r>
            <a:endParaRPr/>
          </a:p>
        </p:txBody>
      </p:sp>
      <p:sp>
        <p:nvSpPr>
          <p:cNvPr id="2753" name="Google Shape;2753;p47"/>
          <p:cNvSpPr txBox="1"/>
          <p:nvPr>
            <p:ph idx="1" type="subTitle"/>
          </p:nvPr>
        </p:nvSpPr>
        <p:spPr>
          <a:xfrm rot="-465">
            <a:off x="2355600" y="1286468"/>
            <a:ext cx="4432800" cy="207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0"/>
              </a:spcBef>
              <a:spcAft>
                <a:spcPts val="0"/>
              </a:spcAft>
              <a:buNone/>
            </a:pPr>
            <a:r>
              <a:rPr lang="en"/>
              <a:t>Lists like this one:</a:t>
            </a:r>
            <a:endParaRPr/>
          </a:p>
          <a:p>
            <a:pPr indent="-317500" lvl="0" marL="457200" rtl="0" algn="l">
              <a:spcBef>
                <a:spcPts val="16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a:t>
            </a:r>
            <a:endParaRPr/>
          </a:p>
        </p:txBody>
      </p:sp>
      <p:sp>
        <p:nvSpPr>
          <p:cNvPr id="2754" name="Google Shape;2754;p47"/>
          <p:cNvSpPr/>
          <p:nvPr/>
        </p:nvSpPr>
        <p:spPr>
          <a:xfrm>
            <a:off x="719991" y="36318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2403066" y="36318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4086141" y="36318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7452291" y="36318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5769216" y="36318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9" name="Google Shape;2759;p47"/>
          <p:cNvGrpSpPr/>
          <p:nvPr/>
        </p:nvGrpSpPr>
        <p:grpSpPr>
          <a:xfrm>
            <a:off x="4382287" y="3929447"/>
            <a:ext cx="379420" cy="376424"/>
            <a:chOff x="6114700" y="1439259"/>
            <a:chExt cx="379420" cy="376424"/>
          </a:xfrm>
        </p:grpSpPr>
        <p:sp>
          <p:nvSpPr>
            <p:cNvPr id="2760" name="Google Shape;2760;p47"/>
            <p:cNvSpPr/>
            <p:nvPr/>
          </p:nvSpPr>
          <p:spPr>
            <a:xfrm>
              <a:off x="6114700" y="1578609"/>
              <a:ext cx="56763" cy="48836"/>
            </a:xfrm>
            <a:custGeom>
              <a:rect b="b" l="l" r="r" t="t"/>
              <a:pathLst>
                <a:path extrusionOk="0" h="1842" w="2141">
                  <a:moveTo>
                    <a:pt x="361" y="1"/>
                  </a:moveTo>
                  <a:cubicBezTo>
                    <a:pt x="141" y="1"/>
                    <a:pt x="1" y="241"/>
                    <a:pt x="111" y="431"/>
                  </a:cubicBezTo>
                  <a:lnTo>
                    <a:pt x="588" y="1261"/>
                  </a:lnTo>
                  <a:cubicBezTo>
                    <a:pt x="788" y="1607"/>
                    <a:pt x="1158" y="1824"/>
                    <a:pt x="1560" y="1831"/>
                  </a:cubicBezTo>
                  <a:lnTo>
                    <a:pt x="2141" y="1842"/>
                  </a:lnTo>
                  <a:lnTo>
                    <a:pt x="1087" y="18"/>
                  </a:lnTo>
                  <a:lnTo>
                    <a:pt x="364" y="1"/>
                  </a:lnTo>
                  <a:cubicBezTo>
                    <a:pt x="363" y="1"/>
                    <a:pt x="362" y="1"/>
                    <a:pt x="3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6143519" y="1558327"/>
              <a:ext cx="40591" cy="69118"/>
            </a:xfrm>
            <a:custGeom>
              <a:rect b="b" l="l" r="r" t="t"/>
              <a:pathLst>
                <a:path extrusionOk="0" h="2607" w="1531">
                  <a:moveTo>
                    <a:pt x="605" y="1"/>
                  </a:moveTo>
                  <a:cubicBezTo>
                    <a:pt x="508" y="1"/>
                    <a:pt x="410" y="50"/>
                    <a:pt x="355" y="147"/>
                  </a:cubicBezTo>
                  <a:lnTo>
                    <a:pt x="0" y="783"/>
                  </a:lnTo>
                  <a:lnTo>
                    <a:pt x="1054" y="2607"/>
                  </a:lnTo>
                  <a:lnTo>
                    <a:pt x="1338" y="2096"/>
                  </a:lnTo>
                  <a:cubicBezTo>
                    <a:pt x="1531" y="1744"/>
                    <a:pt x="1528" y="1318"/>
                    <a:pt x="1329" y="972"/>
                  </a:cubicBezTo>
                  <a:lnTo>
                    <a:pt x="852" y="143"/>
                  </a:lnTo>
                  <a:cubicBezTo>
                    <a:pt x="797" y="48"/>
                    <a:pt x="701" y="1"/>
                    <a:pt x="6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6130740" y="1562357"/>
              <a:ext cx="115223" cy="188530"/>
            </a:xfrm>
            <a:custGeom>
              <a:rect b="b" l="l" r="r" t="t"/>
              <a:pathLst>
                <a:path extrusionOk="0" h="7111" w="4346">
                  <a:moveTo>
                    <a:pt x="243" y="0"/>
                  </a:moveTo>
                  <a:cubicBezTo>
                    <a:pt x="207" y="0"/>
                    <a:pt x="170" y="9"/>
                    <a:pt x="136" y="28"/>
                  </a:cubicBezTo>
                  <a:cubicBezTo>
                    <a:pt x="34" y="90"/>
                    <a:pt x="1" y="221"/>
                    <a:pt x="59" y="323"/>
                  </a:cubicBezTo>
                  <a:lnTo>
                    <a:pt x="3916" y="7001"/>
                  </a:lnTo>
                  <a:cubicBezTo>
                    <a:pt x="3953" y="7070"/>
                    <a:pt x="4026" y="7110"/>
                    <a:pt x="4102" y="7110"/>
                  </a:cubicBezTo>
                  <a:cubicBezTo>
                    <a:pt x="4137" y="7110"/>
                    <a:pt x="4173" y="7101"/>
                    <a:pt x="4208" y="7079"/>
                  </a:cubicBezTo>
                  <a:cubicBezTo>
                    <a:pt x="4313" y="7019"/>
                    <a:pt x="4346" y="6888"/>
                    <a:pt x="4286" y="6786"/>
                  </a:cubicBezTo>
                  <a:lnTo>
                    <a:pt x="431" y="106"/>
                  </a:lnTo>
                  <a:cubicBezTo>
                    <a:pt x="390" y="38"/>
                    <a:pt x="317" y="0"/>
                    <a:pt x="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6180265" y="1661222"/>
              <a:ext cx="129275" cy="143857"/>
            </a:xfrm>
            <a:custGeom>
              <a:rect b="b" l="l" r="r" t="t"/>
              <a:pathLst>
                <a:path extrusionOk="0" h="5426" w="4876">
                  <a:moveTo>
                    <a:pt x="2981" y="1"/>
                  </a:moveTo>
                  <a:lnTo>
                    <a:pt x="559" y="1398"/>
                  </a:lnTo>
                  <a:cubicBezTo>
                    <a:pt x="129" y="1649"/>
                    <a:pt x="0" y="2206"/>
                    <a:pt x="275" y="2618"/>
                  </a:cubicBezTo>
                  <a:lnTo>
                    <a:pt x="2154" y="5426"/>
                  </a:lnTo>
                  <a:lnTo>
                    <a:pt x="4875" y="3856"/>
                  </a:lnTo>
                  <a:lnTo>
                    <a:pt x="29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6220432" y="1617185"/>
              <a:ext cx="265231" cy="177740"/>
            </a:xfrm>
            <a:custGeom>
              <a:rect b="b" l="l" r="r" t="t"/>
              <a:pathLst>
                <a:path extrusionOk="0" h="6704" w="10004">
                  <a:moveTo>
                    <a:pt x="570" y="1"/>
                  </a:moveTo>
                  <a:cubicBezTo>
                    <a:pt x="229" y="198"/>
                    <a:pt x="0" y="566"/>
                    <a:pt x="0" y="992"/>
                  </a:cubicBezTo>
                  <a:cubicBezTo>
                    <a:pt x="0" y="1316"/>
                    <a:pt x="136" y="1609"/>
                    <a:pt x="351" y="1817"/>
                  </a:cubicBezTo>
                  <a:cubicBezTo>
                    <a:pt x="450" y="1915"/>
                    <a:pt x="473" y="2063"/>
                    <a:pt x="411" y="2190"/>
                  </a:cubicBezTo>
                  <a:cubicBezTo>
                    <a:pt x="331" y="2345"/>
                    <a:pt x="284" y="2522"/>
                    <a:pt x="284" y="2707"/>
                  </a:cubicBezTo>
                  <a:cubicBezTo>
                    <a:pt x="284" y="3292"/>
                    <a:pt x="728" y="3778"/>
                    <a:pt x="1300" y="3842"/>
                  </a:cubicBezTo>
                  <a:cubicBezTo>
                    <a:pt x="1060" y="4246"/>
                    <a:pt x="1091" y="4774"/>
                    <a:pt x="1411" y="5153"/>
                  </a:cubicBezTo>
                  <a:cubicBezTo>
                    <a:pt x="1637" y="5422"/>
                    <a:pt x="1960" y="5562"/>
                    <a:pt x="2285" y="5562"/>
                  </a:cubicBezTo>
                  <a:cubicBezTo>
                    <a:pt x="2298" y="5562"/>
                    <a:pt x="2310" y="5561"/>
                    <a:pt x="2322" y="5561"/>
                  </a:cubicBezTo>
                  <a:cubicBezTo>
                    <a:pt x="2398" y="5845"/>
                    <a:pt x="2580" y="6104"/>
                    <a:pt x="2857" y="6264"/>
                  </a:cubicBezTo>
                  <a:cubicBezTo>
                    <a:pt x="3037" y="6369"/>
                    <a:pt x="3234" y="6419"/>
                    <a:pt x="3428" y="6419"/>
                  </a:cubicBezTo>
                  <a:cubicBezTo>
                    <a:pt x="3656" y="6419"/>
                    <a:pt x="3881" y="6350"/>
                    <a:pt x="4070" y="6222"/>
                  </a:cubicBezTo>
                  <a:cubicBezTo>
                    <a:pt x="4276" y="6515"/>
                    <a:pt x="4616" y="6703"/>
                    <a:pt x="5002" y="6703"/>
                  </a:cubicBezTo>
                  <a:cubicBezTo>
                    <a:pt x="5388" y="6703"/>
                    <a:pt x="5725" y="6510"/>
                    <a:pt x="5933" y="6220"/>
                  </a:cubicBezTo>
                  <a:cubicBezTo>
                    <a:pt x="6122" y="6346"/>
                    <a:pt x="6346" y="6415"/>
                    <a:pt x="6575" y="6415"/>
                  </a:cubicBezTo>
                  <a:cubicBezTo>
                    <a:pt x="6736" y="6415"/>
                    <a:pt x="6900" y="6381"/>
                    <a:pt x="7055" y="6308"/>
                  </a:cubicBezTo>
                  <a:cubicBezTo>
                    <a:pt x="7377" y="6155"/>
                    <a:pt x="7597" y="5876"/>
                    <a:pt x="7679" y="5557"/>
                  </a:cubicBezTo>
                  <a:cubicBezTo>
                    <a:pt x="7691" y="5557"/>
                    <a:pt x="7704" y="5557"/>
                    <a:pt x="7717" y="5557"/>
                  </a:cubicBezTo>
                  <a:cubicBezTo>
                    <a:pt x="8043" y="5557"/>
                    <a:pt x="8368" y="5420"/>
                    <a:pt x="8592" y="5148"/>
                  </a:cubicBezTo>
                  <a:cubicBezTo>
                    <a:pt x="8910" y="4769"/>
                    <a:pt x="8941" y="4244"/>
                    <a:pt x="8703" y="3838"/>
                  </a:cubicBezTo>
                  <a:cubicBezTo>
                    <a:pt x="9273" y="3776"/>
                    <a:pt x="9717" y="3292"/>
                    <a:pt x="9717" y="2704"/>
                  </a:cubicBezTo>
                  <a:cubicBezTo>
                    <a:pt x="9717" y="2518"/>
                    <a:pt x="9673" y="2341"/>
                    <a:pt x="9593" y="2185"/>
                  </a:cubicBezTo>
                  <a:cubicBezTo>
                    <a:pt x="9531" y="2061"/>
                    <a:pt x="9551" y="1913"/>
                    <a:pt x="9650" y="1815"/>
                  </a:cubicBezTo>
                  <a:cubicBezTo>
                    <a:pt x="9868" y="1606"/>
                    <a:pt x="10003" y="1314"/>
                    <a:pt x="10003" y="988"/>
                  </a:cubicBezTo>
                  <a:cubicBezTo>
                    <a:pt x="10003" y="566"/>
                    <a:pt x="9772" y="196"/>
                    <a:pt x="94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6220485" y="1617078"/>
              <a:ext cx="142213" cy="177713"/>
            </a:xfrm>
            <a:custGeom>
              <a:rect b="b" l="l" r="r" t="t"/>
              <a:pathLst>
                <a:path extrusionOk="0" h="6703" w="5364">
                  <a:moveTo>
                    <a:pt x="573" y="0"/>
                  </a:moveTo>
                  <a:cubicBezTo>
                    <a:pt x="231" y="198"/>
                    <a:pt x="0" y="568"/>
                    <a:pt x="0" y="989"/>
                  </a:cubicBezTo>
                  <a:cubicBezTo>
                    <a:pt x="0" y="1313"/>
                    <a:pt x="136" y="1608"/>
                    <a:pt x="353" y="1815"/>
                  </a:cubicBezTo>
                  <a:cubicBezTo>
                    <a:pt x="455" y="1912"/>
                    <a:pt x="475" y="2063"/>
                    <a:pt x="411" y="2187"/>
                  </a:cubicBezTo>
                  <a:cubicBezTo>
                    <a:pt x="331" y="2342"/>
                    <a:pt x="287" y="2520"/>
                    <a:pt x="287" y="2706"/>
                  </a:cubicBezTo>
                  <a:cubicBezTo>
                    <a:pt x="287" y="3294"/>
                    <a:pt x="730" y="3780"/>
                    <a:pt x="1300" y="3842"/>
                  </a:cubicBezTo>
                  <a:cubicBezTo>
                    <a:pt x="1063" y="4248"/>
                    <a:pt x="1094" y="4773"/>
                    <a:pt x="1411" y="5152"/>
                  </a:cubicBezTo>
                  <a:cubicBezTo>
                    <a:pt x="1639" y="5424"/>
                    <a:pt x="1960" y="5561"/>
                    <a:pt x="2287" y="5561"/>
                  </a:cubicBezTo>
                  <a:cubicBezTo>
                    <a:pt x="2299" y="5561"/>
                    <a:pt x="2312" y="5561"/>
                    <a:pt x="2325" y="5561"/>
                  </a:cubicBezTo>
                  <a:cubicBezTo>
                    <a:pt x="2398" y="5847"/>
                    <a:pt x="2582" y="6104"/>
                    <a:pt x="2859" y="6266"/>
                  </a:cubicBezTo>
                  <a:cubicBezTo>
                    <a:pt x="3039" y="6370"/>
                    <a:pt x="3234" y="6419"/>
                    <a:pt x="3428" y="6419"/>
                  </a:cubicBezTo>
                  <a:cubicBezTo>
                    <a:pt x="3655" y="6419"/>
                    <a:pt x="3880" y="6351"/>
                    <a:pt x="4070" y="6224"/>
                  </a:cubicBezTo>
                  <a:cubicBezTo>
                    <a:pt x="4279" y="6512"/>
                    <a:pt x="4616" y="6703"/>
                    <a:pt x="5002" y="6703"/>
                  </a:cubicBezTo>
                  <a:cubicBezTo>
                    <a:pt x="5130" y="6703"/>
                    <a:pt x="5248" y="6685"/>
                    <a:pt x="5363" y="6645"/>
                  </a:cubicBezTo>
                  <a:cubicBezTo>
                    <a:pt x="4379" y="5711"/>
                    <a:pt x="3762" y="4390"/>
                    <a:pt x="3760" y="2919"/>
                  </a:cubicBezTo>
                  <a:cubicBezTo>
                    <a:pt x="3760" y="1834"/>
                    <a:pt x="4095" y="828"/>
                    <a:pt x="4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6213008" y="1675459"/>
              <a:ext cx="280237" cy="140145"/>
            </a:xfrm>
            <a:custGeom>
              <a:rect b="b" l="l" r="r" t="t"/>
              <a:pathLst>
                <a:path extrusionOk="0" h="5286" w="10570">
                  <a:moveTo>
                    <a:pt x="5284" y="1"/>
                  </a:moveTo>
                  <a:cubicBezTo>
                    <a:pt x="2467" y="1"/>
                    <a:pt x="167" y="2205"/>
                    <a:pt x="7" y="4984"/>
                  </a:cubicBezTo>
                  <a:cubicBezTo>
                    <a:pt x="1" y="5148"/>
                    <a:pt x="129" y="5286"/>
                    <a:pt x="294" y="5286"/>
                  </a:cubicBezTo>
                  <a:lnTo>
                    <a:pt x="1092" y="5286"/>
                  </a:lnTo>
                  <a:lnTo>
                    <a:pt x="5284" y="4916"/>
                  </a:lnTo>
                  <a:lnTo>
                    <a:pt x="9476" y="5286"/>
                  </a:lnTo>
                  <a:lnTo>
                    <a:pt x="10274" y="5286"/>
                  </a:lnTo>
                  <a:cubicBezTo>
                    <a:pt x="10438" y="5286"/>
                    <a:pt x="10569" y="5148"/>
                    <a:pt x="10560" y="4984"/>
                  </a:cubicBezTo>
                  <a:cubicBezTo>
                    <a:pt x="10403" y="2205"/>
                    <a:pt x="8101" y="1"/>
                    <a:pt x="5284"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6241933" y="1707619"/>
              <a:ext cx="112519" cy="108065"/>
            </a:xfrm>
            <a:custGeom>
              <a:rect b="b" l="l" r="r" t="t"/>
              <a:pathLst>
                <a:path extrusionOk="0" h="4076" w="4244">
                  <a:moveTo>
                    <a:pt x="642" y="1"/>
                  </a:moveTo>
                  <a:cubicBezTo>
                    <a:pt x="411" y="192"/>
                    <a:pt x="196" y="402"/>
                    <a:pt x="1" y="631"/>
                  </a:cubicBezTo>
                  <a:lnTo>
                    <a:pt x="1" y="4075"/>
                  </a:lnTo>
                  <a:lnTo>
                    <a:pt x="3252" y="4075"/>
                  </a:lnTo>
                  <a:cubicBezTo>
                    <a:pt x="4162" y="3951"/>
                    <a:pt x="4244" y="3809"/>
                    <a:pt x="4193" y="3569"/>
                  </a:cubicBezTo>
                  <a:cubicBezTo>
                    <a:pt x="2676" y="2660"/>
                    <a:pt x="1400" y="1425"/>
                    <a:pt x="6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6235703" y="1698392"/>
              <a:ext cx="34148" cy="34201"/>
            </a:xfrm>
            <a:custGeom>
              <a:rect b="b" l="l" r="r" t="t"/>
              <a:pathLst>
                <a:path extrusionOk="0" h="1290" w="1288">
                  <a:moveTo>
                    <a:pt x="644" y="1"/>
                  </a:moveTo>
                  <a:cubicBezTo>
                    <a:pt x="289" y="1"/>
                    <a:pt x="1" y="289"/>
                    <a:pt x="1" y="646"/>
                  </a:cubicBezTo>
                  <a:cubicBezTo>
                    <a:pt x="1" y="1001"/>
                    <a:pt x="289" y="1289"/>
                    <a:pt x="644" y="1289"/>
                  </a:cubicBezTo>
                  <a:cubicBezTo>
                    <a:pt x="999" y="1289"/>
                    <a:pt x="1287" y="1001"/>
                    <a:pt x="1287" y="646"/>
                  </a:cubicBezTo>
                  <a:cubicBezTo>
                    <a:pt x="1287" y="289"/>
                    <a:pt x="999" y="1"/>
                    <a:pt x="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6328152" y="1708865"/>
              <a:ext cx="136089" cy="106739"/>
            </a:xfrm>
            <a:custGeom>
              <a:rect b="b" l="l" r="r" t="t"/>
              <a:pathLst>
                <a:path extrusionOk="0" h="4026" w="5133">
                  <a:moveTo>
                    <a:pt x="4465" y="0"/>
                  </a:moveTo>
                  <a:cubicBezTo>
                    <a:pt x="3549" y="1693"/>
                    <a:pt x="1908" y="3106"/>
                    <a:pt x="0" y="4026"/>
                  </a:cubicBezTo>
                  <a:lnTo>
                    <a:pt x="5133" y="4026"/>
                  </a:lnTo>
                  <a:lnTo>
                    <a:pt x="5133" y="684"/>
                  </a:lnTo>
                  <a:cubicBezTo>
                    <a:pt x="4931" y="440"/>
                    <a:pt x="4709" y="209"/>
                    <a:pt x="4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6436350" y="1698392"/>
              <a:ext cx="34122" cy="34201"/>
            </a:xfrm>
            <a:custGeom>
              <a:rect b="b" l="l" r="r" t="t"/>
              <a:pathLst>
                <a:path extrusionOk="0" h="1290" w="1287">
                  <a:moveTo>
                    <a:pt x="644" y="1"/>
                  </a:moveTo>
                  <a:cubicBezTo>
                    <a:pt x="289" y="1"/>
                    <a:pt x="0" y="289"/>
                    <a:pt x="0" y="646"/>
                  </a:cubicBezTo>
                  <a:cubicBezTo>
                    <a:pt x="0" y="1001"/>
                    <a:pt x="289" y="1289"/>
                    <a:pt x="644" y="1289"/>
                  </a:cubicBezTo>
                  <a:cubicBezTo>
                    <a:pt x="998" y="1289"/>
                    <a:pt x="1287" y="1001"/>
                    <a:pt x="1287" y="646"/>
                  </a:cubicBezTo>
                  <a:cubicBezTo>
                    <a:pt x="1287" y="289"/>
                    <a:pt x="998" y="1"/>
                    <a:pt x="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6295515" y="1439312"/>
              <a:ext cx="198605" cy="178005"/>
            </a:xfrm>
            <a:custGeom>
              <a:rect b="b" l="l" r="r" t="t"/>
              <a:pathLst>
                <a:path extrusionOk="0" h="6714" w="7491">
                  <a:moveTo>
                    <a:pt x="3062" y="0"/>
                  </a:moveTo>
                  <a:cubicBezTo>
                    <a:pt x="2820" y="0"/>
                    <a:pt x="2584" y="35"/>
                    <a:pt x="2358" y="109"/>
                  </a:cubicBezTo>
                  <a:cubicBezTo>
                    <a:pt x="2299" y="127"/>
                    <a:pt x="2240" y="138"/>
                    <a:pt x="2181" y="138"/>
                  </a:cubicBezTo>
                  <a:cubicBezTo>
                    <a:pt x="2167" y="138"/>
                    <a:pt x="2153" y="137"/>
                    <a:pt x="2139" y="136"/>
                  </a:cubicBezTo>
                  <a:cubicBezTo>
                    <a:pt x="744" y="828"/>
                    <a:pt x="1" y="1959"/>
                    <a:pt x="1" y="2802"/>
                  </a:cubicBezTo>
                  <a:cubicBezTo>
                    <a:pt x="1" y="4780"/>
                    <a:pt x="2711" y="6714"/>
                    <a:pt x="5669" y="6714"/>
                  </a:cubicBezTo>
                  <a:cubicBezTo>
                    <a:pt x="6045" y="6714"/>
                    <a:pt x="6424" y="6683"/>
                    <a:pt x="6803" y="6617"/>
                  </a:cubicBezTo>
                  <a:cubicBezTo>
                    <a:pt x="6865" y="6605"/>
                    <a:pt x="7062" y="6441"/>
                    <a:pt x="7062" y="6441"/>
                  </a:cubicBezTo>
                  <a:cubicBezTo>
                    <a:pt x="7490" y="5599"/>
                    <a:pt x="7293" y="4108"/>
                    <a:pt x="7051" y="3387"/>
                  </a:cubicBezTo>
                  <a:cubicBezTo>
                    <a:pt x="6388" y="1426"/>
                    <a:pt x="4606" y="0"/>
                    <a:pt x="3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7"/>
            <p:cNvSpPr/>
            <p:nvPr/>
          </p:nvSpPr>
          <p:spPr>
            <a:xfrm>
              <a:off x="6209084" y="1439259"/>
              <a:ext cx="273689" cy="194655"/>
            </a:xfrm>
            <a:custGeom>
              <a:rect b="b" l="l" r="r" t="t"/>
              <a:pathLst>
                <a:path extrusionOk="0" h="7342" w="10323">
                  <a:moveTo>
                    <a:pt x="4543" y="0"/>
                  </a:moveTo>
                  <a:cubicBezTo>
                    <a:pt x="2995" y="0"/>
                    <a:pt x="1218" y="1427"/>
                    <a:pt x="555" y="3385"/>
                  </a:cubicBezTo>
                  <a:cubicBezTo>
                    <a:pt x="240" y="4325"/>
                    <a:pt x="0" y="6568"/>
                    <a:pt x="1114" y="6989"/>
                  </a:cubicBezTo>
                  <a:cubicBezTo>
                    <a:pt x="1114" y="6989"/>
                    <a:pt x="3272" y="7226"/>
                    <a:pt x="5432" y="7342"/>
                  </a:cubicBezTo>
                  <a:cubicBezTo>
                    <a:pt x="7592" y="7226"/>
                    <a:pt x="9752" y="6989"/>
                    <a:pt x="9752" y="6989"/>
                  </a:cubicBezTo>
                  <a:cubicBezTo>
                    <a:pt x="10010" y="6894"/>
                    <a:pt x="10196" y="6698"/>
                    <a:pt x="10322" y="6443"/>
                  </a:cubicBezTo>
                  <a:lnTo>
                    <a:pt x="10322" y="6443"/>
                  </a:lnTo>
                  <a:cubicBezTo>
                    <a:pt x="10256" y="6446"/>
                    <a:pt x="10189" y="6446"/>
                    <a:pt x="10123" y="6446"/>
                  </a:cubicBezTo>
                  <a:cubicBezTo>
                    <a:pt x="6967" y="6446"/>
                    <a:pt x="4412" y="4636"/>
                    <a:pt x="4412" y="2407"/>
                  </a:cubicBezTo>
                  <a:cubicBezTo>
                    <a:pt x="4412" y="1564"/>
                    <a:pt x="4775" y="783"/>
                    <a:pt x="5399" y="136"/>
                  </a:cubicBezTo>
                  <a:cubicBezTo>
                    <a:pt x="5350" y="133"/>
                    <a:pt x="5299" y="124"/>
                    <a:pt x="5250" y="109"/>
                  </a:cubicBezTo>
                  <a:cubicBezTo>
                    <a:pt x="5024" y="35"/>
                    <a:pt x="4786" y="0"/>
                    <a:pt x="4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7"/>
            <p:cNvSpPr/>
            <p:nvPr/>
          </p:nvSpPr>
          <p:spPr>
            <a:xfrm>
              <a:off x="6430649" y="1572723"/>
              <a:ext cx="56472" cy="71663"/>
            </a:xfrm>
            <a:custGeom>
              <a:rect b="b" l="l" r="r" t="t"/>
              <a:pathLst>
                <a:path extrusionOk="0" h="2703" w="2130">
                  <a:moveTo>
                    <a:pt x="1065" y="1"/>
                  </a:moveTo>
                  <a:cubicBezTo>
                    <a:pt x="477" y="1"/>
                    <a:pt x="0" y="606"/>
                    <a:pt x="0" y="1352"/>
                  </a:cubicBezTo>
                  <a:cubicBezTo>
                    <a:pt x="0" y="2097"/>
                    <a:pt x="477" y="2702"/>
                    <a:pt x="1065" y="2702"/>
                  </a:cubicBezTo>
                  <a:cubicBezTo>
                    <a:pt x="1653" y="2702"/>
                    <a:pt x="2129" y="2097"/>
                    <a:pt x="2129" y="1352"/>
                  </a:cubicBezTo>
                  <a:cubicBezTo>
                    <a:pt x="2129" y="606"/>
                    <a:pt x="1653" y="1"/>
                    <a:pt x="10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6219080" y="1572723"/>
              <a:ext cx="56472" cy="71663"/>
            </a:xfrm>
            <a:custGeom>
              <a:rect b="b" l="l" r="r" t="t"/>
              <a:pathLst>
                <a:path extrusionOk="0" h="2703" w="2130">
                  <a:moveTo>
                    <a:pt x="1065" y="1"/>
                  </a:moveTo>
                  <a:cubicBezTo>
                    <a:pt x="477" y="1"/>
                    <a:pt x="0" y="606"/>
                    <a:pt x="0" y="1352"/>
                  </a:cubicBezTo>
                  <a:cubicBezTo>
                    <a:pt x="0" y="2097"/>
                    <a:pt x="477" y="2702"/>
                    <a:pt x="1065" y="2702"/>
                  </a:cubicBezTo>
                  <a:cubicBezTo>
                    <a:pt x="1653" y="2702"/>
                    <a:pt x="2129" y="2097"/>
                    <a:pt x="2129" y="1352"/>
                  </a:cubicBezTo>
                  <a:cubicBezTo>
                    <a:pt x="2129" y="606"/>
                    <a:pt x="1653" y="1"/>
                    <a:pt x="1065"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6266537" y="1495810"/>
              <a:ext cx="192348" cy="211543"/>
            </a:xfrm>
            <a:custGeom>
              <a:rect b="b" l="l" r="r" t="t"/>
              <a:pathLst>
                <a:path extrusionOk="0" h="7979" w="7255">
                  <a:moveTo>
                    <a:pt x="3263" y="1"/>
                  </a:moveTo>
                  <a:cubicBezTo>
                    <a:pt x="2460" y="1"/>
                    <a:pt x="1715" y="249"/>
                    <a:pt x="1091" y="671"/>
                  </a:cubicBezTo>
                  <a:cubicBezTo>
                    <a:pt x="501" y="1494"/>
                    <a:pt x="0" y="2257"/>
                    <a:pt x="0" y="2902"/>
                  </a:cubicBezTo>
                  <a:cubicBezTo>
                    <a:pt x="0" y="5470"/>
                    <a:pt x="2225" y="7926"/>
                    <a:pt x="4813" y="7979"/>
                  </a:cubicBezTo>
                  <a:cubicBezTo>
                    <a:pt x="6248" y="7349"/>
                    <a:pt x="7255" y="5874"/>
                    <a:pt x="7255" y="4153"/>
                  </a:cubicBezTo>
                  <a:cubicBezTo>
                    <a:pt x="7255" y="1862"/>
                    <a:pt x="5469" y="5"/>
                    <a:pt x="3263"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6247289" y="1513574"/>
              <a:ext cx="146853" cy="202370"/>
            </a:xfrm>
            <a:custGeom>
              <a:rect b="b" l="l" r="r" t="t"/>
              <a:pathLst>
                <a:path extrusionOk="0" h="7633" w="5539">
                  <a:moveTo>
                    <a:pt x="1820" y="1"/>
                  </a:moveTo>
                  <a:lnTo>
                    <a:pt x="1820" y="1"/>
                  </a:lnTo>
                  <a:cubicBezTo>
                    <a:pt x="726" y="742"/>
                    <a:pt x="1" y="2023"/>
                    <a:pt x="1" y="3483"/>
                  </a:cubicBezTo>
                  <a:cubicBezTo>
                    <a:pt x="1" y="5776"/>
                    <a:pt x="1786" y="7633"/>
                    <a:pt x="3991" y="7633"/>
                  </a:cubicBezTo>
                  <a:cubicBezTo>
                    <a:pt x="4541" y="7633"/>
                    <a:pt x="5062" y="7517"/>
                    <a:pt x="5539" y="7309"/>
                  </a:cubicBezTo>
                  <a:cubicBezTo>
                    <a:pt x="3206" y="6590"/>
                    <a:pt x="1513" y="4417"/>
                    <a:pt x="1516" y="1850"/>
                  </a:cubicBezTo>
                  <a:cubicBezTo>
                    <a:pt x="1516" y="1203"/>
                    <a:pt x="1620" y="580"/>
                    <a:pt x="1820"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6300394" y="1448539"/>
              <a:ext cx="171562" cy="150061"/>
            </a:xfrm>
            <a:custGeom>
              <a:rect b="b" l="l" r="r" t="t"/>
              <a:pathLst>
                <a:path extrusionOk="0" h="5660" w="6471">
                  <a:moveTo>
                    <a:pt x="1991" y="0"/>
                  </a:moveTo>
                  <a:cubicBezTo>
                    <a:pt x="1914" y="0"/>
                    <a:pt x="1838" y="1"/>
                    <a:pt x="1762" y="3"/>
                  </a:cubicBezTo>
                  <a:cubicBezTo>
                    <a:pt x="564" y="475"/>
                    <a:pt x="178" y="1327"/>
                    <a:pt x="178" y="2077"/>
                  </a:cubicBezTo>
                  <a:cubicBezTo>
                    <a:pt x="178" y="2545"/>
                    <a:pt x="1" y="2988"/>
                    <a:pt x="1291" y="3396"/>
                  </a:cubicBezTo>
                  <a:cubicBezTo>
                    <a:pt x="1321" y="3386"/>
                    <a:pt x="1353" y="3381"/>
                    <a:pt x="1384" y="3381"/>
                  </a:cubicBezTo>
                  <a:cubicBezTo>
                    <a:pt x="1464" y="3381"/>
                    <a:pt x="1545" y="3414"/>
                    <a:pt x="1602" y="3483"/>
                  </a:cubicBezTo>
                  <a:cubicBezTo>
                    <a:pt x="1735" y="3640"/>
                    <a:pt x="1890" y="3793"/>
                    <a:pt x="2072" y="3940"/>
                  </a:cubicBezTo>
                  <a:cubicBezTo>
                    <a:pt x="2871" y="4566"/>
                    <a:pt x="3839" y="4750"/>
                    <a:pt x="4568" y="4750"/>
                  </a:cubicBezTo>
                  <a:cubicBezTo>
                    <a:pt x="4599" y="4750"/>
                    <a:pt x="4629" y="4750"/>
                    <a:pt x="4658" y="4749"/>
                  </a:cubicBezTo>
                  <a:cubicBezTo>
                    <a:pt x="4785" y="4749"/>
                    <a:pt x="4904" y="4740"/>
                    <a:pt x="5015" y="4729"/>
                  </a:cubicBezTo>
                  <a:cubicBezTo>
                    <a:pt x="5024" y="4728"/>
                    <a:pt x="5033" y="4728"/>
                    <a:pt x="5042" y="4728"/>
                  </a:cubicBezTo>
                  <a:cubicBezTo>
                    <a:pt x="5199" y="4728"/>
                    <a:pt x="5328" y="4854"/>
                    <a:pt x="5328" y="5015"/>
                  </a:cubicBezTo>
                  <a:lnTo>
                    <a:pt x="5328" y="5373"/>
                  </a:lnTo>
                  <a:cubicBezTo>
                    <a:pt x="5328" y="5553"/>
                    <a:pt x="5473" y="5659"/>
                    <a:pt x="5618" y="5659"/>
                  </a:cubicBezTo>
                  <a:cubicBezTo>
                    <a:pt x="5721" y="5659"/>
                    <a:pt x="5824" y="5607"/>
                    <a:pt x="5876" y="5490"/>
                  </a:cubicBezTo>
                  <a:lnTo>
                    <a:pt x="6470" y="4148"/>
                  </a:lnTo>
                  <a:lnTo>
                    <a:pt x="5599" y="1504"/>
                  </a:lnTo>
                  <a:cubicBezTo>
                    <a:pt x="5599" y="502"/>
                    <a:pt x="3794" y="0"/>
                    <a:pt x="19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6234245" y="1448592"/>
              <a:ext cx="112758" cy="149928"/>
            </a:xfrm>
            <a:custGeom>
              <a:rect b="b" l="l" r="r" t="t"/>
              <a:pathLst>
                <a:path extrusionOk="0" h="5655" w="4253">
                  <a:moveTo>
                    <a:pt x="4252" y="1"/>
                  </a:moveTo>
                  <a:cubicBezTo>
                    <a:pt x="2529" y="43"/>
                    <a:pt x="877" y="542"/>
                    <a:pt x="877" y="1502"/>
                  </a:cubicBezTo>
                  <a:lnTo>
                    <a:pt x="0" y="4142"/>
                  </a:lnTo>
                  <a:lnTo>
                    <a:pt x="597" y="5484"/>
                  </a:lnTo>
                  <a:cubicBezTo>
                    <a:pt x="649" y="5601"/>
                    <a:pt x="751" y="5655"/>
                    <a:pt x="854" y="5655"/>
                  </a:cubicBezTo>
                  <a:cubicBezTo>
                    <a:pt x="998" y="5655"/>
                    <a:pt x="1143" y="5549"/>
                    <a:pt x="1143" y="5368"/>
                  </a:cubicBezTo>
                  <a:lnTo>
                    <a:pt x="1143" y="5224"/>
                  </a:lnTo>
                  <a:cubicBezTo>
                    <a:pt x="1143" y="5089"/>
                    <a:pt x="1236" y="4971"/>
                    <a:pt x="1369" y="4945"/>
                  </a:cubicBezTo>
                  <a:cubicBezTo>
                    <a:pt x="1903" y="4836"/>
                    <a:pt x="2473" y="4616"/>
                    <a:pt x="2975" y="4226"/>
                  </a:cubicBezTo>
                  <a:cubicBezTo>
                    <a:pt x="3256" y="3995"/>
                    <a:pt x="3476" y="3751"/>
                    <a:pt x="3644" y="3507"/>
                  </a:cubicBezTo>
                  <a:cubicBezTo>
                    <a:pt x="3682" y="3454"/>
                    <a:pt x="3731" y="3419"/>
                    <a:pt x="3786" y="3399"/>
                  </a:cubicBezTo>
                  <a:cubicBezTo>
                    <a:pt x="3576" y="2982"/>
                    <a:pt x="3463" y="2529"/>
                    <a:pt x="3463" y="2057"/>
                  </a:cubicBezTo>
                  <a:cubicBezTo>
                    <a:pt x="3463" y="1307"/>
                    <a:pt x="3751" y="604"/>
                    <a:pt x="4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6370201" y="1479293"/>
              <a:ext cx="41651" cy="48597"/>
            </a:xfrm>
            <a:custGeom>
              <a:rect b="b" l="l" r="r" t="t"/>
              <a:pathLst>
                <a:path extrusionOk="0" h="1833" w="1571">
                  <a:moveTo>
                    <a:pt x="422" y="1"/>
                  </a:moveTo>
                  <a:cubicBezTo>
                    <a:pt x="298" y="1"/>
                    <a:pt x="187" y="79"/>
                    <a:pt x="149" y="200"/>
                  </a:cubicBezTo>
                  <a:cubicBezTo>
                    <a:pt x="71" y="451"/>
                    <a:pt x="0" y="866"/>
                    <a:pt x="218" y="1243"/>
                  </a:cubicBezTo>
                  <a:cubicBezTo>
                    <a:pt x="437" y="1620"/>
                    <a:pt x="830" y="1771"/>
                    <a:pt x="1085" y="1826"/>
                  </a:cubicBezTo>
                  <a:cubicBezTo>
                    <a:pt x="1105" y="1830"/>
                    <a:pt x="1126" y="1832"/>
                    <a:pt x="1146" y="1832"/>
                  </a:cubicBezTo>
                  <a:cubicBezTo>
                    <a:pt x="1269" y="1832"/>
                    <a:pt x="1382" y="1753"/>
                    <a:pt x="1420" y="1631"/>
                  </a:cubicBezTo>
                  <a:cubicBezTo>
                    <a:pt x="1502" y="1382"/>
                    <a:pt x="1571" y="965"/>
                    <a:pt x="1351" y="588"/>
                  </a:cubicBezTo>
                  <a:cubicBezTo>
                    <a:pt x="1131" y="209"/>
                    <a:pt x="739" y="63"/>
                    <a:pt x="484" y="7"/>
                  </a:cubicBezTo>
                  <a:cubicBezTo>
                    <a:pt x="463" y="3"/>
                    <a:pt x="442" y="1"/>
                    <a:pt x="4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6408008" y="1486876"/>
              <a:ext cx="41598" cy="48571"/>
            </a:xfrm>
            <a:custGeom>
              <a:rect b="b" l="l" r="r" t="t"/>
              <a:pathLst>
                <a:path extrusionOk="0" h="1832" w="1569">
                  <a:moveTo>
                    <a:pt x="420" y="1"/>
                  </a:moveTo>
                  <a:cubicBezTo>
                    <a:pt x="296" y="1"/>
                    <a:pt x="185" y="79"/>
                    <a:pt x="147" y="200"/>
                  </a:cubicBezTo>
                  <a:cubicBezTo>
                    <a:pt x="69" y="451"/>
                    <a:pt x="0" y="866"/>
                    <a:pt x="216" y="1243"/>
                  </a:cubicBezTo>
                  <a:cubicBezTo>
                    <a:pt x="435" y="1620"/>
                    <a:pt x="830" y="1771"/>
                    <a:pt x="1085" y="1826"/>
                  </a:cubicBezTo>
                  <a:cubicBezTo>
                    <a:pt x="1105" y="1830"/>
                    <a:pt x="1124" y="1832"/>
                    <a:pt x="1143" y="1832"/>
                  </a:cubicBezTo>
                  <a:cubicBezTo>
                    <a:pt x="1268" y="1832"/>
                    <a:pt x="1381" y="1754"/>
                    <a:pt x="1420" y="1631"/>
                  </a:cubicBezTo>
                  <a:cubicBezTo>
                    <a:pt x="1500" y="1383"/>
                    <a:pt x="1568" y="966"/>
                    <a:pt x="1351" y="589"/>
                  </a:cubicBezTo>
                  <a:cubicBezTo>
                    <a:pt x="1132" y="209"/>
                    <a:pt x="737" y="63"/>
                    <a:pt x="482" y="7"/>
                  </a:cubicBezTo>
                  <a:cubicBezTo>
                    <a:pt x="461" y="3"/>
                    <a:pt x="440" y="1"/>
                    <a:pt x="4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6445921" y="1494432"/>
              <a:ext cx="41598" cy="48571"/>
            </a:xfrm>
            <a:custGeom>
              <a:rect b="b" l="l" r="r" t="t"/>
              <a:pathLst>
                <a:path extrusionOk="0" h="1832" w="1569">
                  <a:moveTo>
                    <a:pt x="424" y="1"/>
                  </a:moveTo>
                  <a:cubicBezTo>
                    <a:pt x="299" y="1"/>
                    <a:pt x="186" y="79"/>
                    <a:pt x="147" y="202"/>
                  </a:cubicBezTo>
                  <a:cubicBezTo>
                    <a:pt x="70" y="450"/>
                    <a:pt x="1" y="867"/>
                    <a:pt x="216" y="1244"/>
                  </a:cubicBezTo>
                  <a:cubicBezTo>
                    <a:pt x="436" y="1621"/>
                    <a:pt x="830" y="1770"/>
                    <a:pt x="1086" y="1825"/>
                  </a:cubicBezTo>
                  <a:cubicBezTo>
                    <a:pt x="1106" y="1829"/>
                    <a:pt x="1127" y="1832"/>
                    <a:pt x="1147" y="1832"/>
                  </a:cubicBezTo>
                  <a:cubicBezTo>
                    <a:pt x="1271" y="1832"/>
                    <a:pt x="1382" y="1754"/>
                    <a:pt x="1420" y="1632"/>
                  </a:cubicBezTo>
                  <a:cubicBezTo>
                    <a:pt x="1500" y="1381"/>
                    <a:pt x="1569" y="967"/>
                    <a:pt x="1352" y="590"/>
                  </a:cubicBezTo>
                  <a:cubicBezTo>
                    <a:pt x="1132" y="210"/>
                    <a:pt x="737" y="62"/>
                    <a:pt x="482" y="6"/>
                  </a:cubicBezTo>
                  <a:cubicBezTo>
                    <a:pt x="463" y="2"/>
                    <a:pt x="443" y="1"/>
                    <a:pt x="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6294349" y="1479293"/>
              <a:ext cx="41704" cy="48597"/>
            </a:xfrm>
            <a:custGeom>
              <a:rect b="b" l="l" r="r" t="t"/>
              <a:pathLst>
                <a:path extrusionOk="0" h="1833" w="1573">
                  <a:moveTo>
                    <a:pt x="1150" y="1"/>
                  </a:moveTo>
                  <a:cubicBezTo>
                    <a:pt x="1129" y="1"/>
                    <a:pt x="1108" y="3"/>
                    <a:pt x="1087" y="7"/>
                  </a:cubicBezTo>
                  <a:cubicBezTo>
                    <a:pt x="832" y="63"/>
                    <a:pt x="439" y="209"/>
                    <a:pt x="220" y="588"/>
                  </a:cubicBezTo>
                  <a:cubicBezTo>
                    <a:pt x="0" y="965"/>
                    <a:pt x="71" y="1382"/>
                    <a:pt x="151" y="1631"/>
                  </a:cubicBezTo>
                  <a:cubicBezTo>
                    <a:pt x="189" y="1753"/>
                    <a:pt x="301" y="1832"/>
                    <a:pt x="425" y="1832"/>
                  </a:cubicBezTo>
                  <a:cubicBezTo>
                    <a:pt x="445" y="1832"/>
                    <a:pt x="465" y="1830"/>
                    <a:pt x="486" y="1826"/>
                  </a:cubicBezTo>
                  <a:cubicBezTo>
                    <a:pt x="741" y="1771"/>
                    <a:pt x="1136" y="1620"/>
                    <a:pt x="1353" y="1243"/>
                  </a:cubicBezTo>
                  <a:cubicBezTo>
                    <a:pt x="1573" y="866"/>
                    <a:pt x="1502" y="451"/>
                    <a:pt x="1424" y="200"/>
                  </a:cubicBezTo>
                  <a:cubicBezTo>
                    <a:pt x="1386" y="79"/>
                    <a:pt x="1274" y="1"/>
                    <a:pt x="1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6256595" y="1486876"/>
              <a:ext cx="41598" cy="48571"/>
            </a:xfrm>
            <a:custGeom>
              <a:rect b="b" l="l" r="r" t="t"/>
              <a:pathLst>
                <a:path extrusionOk="0" h="1832" w="1569">
                  <a:moveTo>
                    <a:pt x="1149" y="1"/>
                  </a:moveTo>
                  <a:cubicBezTo>
                    <a:pt x="1129" y="1"/>
                    <a:pt x="1108" y="3"/>
                    <a:pt x="1087" y="7"/>
                  </a:cubicBezTo>
                  <a:cubicBezTo>
                    <a:pt x="832" y="63"/>
                    <a:pt x="437" y="209"/>
                    <a:pt x="218" y="589"/>
                  </a:cubicBezTo>
                  <a:cubicBezTo>
                    <a:pt x="0" y="966"/>
                    <a:pt x="69" y="1383"/>
                    <a:pt x="149" y="1631"/>
                  </a:cubicBezTo>
                  <a:cubicBezTo>
                    <a:pt x="187" y="1754"/>
                    <a:pt x="300" y="1832"/>
                    <a:pt x="427" y="1832"/>
                  </a:cubicBezTo>
                  <a:cubicBezTo>
                    <a:pt x="446" y="1832"/>
                    <a:pt x="466" y="1830"/>
                    <a:pt x="486" y="1826"/>
                  </a:cubicBezTo>
                  <a:cubicBezTo>
                    <a:pt x="741" y="1771"/>
                    <a:pt x="1134" y="1620"/>
                    <a:pt x="1353" y="1243"/>
                  </a:cubicBezTo>
                  <a:cubicBezTo>
                    <a:pt x="1568" y="866"/>
                    <a:pt x="1500" y="451"/>
                    <a:pt x="1422" y="200"/>
                  </a:cubicBezTo>
                  <a:cubicBezTo>
                    <a:pt x="1384" y="79"/>
                    <a:pt x="1272" y="1"/>
                    <a:pt x="11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6218655" y="1494432"/>
              <a:ext cx="41598" cy="48571"/>
            </a:xfrm>
            <a:custGeom>
              <a:rect b="b" l="l" r="r" t="t"/>
              <a:pathLst>
                <a:path extrusionOk="0" h="1832" w="1569">
                  <a:moveTo>
                    <a:pt x="1146" y="1"/>
                  </a:moveTo>
                  <a:cubicBezTo>
                    <a:pt x="1127" y="1"/>
                    <a:pt x="1107" y="2"/>
                    <a:pt x="1087" y="6"/>
                  </a:cubicBezTo>
                  <a:cubicBezTo>
                    <a:pt x="832" y="62"/>
                    <a:pt x="438" y="210"/>
                    <a:pt x="220" y="590"/>
                  </a:cubicBezTo>
                  <a:cubicBezTo>
                    <a:pt x="1" y="967"/>
                    <a:pt x="69" y="1381"/>
                    <a:pt x="149" y="1632"/>
                  </a:cubicBezTo>
                  <a:cubicBezTo>
                    <a:pt x="187" y="1754"/>
                    <a:pt x="299" y="1832"/>
                    <a:pt x="424" y="1832"/>
                  </a:cubicBezTo>
                  <a:cubicBezTo>
                    <a:pt x="444" y="1832"/>
                    <a:pt x="465" y="1829"/>
                    <a:pt x="486" y="1825"/>
                  </a:cubicBezTo>
                  <a:cubicBezTo>
                    <a:pt x="741" y="1770"/>
                    <a:pt x="1134" y="1621"/>
                    <a:pt x="1354" y="1244"/>
                  </a:cubicBezTo>
                  <a:cubicBezTo>
                    <a:pt x="1569" y="867"/>
                    <a:pt x="1500" y="450"/>
                    <a:pt x="1422" y="202"/>
                  </a:cubicBezTo>
                  <a:cubicBezTo>
                    <a:pt x="1384" y="79"/>
                    <a:pt x="1271" y="1"/>
                    <a:pt x="1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47"/>
          <p:cNvGrpSpPr/>
          <p:nvPr/>
        </p:nvGrpSpPr>
        <p:grpSpPr>
          <a:xfrm>
            <a:off x="7748449" y="3929472"/>
            <a:ext cx="381223" cy="376398"/>
            <a:chOff x="4036624" y="1439259"/>
            <a:chExt cx="381223" cy="376398"/>
          </a:xfrm>
        </p:grpSpPr>
        <p:sp>
          <p:nvSpPr>
            <p:cNvPr id="2786" name="Google Shape;2786;p47"/>
            <p:cNvSpPr/>
            <p:nvPr/>
          </p:nvSpPr>
          <p:spPr>
            <a:xfrm>
              <a:off x="4099193" y="1681663"/>
              <a:ext cx="76833" cy="92847"/>
            </a:xfrm>
            <a:custGeom>
              <a:rect b="b" l="l" r="r" t="t"/>
              <a:pathLst>
                <a:path extrusionOk="0" h="3502" w="2898">
                  <a:moveTo>
                    <a:pt x="1869" y="0"/>
                  </a:moveTo>
                  <a:cubicBezTo>
                    <a:pt x="1789" y="0"/>
                    <a:pt x="1704" y="5"/>
                    <a:pt x="1615" y="15"/>
                  </a:cubicBezTo>
                  <a:cubicBezTo>
                    <a:pt x="1377" y="170"/>
                    <a:pt x="1149" y="337"/>
                    <a:pt x="929" y="507"/>
                  </a:cubicBezTo>
                  <a:cubicBezTo>
                    <a:pt x="510" y="1029"/>
                    <a:pt x="0" y="1745"/>
                    <a:pt x="0" y="2359"/>
                  </a:cubicBezTo>
                  <a:cubicBezTo>
                    <a:pt x="0" y="2825"/>
                    <a:pt x="69" y="3240"/>
                    <a:pt x="754" y="3502"/>
                  </a:cubicBezTo>
                  <a:cubicBezTo>
                    <a:pt x="1544" y="2843"/>
                    <a:pt x="2229" y="2080"/>
                    <a:pt x="2808" y="1211"/>
                  </a:cubicBezTo>
                  <a:cubicBezTo>
                    <a:pt x="2898" y="402"/>
                    <a:pt x="2584" y="0"/>
                    <a:pt x="1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4060352" y="1695158"/>
              <a:ext cx="63497" cy="98229"/>
            </a:xfrm>
            <a:custGeom>
              <a:rect b="b" l="l" r="r" t="t"/>
              <a:pathLst>
                <a:path extrusionOk="0" h="3705" w="2395">
                  <a:moveTo>
                    <a:pt x="2394" y="1"/>
                  </a:moveTo>
                  <a:lnTo>
                    <a:pt x="2394" y="1"/>
                  </a:lnTo>
                  <a:cubicBezTo>
                    <a:pt x="1498" y="704"/>
                    <a:pt x="731" y="1535"/>
                    <a:pt x="90" y="2494"/>
                  </a:cubicBezTo>
                  <a:cubicBezTo>
                    <a:pt x="0" y="3300"/>
                    <a:pt x="314" y="3704"/>
                    <a:pt x="1031" y="3704"/>
                  </a:cubicBezTo>
                  <a:cubicBezTo>
                    <a:pt x="1111" y="3704"/>
                    <a:pt x="1196" y="3699"/>
                    <a:pt x="1285" y="3689"/>
                  </a:cubicBezTo>
                  <a:cubicBezTo>
                    <a:pt x="1609" y="3472"/>
                    <a:pt x="1920" y="3241"/>
                    <a:pt x="2217" y="2993"/>
                  </a:cubicBezTo>
                  <a:cubicBezTo>
                    <a:pt x="2059" y="2591"/>
                    <a:pt x="1971" y="2150"/>
                    <a:pt x="1971" y="1684"/>
                  </a:cubicBezTo>
                  <a:cubicBezTo>
                    <a:pt x="1971" y="1070"/>
                    <a:pt x="2126" y="493"/>
                    <a:pt x="2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4146757" y="1521633"/>
              <a:ext cx="137918" cy="187258"/>
            </a:xfrm>
            <a:custGeom>
              <a:rect b="b" l="l" r="r" t="t"/>
              <a:pathLst>
                <a:path extrusionOk="0" h="7063" w="5202">
                  <a:moveTo>
                    <a:pt x="4731" y="1"/>
                  </a:moveTo>
                  <a:lnTo>
                    <a:pt x="4731" y="1"/>
                  </a:lnTo>
                  <a:cubicBezTo>
                    <a:pt x="4591" y="167"/>
                    <a:pt x="4458" y="342"/>
                    <a:pt x="4330" y="520"/>
                  </a:cubicBezTo>
                  <a:lnTo>
                    <a:pt x="3252" y="2030"/>
                  </a:lnTo>
                  <a:cubicBezTo>
                    <a:pt x="2629" y="2904"/>
                    <a:pt x="1868" y="3669"/>
                    <a:pt x="1001" y="4297"/>
                  </a:cubicBezTo>
                  <a:lnTo>
                    <a:pt x="0" y="5020"/>
                  </a:lnTo>
                  <a:lnTo>
                    <a:pt x="224" y="6838"/>
                  </a:lnTo>
                  <a:lnTo>
                    <a:pt x="2043" y="7062"/>
                  </a:lnTo>
                  <a:lnTo>
                    <a:pt x="2766" y="6062"/>
                  </a:lnTo>
                  <a:cubicBezTo>
                    <a:pt x="3116" y="5579"/>
                    <a:pt x="3507" y="5131"/>
                    <a:pt x="3937" y="4720"/>
                  </a:cubicBezTo>
                  <a:cubicBezTo>
                    <a:pt x="5135" y="2729"/>
                    <a:pt x="5201" y="1059"/>
                    <a:pt x="4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4241247" y="1439259"/>
              <a:ext cx="176600" cy="207540"/>
            </a:xfrm>
            <a:custGeom>
              <a:rect b="b" l="l" r="r" t="t"/>
              <a:pathLst>
                <a:path extrusionOk="0" h="7828" w="6661">
                  <a:moveTo>
                    <a:pt x="6323" y="1"/>
                  </a:moveTo>
                  <a:cubicBezTo>
                    <a:pt x="6290" y="1"/>
                    <a:pt x="6255" y="7"/>
                    <a:pt x="6220" y="20"/>
                  </a:cubicBezTo>
                  <a:lnTo>
                    <a:pt x="4583" y="657"/>
                  </a:lnTo>
                  <a:cubicBezTo>
                    <a:pt x="3252" y="1176"/>
                    <a:pt x="2081" y="2021"/>
                    <a:pt x="1169" y="3108"/>
                  </a:cubicBezTo>
                  <a:cubicBezTo>
                    <a:pt x="251" y="4733"/>
                    <a:pt x="1" y="6483"/>
                    <a:pt x="373" y="7827"/>
                  </a:cubicBezTo>
                  <a:cubicBezTo>
                    <a:pt x="717" y="7499"/>
                    <a:pt x="1081" y="7197"/>
                    <a:pt x="1469" y="6920"/>
                  </a:cubicBezTo>
                  <a:lnTo>
                    <a:pt x="2979" y="5842"/>
                  </a:lnTo>
                  <a:cubicBezTo>
                    <a:pt x="4319" y="4886"/>
                    <a:pt x="5350" y="3558"/>
                    <a:pt x="5949" y="2025"/>
                  </a:cubicBezTo>
                  <a:lnTo>
                    <a:pt x="6586" y="388"/>
                  </a:lnTo>
                  <a:cubicBezTo>
                    <a:pt x="6661" y="193"/>
                    <a:pt x="6511" y="1"/>
                    <a:pt x="6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4036624" y="1750781"/>
              <a:ext cx="68296" cy="64876"/>
            </a:xfrm>
            <a:custGeom>
              <a:rect b="b" l="l" r="r" t="t"/>
              <a:pathLst>
                <a:path extrusionOk="0" h="2447" w="2576">
                  <a:moveTo>
                    <a:pt x="1262" y="1"/>
                  </a:moveTo>
                  <a:lnTo>
                    <a:pt x="670" y="229"/>
                  </a:lnTo>
                  <a:cubicBezTo>
                    <a:pt x="211" y="407"/>
                    <a:pt x="0" y="932"/>
                    <a:pt x="209" y="1376"/>
                  </a:cubicBezTo>
                  <a:cubicBezTo>
                    <a:pt x="415" y="1813"/>
                    <a:pt x="763" y="2163"/>
                    <a:pt x="1202" y="2367"/>
                  </a:cubicBezTo>
                  <a:cubicBezTo>
                    <a:pt x="1317" y="2421"/>
                    <a:pt x="1438" y="2447"/>
                    <a:pt x="1557" y="2447"/>
                  </a:cubicBezTo>
                  <a:cubicBezTo>
                    <a:pt x="1894" y="2447"/>
                    <a:pt x="2216" y="2244"/>
                    <a:pt x="2347" y="1908"/>
                  </a:cubicBezTo>
                  <a:lnTo>
                    <a:pt x="2575" y="1314"/>
                  </a:lnTo>
                  <a:lnTo>
                    <a:pt x="2473" y="1258"/>
                  </a:lnTo>
                  <a:cubicBezTo>
                    <a:pt x="1983" y="994"/>
                    <a:pt x="1582" y="593"/>
                    <a:pt x="1318" y="103"/>
                  </a:cubicBezTo>
                  <a:lnTo>
                    <a:pt x="1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7"/>
            <p:cNvSpPr/>
            <p:nvPr/>
          </p:nvSpPr>
          <p:spPr>
            <a:xfrm>
              <a:off x="4115949" y="1628320"/>
              <a:ext cx="112917" cy="111326"/>
            </a:xfrm>
            <a:custGeom>
              <a:rect b="b" l="l" r="r" t="t"/>
              <a:pathLst>
                <a:path extrusionOk="0" h="4199" w="4259">
                  <a:moveTo>
                    <a:pt x="1124" y="1"/>
                  </a:moveTo>
                  <a:cubicBezTo>
                    <a:pt x="1018" y="1"/>
                    <a:pt x="912" y="30"/>
                    <a:pt x="819" y="91"/>
                  </a:cubicBezTo>
                  <a:lnTo>
                    <a:pt x="390" y="368"/>
                  </a:lnTo>
                  <a:cubicBezTo>
                    <a:pt x="144" y="530"/>
                    <a:pt x="0" y="807"/>
                    <a:pt x="9" y="1100"/>
                  </a:cubicBezTo>
                  <a:lnTo>
                    <a:pt x="31" y="1896"/>
                  </a:lnTo>
                  <a:cubicBezTo>
                    <a:pt x="36" y="2136"/>
                    <a:pt x="133" y="2360"/>
                    <a:pt x="302" y="2528"/>
                  </a:cubicBezTo>
                  <a:lnTo>
                    <a:pt x="1677" y="3903"/>
                  </a:lnTo>
                  <a:cubicBezTo>
                    <a:pt x="1848" y="4070"/>
                    <a:pt x="2072" y="4170"/>
                    <a:pt x="2309" y="4176"/>
                  </a:cubicBezTo>
                  <a:lnTo>
                    <a:pt x="3105" y="4198"/>
                  </a:lnTo>
                  <a:cubicBezTo>
                    <a:pt x="3116" y="4199"/>
                    <a:pt x="3126" y="4199"/>
                    <a:pt x="3136" y="4199"/>
                  </a:cubicBezTo>
                  <a:cubicBezTo>
                    <a:pt x="3419" y="4199"/>
                    <a:pt x="3683" y="4052"/>
                    <a:pt x="3837" y="3815"/>
                  </a:cubicBezTo>
                  <a:lnTo>
                    <a:pt x="4114" y="3389"/>
                  </a:lnTo>
                  <a:cubicBezTo>
                    <a:pt x="4259" y="3163"/>
                    <a:pt x="4227" y="2870"/>
                    <a:pt x="4039" y="2681"/>
                  </a:cubicBezTo>
                  <a:lnTo>
                    <a:pt x="3839" y="2482"/>
                  </a:lnTo>
                  <a:cubicBezTo>
                    <a:pt x="3788" y="2427"/>
                    <a:pt x="3717" y="2398"/>
                    <a:pt x="3643" y="2398"/>
                  </a:cubicBezTo>
                  <a:cubicBezTo>
                    <a:pt x="3612" y="2398"/>
                    <a:pt x="3581" y="2403"/>
                    <a:pt x="3551" y="2413"/>
                  </a:cubicBezTo>
                  <a:lnTo>
                    <a:pt x="3245" y="2515"/>
                  </a:lnTo>
                  <a:cubicBezTo>
                    <a:pt x="3117" y="2558"/>
                    <a:pt x="2985" y="2579"/>
                    <a:pt x="2854" y="2579"/>
                  </a:cubicBezTo>
                  <a:cubicBezTo>
                    <a:pt x="2532" y="2579"/>
                    <a:pt x="2218" y="2453"/>
                    <a:pt x="1983" y="2218"/>
                  </a:cubicBezTo>
                  <a:cubicBezTo>
                    <a:pt x="1652" y="1887"/>
                    <a:pt x="1537" y="1399"/>
                    <a:pt x="1690" y="962"/>
                  </a:cubicBezTo>
                  <a:lnTo>
                    <a:pt x="1794" y="654"/>
                  </a:lnTo>
                  <a:cubicBezTo>
                    <a:pt x="1828" y="552"/>
                    <a:pt x="1799" y="441"/>
                    <a:pt x="1723" y="366"/>
                  </a:cubicBezTo>
                  <a:lnTo>
                    <a:pt x="1524" y="166"/>
                  </a:lnTo>
                  <a:cubicBezTo>
                    <a:pt x="1415" y="57"/>
                    <a:pt x="1270" y="1"/>
                    <a:pt x="1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47"/>
          <p:cNvGrpSpPr/>
          <p:nvPr/>
        </p:nvGrpSpPr>
        <p:grpSpPr>
          <a:xfrm>
            <a:off x="2700743" y="3929431"/>
            <a:ext cx="376371" cy="376478"/>
            <a:chOff x="3347855" y="1439206"/>
            <a:chExt cx="376371" cy="376478"/>
          </a:xfrm>
        </p:grpSpPr>
        <p:sp>
          <p:nvSpPr>
            <p:cNvPr id="2793" name="Google Shape;2793;p47"/>
            <p:cNvSpPr/>
            <p:nvPr/>
          </p:nvSpPr>
          <p:spPr>
            <a:xfrm>
              <a:off x="3431078" y="1439206"/>
              <a:ext cx="293149" cy="334720"/>
            </a:xfrm>
            <a:custGeom>
              <a:rect b="b" l="l" r="r" t="t"/>
              <a:pathLst>
                <a:path extrusionOk="0" h="12625" w="11057">
                  <a:moveTo>
                    <a:pt x="3955" y="0"/>
                  </a:moveTo>
                  <a:cubicBezTo>
                    <a:pt x="3755" y="0"/>
                    <a:pt x="3560" y="9"/>
                    <a:pt x="3362" y="24"/>
                  </a:cubicBezTo>
                  <a:cubicBezTo>
                    <a:pt x="1502" y="925"/>
                    <a:pt x="0" y="4070"/>
                    <a:pt x="0" y="5946"/>
                  </a:cubicBezTo>
                  <a:cubicBezTo>
                    <a:pt x="0" y="9521"/>
                    <a:pt x="3022" y="12625"/>
                    <a:pt x="7087" y="12625"/>
                  </a:cubicBezTo>
                  <a:cubicBezTo>
                    <a:pt x="7569" y="12625"/>
                    <a:pt x="8066" y="12581"/>
                    <a:pt x="8574" y="12489"/>
                  </a:cubicBezTo>
                  <a:cubicBezTo>
                    <a:pt x="10094" y="11189"/>
                    <a:pt x="11056" y="9258"/>
                    <a:pt x="11056" y="7100"/>
                  </a:cubicBezTo>
                  <a:cubicBezTo>
                    <a:pt x="11056" y="3183"/>
                    <a:pt x="7878" y="2"/>
                    <a:pt x="39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3347855" y="1439948"/>
              <a:ext cx="310567" cy="375735"/>
            </a:xfrm>
            <a:custGeom>
              <a:rect b="b" l="l" r="r" t="t"/>
              <a:pathLst>
                <a:path extrusionOk="0" h="14172" w="11714">
                  <a:moveTo>
                    <a:pt x="6504" y="1"/>
                  </a:moveTo>
                  <a:cubicBezTo>
                    <a:pt x="2862" y="305"/>
                    <a:pt x="1" y="3354"/>
                    <a:pt x="1" y="7074"/>
                  </a:cubicBezTo>
                  <a:cubicBezTo>
                    <a:pt x="1" y="10995"/>
                    <a:pt x="3177" y="14171"/>
                    <a:pt x="7098" y="14171"/>
                  </a:cubicBezTo>
                  <a:cubicBezTo>
                    <a:pt x="8861" y="14171"/>
                    <a:pt x="10471" y="13528"/>
                    <a:pt x="11713" y="12463"/>
                  </a:cubicBezTo>
                  <a:cubicBezTo>
                    <a:pt x="7786" y="12191"/>
                    <a:pt x="4685" y="8915"/>
                    <a:pt x="4685" y="4920"/>
                  </a:cubicBezTo>
                  <a:cubicBezTo>
                    <a:pt x="4685" y="3044"/>
                    <a:pt x="5370" y="1325"/>
                    <a:pt x="6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3431078" y="1477119"/>
              <a:ext cx="255262" cy="282809"/>
            </a:xfrm>
            <a:custGeom>
              <a:rect b="b" l="l" r="r" t="t"/>
              <a:pathLst>
                <a:path extrusionOk="0" h="10667" w="9628">
                  <a:moveTo>
                    <a:pt x="3959" y="1"/>
                  </a:moveTo>
                  <a:cubicBezTo>
                    <a:pt x="3376" y="1"/>
                    <a:pt x="2812" y="89"/>
                    <a:pt x="2284" y="253"/>
                  </a:cubicBezTo>
                  <a:cubicBezTo>
                    <a:pt x="1309" y="1356"/>
                    <a:pt x="0" y="3099"/>
                    <a:pt x="0" y="4268"/>
                  </a:cubicBezTo>
                  <a:cubicBezTo>
                    <a:pt x="0" y="7577"/>
                    <a:pt x="2790" y="10667"/>
                    <a:pt x="6636" y="10667"/>
                  </a:cubicBezTo>
                  <a:cubicBezTo>
                    <a:pt x="6955" y="10494"/>
                    <a:pt x="7257" y="10292"/>
                    <a:pt x="7537" y="10063"/>
                  </a:cubicBezTo>
                  <a:cubicBezTo>
                    <a:pt x="7537" y="10063"/>
                    <a:pt x="7599" y="9462"/>
                    <a:pt x="7763" y="9291"/>
                  </a:cubicBezTo>
                  <a:cubicBezTo>
                    <a:pt x="7925" y="9118"/>
                    <a:pt x="8512" y="9041"/>
                    <a:pt x="8512" y="9041"/>
                  </a:cubicBezTo>
                  <a:cubicBezTo>
                    <a:pt x="9215" y="8098"/>
                    <a:pt x="9628" y="6932"/>
                    <a:pt x="9628" y="5670"/>
                  </a:cubicBezTo>
                  <a:cubicBezTo>
                    <a:pt x="9628" y="2545"/>
                    <a:pt x="7086" y="1"/>
                    <a:pt x="3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3385662" y="1483827"/>
              <a:ext cx="221379" cy="293918"/>
            </a:xfrm>
            <a:custGeom>
              <a:rect b="b" l="l" r="r" t="t"/>
              <a:pathLst>
                <a:path extrusionOk="0" h="11086" w="8350">
                  <a:moveTo>
                    <a:pt x="3997" y="0"/>
                  </a:moveTo>
                  <a:lnTo>
                    <a:pt x="3997" y="0"/>
                  </a:lnTo>
                  <a:cubicBezTo>
                    <a:pt x="1684" y="715"/>
                    <a:pt x="1" y="2875"/>
                    <a:pt x="1" y="5417"/>
                  </a:cubicBezTo>
                  <a:cubicBezTo>
                    <a:pt x="1" y="6679"/>
                    <a:pt x="418" y="7845"/>
                    <a:pt x="1116" y="8788"/>
                  </a:cubicBezTo>
                  <a:cubicBezTo>
                    <a:pt x="1116" y="8788"/>
                    <a:pt x="1709" y="8808"/>
                    <a:pt x="1873" y="8979"/>
                  </a:cubicBezTo>
                  <a:cubicBezTo>
                    <a:pt x="2035" y="9149"/>
                    <a:pt x="2092" y="9810"/>
                    <a:pt x="2092" y="9810"/>
                  </a:cubicBezTo>
                  <a:cubicBezTo>
                    <a:pt x="3068" y="10607"/>
                    <a:pt x="4315" y="11086"/>
                    <a:pt x="5672" y="11086"/>
                  </a:cubicBezTo>
                  <a:cubicBezTo>
                    <a:pt x="6639" y="11086"/>
                    <a:pt x="7551" y="10842"/>
                    <a:pt x="8349" y="10414"/>
                  </a:cubicBezTo>
                  <a:cubicBezTo>
                    <a:pt x="5386" y="9389"/>
                    <a:pt x="3259" y="6572"/>
                    <a:pt x="3259" y="3263"/>
                  </a:cubicBezTo>
                  <a:cubicBezTo>
                    <a:pt x="3259" y="2092"/>
                    <a:pt x="3523" y="987"/>
                    <a:pt x="39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3415250" y="1605413"/>
              <a:ext cx="241529" cy="138528"/>
            </a:xfrm>
            <a:custGeom>
              <a:rect b="b" l="l" r="r" t="t"/>
              <a:pathLst>
                <a:path extrusionOk="0" h="5225" w="9110">
                  <a:moveTo>
                    <a:pt x="4556" y="1"/>
                  </a:moveTo>
                  <a:cubicBezTo>
                    <a:pt x="4337" y="1"/>
                    <a:pt x="4118" y="84"/>
                    <a:pt x="3951" y="252"/>
                  </a:cubicBezTo>
                  <a:lnTo>
                    <a:pt x="0" y="4202"/>
                  </a:lnTo>
                  <a:cubicBezTo>
                    <a:pt x="280" y="4581"/>
                    <a:pt x="610" y="4925"/>
                    <a:pt x="976" y="5224"/>
                  </a:cubicBezTo>
                  <a:lnTo>
                    <a:pt x="4352" y="1849"/>
                  </a:lnTo>
                  <a:cubicBezTo>
                    <a:pt x="4409" y="1793"/>
                    <a:pt x="4482" y="1765"/>
                    <a:pt x="4556" y="1765"/>
                  </a:cubicBezTo>
                  <a:cubicBezTo>
                    <a:pt x="4629" y="1765"/>
                    <a:pt x="4702" y="1793"/>
                    <a:pt x="4758" y="1849"/>
                  </a:cubicBezTo>
                  <a:lnTo>
                    <a:pt x="8134" y="5224"/>
                  </a:lnTo>
                  <a:cubicBezTo>
                    <a:pt x="8318" y="5076"/>
                    <a:pt x="8493" y="4914"/>
                    <a:pt x="8655" y="4743"/>
                  </a:cubicBezTo>
                  <a:cubicBezTo>
                    <a:pt x="8817" y="4574"/>
                    <a:pt x="8970" y="4390"/>
                    <a:pt x="9109" y="4202"/>
                  </a:cubicBezTo>
                  <a:lnTo>
                    <a:pt x="5161" y="252"/>
                  </a:lnTo>
                  <a:cubicBezTo>
                    <a:pt x="4994" y="84"/>
                    <a:pt x="4775" y="1"/>
                    <a:pt x="4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 name="Google Shape;2798;p47"/>
          <p:cNvGrpSpPr/>
          <p:nvPr/>
        </p:nvGrpSpPr>
        <p:grpSpPr>
          <a:xfrm>
            <a:off x="6075899" y="3929458"/>
            <a:ext cx="358343" cy="376398"/>
            <a:chOff x="2665000" y="1439233"/>
            <a:chExt cx="358343" cy="376398"/>
          </a:xfrm>
        </p:grpSpPr>
        <p:sp>
          <p:nvSpPr>
            <p:cNvPr id="2799" name="Google Shape;2799;p47"/>
            <p:cNvSpPr/>
            <p:nvPr/>
          </p:nvSpPr>
          <p:spPr>
            <a:xfrm>
              <a:off x="2762884" y="1439233"/>
              <a:ext cx="260459" cy="175857"/>
            </a:xfrm>
            <a:custGeom>
              <a:rect b="b" l="l" r="r" t="t"/>
              <a:pathLst>
                <a:path extrusionOk="0" h="6633" w="9824">
                  <a:moveTo>
                    <a:pt x="4614" y="1"/>
                  </a:moveTo>
                  <a:cubicBezTo>
                    <a:pt x="3669" y="1"/>
                    <a:pt x="2764" y="176"/>
                    <a:pt x="1928" y="498"/>
                  </a:cubicBezTo>
                  <a:cubicBezTo>
                    <a:pt x="1088" y="1430"/>
                    <a:pt x="1" y="2862"/>
                    <a:pt x="1" y="3594"/>
                  </a:cubicBezTo>
                  <a:cubicBezTo>
                    <a:pt x="1" y="4921"/>
                    <a:pt x="819" y="5697"/>
                    <a:pt x="3081" y="5863"/>
                  </a:cubicBezTo>
                  <a:cubicBezTo>
                    <a:pt x="3458" y="5681"/>
                    <a:pt x="3876" y="5582"/>
                    <a:pt x="4305" y="5582"/>
                  </a:cubicBezTo>
                  <a:cubicBezTo>
                    <a:pt x="5078" y="5582"/>
                    <a:pt x="5888" y="5903"/>
                    <a:pt x="6564" y="6633"/>
                  </a:cubicBezTo>
                  <a:lnTo>
                    <a:pt x="9635" y="2386"/>
                  </a:lnTo>
                  <a:cubicBezTo>
                    <a:pt x="9824" y="2122"/>
                    <a:pt x="9760" y="1756"/>
                    <a:pt x="9491" y="1574"/>
                  </a:cubicBezTo>
                  <a:cubicBezTo>
                    <a:pt x="7855" y="482"/>
                    <a:pt x="6181" y="1"/>
                    <a:pt x="46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2665000" y="1452542"/>
              <a:ext cx="179649" cy="289994"/>
            </a:xfrm>
            <a:custGeom>
              <a:rect b="b" l="l" r="r" t="t"/>
              <a:pathLst>
                <a:path extrusionOk="0" h="10938" w="6776">
                  <a:moveTo>
                    <a:pt x="5622" y="1"/>
                  </a:moveTo>
                  <a:lnTo>
                    <a:pt x="5622" y="1"/>
                  </a:lnTo>
                  <a:cubicBezTo>
                    <a:pt x="2551" y="1183"/>
                    <a:pt x="430" y="4345"/>
                    <a:pt x="812" y="8094"/>
                  </a:cubicBezTo>
                  <a:cubicBezTo>
                    <a:pt x="832" y="8304"/>
                    <a:pt x="807" y="8520"/>
                    <a:pt x="734" y="8721"/>
                  </a:cubicBezTo>
                  <a:lnTo>
                    <a:pt x="75" y="10553"/>
                  </a:lnTo>
                  <a:cubicBezTo>
                    <a:pt x="0" y="10764"/>
                    <a:pt x="170" y="10937"/>
                    <a:pt x="350" y="10937"/>
                  </a:cubicBezTo>
                  <a:cubicBezTo>
                    <a:pt x="425" y="10937"/>
                    <a:pt x="502" y="10907"/>
                    <a:pt x="563" y="10835"/>
                  </a:cubicBezTo>
                  <a:lnTo>
                    <a:pt x="2653" y="8380"/>
                  </a:lnTo>
                  <a:lnTo>
                    <a:pt x="5199" y="8504"/>
                  </a:lnTo>
                  <a:cubicBezTo>
                    <a:pt x="4977" y="7029"/>
                    <a:pt x="5713" y="5871"/>
                    <a:pt x="6776" y="5366"/>
                  </a:cubicBezTo>
                  <a:cubicBezTo>
                    <a:pt x="5724" y="4547"/>
                    <a:pt x="5063" y="3358"/>
                    <a:pt x="5063" y="2032"/>
                  </a:cubicBezTo>
                  <a:cubicBezTo>
                    <a:pt x="5063" y="1300"/>
                    <a:pt x="5265" y="610"/>
                    <a:pt x="5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2735311" y="1534572"/>
              <a:ext cx="238719" cy="147807"/>
            </a:xfrm>
            <a:custGeom>
              <a:rect b="b" l="l" r="r" t="t"/>
              <a:pathLst>
                <a:path extrusionOk="0" h="5575" w="9004">
                  <a:moveTo>
                    <a:pt x="5366" y="0"/>
                  </a:moveTo>
                  <a:cubicBezTo>
                    <a:pt x="4749" y="0"/>
                    <a:pt x="4131" y="106"/>
                    <a:pt x="3547" y="324"/>
                  </a:cubicBezTo>
                  <a:cubicBezTo>
                    <a:pt x="1484" y="1043"/>
                    <a:pt x="27" y="3114"/>
                    <a:pt x="1" y="5284"/>
                  </a:cubicBezTo>
                  <a:cubicBezTo>
                    <a:pt x="1" y="5443"/>
                    <a:pt x="129" y="5574"/>
                    <a:pt x="290" y="5574"/>
                  </a:cubicBezTo>
                  <a:cubicBezTo>
                    <a:pt x="292" y="5574"/>
                    <a:pt x="295" y="5574"/>
                    <a:pt x="298" y="5574"/>
                  </a:cubicBezTo>
                  <a:cubicBezTo>
                    <a:pt x="564" y="5565"/>
                    <a:pt x="832" y="5554"/>
                    <a:pt x="1103" y="5545"/>
                  </a:cubicBezTo>
                  <a:cubicBezTo>
                    <a:pt x="1252" y="5541"/>
                    <a:pt x="1373" y="5419"/>
                    <a:pt x="1376" y="5268"/>
                  </a:cubicBezTo>
                  <a:cubicBezTo>
                    <a:pt x="1435" y="2895"/>
                    <a:pt x="3408" y="1370"/>
                    <a:pt x="5433" y="1370"/>
                  </a:cubicBezTo>
                  <a:cubicBezTo>
                    <a:pt x="6343" y="1370"/>
                    <a:pt x="7264" y="1678"/>
                    <a:pt x="8027" y="2356"/>
                  </a:cubicBezTo>
                  <a:cubicBezTo>
                    <a:pt x="8081" y="2405"/>
                    <a:pt x="8150" y="2429"/>
                    <a:pt x="8217" y="2429"/>
                  </a:cubicBezTo>
                  <a:cubicBezTo>
                    <a:pt x="8305" y="2429"/>
                    <a:pt x="8392" y="2389"/>
                    <a:pt x="8449" y="2312"/>
                  </a:cubicBezTo>
                  <a:lnTo>
                    <a:pt x="8917" y="1662"/>
                  </a:lnTo>
                  <a:cubicBezTo>
                    <a:pt x="9003" y="1540"/>
                    <a:pt x="8988" y="1373"/>
                    <a:pt x="8877" y="1278"/>
                  </a:cubicBezTo>
                  <a:cubicBezTo>
                    <a:pt x="7904" y="447"/>
                    <a:pt x="6636" y="0"/>
                    <a:pt x="5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2824340" y="1562092"/>
              <a:ext cx="155257" cy="103637"/>
            </a:xfrm>
            <a:custGeom>
              <a:rect b="b" l="l" r="r" t="t"/>
              <a:pathLst>
                <a:path extrusionOk="0" h="3909" w="5856">
                  <a:moveTo>
                    <a:pt x="2013" y="1"/>
                  </a:moveTo>
                  <a:cubicBezTo>
                    <a:pt x="1755" y="1"/>
                    <a:pt x="1495" y="24"/>
                    <a:pt x="1238" y="71"/>
                  </a:cubicBezTo>
                  <a:cubicBezTo>
                    <a:pt x="586" y="610"/>
                    <a:pt x="1" y="1473"/>
                    <a:pt x="1" y="2101"/>
                  </a:cubicBezTo>
                  <a:cubicBezTo>
                    <a:pt x="1" y="2873"/>
                    <a:pt x="391" y="3454"/>
                    <a:pt x="1504" y="3908"/>
                  </a:cubicBezTo>
                  <a:lnTo>
                    <a:pt x="5856" y="2285"/>
                  </a:lnTo>
                  <a:cubicBezTo>
                    <a:pt x="5093" y="847"/>
                    <a:pt x="357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2753180" y="1563974"/>
              <a:ext cx="111114" cy="138634"/>
            </a:xfrm>
            <a:custGeom>
              <a:rect b="b" l="l" r="r" t="t"/>
              <a:pathLst>
                <a:path extrusionOk="0" h="5229" w="4191">
                  <a:moveTo>
                    <a:pt x="3927" y="0"/>
                  </a:moveTo>
                  <a:cubicBezTo>
                    <a:pt x="3691" y="45"/>
                    <a:pt x="3459" y="109"/>
                    <a:pt x="3228" y="196"/>
                  </a:cubicBezTo>
                  <a:cubicBezTo>
                    <a:pt x="1152" y="950"/>
                    <a:pt x="1" y="3126"/>
                    <a:pt x="473" y="5228"/>
                  </a:cubicBezTo>
                  <a:lnTo>
                    <a:pt x="4191" y="3837"/>
                  </a:lnTo>
                  <a:cubicBezTo>
                    <a:pt x="3672" y="3234"/>
                    <a:pt x="3372" y="2516"/>
                    <a:pt x="3374" y="1748"/>
                  </a:cubicBezTo>
                  <a:cubicBezTo>
                    <a:pt x="3374" y="1118"/>
                    <a:pt x="3574" y="526"/>
                    <a:pt x="3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7"/>
            <p:cNvSpPr/>
            <p:nvPr/>
          </p:nvSpPr>
          <p:spPr>
            <a:xfrm>
              <a:off x="2837039" y="1596929"/>
              <a:ext cx="172490" cy="218702"/>
            </a:xfrm>
            <a:custGeom>
              <a:rect b="b" l="l" r="r" t="t"/>
              <a:pathLst>
                <a:path extrusionOk="0" h="8249" w="6506">
                  <a:moveTo>
                    <a:pt x="5932" y="1"/>
                  </a:moveTo>
                  <a:cubicBezTo>
                    <a:pt x="5866" y="1"/>
                    <a:pt x="5798" y="12"/>
                    <a:pt x="5732" y="37"/>
                  </a:cubicBezTo>
                  <a:lnTo>
                    <a:pt x="2041" y="1408"/>
                  </a:lnTo>
                  <a:cubicBezTo>
                    <a:pt x="1" y="3158"/>
                    <a:pt x="21" y="5822"/>
                    <a:pt x="2496" y="7924"/>
                  </a:cubicBezTo>
                  <a:cubicBezTo>
                    <a:pt x="2562" y="7982"/>
                    <a:pt x="2800" y="8126"/>
                    <a:pt x="3017" y="8206"/>
                  </a:cubicBezTo>
                  <a:cubicBezTo>
                    <a:pt x="3201" y="8224"/>
                    <a:pt x="3387" y="8237"/>
                    <a:pt x="3569" y="8248"/>
                  </a:cubicBezTo>
                  <a:cubicBezTo>
                    <a:pt x="3580" y="8249"/>
                    <a:pt x="3590" y="8249"/>
                    <a:pt x="3600" y="8249"/>
                  </a:cubicBezTo>
                  <a:cubicBezTo>
                    <a:pt x="3910" y="8249"/>
                    <a:pt x="4168" y="7994"/>
                    <a:pt x="4168" y="7678"/>
                  </a:cubicBezTo>
                  <a:lnTo>
                    <a:pt x="4168" y="4455"/>
                  </a:lnTo>
                  <a:cubicBezTo>
                    <a:pt x="4168" y="4329"/>
                    <a:pt x="4086" y="4218"/>
                    <a:pt x="3966" y="4180"/>
                  </a:cubicBezTo>
                  <a:lnTo>
                    <a:pt x="3077" y="3914"/>
                  </a:lnTo>
                  <a:cubicBezTo>
                    <a:pt x="2955" y="3879"/>
                    <a:pt x="2873" y="3768"/>
                    <a:pt x="2873" y="3641"/>
                  </a:cubicBezTo>
                  <a:lnTo>
                    <a:pt x="2873" y="2938"/>
                  </a:lnTo>
                  <a:cubicBezTo>
                    <a:pt x="2873" y="2777"/>
                    <a:pt x="3007" y="2653"/>
                    <a:pt x="3160" y="2653"/>
                  </a:cubicBezTo>
                  <a:cubicBezTo>
                    <a:pt x="3187" y="2653"/>
                    <a:pt x="3215" y="2657"/>
                    <a:pt x="3243" y="2665"/>
                  </a:cubicBezTo>
                  <a:lnTo>
                    <a:pt x="5266" y="3271"/>
                  </a:lnTo>
                  <a:cubicBezTo>
                    <a:pt x="5388" y="3309"/>
                    <a:pt x="5468" y="3420"/>
                    <a:pt x="5468" y="3546"/>
                  </a:cubicBezTo>
                  <a:lnTo>
                    <a:pt x="5468" y="4934"/>
                  </a:lnTo>
                  <a:cubicBezTo>
                    <a:pt x="5468" y="5063"/>
                    <a:pt x="5554" y="5176"/>
                    <a:pt x="5676" y="5209"/>
                  </a:cubicBezTo>
                  <a:lnTo>
                    <a:pt x="6142" y="5342"/>
                  </a:lnTo>
                  <a:cubicBezTo>
                    <a:pt x="6169" y="5350"/>
                    <a:pt x="6196" y="5354"/>
                    <a:pt x="6222" y="5354"/>
                  </a:cubicBezTo>
                  <a:cubicBezTo>
                    <a:pt x="6375" y="5354"/>
                    <a:pt x="6506" y="5228"/>
                    <a:pt x="6506" y="5067"/>
                  </a:cubicBezTo>
                  <a:lnTo>
                    <a:pt x="6506" y="572"/>
                  </a:lnTo>
                  <a:cubicBezTo>
                    <a:pt x="6500" y="246"/>
                    <a:pt x="6233" y="1"/>
                    <a:pt x="59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7"/>
            <p:cNvSpPr/>
            <p:nvPr/>
          </p:nvSpPr>
          <p:spPr>
            <a:xfrm>
              <a:off x="2762884" y="1634232"/>
              <a:ext cx="154091" cy="180205"/>
            </a:xfrm>
            <a:custGeom>
              <a:rect b="b" l="l" r="r" t="t"/>
              <a:pathLst>
                <a:path extrusionOk="0" h="6797" w="5812">
                  <a:moveTo>
                    <a:pt x="4836" y="1"/>
                  </a:moveTo>
                  <a:lnTo>
                    <a:pt x="1" y="1797"/>
                  </a:lnTo>
                  <a:lnTo>
                    <a:pt x="1" y="2696"/>
                  </a:lnTo>
                  <a:cubicBezTo>
                    <a:pt x="1" y="2860"/>
                    <a:pt x="136" y="2981"/>
                    <a:pt x="288" y="2981"/>
                  </a:cubicBezTo>
                  <a:cubicBezTo>
                    <a:pt x="318" y="2981"/>
                    <a:pt x="349" y="2977"/>
                    <a:pt x="380" y="2966"/>
                  </a:cubicBezTo>
                  <a:lnTo>
                    <a:pt x="2866" y="2112"/>
                  </a:lnTo>
                  <a:cubicBezTo>
                    <a:pt x="2899" y="2101"/>
                    <a:pt x="2932" y="2096"/>
                    <a:pt x="2963" y="2096"/>
                  </a:cubicBezTo>
                  <a:cubicBezTo>
                    <a:pt x="3174" y="2096"/>
                    <a:pt x="3329" y="2335"/>
                    <a:pt x="3203" y="2534"/>
                  </a:cubicBezTo>
                  <a:lnTo>
                    <a:pt x="1647" y="4996"/>
                  </a:lnTo>
                  <a:cubicBezTo>
                    <a:pt x="1458" y="5295"/>
                    <a:pt x="1584" y="5694"/>
                    <a:pt x="1910" y="5825"/>
                  </a:cubicBezTo>
                  <a:cubicBezTo>
                    <a:pt x="3203" y="6353"/>
                    <a:pt x="4503" y="6675"/>
                    <a:pt x="5812" y="6797"/>
                  </a:cubicBezTo>
                  <a:cubicBezTo>
                    <a:pt x="5752" y="6737"/>
                    <a:pt x="5692" y="6670"/>
                    <a:pt x="5637" y="6599"/>
                  </a:cubicBezTo>
                  <a:cubicBezTo>
                    <a:pt x="3882" y="4490"/>
                    <a:pt x="3605" y="1740"/>
                    <a:pt x="48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47"/>
          <p:cNvGrpSpPr/>
          <p:nvPr/>
        </p:nvGrpSpPr>
        <p:grpSpPr>
          <a:xfrm>
            <a:off x="1007166" y="3959886"/>
            <a:ext cx="388408" cy="315525"/>
            <a:chOff x="1961941" y="1469749"/>
            <a:chExt cx="388408" cy="315525"/>
          </a:xfrm>
        </p:grpSpPr>
        <p:sp>
          <p:nvSpPr>
            <p:cNvPr id="2807" name="Google Shape;2807;p47"/>
            <p:cNvSpPr/>
            <p:nvPr/>
          </p:nvSpPr>
          <p:spPr>
            <a:xfrm>
              <a:off x="2003407" y="1502518"/>
              <a:ext cx="244101" cy="242722"/>
            </a:xfrm>
            <a:custGeom>
              <a:rect b="b" l="l" r="r" t="t"/>
              <a:pathLst>
                <a:path extrusionOk="0" h="9155" w="9207">
                  <a:moveTo>
                    <a:pt x="7986" y="1"/>
                  </a:moveTo>
                  <a:cubicBezTo>
                    <a:pt x="7842" y="1"/>
                    <a:pt x="7697" y="56"/>
                    <a:pt x="7588" y="167"/>
                  </a:cubicBezTo>
                  <a:lnTo>
                    <a:pt x="0" y="7757"/>
                  </a:lnTo>
                  <a:lnTo>
                    <a:pt x="1397" y="9154"/>
                  </a:lnTo>
                  <a:lnTo>
                    <a:pt x="8985" y="1564"/>
                  </a:lnTo>
                  <a:cubicBezTo>
                    <a:pt x="9207" y="1343"/>
                    <a:pt x="9207" y="986"/>
                    <a:pt x="8985" y="766"/>
                  </a:cubicBezTo>
                  <a:lnTo>
                    <a:pt x="8386" y="167"/>
                  </a:lnTo>
                  <a:cubicBezTo>
                    <a:pt x="8275" y="56"/>
                    <a:pt x="8131" y="1"/>
                    <a:pt x="79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7"/>
            <p:cNvSpPr/>
            <p:nvPr/>
          </p:nvSpPr>
          <p:spPr>
            <a:xfrm>
              <a:off x="2174916" y="1551221"/>
              <a:ext cx="175433" cy="193833"/>
            </a:xfrm>
            <a:custGeom>
              <a:rect b="b" l="l" r="r" t="t"/>
              <a:pathLst>
                <a:path extrusionOk="0" h="7311" w="6617">
                  <a:moveTo>
                    <a:pt x="4917" y="1"/>
                  </a:moveTo>
                  <a:cubicBezTo>
                    <a:pt x="4807" y="1"/>
                    <a:pt x="4699" y="63"/>
                    <a:pt x="4654" y="180"/>
                  </a:cubicBezTo>
                  <a:cubicBezTo>
                    <a:pt x="4543" y="466"/>
                    <a:pt x="4401" y="721"/>
                    <a:pt x="4224" y="941"/>
                  </a:cubicBezTo>
                  <a:cubicBezTo>
                    <a:pt x="3981" y="1241"/>
                    <a:pt x="3682" y="1376"/>
                    <a:pt x="3375" y="1376"/>
                  </a:cubicBezTo>
                  <a:cubicBezTo>
                    <a:pt x="3053" y="1376"/>
                    <a:pt x="2723" y="1227"/>
                    <a:pt x="2445" y="967"/>
                  </a:cubicBezTo>
                  <a:cubicBezTo>
                    <a:pt x="362" y="2773"/>
                    <a:pt x="1" y="5024"/>
                    <a:pt x="1959" y="6933"/>
                  </a:cubicBezTo>
                  <a:cubicBezTo>
                    <a:pt x="2012" y="6987"/>
                    <a:pt x="2072" y="7153"/>
                    <a:pt x="2518" y="7310"/>
                  </a:cubicBezTo>
                  <a:cubicBezTo>
                    <a:pt x="3434" y="7200"/>
                    <a:pt x="4308" y="6803"/>
                    <a:pt x="4991" y="6119"/>
                  </a:cubicBezTo>
                  <a:cubicBezTo>
                    <a:pt x="6588" y="4525"/>
                    <a:pt x="6617" y="1928"/>
                    <a:pt x="5135" y="104"/>
                  </a:cubicBezTo>
                  <a:cubicBezTo>
                    <a:pt x="5078" y="34"/>
                    <a:pt x="4997" y="1"/>
                    <a:pt x="4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2061177" y="1469749"/>
              <a:ext cx="180524" cy="276154"/>
            </a:xfrm>
            <a:custGeom>
              <a:rect b="b" l="l" r="r" t="t"/>
              <a:pathLst>
                <a:path extrusionOk="0" h="10416" w="6809">
                  <a:moveTo>
                    <a:pt x="372" y="1"/>
                  </a:moveTo>
                  <a:cubicBezTo>
                    <a:pt x="169" y="1"/>
                    <a:pt x="1" y="236"/>
                    <a:pt x="139" y="443"/>
                  </a:cubicBezTo>
                  <a:lnTo>
                    <a:pt x="1958" y="3171"/>
                  </a:lnTo>
                  <a:cubicBezTo>
                    <a:pt x="2106" y="3395"/>
                    <a:pt x="2080" y="3692"/>
                    <a:pt x="1887" y="3883"/>
                  </a:cubicBezTo>
                  <a:lnTo>
                    <a:pt x="1884" y="3885"/>
                  </a:lnTo>
                  <a:cubicBezTo>
                    <a:pt x="1729" y="4038"/>
                    <a:pt x="1680" y="4269"/>
                    <a:pt x="1751" y="4473"/>
                  </a:cubicBezTo>
                  <a:lnTo>
                    <a:pt x="1887" y="4859"/>
                  </a:lnTo>
                  <a:cubicBezTo>
                    <a:pt x="2139" y="5568"/>
                    <a:pt x="2729" y="6105"/>
                    <a:pt x="3461" y="6291"/>
                  </a:cubicBezTo>
                  <a:lnTo>
                    <a:pt x="3847" y="6389"/>
                  </a:lnTo>
                  <a:cubicBezTo>
                    <a:pt x="4592" y="6935"/>
                    <a:pt x="4823" y="7844"/>
                    <a:pt x="4105" y="8423"/>
                  </a:cubicBezTo>
                  <a:cubicBezTo>
                    <a:pt x="3887" y="8600"/>
                    <a:pt x="3634" y="8744"/>
                    <a:pt x="3346" y="8853"/>
                  </a:cubicBezTo>
                  <a:cubicBezTo>
                    <a:pt x="3144" y="8931"/>
                    <a:pt x="3102" y="9199"/>
                    <a:pt x="3271" y="9337"/>
                  </a:cubicBezTo>
                  <a:cubicBezTo>
                    <a:pt x="4156" y="10055"/>
                    <a:pt x="5223" y="10416"/>
                    <a:pt x="6269" y="10416"/>
                  </a:cubicBezTo>
                  <a:cubicBezTo>
                    <a:pt x="6449" y="10416"/>
                    <a:pt x="6630" y="10405"/>
                    <a:pt x="6808" y="10383"/>
                  </a:cubicBezTo>
                  <a:cubicBezTo>
                    <a:pt x="6766" y="10326"/>
                    <a:pt x="6724" y="10264"/>
                    <a:pt x="6675" y="10204"/>
                  </a:cubicBezTo>
                  <a:cubicBezTo>
                    <a:pt x="5386" y="8281"/>
                    <a:pt x="5480" y="5837"/>
                    <a:pt x="6728" y="4045"/>
                  </a:cubicBezTo>
                  <a:cubicBezTo>
                    <a:pt x="6640" y="3963"/>
                    <a:pt x="6553" y="3865"/>
                    <a:pt x="6475" y="3761"/>
                  </a:cubicBezTo>
                  <a:lnTo>
                    <a:pt x="6378" y="3375"/>
                  </a:lnTo>
                  <a:cubicBezTo>
                    <a:pt x="6194" y="2643"/>
                    <a:pt x="5655" y="2053"/>
                    <a:pt x="4945" y="1800"/>
                  </a:cubicBezTo>
                  <a:lnTo>
                    <a:pt x="4559" y="1665"/>
                  </a:lnTo>
                  <a:cubicBezTo>
                    <a:pt x="4498" y="1643"/>
                    <a:pt x="4434" y="1632"/>
                    <a:pt x="4370" y="1632"/>
                  </a:cubicBezTo>
                  <a:cubicBezTo>
                    <a:pt x="4224" y="1632"/>
                    <a:pt x="4080" y="1690"/>
                    <a:pt x="3971" y="1798"/>
                  </a:cubicBezTo>
                  <a:lnTo>
                    <a:pt x="3969" y="1800"/>
                  </a:lnTo>
                  <a:cubicBezTo>
                    <a:pt x="3860" y="1908"/>
                    <a:pt x="3716" y="1964"/>
                    <a:pt x="3570" y="1964"/>
                  </a:cubicBezTo>
                  <a:cubicBezTo>
                    <a:pt x="3462" y="1964"/>
                    <a:pt x="3353" y="1933"/>
                    <a:pt x="3257" y="1869"/>
                  </a:cubicBezTo>
                  <a:lnTo>
                    <a:pt x="529" y="50"/>
                  </a:lnTo>
                  <a:cubicBezTo>
                    <a:pt x="478" y="16"/>
                    <a:pt x="424" y="1"/>
                    <a:pt x="3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7"/>
            <p:cNvSpPr/>
            <p:nvPr/>
          </p:nvSpPr>
          <p:spPr>
            <a:xfrm>
              <a:off x="2149650" y="1503366"/>
              <a:ext cx="44355" cy="149080"/>
            </a:xfrm>
            <a:custGeom>
              <a:rect b="b" l="l" r="r" t="t"/>
              <a:pathLst>
                <a:path extrusionOk="0" h="5623" w="1673">
                  <a:moveTo>
                    <a:pt x="1433" y="0"/>
                  </a:moveTo>
                  <a:cubicBezTo>
                    <a:pt x="1336" y="0"/>
                    <a:pt x="1249" y="68"/>
                    <a:pt x="1227" y="166"/>
                  </a:cubicBezTo>
                  <a:lnTo>
                    <a:pt x="29" y="5358"/>
                  </a:lnTo>
                  <a:cubicBezTo>
                    <a:pt x="0" y="5476"/>
                    <a:pt x="73" y="5589"/>
                    <a:pt x="189" y="5618"/>
                  </a:cubicBezTo>
                  <a:cubicBezTo>
                    <a:pt x="204" y="5620"/>
                    <a:pt x="220" y="5622"/>
                    <a:pt x="237" y="5622"/>
                  </a:cubicBezTo>
                  <a:cubicBezTo>
                    <a:pt x="333" y="5622"/>
                    <a:pt x="422" y="5556"/>
                    <a:pt x="448" y="5456"/>
                  </a:cubicBezTo>
                  <a:lnTo>
                    <a:pt x="1646" y="264"/>
                  </a:lnTo>
                  <a:cubicBezTo>
                    <a:pt x="1672" y="146"/>
                    <a:pt x="1601" y="33"/>
                    <a:pt x="1484" y="6"/>
                  </a:cubicBezTo>
                  <a:cubicBezTo>
                    <a:pt x="1467" y="2"/>
                    <a:pt x="1450" y="0"/>
                    <a:pt x="14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7"/>
            <p:cNvSpPr/>
            <p:nvPr/>
          </p:nvSpPr>
          <p:spPr>
            <a:xfrm>
              <a:off x="2096651" y="1556338"/>
              <a:ext cx="150273" cy="43189"/>
            </a:xfrm>
            <a:custGeom>
              <a:rect b="b" l="l" r="r" t="t"/>
              <a:pathLst>
                <a:path extrusionOk="0" h="1629" w="5668">
                  <a:moveTo>
                    <a:pt x="5433" y="1"/>
                  </a:moveTo>
                  <a:cubicBezTo>
                    <a:pt x="5416" y="1"/>
                    <a:pt x="5399" y="3"/>
                    <a:pt x="5381" y="7"/>
                  </a:cubicBezTo>
                  <a:lnTo>
                    <a:pt x="189" y="1204"/>
                  </a:lnTo>
                  <a:cubicBezTo>
                    <a:pt x="74" y="1231"/>
                    <a:pt x="1" y="1346"/>
                    <a:pt x="30" y="1462"/>
                  </a:cubicBezTo>
                  <a:cubicBezTo>
                    <a:pt x="52" y="1562"/>
                    <a:pt x="141" y="1628"/>
                    <a:pt x="236" y="1628"/>
                  </a:cubicBezTo>
                  <a:cubicBezTo>
                    <a:pt x="254" y="1628"/>
                    <a:pt x="269" y="1626"/>
                    <a:pt x="287" y="1624"/>
                  </a:cubicBezTo>
                  <a:lnTo>
                    <a:pt x="5479" y="426"/>
                  </a:lnTo>
                  <a:cubicBezTo>
                    <a:pt x="5597" y="397"/>
                    <a:pt x="5668" y="284"/>
                    <a:pt x="5641" y="166"/>
                  </a:cubicBezTo>
                  <a:cubicBezTo>
                    <a:pt x="5616" y="68"/>
                    <a:pt x="5531" y="1"/>
                    <a:pt x="54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2002797" y="1667399"/>
              <a:ext cx="82056" cy="104883"/>
            </a:xfrm>
            <a:custGeom>
              <a:rect b="b" l="l" r="r" t="t"/>
              <a:pathLst>
                <a:path extrusionOk="0" h="3956" w="3095">
                  <a:moveTo>
                    <a:pt x="1569" y="1"/>
                  </a:moveTo>
                  <a:cubicBezTo>
                    <a:pt x="830" y="551"/>
                    <a:pt x="56" y="1493"/>
                    <a:pt x="23" y="2407"/>
                  </a:cubicBezTo>
                  <a:cubicBezTo>
                    <a:pt x="1" y="2986"/>
                    <a:pt x="121" y="3680"/>
                    <a:pt x="1001" y="3955"/>
                  </a:cubicBezTo>
                  <a:lnTo>
                    <a:pt x="2875" y="2081"/>
                  </a:lnTo>
                  <a:cubicBezTo>
                    <a:pt x="3095" y="1862"/>
                    <a:pt x="3095" y="1505"/>
                    <a:pt x="2875" y="1283"/>
                  </a:cubicBezTo>
                  <a:lnTo>
                    <a:pt x="1678" y="85"/>
                  </a:lnTo>
                  <a:cubicBezTo>
                    <a:pt x="1644" y="52"/>
                    <a:pt x="1609" y="23"/>
                    <a:pt x="1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7"/>
            <p:cNvSpPr/>
            <p:nvPr/>
          </p:nvSpPr>
          <p:spPr>
            <a:xfrm>
              <a:off x="1961941" y="1665278"/>
              <a:ext cx="82401" cy="119996"/>
            </a:xfrm>
            <a:custGeom>
              <a:rect b="b" l="l" r="r" t="t"/>
              <a:pathLst>
                <a:path extrusionOk="0" h="4526" w="3108">
                  <a:moveTo>
                    <a:pt x="2817" y="1"/>
                  </a:moveTo>
                  <a:cubicBezTo>
                    <a:pt x="2673" y="1"/>
                    <a:pt x="2529" y="56"/>
                    <a:pt x="2418" y="167"/>
                  </a:cubicBezTo>
                  <a:lnTo>
                    <a:pt x="222" y="2363"/>
                  </a:lnTo>
                  <a:cubicBezTo>
                    <a:pt x="1" y="2583"/>
                    <a:pt x="1" y="2940"/>
                    <a:pt x="222" y="3161"/>
                  </a:cubicBezTo>
                  <a:lnTo>
                    <a:pt x="1420" y="4359"/>
                  </a:lnTo>
                  <a:cubicBezTo>
                    <a:pt x="1529" y="4470"/>
                    <a:pt x="1673" y="4526"/>
                    <a:pt x="1818" y="4526"/>
                  </a:cubicBezTo>
                  <a:cubicBezTo>
                    <a:pt x="1962" y="4526"/>
                    <a:pt x="2108" y="4470"/>
                    <a:pt x="2218" y="4359"/>
                  </a:cubicBezTo>
                  <a:lnTo>
                    <a:pt x="2542" y="4035"/>
                  </a:lnTo>
                  <a:cubicBezTo>
                    <a:pt x="2365" y="3547"/>
                    <a:pt x="2274" y="2997"/>
                    <a:pt x="2289" y="2421"/>
                  </a:cubicBezTo>
                  <a:cubicBezTo>
                    <a:pt x="2323" y="1507"/>
                    <a:pt x="2633" y="682"/>
                    <a:pt x="3108" y="83"/>
                  </a:cubicBezTo>
                  <a:cubicBezTo>
                    <a:pt x="3019" y="28"/>
                    <a:pt x="2918" y="1"/>
                    <a:pt x="2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7" name="Shape 2817"/>
        <p:cNvGrpSpPr/>
        <p:nvPr/>
      </p:nvGrpSpPr>
      <p:grpSpPr>
        <a:xfrm>
          <a:off x="0" y="0"/>
          <a:ext cx="0" cy="0"/>
          <a:chOff x="0" y="0"/>
          <a:chExt cx="0" cy="0"/>
        </a:xfrm>
      </p:grpSpPr>
      <p:sp>
        <p:nvSpPr>
          <p:cNvPr id="2818" name="Google Shape;2818;p48"/>
          <p:cNvSpPr/>
          <p:nvPr/>
        </p:nvSpPr>
        <p:spPr>
          <a:xfrm>
            <a:off x="2066025" y="2133676"/>
            <a:ext cx="1357200" cy="13572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8"/>
          <p:cNvSpPr/>
          <p:nvPr/>
        </p:nvSpPr>
        <p:spPr>
          <a:xfrm>
            <a:off x="5720850" y="2133676"/>
            <a:ext cx="1357200" cy="13572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8"/>
          <p:cNvSpPr txBox="1"/>
          <p:nvPr>
            <p:ph idx="1" type="subTitle"/>
          </p:nvPr>
        </p:nvSpPr>
        <p:spPr>
          <a:xfrm>
            <a:off x="1290775" y="3587675"/>
            <a:ext cx="2907600" cy="64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Mercury</a:t>
            </a:r>
            <a:r>
              <a:rPr b="1" lang="en"/>
              <a:t> </a:t>
            </a:r>
            <a:r>
              <a:rPr lang="en"/>
              <a:t>is the smallest planet in the Solar System</a:t>
            </a:r>
            <a:endParaRPr/>
          </a:p>
        </p:txBody>
      </p:sp>
      <p:sp>
        <p:nvSpPr>
          <p:cNvPr id="2821" name="Google Shape;2821;p48"/>
          <p:cNvSpPr txBox="1"/>
          <p:nvPr>
            <p:ph idx="2" type="subTitle"/>
          </p:nvPr>
        </p:nvSpPr>
        <p:spPr>
          <a:xfrm>
            <a:off x="4945650" y="3587675"/>
            <a:ext cx="2907600" cy="64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Venus</a:t>
            </a:r>
            <a:r>
              <a:rPr b="1" lang="en"/>
              <a:t> </a:t>
            </a:r>
            <a:r>
              <a:rPr lang="en"/>
              <a:t>has a beautiful name and is the second planet from the Sun</a:t>
            </a:r>
            <a:endParaRPr/>
          </a:p>
        </p:txBody>
      </p:sp>
      <p:sp>
        <p:nvSpPr>
          <p:cNvPr id="2822" name="Google Shape;2822;p48"/>
          <p:cNvSpPr txBox="1"/>
          <p:nvPr>
            <p:ph type="title"/>
          </p:nvPr>
        </p:nvSpPr>
        <p:spPr>
          <a:xfrm>
            <a:off x="1844925" y="2403040"/>
            <a:ext cx="1799400" cy="81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85%</a:t>
            </a:r>
            <a:endParaRPr/>
          </a:p>
        </p:txBody>
      </p:sp>
      <p:sp>
        <p:nvSpPr>
          <p:cNvPr id="2823" name="Google Shape;2823;p48"/>
          <p:cNvSpPr txBox="1"/>
          <p:nvPr>
            <p:ph idx="3" type="title"/>
          </p:nvPr>
        </p:nvSpPr>
        <p:spPr>
          <a:xfrm>
            <a:off x="5499800" y="2403040"/>
            <a:ext cx="1799400" cy="81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a:t>
            </a:r>
            <a:endParaRPr/>
          </a:p>
        </p:txBody>
      </p:sp>
      <p:sp>
        <p:nvSpPr>
          <p:cNvPr id="2824" name="Google Shape;2824;p48"/>
          <p:cNvSpPr txBox="1"/>
          <p:nvPr>
            <p:ph idx="6"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Pluralism</a:t>
            </a:r>
            <a:r>
              <a:rPr lang="en"/>
              <a:t> and atomism</a:t>
            </a:r>
            <a:endParaRPr/>
          </a:p>
        </p:txBody>
      </p:sp>
      <p:sp>
        <p:nvSpPr>
          <p:cNvPr id="2825" name="Google Shape;2825;p48"/>
          <p:cNvSpPr txBox="1"/>
          <p:nvPr>
            <p:ph idx="4" type="title"/>
          </p:nvPr>
        </p:nvSpPr>
        <p:spPr>
          <a:xfrm>
            <a:off x="1290763" y="1534825"/>
            <a:ext cx="2907600" cy="4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pluralism</a:t>
            </a:r>
            <a:endParaRPr/>
          </a:p>
        </p:txBody>
      </p:sp>
      <p:sp>
        <p:nvSpPr>
          <p:cNvPr id="2826" name="Google Shape;2826;p48"/>
          <p:cNvSpPr txBox="1"/>
          <p:nvPr>
            <p:ph idx="5" type="title"/>
          </p:nvPr>
        </p:nvSpPr>
        <p:spPr>
          <a:xfrm>
            <a:off x="4945638" y="1534825"/>
            <a:ext cx="2907600" cy="4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atomism</a:t>
            </a:r>
            <a:endParaRPr/>
          </a:p>
        </p:txBody>
      </p:sp>
      <p:sp>
        <p:nvSpPr>
          <p:cNvPr id="2827" name="Google Shape;2827;p48"/>
          <p:cNvSpPr/>
          <p:nvPr/>
        </p:nvSpPr>
        <p:spPr>
          <a:xfrm>
            <a:off x="2066400" y="2133676"/>
            <a:ext cx="1357200" cy="1357200"/>
          </a:xfrm>
          <a:prstGeom prst="arc">
            <a:avLst>
              <a:gd fmla="val 16200000" name="adj1"/>
              <a:gd fmla="val 12605379" name="adj2"/>
            </a:avLst>
          </a:prstGeom>
          <a:noFill/>
          <a:ln cap="rnd"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8"/>
          <p:cNvSpPr/>
          <p:nvPr/>
        </p:nvSpPr>
        <p:spPr>
          <a:xfrm>
            <a:off x="5720850" y="2133676"/>
            <a:ext cx="1357200" cy="1357200"/>
          </a:xfrm>
          <a:prstGeom prst="arc">
            <a:avLst>
              <a:gd fmla="val 16200000" name="adj1"/>
              <a:gd fmla="val 19453748" name="adj2"/>
            </a:avLst>
          </a:prstGeom>
          <a:noFill/>
          <a:ln cap="rnd"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2" name="Shape 2832"/>
        <p:cNvGrpSpPr/>
        <p:nvPr/>
      </p:nvGrpSpPr>
      <p:grpSpPr>
        <a:xfrm>
          <a:off x="0" y="0"/>
          <a:ext cx="0" cy="0"/>
          <a:chOff x="0" y="0"/>
          <a:chExt cx="0" cy="0"/>
        </a:xfrm>
      </p:grpSpPr>
      <p:sp>
        <p:nvSpPr>
          <p:cNvPr id="2833" name="Google Shape;2833;p49"/>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sophism</a:t>
            </a:r>
            <a:endParaRPr/>
          </a:p>
        </p:txBody>
      </p:sp>
      <p:sp>
        <p:nvSpPr>
          <p:cNvPr id="2834" name="Google Shape;2834;p49"/>
          <p:cNvSpPr txBox="1"/>
          <p:nvPr/>
        </p:nvSpPr>
        <p:spPr>
          <a:xfrm>
            <a:off x="720000" y="3647400"/>
            <a:ext cx="1827300" cy="80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Despite being red, </a:t>
            </a:r>
            <a:r>
              <a:rPr lang="en">
                <a:solidFill>
                  <a:schemeClr val="lt2"/>
                </a:solidFill>
                <a:latin typeface="Overpass Light"/>
                <a:ea typeface="Overpass Light"/>
                <a:cs typeface="Overpass Light"/>
                <a:sym typeface="Overpass Light"/>
              </a:rPr>
              <a:t>Mars</a:t>
            </a:r>
            <a:r>
              <a:rPr lang="en">
                <a:solidFill>
                  <a:schemeClr val="dk1"/>
                </a:solidFill>
                <a:latin typeface="Overpass Light"/>
                <a:ea typeface="Overpass Light"/>
                <a:cs typeface="Overpass Light"/>
                <a:sym typeface="Overpass Light"/>
              </a:rPr>
              <a:t> is actually a cold place</a:t>
            </a:r>
            <a:endParaRPr>
              <a:solidFill>
                <a:schemeClr val="dk1"/>
              </a:solidFill>
              <a:latin typeface="Overpass Light"/>
              <a:ea typeface="Overpass Light"/>
              <a:cs typeface="Overpass Light"/>
              <a:sym typeface="Overpass Light"/>
            </a:endParaRPr>
          </a:p>
        </p:txBody>
      </p:sp>
      <p:sp>
        <p:nvSpPr>
          <p:cNvPr id="2835" name="Google Shape;2835;p49"/>
          <p:cNvSpPr txBox="1"/>
          <p:nvPr/>
        </p:nvSpPr>
        <p:spPr>
          <a:xfrm>
            <a:off x="719995" y="3270600"/>
            <a:ext cx="1827300" cy="4530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5 bc</a:t>
            </a:r>
            <a:endParaRPr b="1" sz="2500">
              <a:solidFill>
                <a:srgbClr val="682101"/>
              </a:solidFill>
              <a:latin typeface="Bahiana"/>
              <a:ea typeface="Bahiana"/>
              <a:cs typeface="Bahiana"/>
              <a:sym typeface="Bahiana"/>
            </a:endParaRPr>
          </a:p>
        </p:txBody>
      </p:sp>
      <p:sp>
        <p:nvSpPr>
          <p:cNvPr id="2836" name="Google Shape;2836;p49"/>
          <p:cNvSpPr txBox="1"/>
          <p:nvPr/>
        </p:nvSpPr>
        <p:spPr>
          <a:xfrm>
            <a:off x="3118188" y="1514325"/>
            <a:ext cx="2907600" cy="4530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Arete or “virtue”</a:t>
            </a:r>
            <a:endParaRPr b="1" sz="2500">
              <a:solidFill>
                <a:srgbClr val="682101"/>
              </a:solidFill>
              <a:latin typeface="Bahiana"/>
              <a:ea typeface="Bahiana"/>
              <a:cs typeface="Bahiana"/>
              <a:sym typeface="Bahiana"/>
            </a:endParaRPr>
          </a:p>
        </p:txBody>
      </p:sp>
      <p:sp>
        <p:nvSpPr>
          <p:cNvPr id="2837" name="Google Shape;2837;p49"/>
          <p:cNvSpPr txBox="1"/>
          <p:nvPr/>
        </p:nvSpPr>
        <p:spPr>
          <a:xfrm>
            <a:off x="3118198" y="1891125"/>
            <a:ext cx="2907600" cy="64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Overpass Light"/>
                <a:ea typeface="Overpass Light"/>
                <a:cs typeface="Overpass Light"/>
                <a:sym typeface="Overpass Light"/>
              </a:rPr>
              <a:t>Earth</a:t>
            </a:r>
            <a:r>
              <a:rPr lang="en">
                <a:solidFill>
                  <a:schemeClr val="dk1"/>
                </a:solidFill>
                <a:latin typeface="Overpass Light"/>
                <a:ea typeface="Overpass Light"/>
                <a:cs typeface="Overpass Light"/>
                <a:sym typeface="Overpass Light"/>
              </a:rPr>
              <a:t> is the only planet that harbors life in the Solar System</a:t>
            </a:r>
            <a:endParaRPr>
              <a:solidFill>
                <a:schemeClr val="dk1"/>
              </a:solidFill>
              <a:latin typeface="Overpass Light"/>
              <a:ea typeface="Overpass Light"/>
              <a:cs typeface="Overpass Light"/>
              <a:sym typeface="Overpass Light"/>
            </a:endParaRPr>
          </a:p>
        </p:txBody>
      </p:sp>
      <p:sp>
        <p:nvSpPr>
          <p:cNvPr id="2838" name="Google Shape;2838;p49"/>
          <p:cNvSpPr txBox="1"/>
          <p:nvPr/>
        </p:nvSpPr>
        <p:spPr>
          <a:xfrm>
            <a:off x="2678900" y="3647400"/>
            <a:ext cx="1827300" cy="80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Overpass Light"/>
                <a:ea typeface="Overpass Light"/>
                <a:cs typeface="Overpass Light"/>
                <a:sym typeface="Overpass Light"/>
              </a:rPr>
              <a:t>Jupiter</a:t>
            </a:r>
            <a:r>
              <a:rPr lang="en">
                <a:solidFill>
                  <a:schemeClr val="dk1"/>
                </a:solidFill>
                <a:latin typeface="Overpass Light"/>
                <a:ea typeface="Overpass Light"/>
                <a:cs typeface="Overpass Light"/>
                <a:sym typeface="Overpass Light"/>
              </a:rPr>
              <a:t> is the biggest planet in the Solar System</a:t>
            </a:r>
            <a:endParaRPr>
              <a:solidFill>
                <a:schemeClr val="dk1"/>
              </a:solidFill>
              <a:latin typeface="Overpass Light"/>
              <a:ea typeface="Overpass Light"/>
              <a:cs typeface="Overpass Light"/>
              <a:sym typeface="Overpass Light"/>
            </a:endParaRPr>
          </a:p>
        </p:txBody>
      </p:sp>
      <p:sp>
        <p:nvSpPr>
          <p:cNvPr id="2839" name="Google Shape;2839;p49"/>
          <p:cNvSpPr txBox="1"/>
          <p:nvPr/>
        </p:nvSpPr>
        <p:spPr>
          <a:xfrm>
            <a:off x="2678895" y="3270600"/>
            <a:ext cx="1827300" cy="4530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philosophy</a:t>
            </a:r>
            <a:endParaRPr b="1" sz="2500">
              <a:solidFill>
                <a:srgbClr val="682101"/>
              </a:solidFill>
              <a:latin typeface="Bahiana"/>
              <a:ea typeface="Bahiana"/>
              <a:cs typeface="Bahiana"/>
              <a:sym typeface="Bahiana"/>
            </a:endParaRPr>
          </a:p>
        </p:txBody>
      </p:sp>
      <p:sp>
        <p:nvSpPr>
          <p:cNvPr id="2840" name="Google Shape;2840;p49"/>
          <p:cNvSpPr txBox="1"/>
          <p:nvPr/>
        </p:nvSpPr>
        <p:spPr>
          <a:xfrm>
            <a:off x="4637800" y="3647400"/>
            <a:ext cx="1827300" cy="80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Overpass Light"/>
                <a:ea typeface="Overpass Light"/>
                <a:cs typeface="Overpass Light"/>
                <a:sym typeface="Overpass Light"/>
              </a:rPr>
              <a:t>Saturn</a:t>
            </a:r>
            <a:r>
              <a:rPr lang="en">
                <a:solidFill>
                  <a:schemeClr val="dk1"/>
                </a:solidFill>
                <a:latin typeface="Overpass Light"/>
                <a:ea typeface="Overpass Light"/>
                <a:cs typeface="Overpass Light"/>
                <a:sym typeface="Overpass Light"/>
              </a:rPr>
              <a:t> is a gas giant and has actually several rings</a:t>
            </a:r>
            <a:endParaRPr>
              <a:solidFill>
                <a:schemeClr val="dk1"/>
              </a:solidFill>
              <a:latin typeface="Overpass Light"/>
              <a:ea typeface="Overpass Light"/>
              <a:cs typeface="Overpass Light"/>
              <a:sym typeface="Overpass Light"/>
            </a:endParaRPr>
          </a:p>
        </p:txBody>
      </p:sp>
      <p:sp>
        <p:nvSpPr>
          <p:cNvPr id="2841" name="Google Shape;2841;p49"/>
          <p:cNvSpPr txBox="1"/>
          <p:nvPr/>
        </p:nvSpPr>
        <p:spPr>
          <a:xfrm>
            <a:off x="4637795" y="3270600"/>
            <a:ext cx="1827300" cy="4530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Young statesmen</a:t>
            </a:r>
            <a:endParaRPr b="1" sz="2500">
              <a:solidFill>
                <a:srgbClr val="682101"/>
              </a:solidFill>
              <a:latin typeface="Bahiana"/>
              <a:ea typeface="Bahiana"/>
              <a:cs typeface="Bahiana"/>
              <a:sym typeface="Bahiana"/>
            </a:endParaRPr>
          </a:p>
        </p:txBody>
      </p:sp>
      <p:sp>
        <p:nvSpPr>
          <p:cNvPr id="2842" name="Google Shape;2842;p49"/>
          <p:cNvSpPr txBox="1"/>
          <p:nvPr/>
        </p:nvSpPr>
        <p:spPr>
          <a:xfrm>
            <a:off x="6596700" y="3647400"/>
            <a:ext cx="1827300" cy="80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Overpass Light"/>
                <a:ea typeface="Overpass Light"/>
                <a:cs typeface="Overpass Light"/>
                <a:sym typeface="Overpass Light"/>
              </a:rPr>
              <a:t>Neptune</a:t>
            </a:r>
            <a:r>
              <a:rPr lang="en">
                <a:solidFill>
                  <a:schemeClr val="dk1"/>
                </a:solidFill>
                <a:latin typeface="Overpass Light"/>
                <a:ea typeface="Overpass Light"/>
                <a:cs typeface="Overpass Light"/>
                <a:sym typeface="Overpass Light"/>
              </a:rPr>
              <a:t> is the farthest planet from the Sun</a:t>
            </a:r>
            <a:endParaRPr>
              <a:solidFill>
                <a:schemeClr val="dk1"/>
              </a:solidFill>
              <a:latin typeface="Overpass Light"/>
              <a:ea typeface="Overpass Light"/>
              <a:cs typeface="Overpass Light"/>
              <a:sym typeface="Overpass Light"/>
            </a:endParaRPr>
          </a:p>
        </p:txBody>
      </p:sp>
      <p:sp>
        <p:nvSpPr>
          <p:cNvPr id="2843" name="Google Shape;2843;p49"/>
          <p:cNvSpPr txBox="1"/>
          <p:nvPr/>
        </p:nvSpPr>
        <p:spPr>
          <a:xfrm>
            <a:off x="6596695" y="3270600"/>
            <a:ext cx="1827300" cy="4530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nobility</a:t>
            </a:r>
            <a:endParaRPr b="1" sz="2500">
              <a:solidFill>
                <a:srgbClr val="682101"/>
              </a:solidFill>
              <a:latin typeface="Bahiana"/>
              <a:ea typeface="Bahiana"/>
              <a:cs typeface="Bahiana"/>
              <a:sym typeface="Bahiana"/>
            </a:endParaRPr>
          </a:p>
        </p:txBody>
      </p:sp>
      <p:cxnSp>
        <p:nvCxnSpPr>
          <p:cNvPr id="2844" name="Google Shape;2844;p49"/>
          <p:cNvCxnSpPr>
            <a:stCxn id="2837" idx="2"/>
            <a:endCxn id="2835" idx="0"/>
          </p:cNvCxnSpPr>
          <p:nvPr/>
        </p:nvCxnSpPr>
        <p:spPr>
          <a:xfrm rot="5400000">
            <a:off x="2736898" y="1435425"/>
            <a:ext cx="731700" cy="2938500"/>
          </a:xfrm>
          <a:prstGeom prst="bentConnector3">
            <a:avLst>
              <a:gd fmla="val 50005" name="adj1"/>
            </a:avLst>
          </a:prstGeom>
          <a:noFill/>
          <a:ln cap="flat" cmpd="sng" w="9525">
            <a:solidFill>
              <a:schemeClr val="lt1"/>
            </a:solidFill>
            <a:prstDash val="solid"/>
            <a:round/>
            <a:headEnd len="med" w="med" type="none"/>
            <a:tailEnd len="med" w="med" type="oval"/>
          </a:ln>
        </p:spPr>
      </p:cxnSp>
      <p:cxnSp>
        <p:nvCxnSpPr>
          <p:cNvPr id="2845" name="Google Shape;2845;p49"/>
          <p:cNvCxnSpPr>
            <a:stCxn id="2837" idx="2"/>
            <a:endCxn id="2839" idx="0"/>
          </p:cNvCxnSpPr>
          <p:nvPr/>
        </p:nvCxnSpPr>
        <p:spPr>
          <a:xfrm rot="5400000">
            <a:off x="3716398" y="2414925"/>
            <a:ext cx="731700" cy="979500"/>
          </a:xfrm>
          <a:prstGeom prst="bentConnector3">
            <a:avLst>
              <a:gd fmla="val 50005" name="adj1"/>
            </a:avLst>
          </a:prstGeom>
          <a:noFill/>
          <a:ln cap="flat" cmpd="sng" w="9525">
            <a:solidFill>
              <a:schemeClr val="lt1"/>
            </a:solidFill>
            <a:prstDash val="solid"/>
            <a:round/>
            <a:headEnd len="med" w="med" type="none"/>
            <a:tailEnd len="med" w="med" type="oval"/>
          </a:ln>
        </p:spPr>
      </p:cxnSp>
      <p:cxnSp>
        <p:nvCxnSpPr>
          <p:cNvPr id="2846" name="Google Shape;2846;p49"/>
          <p:cNvCxnSpPr>
            <a:stCxn id="2837" idx="2"/>
            <a:endCxn id="2841" idx="0"/>
          </p:cNvCxnSpPr>
          <p:nvPr/>
        </p:nvCxnSpPr>
        <p:spPr>
          <a:xfrm flipH="1" rot="-5400000">
            <a:off x="4695898" y="2414925"/>
            <a:ext cx="731700" cy="979500"/>
          </a:xfrm>
          <a:prstGeom prst="bentConnector3">
            <a:avLst>
              <a:gd fmla="val 50005" name="adj1"/>
            </a:avLst>
          </a:prstGeom>
          <a:noFill/>
          <a:ln cap="flat" cmpd="sng" w="9525">
            <a:solidFill>
              <a:schemeClr val="lt1"/>
            </a:solidFill>
            <a:prstDash val="solid"/>
            <a:round/>
            <a:headEnd len="med" w="med" type="none"/>
            <a:tailEnd len="med" w="med" type="oval"/>
          </a:ln>
        </p:spPr>
      </p:cxnSp>
      <p:cxnSp>
        <p:nvCxnSpPr>
          <p:cNvPr id="2847" name="Google Shape;2847;p49"/>
          <p:cNvCxnSpPr>
            <a:stCxn id="2837" idx="2"/>
            <a:endCxn id="2843" idx="0"/>
          </p:cNvCxnSpPr>
          <p:nvPr/>
        </p:nvCxnSpPr>
        <p:spPr>
          <a:xfrm flipH="1" rot="-5400000">
            <a:off x="5675248" y="1435575"/>
            <a:ext cx="731700" cy="2938200"/>
          </a:xfrm>
          <a:prstGeom prst="bentConnector3">
            <a:avLst>
              <a:gd fmla="val 50005" name="adj1"/>
            </a:avLst>
          </a:prstGeom>
          <a:noFill/>
          <a:ln cap="flat" cmpd="sng" w="9525">
            <a:solidFill>
              <a:schemeClr val="lt1"/>
            </a:solidFill>
            <a:prstDash val="solid"/>
            <a:round/>
            <a:headEnd len="med" w="med" type="none"/>
            <a:tailEnd len="med" w="med" type="oval"/>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1" name="Shape 2851"/>
        <p:cNvGrpSpPr/>
        <p:nvPr/>
      </p:nvGrpSpPr>
      <p:grpSpPr>
        <a:xfrm>
          <a:off x="0" y="0"/>
          <a:ext cx="0" cy="0"/>
          <a:chOff x="0" y="0"/>
          <a:chExt cx="0" cy="0"/>
        </a:xfrm>
      </p:grpSpPr>
      <p:grpSp>
        <p:nvGrpSpPr>
          <p:cNvPr id="2852" name="Google Shape;2852;p50"/>
          <p:cNvGrpSpPr/>
          <p:nvPr/>
        </p:nvGrpSpPr>
        <p:grpSpPr>
          <a:xfrm>
            <a:off x="1552128" y="636414"/>
            <a:ext cx="2236500" cy="1478646"/>
            <a:chOff x="3829175" y="1857800"/>
            <a:chExt cx="1050000" cy="694200"/>
          </a:xfrm>
        </p:grpSpPr>
        <p:sp>
          <p:nvSpPr>
            <p:cNvPr id="2853" name="Google Shape;2853;p50"/>
            <p:cNvSpPr/>
            <p:nvPr/>
          </p:nvSpPr>
          <p:spPr>
            <a:xfrm>
              <a:off x="3829175" y="1857800"/>
              <a:ext cx="1050000" cy="694200"/>
            </a:xfrm>
            <a:custGeom>
              <a:rect b="b" l="l" r="r" t="t"/>
              <a:pathLst>
                <a:path extrusionOk="0" h="27768" w="42000">
                  <a:moveTo>
                    <a:pt x="18787" y="1"/>
                  </a:moveTo>
                  <a:cubicBezTo>
                    <a:pt x="18082" y="1"/>
                    <a:pt x="17366" y="138"/>
                    <a:pt x="16700" y="364"/>
                  </a:cubicBezTo>
                  <a:cubicBezTo>
                    <a:pt x="14572" y="1086"/>
                    <a:pt x="12759" y="2695"/>
                    <a:pt x="11790" y="4722"/>
                  </a:cubicBezTo>
                  <a:cubicBezTo>
                    <a:pt x="10685" y="7028"/>
                    <a:pt x="10192" y="9481"/>
                    <a:pt x="11238" y="11920"/>
                  </a:cubicBezTo>
                  <a:cubicBezTo>
                    <a:pt x="10915" y="11797"/>
                    <a:pt x="10580" y="11740"/>
                    <a:pt x="10246" y="11740"/>
                  </a:cubicBezTo>
                  <a:cubicBezTo>
                    <a:pt x="8957" y="11740"/>
                    <a:pt x="7660" y="12584"/>
                    <a:pt x="6935" y="13701"/>
                  </a:cubicBezTo>
                  <a:cubicBezTo>
                    <a:pt x="6020" y="15110"/>
                    <a:pt x="5792" y="16842"/>
                    <a:pt x="5587" y="18510"/>
                  </a:cubicBezTo>
                  <a:cubicBezTo>
                    <a:pt x="5068" y="17992"/>
                    <a:pt x="4352" y="17749"/>
                    <a:pt x="3623" y="17749"/>
                  </a:cubicBezTo>
                  <a:cubicBezTo>
                    <a:pt x="2771" y="17749"/>
                    <a:pt x="1901" y="18080"/>
                    <a:pt x="1303" y="18693"/>
                  </a:cubicBezTo>
                  <a:cubicBezTo>
                    <a:pt x="193" y="19832"/>
                    <a:pt x="0" y="21674"/>
                    <a:pt x="607" y="23144"/>
                  </a:cubicBezTo>
                  <a:cubicBezTo>
                    <a:pt x="1216" y="24613"/>
                    <a:pt x="2509" y="25723"/>
                    <a:pt x="3954" y="26387"/>
                  </a:cubicBezTo>
                  <a:cubicBezTo>
                    <a:pt x="5397" y="27053"/>
                    <a:pt x="6994" y="27315"/>
                    <a:pt x="8577" y="27473"/>
                  </a:cubicBezTo>
                  <a:cubicBezTo>
                    <a:pt x="10587" y="27675"/>
                    <a:pt x="12622" y="27768"/>
                    <a:pt x="14665" y="27768"/>
                  </a:cubicBezTo>
                  <a:cubicBezTo>
                    <a:pt x="19910" y="27768"/>
                    <a:pt x="25211" y="27155"/>
                    <a:pt x="30296" y="26195"/>
                  </a:cubicBezTo>
                  <a:cubicBezTo>
                    <a:pt x="33078" y="25671"/>
                    <a:pt x="35814" y="25129"/>
                    <a:pt x="38321" y="23785"/>
                  </a:cubicBezTo>
                  <a:cubicBezTo>
                    <a:pt x="39297" y="23263"/>
                    <a:pt x="40239" y="22629"/>
                    <a:pt x="40922" y="21755"/>
                  </a:cubicBezTo>
                  <a:cubicBezTo>
                    <a:pt x="41603" y="20882"/>
                    <a:pt x="41999" y="19738"/>
                    <a:pt x="41788" y="18650"/>
                  </a:cubicBezTo>
                  <a:cubicBezTo>
                    <a:pt x="41615" y="17767"/>
                    <a:pt x="41034" y="16970"/>
                    <a:pt x="40245" y="16537"/>
                  </a:cubicBezTo>
                  <a:cubicBezTo>
                    <a:pt x="39790" y="16288"/>
                    <a:pt x="39271" y="16161"/>
                    <a:pt x="38753" y="16161"/>
                  </a:cubicBezTo>
                  <a:cubicBezTo>
                    <a:pt x="38371" y="16161"/>
                    <a:pt x="37990" y="16229"/>
                    <a:pt x="37634" y="16369"/>
                  </a:cubicBezTo>
                  <a:lnTo>
                    <a:pt x="37634" y="16369"/>
                  </a:lnTo>
                  <a:cubicBezTo>
                    <a:pt x="38168" y="16159"/>
                    <a:pt x="38604" y="14895"/>
                    <a:pt x="38753" y="14403"/>
                  </a:cubicBezTo>
                  <a:cubicBezTo>
                    <a:pt x="38991" y="13620"/>
                    <a:pt x="39049" y="12781"/>
                    <a:pt x="38913" y="11974"/>
                  </a:cubicBezTo>
                  <a:cubicBezTo>
                    <a:pt x="38665" y="10503"/>
                    <a:pt x="37772" y="9024"/>
                    <a:pt x="36150" y="9024"/>
                  </a:cubicBezTo>
                  <a:cubicBezTo>
                    <a:pt x="36052" y="9024"/>
                    <a:pt x="35951" y="9029"/>
                    <a:pt x="35847" y="9040"/>
                  </a:cubicBezTo>
                  <a:cubicBezTo>
                    <a:pt x="34770" y="9156"/>
                    <a:pt x="33812" y="10140"/>
                    <a:pt x="33858" y="11222"/>
                  </a:cubicBezTo>
                  <a:cubicBezTo>
                    <a:pt x="33347" y="10669"/>
                    <a:pt x="32594" y="10358"/>
                    <a:pt x="31843" y="10358"/>
                  </a:cubicBezTo>
                  <a:cubicBezTo>
                    <a:pt x="31625" y="10358"/>
                    <a:pt x="31408" y="10384"/>
                    <a:pt x="31197" y="10438"/>
                  </a:cubicBezTo>
                  <a:cubicBezTo>
                    <a:pt x="31313" y="9552"/>
                    <a:pt x="30870" y="8615"/>
                    <a:pt x="30112" y="8143"/>
                  </a:cubicBezTo>
                  <a:cubicBezTo>
                    <a:pt x="29741" y="7913"/>
                    <a:pt x="29306" y="7798"/>
                    <a:pt x="28871" y="7798"/>
                  </a:cubicBezTo>
                  <a:cubicBezTo>
                    <a:pt x="28413" y="7798"/>
                    <a:pt x="27955" y="7925"/>
                    <a:pt x="27573" y="8179"/>
                  </a:cubicBezTo>
                  <a:cubicBezTo>
                    <a:pt x="28654" y="6822"/>
                    <a:pt x="28379" y="4594"/>
                    <a:pt x="27001" y="3541"/>
                  </a:cubicBezTo>
                  <a:cubicBezTo>
                    <a:pt x="26449" y="3119"/>
                    <a:pt x="25761" y="2917"/>
                    <a:pt x="25069" y="2917"/>
                  </a:cubicBezTo>
                  <a:cubicBezTo>
                    <a:pt x="24035" y="2917"/>
                    <a:pt x="22992" y="3367"/>
                    <a:pt x="22376" y="4204"/>
                  </a:cubicBezTo>
                  <a:cubicBezTo>
                    <a:pt x="22970" y="2880"/>
                    <a:pt x="22188" y="1227"/>
                    <a:pt x="20921" y="520"/>
                  </a:cubicBezTo>
                  <a:cubicBezTo>
                    <a:pt x="20270" y="155"/>
                    <a:pt x="19534" y="1"/>
                    <a:pt x="18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0"/>
            <p:cNvSpPr/>
            <p:nvPr/>
          </p:nvSpPr>
          <p:spPr>
            <a:xfrm>
              <a:off x="4722975" y="2126200"/>
              <a:ext cx="35600" cy="75150"/>
            </a:xfrm>
            <a:custGeom>
              <a:rect b="b" l="l" r="r" t="t"/>
              <a:pathLst>
                <a:path extrusionOk="0" h="3006" w="1424">
                  <a:moveTo>
                    <a:pt x="78" y="1"/>
                  </a:moveTo>
                  <a:cubicBezTo>
                    <a:pt x="64" y="1"/>
                    <a:pt x="49" y="1"/>
                    <a:pt x="35" y="2"/>
                  </a:cubicBezTo>
                  <a:cubicBezTo>
                    <a:pt x="0" y="3"/>
                    <a:pt x="0" y="53"/>
                    <a:pt x="35" y="56"/>
                  </a:cubicBezTo>
                  <a:cubicBezTo>
                    <a:pt x="628" y="72"/>
                    <a:pt x="1065" y="563"/>
                    <a:pt x="1202" y="1110"/>
                  </a:cubicBezTo>
                  <a:cubicBezTo>
                    <a:pt x="1274" y="1401"/>
                    <a:pt x="1281" y="1703"/>
                    <a:pt x="1252" y="2001"/>
                  </a:cubicBezTo>
                  <a:cubicBezTo>
                    <a:pt x="1235" y="2168"/>
                    <a:pt x="1209" y="2336"/>
                    <a:pt x="1180" y="2501"/>
                  </a:cubicBezTo>
                  <a:cubicBezTo>
                    <a:pt x="1154" y="2657"/>
                    <a:pt x="1110" y="2812"/>
                    <a:pt x="1104" y="2969"/>
                  </a:cubicBezTo>
                  <a:cubicBezTo>
                    <a:pt x="1103" y="2991"/>
                    <a:pt x="1125" y="3006"/>
                    <a:pt x="1144" y="3006"/>
                  </a:cubicBezTo>
                  <a:cubicBezTo>
                    <a:pt x="1156" y="3006"/>
                    <a:pt x="1168" y="3001"/>
                    <a:pt x="1173" y="2988"/>
                  </a:cubicBezTo>
                  <a:cubicBezTo>
                    <a:pt x="1247" y="2818"/>
                    <a:pt x="1281" y="2631"/>
                    <a:pt x="1321" y="2452"/>
                  </a:cubicBezTo>
                  <a:cubicBezTo>
                    <a:pt x="1362" y="2284"/>
                    <a:pt x="1385" y="2111"/>
                    <a:pt x="1399" y="1936"/>
                  </a:cubicBezTo>
                  <a:cubicBezTo>
                    <a:pt x="1424" y="1614"/>
                    <a:pt x="1399" y="1277"/>
                    <a:pt x="1290" y="968"/>
                  </a:cubicBezTo>
                  <a:cubicBezTo>
                    <a:pt x="1103" y="447"/>
                    <a:pt x="65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0"/>
            <p:cNvSpPr/>
            <p:nvPr/>
          </p:nvSpPr>
          <p:spPr>
            <a:xfrm>
              <a:off x="4643475" y="2159175"/>
              <a:ext cx="44900" cy="39175"/>
            </a:xfrm>
            <a:custGeom>
              <a:rect b="b" l="l" r="r" t="t"/>
              <a:pathLst>
                <a:path extrusionOk="0" h="1567" w="1796">
                  <a:moveTo>
                    <a:pt x="177" y="0"/>
                  </a:moveTo>
                  <a:cubicBezTo>
                    <a:pt x="127" y="0"/>
                    <a:pt x="77" y="5"/>
                    <a:pt x="29" y="20"/>
                  </a:cubicBezTo>
                  <a:cubicBezTo>
                    <a:pt x="3" y="27"/>
                    <a:pt x="1" y="67"/>
                    <a:pt x="29" y="74"/>
                  </a:cubicBezTo>
                  <a:cubicBezTo>
                    <a:pt x="124" y="94"/>
                    <a:pt x="224" y="92"/>
                    <a:pt x="319" y="109"/>
                  </a:cubicBezTo>
                  <a:cubicBezTo>
                    <a:pt x="415" y="128"/>
                    <a:pt x="512" y="154"/>
                    <a:pt x="603" y="188"/>
                  </a:cubicBezTo>
                  <a:cubicBezTo>
                    <a:pt x="796" y="260"/>
                    <a:pt x="982" y="373"/>
                    <a:pt x="1133" y="512"/>
                  </a:cubicBezTo>
                  <a:cubicBezTo>
                    <a:pt x="1277" y="646"/>
                    <a:pt x="1389" y="808"/>
                    <a:pt x="1477" y="982"/>
                  </a:cubicBezTo>
                  <a:cubicBezTo>
                    <a:pt x="1567" y="1166"/>
                    <a:pt x="1621" y="1348"/>
                    <a:pt x="1676" y="1544"/>
                  </a:cubicBezTo>
                  <a:cubicBezTo>
                    <a:pt x="1681" y="1560"/>
                    <a:pt x="1692" y="1566"/>
                    <a:pt x="1704" y="1566"/>
                  </a:cubicBezTo>
                  <a:cubicBezTo>
                    <a:pt x="1719" y="1566"/>
                    <a:pt x="1734" y="1555"/>
                    <a:pt x="1737" y="1535"/>
                  </a:cubicBezTo>
                  <a:cubicBezTo>
                    <a:pt x="1796" y="1109"/>
                    <a:pt x="1545" y="668"/>
                    <a:pt x="1232" y="396"/>
                  </a:cubicBezTo>
                  <a:cubicBezTo>
                    <a:pt x="1064" y="250"/>
                    <a:pt x="874" y="143"/>
                    <a:pt x="663" y="77"/>
                  </a:cubicBezTo>
                  <a:cubicBezTo>
                    <a:pt x="564" y="46"/>
                    <a:pt x="463" y="24"/>
                    <a:pt x="358" y="14"/>
                  </a:cubicBezTo>
                  <a:cubicBezTo>
                    <a:pt x="299" y="8"/>
                    <a:pt x="23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0"/>
            <p:cNvSpPr/>
            <p:nvPr/>
          </p:nvSpPr>
          <p:spPr>
            <a:xfrm>
              <a:off x="4152975" y="1916475"/>
              <a:ext cx="140525" cy="120250"/>
            </a:xfrm>
            <a:custGeom>
              <a:rect b="b" l="l" r="r" t="t"/>
              <a:pathLst>
                <a:path extrusionOk="0" h="4810" w="5621">
                  <a:moveTo>
                    <a:pt x="5120" y="1"/>
                  </a:moveTo>
                  <a:cubicBezTo>
                    <a:pt x="5005" y="1"/>
                    <a:pt x="4890" y="8"/>
                    <a:pt x="4777" y="17"/>
                  </a:cubicBezTo>
                  <a:cubicBezTo>
                    <a:pt x="4507" y="36"/>
                    <a:pt x="4238" y="82"/>
                    <a:pt x="3976" y="144"/>
                  </a:cubicBezTo>
                  <a:cubicBezTo>
                    <a:pt x="3448" y="272"/>
                    <a:pt x="2928" y="474"/>
                    <a:pt x="2464" y="756"/>
                  </a:cubicBezTo>
                  <a:cubicBezTo>
                    <a:pt x="1559" y="1304"/>
                    <a:pt x="859" y="2131"/>
                    <a:pt x="433" y="3094"/>
                  </a:cubicBezTo>
                  <a:cubicBezTo>
                    <a:pt x="195" y="3629"/>
                    <a:pt x="52" y="4199"/>
                    <a:pt x="2" y="4783"/>
                  </a:cubicBezTo>
                  <a:cubicBezTo>
                    <a:pt x="0" y="4801"/>
                    <a:pt x="14" y="4810"/>
                    <a:pt x="29" y="4810"/>
                  </a:cubicBezTo>
                  <a:cubicBezTo>
                    <a:pt x="43" y="4810"/>
                    <a:pt x="58" y="4801"/>
                    <a:pt x="60" y="4783"/>
                  </a:cubicBezTo>
                  <a:cubicBezTo>
                    <a:pt x="158" y="3763"/>
                    <a:pt x="584" y="2770"/>
                    <a:pt x="1248" y="1991"/>
                  </a:cubicBezTo>
                  <a:cubicBezTo>
                    <a:pt x="1924" y="1200"/>
                    <a:pt x="2836" y="611"/>
                    <a:pt x="3844" y="344"/>
                  </a:cubicBezTo>
                  <a:cubicBezTo>
                    <a:pt x="4127" y="271"/>
                    <a:pt x="4413" y="220"/>
                    <a:pt x="4705" y="191"/>
                  </a:cubicBezTo>
                  <a:cubicBezTo>
                    <a:pt x="4994" y="162"/>
                    <a:pt x="5288" y="183"/>
                    <a:pt x="5576" y="139"/>
                  </a:cubicBezTo>
                  <a:cubicBezTo>
                    <a:pt x="5621" y="134"/>
                    <a:pt x="5614" y="70"/>
                    <a:pt x="5576" y="60"/>
                  </a:cubicBezTo>
                  <a:cubicBezTo>
                    <a:pt x="5428" y="15"/>
                    <a:pt x="5275" y="1"/>
                    <a:pt x="5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0"/>
            <p:cNvSpPr/>
            <p:nvPr/>
          </p:nvSpPr>
          <p:spPr>
            <a:xfrm>
              <a:off x="4217400" y="1960775"/>
              <a:ext cx="74025" cy="34850"/>
            </a:xfrm>
            <a:custGeom>
              <a:rect b="b" l="l" r="r" t="t"/>
              <a:pathLst>
                <a:path extrusionOk="0" h="1394" w="2961">
                  <a:moveTo>
                    <a:pt x="2516" y="1"/>
                  </a:moveTo>
                  <a:cubicBezTo>
                    <a:pt x="2373" y="1"/>
                    <a:pt x="2228" y="17"/>
                    <a:pt x="2092" y="39"/>
                  </a:cubicBezTo>
                  <a:cubicBezTo>
                    <a:pt x="1818" y="83"/>
                    <a:pt x="1553" y="164"/>
                    <a:pt x="1301" y="278"/>
                  </a:cubicBezTo>
                  <a:cubicBezTo>
                    <a:pt x="789" y="508"/>
                    <a:pt x="342" y="882"/>
                    <a:pt x="21" y="1338"/>
                  </a:cubicBezTo>
                  <a:cubicBezTo>
                    <a:pt x="0" y="1366"/>
                    <a:pt x="26" y="1394"/>
                    <a:pt x="54" y="1394"/>
                  </a:cubicBezTo>
                  <a:cubicBezTo>
                    <a:pt x="66" y="1394"/>
                    <a:pt x="79" y="1388"/>
                    <a:pt x="87" y="1376"/>
                  </a:cubicBezTo>
                  <a:cubicBezTo>
                    <a:pt x="403" y="926"/>
                    <a:pt x="845" y="588"/>
                    <a:pt x="1350" y="373"/>
                  </a:cubicBezTo>
                  <a:cubicBezTo>
                    <a:pt x="1594" y="269"/>
                    <a:pt x="1854" y="194"/>
                    <a:pt x="2117" y="157"/>
                  </a:cubicBezTo>
                  <a:cubicBezTo>
                    <a:pt x="2385" y="119"/>
                    <a:pt x="2652" y="132"/>
                    <a:pt x="2920" y="115"/>
                  </a:cubicBezTo>
                  <a:cubicBezTo>
                    <a:pt x="2953" y="114"/>
                    <a:pt x="2960" y="69"/>
                    <a:pt x="2927" y="57"/>
                  </a:cubicBezTo>
                  <a:cubicBezTo>
                    <a:pt x="2796" y="16"/>
                    <a:pt x="2657"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0"/>
            <p:cNvSpPr/>
            <p:nvPr/>
          </p:nvSpPr>
          <p:spPr>
            <a:xfrm>
              <a:off x="4429475" y="1990675"/>
              <a:ext cx="47375" cy="26350"/>
            </a:xfrm>
            <a:custGeom>
              <a:rect b="b" l="l" r="r" t="t"/>
              <a:pathLst>
                <a:path extrusionOk="0" h="1054" w="1895">
                  <a:moveTo>
                    <a:pt x="293" y="0"/>
                  </a:moveTo>
                  <a:cubicBezTo>
                    <a:pt x="205" y="0"/>
                    <a:pt x="116" y="7"/>
                    <a:pt x="27" y="20"/>
                  </a:cubicBezTo>
                  <a:cubicBezTo>
                    <a:pt x="0" y="24"/>
                    <a:pt x="6" y="67"/>
                    <a:pt x="32" y="67"/>
                  </a:cubicBezTo>
                  <a:cubicBezTo>
                    <a:pt x="33" y="67"/>
                    <a:pt x="33" y="67"/>
                    <a:pt x="34" y="67"/>
                  </a:cubicBezTo>
                  <a:cubicBezTo>
                    <a:pt x="91" y="61"/>
                    <a:pt x="149" y="58"/>
                    <a:pt x="207" y="58"/>
                  </a:cubicBezTo>
                  <a:cubicBezTo>
                    <a:pt x="513" y="58"/>
                    <a:pt x="819" y="143"/>
                    <a:pt x="1085" y="295"/>
                  </a:cubicBezTo>
                  <a:cubicBezTo>
                    <a:pt x="1239" y="384"/>
                    <a:pt x="1384" y="494"/>
                    <a:pt x="1510" y="622"/>
                  </a:cubicBezTo>
                  <a:cubicBezTo>
                    <a:pt x="1635" y="752"/>
                    <a:pt x="1718" y="907"/>
                    <a:pt x="1834" y="1043"/>
                  </a:cubicBezTo>
                  <a:cubicBezTo>
                    <a:pt x="1840" y="1050"/>
                    <a:pt x="1848" y="1054"/>
                    <a:pt x="1856" y="1054"/>
                  </a:cubicBezTo>
                  <a:cubicBezTo>
                    <a:pt x="1875" y="1054"/>
                    <a:pt x="1894" y="1033"/>
                    <a:pt x="1891" y="1011"/>
                  </a:cubicBezTo>
                  <a:cubicBezTo>
                    <a:pt x="1850" y="834"/>
                    <a:pt x="1710" y="668"/>
                    <a:pt x="1587" y="544"/>
                  </a:cubicBezTo>
                  <a:cubicBezTo>
                    <a:pt x="1452" y="406"/>
                    <a:pt x="1295" y="291"/>
                    <a:pt x="1123" y="201"/>
                  </a:cubicBezTo>
                  <a:cubicBezTo>
                    <a:pt x="863" y="69"/>
                    <a:pt x="58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9" name="Google Shape;2859;p50"/>
          <p:cNvSpPr/>
          <p:nvPr/>
        </p:nvSpPr>
        <p:spPr>
          <a:xfrm>
            <a:off x="7039300" y="540000"/>
            <a:ext cx="1281900" cy="12819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2860" name="Google Shape;2860;p50"/>
          <p:cNvSpPr txBox="1"/>
          <p:nvPr>
            <p:ph type="title"/>
          </p:nvPr>
        </p:nvSpPr>
        <p:spPr>
          <a:xfrm>
            <a:off x="5242200" y="1917110"/>
            <a:ext cx="3181800" cy="231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rPr>
              <a:t>classical</a:t>
            </a:r>
            <a:r>
              <a:rPr lang="en"/>
              <a:t> greek philosophy</a:t>
            </a:r>
            <a:endParaRPr/>
          </a:p>
        </p:txBody>
      </p:sp>
      <p:sp>
        <p:nvSpPr>
          <p:cNvPr id="2861" name="Google Shape;2861;p50"/>
          <p:cNvSpPr txBox="1"/>
          <p:nvPr>
            <p:ph idx="2" type="title"/>
          </p:nvPr>
        </p:nvSpPr>
        <p:spPr>
          <a:xfrm>
            <a:off x="7039300" y="708400"/>
            <a:ext cx="1281900" cy="96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862" name="Google Shape;2862;p50"/>
          <p:cNvSpPr txBox="1"/>
          <p:nvPr>
            <p:ph idx="1" type="subTitle"/>
          </p:nvPr>
        </p:nvSpPr>
        <p:spPr>
          <a:xfrm rot="497">
            <a:off x="4276500" y="4146900"/>
            <a:ext cx="4147500" cy="456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can enter a subtitle here if you need it</a:t>
            </a:r>
            <a:endParaRPr/>
          </a:p>
        </p:txBody>
      </p:sp>
      <p:grpSp>
        <p:nvGrpSpPr>
          <p:cNvPr id="2863" name="Google Shape;2863;p50"/>
          <p:cNvGrpSpPr/>
          <p:nvPr/>
        </p:nvGrpSpPr>
        <p:grpSpPr>
          <a:xfrm>
            <a:off x="45" y="749516"/>
            <a:ext cx="9143821" cy="5399325"/>
            <a:chOff x="45" y="749516"/>
            <a:chExt cx="9143821" cy="5399325"/>
          </a:xfrm>
        </p:grpSpPr>
        <p:grpSp>
          <p:nvGrpSpPr>
            <p:cNvPr id="2864" name="Google Shape;2864;p50"/>
            <p:cNvGrpSpPr/>
            <p:nvPr/>
          </p:nvGrpSpPr>
          <p:grpSpPr>
            <a:xfrm>
              <a:off x="45" y="749516"/>
              <a:ext cx="4299980" cy="4393992"/>
              <a:chOff x="45" y="749516"/>
              <a:chExt cx="4299980" cy="4393992"/>
            </a:xfrm>
          </p:grpSpPr>
          <p:grpSp>
            <p:nvGrpSpPr>
              <p:cNvPr id="2865" name="Google Shape;2865;p50"/>
              <p:cNvGrpSpPr/>
              <p:nvPr/>
            </p:nvGrpSpPr>
            <p:grpSpPr>
              <a:xfrm>
                <a:off x="241469" y="749516"/>
                <a:ext cx="2296923" cy="1359898"/>
                <a:chOff x="853150" y="1220525"/>
                <a:chExt cx="529050" cy="313225"/>
              </a:xfrm>
            </p:grpSpPr>
            <p:sp>
              <p:nvSpPr>
                <p:cNvPr id="2866" name="Google Shape;2866;p50"/>
                <p:cNvSpPr/>
                <p:nvPr/>
              </p:nvSpPr>
              <p:spPr>
                <a:xfrm>
                  <a:off x="853150" y="1220525"/>
                  <a:ext cx="529050" cy="313225"/>
                </a:xfrm>
                <a:custGeom>
                  <a:rect b="b" l="l" r="r" t="t"/>
                  <a:pathLst>
                    <a:path extrusionOk="0" h="12529" w="21162">
                      <a:moveTo>
                        <a:pt x="16660" y="1"/>
                      </a:moveTo>
                      <a:cubicBezTo>
                        <a:pt x="12565" y="1"/>
                        <a:pt x="8472" y="158"/>
                        <a:pt x="4384" y="379"/>
                      </a:cubicBezTo>
                      <a:cubicBezTo>
                        <a:pt x="3826" y="410"/>
                        <a:pt x="3153" y="420"/>
                        <a:pt x="2812" y="860"/>
                      </a:cubicBezTo>
                      <a:cubicBezTo>
                        <a:pt x="2092" y="1791"/>
                        <a:pt x="1442" y="2777"/>
                        <a:pt x="870" y="3805"/>
                      </a:cubicBezTo>
                      <a:cubicBezTo>
                        <a:pt x="711" y="3814"/>
                        <a:pt x="556" y="3823"/>
                        <a:pt x="396" y="3834"/>
                      </a:cubicBezTo>
                      <a:cubicBezTo>
                        <a:pt x="236" y="3843"/>
                        <a:pt x="95" y="3978"/>
                        <a:pt x="85" y="4137"/>
                      </a:cubicBezTo>
                      <a:cubicBezTo>
                        <a:pt x="59" y="4493"/>
                        <a:pt x="31" y="4851"/>
                        <a:pt x="7" y="5209"/>
                      </a:cubicBezTo>
                      <a:cubicBezTo>
                        <a:pt x="0" y="5305"/>
                        <a:pt x="151" y="5326"/>
                        <a:pt x="295" y="5326"/>
                      </a:cubicBezTo>
                      <a:cubicBezTo>
                        <a:pt x="367" y="5326"/>
                        <a:pt x="437" y="5321"/>
                        <a:pt x="485" y="5317"/>
                      </a:cubicBezTo>
                      <a:cubicBezTo>
                        <a:pt x="654" y="5299"/>
                        <a:pt x="831" y="5289"/>
                        <a:pt x="1014" y="5281"/>
                      </a:cubicBezTo>
                      <a:lnTo>
                        <a:pt x="1014" y="5281"/>
                      </a:lnTo>
                      <a:cubicBezTo>
                        <a:pt x="894" y="7610"/>
                        <a:pt x="831" y="9944"/>
                        <a:pt x="828" y="12280"/>
                      </a:cubicBezTo>
                      <a:cubicBezTo>
                        <a:pt x="1014" y="12393"/>
                        <a:pt x="1221" y="12529"/>
                        <a:pt x="1415" y="12529"/>
                      </a:cubicBezTo>
                      <a:cubicBezTo>
                        <a:pt x="1487" y="12529"/>
                        <a:pt x="1557" y="12510"/>
                        <a:pt x="1623" y="12464"/>
                      </a:cubicBezTo>
                      <a:cubicBezTo>
                        <a:pt x="1832" y="12320"/>
                        <a:pt x="1851" y="12025"/>
                        <a:pt x="1851" y="11773"/>
                      </a:cubicBezTo>
                      <a:cubicBezTo>
                        <a:pt x="1840" y="9679"/>
                        <a:pt x="1831" y="7587"/>
                        <a:pt x="1821" y="5494"/>
                      </a:cubicBezTo>
                      <a:cubicBezTo>
                        <a:pt x="1821" y="5415"/>
                        <a:pt x="1818" y="5335"/>
                        <a:pt x="1814" y="5258"/>
                      </a:cubicBezTo>
                      <a:cubicBezTo>
                        <a:pt x="2083" y="5253"/>
                        <a:pt x="2350" y="5248"/>
                        <a:pt x="2596" y="5236"/>
                      </a:cubicBezTo>
                      <a:lnTo>
                        <a:pt x="3093" y="5216"/>
                      </a:lnTo>
                      <a:lnTo>
                        <a:pt x="3093" y="5216"/>
                      </a:lnTo>
                      <a:cubicBezTo>
                        <a:pt x="2978" y="7511"/>
                        <a:pt x="2917" y="9810"/>
                        <a:pt x="2913" y="12111"/>
                      </a:cubicBezTo>
                      <a:cubicBezTo>
                        <a:pt x="3100" y="12223"/>
                        <a:pt x="3307" y="12359"/>
                        <a:pt x="3500" y="12359"/>
                      </a:cubicBezTo>
                      <a:cubicBezTo>
                        <a:pt x="3573" y="12359"/>
                        <a:pt x="3643" y="12340"/>
                        <a:pt x="3710" y="12294"/>
                      </a:cubicBezTo>
                      <a:cubicBezTo>
                        <a:pt x="3919" y="12150"/>
                        <a:pt x="3936" y="11855"/>
                        <a:pt x="3936" y="11603"/>
                      </a:cubicBezTo>
                      <a:cubicBezTo>
                        <a:pt x="3926" y="9511"/>
                        <a:pt x="3917" y="7417"/>
                        <a:pt x="3906" y="5325"/>
                      </a:cubicBezTo>
                      <a:cubicBezTo>
                        <a:pt x="3906" y="5278"/>
                        <a:pt x="3904" y="5229"/>
                        <a:pt x="3903" y="5183"/>
                      </a:cubicBezTo>
                      <a:cubicBezTo>
                        <a:pt x="4325" y="5164"/>
                        <a:pt x="4750" y="5147"/>
                        <a:pt x="5173" y="5128"/>
                      </a:cubicBezTo>
                      <a:lnTo>
                        <a:pt x="5173" y="5128"/>
                      </a:lnTo>
                      <a:cubicBezTo>
                        <a:pt x="5060" y="7397"/>
                        <a:pt x="5001" y="9671"/>
                        <a:pt x="4998" y="11941"/>
                      </a:cubicBezTo>
                      <a:cubicBezTo>
                        <a:pt x="5183" y="12055"/>
                        <a:pt x="5391" y="12190"/>
                        <a:pt x="5584" y="12190"/>
                      </a:cubicBezTo>
                      <a:cubicBezTo>
                        <a:pt x="5656" y="12190"/>
                        <a:pt x="5726" y="12171"/>
                        <a:pt x="5793" y="12126"/>
                      </a:cubicBezTo>
                      <a:cubicBezTo>
                        <a:pt x="6002" y="11982"/>
                        <a:pt x="6021" y="11686"/>
                        <a:pt x="6021" y="11434"/>
                      </a:cubicBezTo>
                      <a:cubicBezTo>
                        <a:pt x="6009" y="9341"/>
                        <a:pt x="6000" y="7249"/>
                        <a:pt x="5989" y="5155"/>
                      </a:cubicBezTo>
                      <a:lnTo>
                        <a:pt x="5989" y="5095"/>
                      </a:lnTo>
                      <a:cubicBezTo>
                        <a:pt x="6411" y="5076"/>
                        <a:pt x="6835" y="5059"/>
                        <a:pt x="7255" y="5040"/>
                      </a:cubicBezTo>
                      <a:lnTo>
                        <a:pt x="7255" y="5040"/>
                      </a:lnTo>
                      <a:cubicBezTo>
                        <a:pt x="7146" y="7282"/>
                        <a:pt x="7087" y="9528"/>
                        <a:pt x="7082" y="11773"/>
                      </a:cubicBezTo>
                      <a:cubicBezTo>
                        <a:pt x="7269" y="11885"/>
                        <a:pt x="7476" y="12021"/>
                        <a:pt x="7670" y="12021"/>
                      </a:cubicBezTo>
                      <a:cubicBezTo>
                        <a:pt x="7742" y="12021"/>
                        <a:pt x="7813" y="12002"/>
                        <a:pt x="7879" y="11956"/>
                      </a:cubicBezTo>
                      <a:cubicBezTo>
                        <a:pt x="8088" y="11812"/>
                        <a:pt x="8105" y="11516"/>
                        <a:pt x="8105" y="11264"/>
                      </a:cubicBezTo>
                      <a:cubicBezTo>
                        <a:pt x="8095" y="9176"/>
                        <a:pt x="8085" y="7092"/>
                        <a:pt x="8075" y="5004"/>
                      </a:cubicBezTo>
                      <a:cubicBezTo>
                        <a:pt x="8494" y="4987"/>
                        <a:pt x="8916" y="4968"/>
                        <a:pt x="9336" y="4951"/>
                      </a:cubicBezTo>
                      <a:lnTo>
                        <a:pt x="9336" y="4951"/>
                      </a:lnTo>
                      <a:cubicBezTo>
                        <a:pt x="9228" y="7167"/>
                        <a:pt x="9170" y="9384"/>
                        <a:pt x="9166" y="11603"/>
                      </a:cubicBezTo>
                      <a:cubicBezTo>
                        <a:pt x="9353" y="11716"/>
                        <a:pt x="9560" y="11852"/>
                        <a:pt x="9754" y="11852"/>
                      </a:cubicBezTo>
                      <a:cubicBezTo>
                        <a:pt x="9826" y="11852"/>
                        <a:pt x="9896" y="11833"/>
                        <a:pt x="9962" y="11787"/>
                      </a:cubicBezTo>
                      <a:cubicBezTo>
                        <a:pt x="10171" y="11643"/>
                        <a:pt x="10189" y="11348"/>
                        <a:pt x="10189" y="11095"/>
                      </a:cubicBezTo>
                      <a:cubicBezTo>
                        <a:pt x="10180" y="9035"/>
                        <a:pt x="10170" y="6975"/>
                        <a:pt x="10160" y="4915"/>
                      </a:cubicBezTo>
                      <a:cubicBezTo>
                        <a:pt x="10581" y="4896"/>
                        <a:pt x="10998" y="4879"/>
                        <a:pt x="11418" y="4860"/>
                      </a:cubicBezTo>
                      <a:lnTo>
                        <a:pt x="11418" y="4860"/>
                      </a:lnTo>
                      <a:cubicBezTo>
                        <a:pt x="11312" y="7050"/>
                        <a:pt x="11255" y="9243"/>
                        <a:pt x="11252" y="11434"/>
                      </a:cubicBezTo>
                      <a:cubicBezTo>
                        <a:pt x="11438" y="11546"/>
                        <a:pt x="11645" y="11682"/>
                        <a:pt x="11838" y="11682"/>
                      </a:cubicBezTo>
                      <a:cubicBezTo>
                        <a:pt x="11910" y="11682"/>
                        <a:pt x="11981" y="11663"/>
                        <a:pt x="12047" y="11617"/>
                      </a:cubicBezTo>
                      <a:cubicBezTo>
                        <a:pt x="12256" y="11473"/>
                        <a:pt x="12275" y="11178"/>
                        <a:pt x="12275" y="10925"/>
                      </a:cubicBezTo>
                      <a:cubicBezTo>
                        <a:pt x="12266" y="8893"/>
                        <a:pt x="12255" y="6857"/>
                        <a:pt x="12246" y="4824"/>
                      </a:cubicBezTo>
                      <a:lnTo>
                        <a:pt x="13499" y="4771"/>
                      </a:lnTo>
                      <a:lnTo>
                        <a:pt x="13499" y="4771"/>
                      </a:lnTo>
                      <a:cubicBezTo>
                        <a:pt x="13397" y="6933"/>
                        <a:pt x="13341" y="9100"/>
                        <a:pt x="13337" y="11265"/>
                      </a:cubicBezTo>
                      <a:cubicBezTo>
                        <a:pt x="13524" y="11379"/>
                        <a:pt x="13731" y="11514"/>
                        <a:pt x="13925" y="11514"/>
                      </a:cubicBezTo>
                      <a:cubicBezTo>
                        <a:pt x="13997" y="11514"/>
                        <a:pt x="14067" y="11496"/>
                        <a:pt x="14133" y="11450"/>
                      </a:cubicBezTo>
                      <a:cubicBezTo>
                        <a:pt x="14342" y="11306"/>
                        <a:pt x="14360" y="11010"/>
                        <a:pt x="14360" y="10758"/>
                      </a:cubicBezTo>
                      <a:cubicBezTo>
                        <a:pt x="14351" y="8750"/>
                        <a:pt x="14341" y="6742"/>
                        <a:pt x="14331" y="4736"/>
                      </a:cubicBezTo>
                      <a:cubicBezTo>
                        <a:pt x="14749" y="4717"/>
                        <a:pt x="15169" y="4700"/>
                        <a:pt x="15589" y="4681"/>
                      </a:cubicBezTo>
                      <a:lnTo>
                        <a:pt x="15589" y="4681"/>
                      </a:lnTo>
                      <a:cubicBezTo>
                        <a:pt x="15482" y="6876"/>
                        <a:pt x="15426" y="9071"/>
                        <a:pt x="15423" y="11268"/>
                      </a:cubicBezTo>
                      <a:cubicBezTo>
                        <a:pt x="15609" y="11381"/>
                        <a:pt x="15816" y="11517"/>
                        <a:pt x="16009" y="11517"/>
                      </a:cubicBezTo>
                      <a:cubicBezTo>
                        <a:pt x="16081" y="11517"/>
                        <a:pt x="16152" y="11498"/>
                        <a:pt x="16218" y="11451"/>
                      </a:cubicBezTo>
                      <a:cubicBezTo>
                        <a:pt x="16427" y="11307"/>
                        <a:pt x="16446" y="11012"/>
                        <a:pt x="16446" y="10760"/>
                      </a:cubicBezTo>
                      <a:cubicBezTo>
                        <a:pt x="16437" y="8723"/>
                        <a:pt x="16426" y="6684"/>
                        <a:pt x="16417" y="4648"/>
                      </a:cubicBezTo>
                      <a:cubicBezTo>
                        <a:pt x="16835" y="4629"/>
                        <a:pt x="17254" y="4612"/>
                        <a:pt x="17672" y="4593"/>
                      </a:cubicBezTo>
                      <a:lnTo>
                        <a:pt x="17672" y="4593"/>
                      </a:lnTo>
                      <a:cubicBezTo>
                        <a:pt x="17568" y="6780"/>
                        <a:pt x="17511" y="8966"/>
                        <a:pt x="17506" y="11155"/>
                      </a:cubicBezTo>
                      <a:cubicBezTo>
                        <a:pt x="17693" y="11267"/>
                        <a:pt x="17900" y="11403"/>
                        <a:pt x="18094" y="11403"/>
                      </a:cubicBezTo>
                      <a:cubicBezTo>
                        <a:pt x="18166" y="11403"/>
                        <a:pt x="18236" y="11384"/>
                        <a:pt x="18303" y="11338"/>
                      </a:cubicBezTo>
                      <a:cubicBezTo>
                        <a:pt x="18512" y="11193"/>
                        <a:pt x="18529" y="10898"/>
                        <a:pt x="18529" y="10646"/>
                      </a:cubicBezTo>
                      <a:cubicBezTo>
                        <a:pt x="18520" y="8617"/>
                        <a:pt x="18509" y="6587"/>
                        <a:pt x="18500" y="4557"/>
                      </a:cubicBezTo>
                      <a:cubicBezTo>
                        <a:pt x="18922" y="4540"/>
                        <a:pt x="19343" y="4521"/>
                        <a:pt x="19765" y="4506"/>
                      </a:cubicBezTo>
                      <a:lnTo>
                        <a:pt x="19765" y="4506"/>
                      </a:lnTo>
                      <a:cubicBezTo>
                        <a:pt x="19654" y="6747"/>
                        <a:pt x="19595" y="8993"/>
                        <a:pt x="19592" y="11240"/>
                      </a:cubicBezTo>
                      <a:cubicBezTo>
                        <a:pt x="19778" y="11352"/>
                        <a:pt x="19985" y="11488"/>
                        <a:pt x="20179" y="11488"/>
                      </a:cubicBezTo>
                      <a:cubicBezTo>
                        <a:pt x="20251" y="11488"/>
                        <a:pt x="20321" y="11469"/>
                        <a:pt x="20388" y="11423"/>
                      </a:cubicBezTo>
                      <a:cubicBezTo>
                        <a:pt x="20597" y="11278"/>
                        <a:pt x="20615" y="10983"/>
                        <a:pt x="20615" y="10731"/>
                      </a:cubicBezTo>
                      <a:cubicBezTo>
                        <a:pt x="20604" y="8643"/>
                        <a:pt x="20595" y="6559"/>
                        <a:pt x="20584" y="4471"/>
                      </a:cubicBezTo>
                      <a:cubicBezTo>
                        <a:pt x="20759" y="4464"/>
                        <a:pt x="20932" y="4457"/>
                        <a:pt x="21107" y="4449"/>
                      </a:cubicBezTo>
                      <a:cubicBezTo>
                        <a:pt x="21161" y="4117"/>
                        <a:pt x="21151" y="3660"/>
                        <a:pt x="21105" y="3324"/>
                      </a:cubicBezTo>
                      <a:cubicBezTo>
                        <a:pt x="21022" y="3281"/>
                        <a:pt x="20918" y="3187"/>
                        <a:pt x="20826" y="3186"/>
                      </a:cubicBezTo>
                      <a:cubicBezTo>
                        <a:pt x="20748" y="3184"/>
                        <a:pt x="20672" y="3184"/>
                        <a:pt x="20594" y="3181"/>
                      </a:cubicBezTo>
                      <a:cubicBezTo>
                        <a:pt x="20061" y="1945"/>
                        <a:pt x="19144" y="895"/>
                        <a:pt x="18120" y="8"/>
                      </a:cubicBezTo>
                      <a:cubicBezTo>
                        <a:pt x="17633" y="3"/>
                        <a:pt x="17147" y="1"/>
                        <a:pt x="166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0"/>
                <p:cNvSpPr/>
                <p:nvPr/>
              </p:nvSpPr>
              <p:spPr>
                <a:xfrm>
                  <a:off x="885300" y="1299425"/>
                  <a:ext cx="469350" cy="14700"/>
                </a:xfrm>
                <a:custGeom>
                  <a:rect b="b" l="l" r="r" t="t"/>
                  <a:pathLst>
                    <a:path extrusionOk="0" h="588" w="18774">
                      <a:moveTo>
                        <a:pt x="16471" y="1"/>
                      </a:moveTo>
                      <a:cubicBezTo>
                        <a:pt x="15999" y="1"/>
                        <a:pt x="15528" y="5"/>
                        <a:pt x="15058" y="11"/>
                      </a:cubicBezTo>
                      <a:cubicBezTo>
                        <a:pt x="13849" y="28"/>
                        <a:pt x="12639" y="28"/>
                        <a:pt x="11430" y="50"/>
                      </a:cubicBezTo>
                      <a:cubicBezTo>
                        <a:pt x="9001" y="90"/>
                        <a:pt x="6572" y="172"/>
                        <a:pt x="4144" y="292"/>
                      </a:cubicBezTo>
                      <a:cubicBezTo>
                        <a:pt x="2767" y="361"/>
                        <a:pt x="1388" y="446"/>
                        <a:pt x="16" y="564"/>
                      </a:cubicBezTo>
                      <a:cubicBezTo>
                        <a:pt x="3" y="566"/>
                        <a:pt x="0" y="588"/>
                        <a:pt x="14" y="588"/>
                      </a:cubicBezTo>
                      <a:cubicBezTo>
                        <a:pt x="14" y="588"/>
                        <a:pt x="15" y="588"/>
                        <a:pt x="16" y="587"/>
                      </a:cubicBezTo>
                      <a:cubicBezTo>
                        <a:pt x="2444" y="468"/>
                        <a:pt x="4870" y="325"/>
                        <a:pt x="7298" y="239"/>
                      </a:cubicBezTo>
                      <a:cubicBezTo>
                        <a:pt x="9727" y="151"/>
                        <a:pt x="12156" y="93"/>
                        <a:pt x="14588" y="93"/>
                      </a:cubicBezTo>
                      <a:cubicBezTo>
                        <a:pt x="15783" y="93"/>
                        <a:pt x="16980" y="118"/>
                        <a:pt x="18176" y="118"/>
                      </a:cubicBezTo>
                      <a:cubicBezTo>
                        <a:pt x="18359" y="118"/>
                        <a:pt x="18541" y="118"/>
                        <a:pt x="18723" y="116"/>
                      </a:cubicBezTo>
                      <a:cubicBezTo>
                        <a:pt x="18773" y="116"/>
                        <a:pt x="18770" y="40"/>
                        <a:pt x="18720" y="38"/>
                      </a:cubicBezTo>
                      <a:cubicBezTo>
                        <a:pt x="17972" y="11"/>
                        <a:pt x="17221" y="1"/>
                        <a:pt x="164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0"/>
                <p:cNvSpPr/>
                <p:nvPr/>
              </p:nvSpPr>
              <p:spPr>
                <a:xfrm>
                  <a:off x="1267350" y="1231000"/>
                  <a:ext cx="32175" cy="70875"/>
                </a:xfrm>
                <a:custGeom>
                  <a:rect b="b" l="l" r="r" t="t"/>
                  <a:pathLst>
                    <a:path extrusionOk="0" h="2835" w="1287">
                      <a:moveTo>
                        <a:pt x="1260" y="0"/>
                      </a:moveTo>
                      <a:cubicBezTo>
                        <a:pt x="1251" y="0"/>
                        <a:pt x="1241" y="4"/>
                        <a:pt x="1236" y="11"/>
                      </a:cubicBezTo>
                      <a:cubicBezTo>
                        <a:pt x="1097" y="197"/>
                        <a:pt x="1032" y="449"/>
                        <a:pt x="944" y="662"/>
                      </a:cubicBezTo>
                      <a:cubicBezTo>
                        <a:pt x="842" y="907"/>
                        <a:pt x="736" y="1152"/>
                        <a:pt x="631" y="1394"/>
                      </a:cubicBezTo>
                      <a:cubicBezTo>
                        <a:pt x="427" y="1856"/>
                        <a:pt x="213" y="2314"/>
                        <a:pt x="13" y="2777"/>
                      </a:cubicBezTo>
                      <a:cubicBezTo>
                        <a:pt x="0" y="2807"/>
                        <a:pt x="25" y="2835"/>
                        <a:pt x="50" y="2835"/>
                      </a:cubicBezTo>
                      <a:cubicBezTo>
                        <a:pt x="60" y="2835"/>
                        <a:pt x="71" y="2829"/>
                        <a:pt x="78" y="2816"/>
                      </a:cubicBezTo>
                      <a:cubicBezTo>
                        <a:pt x="323" y="2355"/>
                        <a:pt x="535" y="1875"/>
                        <a:pt x="744" y="1398"/>
                      </a:cubicBezTo>
                      <a:cubicBezTo>
                        <a:pt x="840" y="1178"/>
                        <a:pt x="932" y="959"/>
                        <a:pt x="1025" y="738"/>
                      </a:cubicBezTo>
                      <a:cubicBezTo>
                        <a:pt x="1118" y="513"/>
                        <a:pt x="1259" y="267"/>
                        <a:pt x="1285" y="24"/>
                      </a:cubicBezTo>
                      <a:cubicBezTo>
                        <a:pt x="1286" y="8"/>
                        <a:pt x="1273" y="0"/>
                        <a:pt x="1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50"/>
              <p:cNvGrpSpPr/>
              <p:nvPr/>
            </p:nvGrpSpPr>
            <p:grpSpPr>
              <a:xfrm>
                <a:off x="45" y="1870775"/>
                <a:ext cx="4299980" cy="3272732"/>
                <a:chOff x="3367550" y="3677000"/>
                <a:chExt cx="1179175" cy="897475"/>
              </a:xfrm>
            </p:grpSpPr>
            <p:grpSp>
              <p:nvGrpSpPr>
                <p:cNvPr id="2870" name="Google Shape;2870;p50"/>
                <p:cNvGrpSpPr/>
                <p:nvPr/>
              </p:nvGrpSpPr>
              <p:grpSpPr>
                <a:xfrm>
                  <a:off x="4304350" y="3727600"/>
                  <a:ext cx="75575" cy="73775"/>
                  <a:chOff x="4304350" y="3727600"/>
                  <a:chExt cx="75575" cy="73775"/>
                </a:xfrm>
              </p:grpSpPr>
              <p:sp>
                <p:nvSpPr>
                  <p:cNvPr id="2871" name="Google Shape;2871;p50"/>
                  <p:cNvSpPr/>
                  <p:nvPr/>
                </p:nvSpPr>
                <p:spPr>
                  <a:xfrm>
                    <a:off x="4304350" y="3727600"/>
                    <a:ext cx="75575" cy="73775"/>
                  </a:xfrm>
                  <a:custGeom>
                    <a:rect b="b" l="l" r="r" t="t"/>
                    <a:pathLst>
                      <a:path extrusionOk="0" h="2951" w="3023">
                        <a:moveTo>
                          <a:pt x="2494" y="0"/>
                        </a:moveTo>
                        <a:cubicBezTo>
                          <a:pt x="2206" y="0"/>
                          <a:pt x="1865" y="71"/>
                          <a:pt x="1675" y="164"/>
                        </a:cubicBezTo>
                        <a:cubicBezTo>
                          <a:pt x="1182" y="399"/>
                          <a:pt x="692" y="690"/>
                          <a:pt x="357" y="1133"/>
                        </a:cubicBezTo>
                        <a:cubicBezTo>
                          <a:pt x="141" y="1420"/>
                          <a:pt x="1" y="1818"/>
                          <a:pt x="167" y="2135"/>
                        </a:cubicBezTo>
                        <a:cubicBezTo>
                          <a:pt x="303" y="2394"/>
                          <a:pt x="599" y="2521"/>
                          <a:pt x="875" y="2616"/>
                        </a:cubicBezTo>
                        <a:cubicBezTo>
                          <a:pt x="1326" y="2773"/>
                          <a:pt x="1790" y="2898"/>
                          <a:pt x="2264" y="2944"/>
                        </a:cubicBezTo>
                        <a:cubicBezTo>
                          <a:pt x="2305" y="2948"/>
                          <a:pt x="2346" y="2950"/>
                          <a:pt x="2387" y="2950"/>
                        </a:cubicBezTo>
                        <a:cubicBezTo>
                          <a:pt x="2493" y="2950"/>
                          <a:pt x="2597" y="2934"/>
                          <a:pt x="2678" y="2869"/>
                        </a:cubicBezTo>
                        <a:cubicBezTo>
                          <a:pt x="2813" y="2764"/>
                          <a:pt x="2836" y="2571"/>
                          <a:pt x="2848" y="2400"/>
                        </a:cubicBezTo>
                        <a:cubicBezTo>
                          <a:pt x="2888" y="1780"/>
                          <a:pt x="2930" y="1162"/>
                          <a:pt x="2972" y="543"/>
                        </a:cubicBezTo>
                        <a:cubicBezTo>
                          <a:pt x="2979" y="432"/>
                          <a:pt x="3022" y="273"/>
                          <a:pt x="2979" y="168"/>
                        </a:cubicBezTo>
                        <a:cubicBezTo>
                          <a:pt x="2928" y="48"/>
                          <a:pt x="2729" y="0"/>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0"/>
                  <p:cNvSpPr/>
                  <p:nvPr/>
                </p:nvSpPr>
                <p:spPr>
                  <a:xfrm>
                    <a:off x="4362600" y="3747725"/>
                    <a:ext cx="5750" cy="41575"/>
                  </a:xfrm>
                  <a:custGeom>
                    <a:rect b="b" l="l" r="r" t="t"/>
                    <a:pathLst>
                      <a:path extrusionOk="0" h="1663" w="230">
                        <a:moveTo>
                          <a:pt x="203" y="0"/>
                        </a:moveTo>
                        <a:cubicBezTo>
                          <a:pt x="192" y="0"/>
                          <a:pt x="179" y="7"/>
                          <a:pt x="174" y="19"/>
                        </a:cubicBezTo>
                        <a:cubicBezTo>
                          <a:pt x="81" y="275"/>
                          <a:pt x="42" y="547"/>
                          <a:pt x="24" y="817"/>
                        </a:cubicBezTo>
                        <a:cubicBezTo>
                          <a:pt x="6" y="1085"/>
                          <a:pt x="1" y="1363"/>
                          <a:pt x="38" y="1629"/>
                        </a:cubicBezTo>
                        <a:cubicBezTo>
                          <a:pt x="41" y="1653"/>
                          <a:pt x="60" y="1663"/>
                          <a:pt x="79" y="1663"/>
                        </a:cubicBezTo>
                        <a:cubicBezTo>
                          <a:pt x="105" y="1663"/>
                          <a:pt x="133" y="1646"/>
                          <a:pt x="132" y="1616"/>
                        </a:cubicBezTo>
                        <a:cubicBezTo>
                          <a:pt x="123" y="1348"/>
                          <a:pt x="110" y="1085"/>
                          <a:pt x="132" y="817"/>
                        </a:cubicBezTo>
                        <a:cubicBezTo>
                          <a:pt x="153" y="552"/>
                          <a:pt x="197" y="289"/>
                          <a:pt x="228" y="26"/>
                        </a:cubicBezTo>
                        <a:cubicBezTo>
                          <a:pt x="230" y="9"/>
                          <a:pt x="217" y="0"/>
                          <a:pt x="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0"/>
                  <p:cNvSpPr/>
                  <p:nvPr/>
                </p:nvSpPr>
                <p:spPr>
                  <a:xfrm>
                    <a:off x="4351125" y="3755000"/>
                    <a:ext cx="3225" cy="30275"/>
                  </a:xfrm>
                  <a:custGeom>
                    <a:rect b="b" l="l" r="r" t="t"/>
                    <a:pathLst>
                      <a:path extrusionOk="0" h="1211" w="129">
                        <a:moveTo>
                          <a:pt x="37" y="1"/>
                        </a:moveTo>
                        <a:cubicBezTo>
                          <a:pt x="32" y="1"/>
                          <a:pt x="27" y="3"/>
                          <a:pt x="26" y="7"/>
                        </a:cubicBezTo>
                        <a:cubicBezTo>
                          <a:pt x="6" y="45"/>
                          <a:pt x="12" y="88"/>
                          <a:pt x="10" y="130"/>
                        </a:cubicBezTo>
                        <a:cubicBezTo>
                          <a:pt x="7" y="184"/>
                          <a:pt x="6" y="238"/>
                          <a:pt x="4" y="289"/>
                        </a:cubicBezTo>
                        <a:cubicBezTo>
                          <a:pt x="0" y="393"/>
                          <a:pt x="4" y="497"/>
                          <a:pt x="10" y="599"/>
                        </a:cubicBezTo>
                        <a:cubicBezTo>
                          <a:pt x="13" y="702"/>
                          <a:pt x="20" y="807"/>
                          <a:pt x="27" y="909"/>
                        </a:cubicBezTo>
                        <a:cubicBezTo>
                          <a:pt x="32" y="964"/>
                          <a:pt x="35" y="1016"/>
                          <a:pt x="40" y="1069"/>
                        </a:cubicBezTo>
                        <a:cubicBezTo>
                          <a:pt x="43" y="1112"/>
                          <a:pt x="42" y="1160"/>
                          <a:pt x="65" y="1197"/>
                        </a:cubicBezTo>
                        <a:cubicBezTo>
                          <a:pt x="70" y="1206"/>
                          <a:pt x="79" y="1210"/>
                          <a:pt x="87" y="1210"/>
                        </a:cubicBezTo>
                        <a:cubicBezTo>
                          <a:pt x="98" y="1210"/>
                          <a:pt x="110" y="1203"/>
                          <a:pt x="115" y="1190"/>
                        </a:cubicBezTo>
                        <a:cubicBezTo>
                          <a:pt x="128" y="1150"/>
                          <a:pt x="114" y="1095"/>
                          <a:pt x="111" y="1049"/>
                        </a:cubicBezTo>
                        <a:cubicBezTo>
                          <a:pt x="107" y="994"/>
                          <a:pt x="101" y="942"/>
                          <a:pt x="98" y="887"/>
                        </a:cubicBezTo>
                        <a:cubicBezTo>
                          <a:pt x="91" y="789"/>
                          <a:pt x="85" y="690"/>
                          <a:pt x="81" y="589"/>
                        </a:cubicBezTo>
                        <a:cubicBezTo>
                          <a:pt x="78" y="490"/>
                          <a:pt x="76" y="389"/>
                          <a:pt x="71" y="289"/>
                        </a:cubicBezTo>
                        <a:cubicBezTo>
                          <a:pt x="66" y="236"/>
                          <a:pt x="65" y="181"/>
                          <a:pt x="63" y="130"/>
                        </a:cubicBezTo>
                        <a:cubicBezTo>
                          <a:pt x="62" y="88"/>
                          <a:pt x="68" y="47"/>
                          <a:pt x="49" y="7"/>
                        </a:cubicBezTo>
                        <a:cubicBezTo>
                          <a:pt x="47" y="3"/>
                          <a:pt x="42"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4" name="Google Shape;2874;p50"/>
                <p:cNvGrpSpPr/>
                <p:nvPr/>
              </p:nvGrpSpPr>
              <p:grpSpPr>
                <a:xfrm>
                  <a:off x="4084900" y="3829625"/>
                  <a:ext cx="419500" cy="510950"/>
                  <a:chOff x="4084900" y="3829625"/>
                  <a:chExt cx="419500" cy="510950"/>
                </a:xfrm>
              </p:grpSpPr>
              <p:sp>
                <p:nvSpPr>
                  <p:cNvPr id="2875" name="Google Shape;2875;p50"/>
                  <p:cNvSpPr/>
                  <p:nvPr/>
                </p:nvSpPr>
                <p:spPr>
                  <a:xfrm>
                    <a:off x="4084900" y="3829625"/>
                    <a:ext cx="419500" cy="510950"/>
                  </a:xfrm>
                  <a:custGeom>
                    <a:rect b="b" l="l" r="r" t="t"/>
                    <a:pathLst>
                      <a:path extrusionOk="0" h="20438" w="16780">
                        <a:moveTo>
                          <a:pt x="16526" y="0"/>
                        </a:moveTo>
                        <a:cubicBezTo>
                          <a:pt x="16518" y="0"/>
                          <a:pt x="16510" y="7"/>
                          <a:pt x="16513" y="17"/>
                        </a:cubicBezTo>
                        <a:cubicBezTo>
                          <a:pt x="16519" y="40"/>
                          <a:pt x="16523" y="64"/>
                          <a:pt x="16527" y="89"/>
                        </a:cubicBezTo>
                        <a:cubicBezTo>
                          <a:pt x="16508" y="77"/>
                          <a:pt x="16487" y="72"/>
                          <a:pt x="16465" y="72"/>
                        </a:cubicBezTo>
                        <a:cubicBezTo>
                          <a:pt x="16420" y="72"/>
                          <a:pt x="16376" y="95"/>
                          <a:pt x="16351" y="131"/>
                        </a:cubicBezTo>
                        <a:cubicBezTo>
                          <a:pt x="15258" y="435"/>
                          <a:pt x="14190" y="811"/>
                          <a:pt x="13154" y="1278"/>
                        </a:cubicBezTo>
                        <a:cubicBezTo>
                          <a:pt x="12075" y="1764"/>
                          <a:pt x="11031" y="2317"/>
                          <a:pt x="10027" y="2942"/>
                        </a:cubicBezTo>
                        <a:cubicBezTo>
                          <a:pt x="8005" y="4197"/>
                          <a:pt x="6138" y="5680"/>
                          <a:pt x="4408" y="7309"/>
                        </a:cubicBezTo>
                        <a:cubicBezTo>
                          <a:pt x="3539" y="8124"/>
                          <a:pt x="2702" y="8979"/>
                          <a:pt x="1904" y="9863"/>
                        </a:cubicBezTo>
                        <a:cubicBezTo>
                          <a:pt x="1130" y="10722"/>
                          <a:pt x="359" y="11696"/>
                          <a:pt x="173" y="12870"/>
                        </a:cubicBezTo>
                        <a:cubicBezTo>
                          <a:pt x="0" y="13967"/>
                          <a:pt x="400" y="15060"/>
                          <a:pt x="1070" y="15923"/>
                        </a:cubicBezTo>
                        <a:cubicBezTo>
                          <a:pt x="1803" y="16867"/>
                          <a:pt x="2826" y="17502"/>
                          <a:pt x="3921" y="17949"/>
                        </a:cubicBezTo>
                        <a:cubicBezTo>
                          <a:pt x="5128" y="18443"/>
                          <a:pt x="6410" y="18738"/>
                          <a:pt x="7665" y="19071"/>
                        </a:cubicBezTo>
                        <a:cubicBezTo>
                          <a:pt x="9051" y="19440"/>
                          <a:pt x="10442" y="19802"/>
                          <a:pt x="11830" y="20168"/>
                        </a:cubicBezTo>
                        <a:cubicBezTo>
                          <a:pt x="12168" y="20256"/>
                          <a:pt x="12505" y="20346"/>
                          <a:pt x="12839" y="20436"/>
                        </a:cubicBezTo>
                        <a:cubicBezTo>
                          <a:pt x="12843" y="20437"/>
                          <a:pt x="12847" y="20437"/>
                          <a:pt x="12850" y="20437"/>
                        </a:cubicBezTo>
                        <a:cubicBezTo>
                          <a:pt x="12874" y="20437"/>
                          <a:pt x="12896" y="20418"/>
                          <a:pt x="12895" y="20392"/>
                        </a:cubicBezTo>
                        <a:cubicBezTo>
                          <a:pt x="12812" y="18695"/>
                          <a:pt x="12732" y="16997"/>
                          <a:pt x="12747" y="15296"/>
                        </a:cubicBezTo>
                        <a:cubicBezTo>
                          <a:pt x="12761" y="13592"/>
                          <a:pt x="12869" y="11883"/>
                          <a:pt x="13170" y="10203"/>
                        </a:cubicBezTo>
                        <a:cubicBezTo>
                          <a:pt x="13277" y="9606"/>
                          <a:pt x="13412" y="9015"/>
                          <a:pt x="13564" y="8427"/>
                        </a:cubicBezTo>
                        <a:cubicBezTo>
                          <a:pt x="13564" y="8426"/>
                          <a:pt x="13565" y="8426"/>
                          <a:pt x="13565" y="8426"/>
                        </a:cubicBezTo>
                        <a:cubicBezTo>
                          <a:pt x="13676" y="8148"/>
                          <a:pt x="13754" y="7862"/>
                          <a:pt x="13846" y="7577"/>
                        </a:cubicBezTo>
                        <a:cubicBezTo>
                          <a:pt x="13935" y="7295"/>
                          <a:pt x="14029" y="7012"/>
                          <a:pt x="14128" y="6731"/>
                        </a:cubicBezTo>
                        <a:cubicBezTo>
                          <a:pt x="14324" y="6169"/>
                          <a:pt x="14538" y="5615"/>
                          <a:pt x="14768" y="5064"/>
                        </a:cubicBezTo>
                        <a:cubicBezTo>
                          <a:pt x="15002" y="4507"/>
                          <a:pt x="15252" y="3958"/>
                          <a:pt x="15517" y="3413"/>
                        </a:cubicBezTo>
                        <a:cubicBezTo>
                          <a:pt x="15777" y="2884"/>
                          <a:pt x="16078" y="2374"/>
                          <a:pt x="16327" y="1841"/>
                        </a:cubicBezTo>
                        <a:cubicBezTo>
                          <a:pt x="16588" y="1272"/>
                          <a:pt x="16779" y="617"/>
                          <a:pt x="16540" y="10"/>
                        </a:cubicBezTo>
                        <a:cubicBezTo>
                          <a:pt x="16537" y="4"/>
                          <a:pt x="16531" y="0"/>
                          <a:pt x="16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0"/>
                  <p:cNvSpPr/>
                  <p:nvPr/>
                </p:nvSpPr>
                <p:spPr>
                  <a:xfrm>
                    <a:off x="4368400" y="3961550"/>
                    <a:ext cx="47875" cy="292600"/>
                  </a:xfrm>
                  <a:custGeom>
                    <a:rect b="b" l="l" r="r" t="t"/>
                    <a:pathLst>
                      <a:path extrusionOk="0" h="11704" w="1915">
                        <a:moveTo>
                          <a:pt x="1845" y="1"/>
                        </a:moveTo>
                        <a:cubicBezTo>
                          <a:pt x="1821" y="1"/>
                          <a:pt x="1798" y="13"/>
                          <a:pt x="1787" y="42"/>
                        </a:cubicBezTo>
                        <a:cubicBezTo>
                          <a:pt x="1534" y="766"/>
                          <a:pt x="1371" y="1535"/>
                          <a:pt x="1196" y="2281"/>
                        </a:cubicBezTo>
                        <a:cubicBezTo>
                          <a:pt x="1021" y="3032"/>
                          <a:pt x="864" y="3788"/>
                          <a:pt x="725" y="4546"/>
                        </a:cubicBezTo>
                        <a:cubicBezTo>
                          <a:pt x="452" y="6046"/>
                          <a:pt x="251" y="7562"/>
                          <a:pt x="129" y="9080"/>
                        </a:cubicBezTo>
                        <a:cubicBezTo>
                          <a:pt x="58" y="9943"/>
                          <a:pt x="19" y="10806"/>
                          <a:pt x="1" y="11672"/>
                        </a:cubicBezTo>
                        <a:cubicBezTo>
                          <a:pt x="1" y="11693"/>
                          <a:pt x="16" y="11703"/>
                          <a:pt x="32" y="11703"/>
                        </a:cubicBezTo>
                        <a:cubicBezTo>
                          <a:pt x="48" y="11703"/>
                          <a:pt x="65" y="11693"/>
                          <a:pt x="65" y="11672"/>
                        </a:cubicBezTo>
                        <a:cubicBezTo>
                          <a:pt x="188" y="8616"/>
                          <a:pt x="574" y="5569"/>
                          <a:pt x="1260" y="2588"/>
                        </a:cubicBezTo>
                        <a:cubicBezTo>
                          <a:pt x="1353" y="2178"/>
                          <a:pt x="1454" y="1768"/>
                          <a:pt x="1558" y="1362"/>
                        </a:cubicBezTo>
                        <a:cubicBezTo>
                          <a:pt x="1670" y="933"/>
                          <a:pt x="1806" y="506"/>
                          <a:pt x="1905" y="74"/>
                        </a:cubicBezTo>
                        <a:cubicBezTo>
                          <a:pt x="1915" y="29"/>
                          <a:pt x="1880" y="1"/>
                          <a:pt x="1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0"/>
                  <p:cNvSpPr/>
                  <p:nvPr/>
                </p:nvSpPr>
                <p:spPr>
                  <a:xfrm>
                    <a:off x="4339150" y="4039875"/>
                    <a:ext cx="19575" cy="122100"/>
                  </a:xfrm>
                  <a:custGeom>
                    <a:rect b="b" l="l" r="r" t="t"/>
                    <a:pathLst>
                      <a:path extrusionOk="0" h="4884" w="783">
                        <a:moveTo>
                          <a:pt x="735" y="1"/>
                        </a:moveTo>
                        <a:cubicBezTo>
                          <a:pt x="715" y="1"/>
                          <a:pt x="693" y="12"/>
                          <a:pt x="686" y="34"/>
                        </a:cubicBezTo>
                        <a:cubicBezTo>
                          <a:pt x="565" y="419"/>
                          <a:pt x="512" y="827"/>
                          <a:pt x="443" y="1224"/>
                        </a:cubicBezTo>
                        <a:cubicBezTo>
                          <a:pt x="377" y="1619"/>
                          <a:pt x="313" y="2012"/>
                          <a:pt x="261" y="2409"/>
                        </a:cubicBezTo>
                        <a:cubicBezTo>
                          <a:pt x="207" y="2811"/>
                          <a:pt x="161" y="3213"/>
                          <a:pt x="119" y="3616"/>
                        </a:cubicBezTo>
                        <a:cubicBezTo>
                          <a:pt x="79" y="4019"/>
                          <a:pt x="1" y="4454"/>
                          <a:pt x="27" y="4862"/>
                        </a:cubicBezTo>
                        <a:cubicBezTo>
                          <a:pt x="28" y="4875"/>
                          <a:pt x="41" y="4883"/>
                          <a:pt x="52" y="4883"/>
                        </a:cubicBezTo>
                        <a:cubicBezTo>
                          <a:pt x="60" y="4883"/>
                          <a:pt x="68" y="4879"/>
                          <a:pt x="70" y="4868"/>
                        </a:cubicBezTo>
                        <a:cubicBezTo>
                          <a:pt x="159" y="4501"/>
                          <a:pt x="169" y="4099"/>
                          <a:pt x="214" y="3723"/>
                        </a:cubicBezTo>
                        <a:cubicBezTo>
                          <a:pt x="267" y="3290"/>
                          <a:pt x="328" y="2858"/>
                          <a:pt x="393" y="2427"/>
                        </a:cubicBezTo>
                        <a:cubicBezTo>
                          <a:pt x="455" y="2025"/>
                          <a:pt x="515" y="1626"/>
                          <a:pt x="584" y="1226"/>
                        </a:cubicBezTo>
                        <a:cubicBezTo>
                          <a:pt x="652" y="834"/>
                          <a:pt x="743" y="445"/>
                          <a:pt x="779" y="46"/>
                        </a:cubicBezTo>
                        <a:cubicBezTo>
                          <a:pt x="783" y="16"/>
                          <a:pt x="759" y="1"/>
                          <a:pt x="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0"/>
                  <p:cNvSpPr/>
                  <p:nvPr/>
                </p:nvSpPr>
                <p:spPr>
                  <a:xfrm>
                    <a:off x="4209200" y="4152775"/>
                    <a:ext cx="6500" cy="116500"/>
                  </a:xfrm>
                  <a:custGeom>
                    <a:rect b="b" l="l" r="r" t="t"/>
                    <a:pathLst>
                      <a:path extrusionOk="0" h="4660" w="260">
                        <a:moveTo>
                          <a:pt x="184" y="0"/>
                        </a:moveTo>
                        <a:cubicBezTo>
                          <a:pt x="166" y="0"/>
                          <a:pt x="150" y="9"/>
                          <a:pt x="145" y="29"/>
                        </a:cubicBezTo>
                        <a:cubicBezTo>
                          <a:pt x="64" y="385"/>
                          <a:pt x="54" y="767"/>
                          <a:pt x="34" y="1131"/>
                        </a:cubicBezTo>
                        <a:cubicBezTo>
                          <a:pt x="11" y="1531"/>
                          <a:pt x="0" y="1932"/>
                          <a:pt x="6" y="2333"/>
                        </a:cubicBezTo>
                        <a:cubicBezTo>
                          <a:pt x="15" y="3101"/>
                          <a:pt x="77" y="3870"/>
                          <a:pt x="182" y="4632"/>
                        </a:cubicBezTo>
                        <a:cubicBezTo>
                          <a:pt x="185" y="4651"/>
                          <a:pt x="200" y="4659"/>
                          <a:pt x="216" y="4659"/>
                        </a:cubicBezTo>
                        <a:cubicBezTo>
                          <a:pt x="237" y="4659"/>
                          <a:pt x="259" y="4645"/>
                          <a:pt x="257" y="4621"/>
                        </a:cubicBezTo>
                        <a:cubicBezTo>
                          <a:pt x="158" y="3863"/>
                          <a:pt x="107" y="3098"/>
                          <a:pt x="103" y="2332"/>
                        </a:cubicBezTo>
                        <a:cubicBezTo>
                          <a:pt x="101" y="1956"/>
                          <a:pt x="113" y="1578"/>
                          <a:pt x="134" y="1202"/>
                        </a:cubicBezTo>
                        <a:cubicBezTo>
                          <a:pt x="158" y="814"/>
                          <a:pt x="219" y="427"/>
                          <a:pt x="227" y="39"/>
                        </a:cubicBezTo>
                        <a:cubicBezTo>
                          <a:pt x="227" y="15"/>
                          <a:pt x="205" y="0"/>
                          <a:pt x="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0"/>
                  <p:cNvSpPr/>
                  <p:nvPr/>
                </p:nvSpPr>
                <p:spPr>
                  <a:xfrm>
                    <a:off x="4246475" y="4109250"/>
                    <a:ext cx="8300" cy="91175"/>
                  </a:xfrm>
                  <a:custGeom>
                    <a:rect b="b" l="l" r="r" t="t"/>
                    <a:pathLst>
                      <a:path extrusionOk="0" h="3647" w="332">
                        <a:moveTo>
                          <a:pt x="308" y="0"/>
                        </a:moveTo>
                        <a:cubicBezTo>
                          <a:pt x="299" y="0"/>
                          <a:pt x="290" y="5"/>
                          <a:pt x="287" y="15"/>
                        </a:cubicBezTo>
                        <a:cubicBezTo>
                          <a:pt x="138" y="589"/>
                          <a:pt x="90" y="1194"/>
                          <a:pt x="47" y="1783"/>
                        </a:cubicBezTo>
                        <a:cubicBezTo>
                          <a:pt x="4" y="2397"/>
                          <a:pt x="1" y="3011"/>
                          <a:pt x="28" y="3624"/>
                        </a:cubicBezTo>
                        <a:cubicBezTo>
                          <a:pt x="29" y="3639"/>
                          <a:pt x="40" y="3646"/>
                          <a:pt x="51" y="3646"/>
                        </a:cubicBezTo>
                        <a:cubicBezTo>
                          <a:pt x="62" y="3646"/>
                          <a:pt x="73" y="3639"/>
                          <a:pt x="73" y="3624"/>
                        </a:cubicBezTo>
                        <a:cubicBezTo>
                          <a:pt x="63" y="3022"/>
                          <a:pt x="83" y="2419"/>
                          <a:pt x="127" y="1816"/>
                        </a:cubicBezTo>
                        <a:cubicBezTo>
                          <a:pt x="171" y="1216"/>
                          <a:pt x="274" y="621"/>
                          <a:pt x="331" y="21"/>
                        </a:cubicBezTo>
                        <a:cubicBezTo>
                          <a:pt x="331" y="8"/>
                          <a:pt x="320"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0" name="Google Shape;2880;p50"/>
                <p:cNvSpPr/>
                <p:nvPr/>
              </p:nvSpPr>
              <p:spPr>
                <a:xfrm>
                  <a:off x="3367550" y="3677000"/>
                  <a:ext cx="1179175" cy="897475"/>
                </a:xfrm>
                <a:custGeom>
                  <a:rect b="b" l="l" r="r" t="t"/>
                  <a:pathLst>
                    <a:path extrusionOk="0" h="35899" w="47167">
                      <a:moveTo>
                        <a:pt x="31258" y="1"/>
                      </a:moveTo>
                      <a:cubicBezTo>
                        <a:pt x="31128" y="1"/>
                        <a:pt x="30998" y="1"/>
                        <a:pt x="30870" y="4"/>
                      </a:cubicBezTo>
                      <a:cubicBezTo>
                        <a:pt x="30736" y="6"/>
                        <a:pt x="30602" y="8"/>
                        <a:pt x="30468" y="11"/>
                      </a:cubicBezTo>
                      <a:cubicBezTo>
                        <a:pt x="30338" y="14"/>
                        <a:pt x="30209" y="19"/>
                        <a:pt x="30080" y="22"/>
                      </a:cubicBezTo>
                      <a:cubicBezTo>
                        <a:pt x="29948" y="24"/>
                        <a:pt x="29813" y="30"/>
                        <a:pt x="29680" y="35"/>
                      </a:cubicBezTo>
                      <a:cubicBezTo>
                        <a:pt x="29550" y="42"/>
                        <a:pt x="29422" y="45"/>
                        <a:pt x="29292" y="53"/>
                      </a:cubicBezTo>
                      <a:cubicBezTo>
                        <a:pt x="29158" y="58"/>
                        <a:pt x="29022" y="66"/>
                        <a:pt x="28889" y="73"/>
                      </a:cubicBezTo>
                      <a:cubicBezTo>
                        <a:pt x="27751" y="136"/>
                        <a:pt x="26620" y="241"/>
                        <a:pt x="25505" y="382"/>
                      </a:cubicBezTo>
                      <a:cubicBezTo>
                        <a:pt x="25296" y="407"/>
                        <a:pt x="25088" y="436"/>
                        <a:pt x="24882" y="463"/>
                      </a:cubicBezTo>
                      <a:cubicBezTo>
                        <a:pt x="24820" y="472"/>
                        <a:pt x="24760" y="482"/>
                        <a:pt x="24696" y="491"/>
                      </a:cubicBezTo>
                      <a:cubicBezTo>
                        <a:pt x="24529" y="514"/>
                        <a:pt x="24359" y="535"/>
                        <a:pt x="24192" y="555"/>
                      </a:cubicBezTo>
                      <a:cubicBezTo>
                        <a:pt x="23985" y="583"/>
                        <a:pt x="23777" y="606"/>
                        <a:pt x="23571" y="626"/>
                      </a:cubicBezTo>
                      <a:cubicBezTo>
                        <a:pt x="23338" y="650"/>
                        <a:pt x="23107" y="671"/>
                        <a:pt x="22875" y="688"/>
                      </a:cubicBezTo>
                      <a:cubicBezTo>
                        <a:pt x="22671" y="707"/>
                        <a:pt x="22463" y="721"/>
                        <a:pt x="22257" y="734"/>
                      </a:cubicBezTo>
                      <a:cubicBezTo>
                        <a:pt x="22025" y="748"/>
                        <a:pt x="21793" y="760"/>
                        <a:pt x="21561" y="771"/>
                      </a:cubicBezTo>
                      <a:cubicBezTo>
                        <a:pt x="21355" y="782"/>
                        <a:pt x="21148" y="790"/>
                        <a:pt x="20943" y="796"/>
                      </a:cubicBezTo>
                      <a:cubicBezTo>
                        <a:pt x="20829" y="802"/>
                        <a:pt x="20716" y="805"/>
                        <a:pt x="20603" y="808"/>
                      </a:cubicBezTo>
                      <a:lnTo>
                        <a:pt x="20600" y="808"/>
                      </a:lnTo>
                      <a:cubicBezTo>
                        <a:pt x="20484" y="812"/>
                        <a:pt x="20363" y="813"/>
                        <a:pt x="20246" y="815"/>
                      </a:cubicBezTo>
                      <a:cubicBezTo>
                        <a:pt x="20041" y="822"/>
                        <a:pt x="19835" y="823"/>
                        <a:pt x="19631" y="826"/>
                      </a:cubicBezTo>
                      <a:cubicBezTo>
                        <a:pt x="19418" y="829"/>
                        <a:pt x="19207" y="831"/>
                        <a:pt x="18994" y="831"/>
                      </a:cubicBezTo>
                      <a:lnTo>
                        <a:pt x="18929" y="831"/>
                      </a:lnTo>
                      <a:cubicBezTo>
                        <a:pt x="18828" y="832"/>
                        <a:pt x="18726" y="833"/>
                        <a:pt x="18624" y="833"/>
                      </a:cubicBezTo>
                      <a:cubicBezTo>
                        <a:pt x="18521" y="833"/>
                        <a:pt x="18419" y="832"/>
                        <a:pt x="18317" y="831"/>
                      </a:cubicBezTo>
                      <a:cubicBezTo>
                        <a:pt x="18082" y="831"/>
                        <a:pt x="17849" y="831"/>
                        <a:pt x="17615" y="829"/>
                      </a:cubicBezTo>
                      <a:cubicBezTo>
                        <a:pt x="17412" y="828"/>
                        <a:pt x="17206" y="828"/>
                        <a:pt x="17003" y="823"/>
                      </a:cubicBezTo>
                      <a:cubicBezTo>
                        <a:pt x="16768" y="823"/>
                        <a:pt x="16535" y="822"/>
                        <a:pt x="16303" y="820"/>
                      </a:cubicBezTo>
                      <a:cubicBezTo>
                        <a:pt x="16097" y="819"/>
                        <a:pt x="15892" y="816"/>
                        <a:pt x="15686" y="816"/>
                      </a:cubicBezTo>
                      <a:cubicBezTo>
                        <a:pt x="15454" y="815"/>
                        <a:pt x="15219" y="813"/>
                        <a:pt x="14987" y="813"/>
                      </a:cubicBezTo>
                      <a:cubicBezTo>
                        <a:pt x="14783" y="813"/>
                        <a:pt x="14577" y="815"/>
                        <a:pt x="14372" y="815"/>
                      </a:cubicBezTo>
                      <a:cubicBezTo>
                        <a:pt x="14137" y="816"/>
                        <a:pt x="13904" y="819"/>
                        <a:pt x="13670" y="822"/>
                      </a:cubicBezTo>
                      <a:cubicBezTo>
                        <a:pt x="13466" y="823"/>
                        <a:pt x="13263" y="828"/>
                        <a:pt x="13057" y="833"/>
                      </a:cubicBezTo>
                      <a:cubicBezTo>
                        <a:pt x="12820" y="838"/>
                        <a:pt x="12588" y="845"/>
                        <a:pt x="12355" y="855"/>
                      </a:cubicBezTo>
                      <a:cubicBezTo>
                        <a:pt x="12152" y="862"/>
                        <a:pt x="11947" y="871"/>
                        <a:pt x="11744" y="881"/>
                      </a:cubicBezTo>
                      <a:cubicBezTo>
                        <a:pt x="11509" y="893"/>
                        <a:pt x="11276" y="905"/>
                        <a:pt x="11041" y="923"/>
                      </a:cubicBezTo>
                      <a:cubicBezTo>
                        <a:pt x="10841" y="936"/>
                        <a:pt x="10635" y="952"/>
                        <a:pt x="10433" y="970"/>
                      </a:cubicBezTo>
                      <a:cubicBezTo>
                        <a:pt x="10195" y="992"/>
                        <a:pt x="9959" y="1014"/>
                        <a:pt x="9724" y="1039"/>
                      </a:cubicBezTo>
                      <a:cubicBezTo>
                        <a:pt x="9524" y="1061"/>
                        <a:pt x="9325" y="1086"/>
                        <a:pt x="9126" y="1112"/>
                      </a:cubicBezTo>
                      <a:cubicBezTo>
                        <a:pt x="8886" y="1140"/>
                        <a:pt x="8645" y="1175"/>
                        <a:pt x="8406" y="1215"/>
                      </a:cubicBezTo>
                      <a:cubicBezTo>
                        <a:pt x="8314" y="1227"/>
                        <a:pt x="8226" y="1241"/>
                        <a:pt x="8135" y="1256"/>
                      </a:cubicBezTo>
                      <a:cubicBezTo>
                        <a:pt x="8033" y="1274"/>
                        <a:pt x="7929" y="1290"/>
                        <a:pt x="7827" y="1309"/>
                      </a:cubicBezTo>
                      <a:cubicBezTo>
                        <a:pt x="7580" y="1349"/>
                        <a:pt x="7331" y="1392"/>
                        <a:pt x="7085" y="1434"/>
                      </a:cubicBezTo>
                      <a:cubicBezTo>
                        <a:pt x="6905" y="1463"/>
                        <a:pt x="6725" y="1493"/>
                        <a:pt x="6544" y="1525"/>
                      </a:cubicBezTo>
                      <a:cubicBezTo>
                        <a:pt x="4365" y="1892"/>
                        <a:pt x="2183" y="2260"/>
                        <a:pt x="1" y="2627"/>
                      </a:cubicBezTo>
                      <a:lnTo>
                        <a:pt x="1" y="35898"/>
                      </a:lnTo>
                      <a:lnTo>
                        <a:pt x="41941" y="35898"/>
                      </a:lnTo>
                      <a:cubicBezTo>
                        <a:pt x="43338" y="35012"/>
                        <a:pt x="44475" y="33659"/>
                        <a:pt x="44760" y="32043"/>
                      </a:cubicBezTo>
                      <a:cubicBezTo>
                        <a:pt x="45155" y="29827"/>
                        <a:pt x="47166" y="29217"/>
                        <a:pt x="45398" y="27833"/>
                      </a:cubicBezTo>
                      <a:cubicBezTo>
                        <a:pt x="45092" y="27591"/>
                        <a:pt x="44672" y="27321"/>
                        <a:pt x="44177" y="27036"/>
                      </a:cubicBezTo>
                      <a:cubicBezTo>
                        <a:pt x="43428" y="26605"/>
                        <a:pt x="42510" y="26137"/>
                        <a:pt x="41547" y="25683"/>
                      </a:cubicBezTo>
                      <a:lnTo>
                        <a:pt x="41546" y="25683"/>
                      </a:lnTo>
                      <a:cubicBezTo>
                        <a:pt x="39480" y="24711"/>
                        <a:pt x="37211" y="23795"/>
                        <a:pt x="36006" y="23404"/>
                      </a:cubicBezTo>
                      <a:cubicBezTo>
                        <a:pt x="35253" y="23161"/>
                        <a:pt x="34525" y="22841"/>
                        <a:pt x="33808" y="22496"/>
                      </a:cubicBezTo>
                      <a:cubicBezTo>
                        <a:pt x="33776" y="22482"/>
                        <a:pt x="33747" y="22468"/>
                        <a:pt x="33717" y="22453"/>
                      </a:cubicBezTo>
                      <a:cubicBezTo>
                        <a:pt x="33276" y="22240"/>
                        <a:pt x="32838" y="22020"/>
                        <a:pt x="32400" y="21803"/>
                      </a:cubicBezTo>
                      <a:cubicBezTo>
                        <a:pt x="32363" y="21783"/>
                        <a:pt x="32327" y="21767"/>
                        <a:pt x="32291" y="21749"/>
                      </a:cubicBezTo>
                      <a:cubicBezTo>
                        <a:pt x="31410" y="21311"/>
                        <a:pt x="30524" y="20891"/>
                        <a:pt x="29608" y="20579"/>
                      </a:cubicBezTo>
                      <a:cubicBezTo>
                        <a:pt x="29759" y="19546"/>
                        <a:pt x="30412" y="18664"/>
                        <a:pt x="31085" y="17864"/>
                      </a:cubicBezTo>
                      <a:cubicBezTo>
                        <a:pt x="33911" y="14500"/>
                        <a:pt x="38398" y="12820"/>
                        <a:pt x="41364" y="9576"/>
                      </a:cubicBezTo>
                      <a:cubicBezTo>
                        <a:pt x="41957" y="8928"/>
                        <a:pt x="42693" y="8412"/>
                        <a:pt x="43501" y="8073"/>
                      </a:cubicBezTo>
                      <a:cubicBezTo>
                        <a:pt x="43903" y="7903"/>
                        <a:pt x="44329" y="7775"/>
                        <a:pt x="44693" y="7534"/>
                      </a:cubicBezTo>
                      <a:cubicBezTo>
                        <a:pt x="45018" y="7314"/>
                        <a:pt x="45293" y="6978"/>
                        <a:pt x="45337" y="6596"/>
                      </a:cubicBezTo>
                      <a:lnTo>
                        <a:pt x="45337" y="6592"/>
                      </a:lnTo>
                      <a:cubicBezTo>
                        <a:pt x="45342" y="6549"/>
                        <a:pt x="45345" y="6504"/>
                        <a:pt x="45344" y="6461"/>
                      </a:cubicBezTo>
                      <a:cubicBezTo>
                        <a:pt x="45335" y="6096"/>
                        <a:pt x="45107" y="5768"/>
                        <a:pt x="44819" y="5545"/>
                      </a:cubicBezTo>
                      <a:cubicBezTo>
                        <a:pt x="44534" y="5318"/>
                        <a:pt x="44325" y="5052"/>
                        <a:pt x="43974" y="4958"/>
                      </a:cubicBezTo>
                      <a:cubicBezTo>
                        <a:pt x="42773" y="4646"/>
                        <a:pt x="41556" y="4404"/>
                        <a:pt x="40330" y="4235"/>
                      </a:cubicBezTo>
                      <a:cubicBezTo>
                        <a:pt x="40228" y="4221"/>
                        <a:pt x="40125" y="4206"/>
                        <a:pt x="40022" y="4193"/>
                      </a:cubicBezTo>
                      <a:cubicBezTo>
                        <a:pt x="39991" y="4190"/>
                        <a:pt x="39960" y="4185"/>
                        <a:pt x="39927" y="4180"/>
                      </a:cubicBezTo>
                      <a:cubicBezTo>
                        <a:pt x="39891" y="4177"/>
                        <a:pt x="39854" y="4172"/>
                        <a:pt x="39817" y="4166"/>
                      </a:cubicBezTo>
                      <a:cubicBezTo>
                        <a:pt x="39695" y="4149"/>
                        <a:pt x="39571" y="4130"/>
                        <a:pt x="39448" y="4105"/>
                      </a:cubicBezTo>
                      <a:cubicBezTo>
                        <a:pt x="39421" y="4100"/>
                        <a:pt x="39395" y="4094"/>
                        <a:pt x="39370" y="4090"/>
                      </a:cubicBezTo>
                      <a:cubicBezTo>
                        <a:pt x="38869" y="3983"/>
                        <a:pt x="38398" y="3791"/>
                        <a:pt x="38147" y="3363"/>
                      </a:cubicBezTo>
                      <a:cubicBezTo>
                        <a:pt x="38761" y="3118"/>
                        <a:pt x="39378" y="2874"/>
                        <a:pt x="39990" y="2629"/>
                      </a:cubicBezTo>
                      <a:cubicBezTo>
                        <a:pt x="40025" y="2616"/>
                        <a:pt x="40055" y="2601"/>
                        <a:pt x="40089" y="2588"/>
                      </a:cubicBezTo>
                      <a:cubicBezTo>
                        <a:pt x="40202" y="2544"/>
                        <a:pt x="40323" y="2492"/>
                        <a:pt x="40388" y="2389"/>
                      </a:cubicBezTo>
                      <a:cubicBezTo>
                        <a:pt x="40437" y="2312"/>
                        <a:pt x="40445" y="2205"/>
                        <a:pt x="40402" y="2133"/>
                      </a:cubicBezTo>
                      <a:cubicBezTo>
                        <a:pt x="40388" y="2110"/>
                        <a:pt x="40370" y="2088"/>
                        <a:pt x="40344" y="2074"/>
                      </a:cubicBezTo>
                      <a:cubicBezTo>
                        <a:pt x="39239" y="1371"/>
                        <a:pt x="38104" y="574"/>
                        <a:pt x="36809" y="381"/>
                      </a:cubicBezTo>
                      <a:cubicBezTo>
                        <a:pt x="35892" y="246"/>
                        <a:pt x="34963" y="149"/>
                        <a:pt x="34025" y="87"/>
                      </a:cubicBezTo>
                      <a:cubicBezTo>
                        <a:pt x="33891" y="78"/>
                        <a:pt x="33754" y="71"/>
                        <a:pt x="33622" y="64"/>
                      </a:cubicBezTo>
                      <a:cubicBezTo>
                        <a:pt x="33494" y="55"/>
                        <a:pt x="33365" y="48"/>
                        <a:pt x="33236" y="44"/>
                      </a:cubicBezTo>
                      <a:cubicBezTo>
                        <a:pt x="33103" y="37"/>
                        <a:pt x="32968" y="31"/>
                        <a:pt x="32835" y="27"/>
                      </a:cubicBezTo>
                      <a:cubicBezTo>
                        <a:pt x="32707" y="21"/>
                        <a:pt x="32577" y="19"/>
                        <a:pt x="32448" y="15"/>
                      </a:cubicBezTo>
                      <a:cubicBezTo>
                        <a:pt x="32314" y="9"/>
                        <a:pt x="32180" y="8"/>
                        <a:pt x="32046" y="6"/>
                      </a:cubicBezTo>
                      <a:cubicBezTo>
                        <a:pt x="31916" y="5"/>
                        <a:pt x="31788" y="2"/>
                        <a:pt x="31658" y="2"/>
                      </a:cubicBezTo>
                      <a:cubicBezTo>
                        <a:pt x="31524" y="1"/>
                        <a:pt x="31390" y="1"/>
                        <a:pt x="31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0"/>
                <p:cNvSpPr/>
                <p:nvPr/>
              </p:nvSpPr>
              <p:spPr>
                <a:xfrm>
                  <a:off x="3387475" y="3733750"/>
                  <a:ext cx="433075" cy="42875"/>
                </a:xfrm>
                <a:custGeom>
                  <a:rect b="b" l="l" r="r" t="t"/>
                  <a:pathLst>
                    <a:path extrusionOk="0" h="1715" w="17323">
                      <a:moveTo>
                        <a:pt x="15244" y="1"/>
                      </a:moveTo>
                      <a:cubicBezTo>
                        <a:pt x="14774" y="1"/>
                        <a:pt x="14305" y="6"/>
                        <a:pt x="13834" y="16"/>
                      </a:cubicBezTo>
                      <a:cubicBezTo>
                        <a:pt x="12699" y="42"/>
                        <a:pt x="11567" y="88"/>
                        <a:pt x="10434" y="164"/>
                      </a:cubicBezTo>
                      <a:cubicBezTo>
                        <a:pt x="8211" y="311"/>
                        <a:pt x="5995" y="562"/>
                        <a:pt x="3795" y="912"/>
                      </a:cubicBezTo>
                      <a:cubicBezTo>
                        <a:pt x="2540" y="1111"/>
                        <a:pt x="1273" y="1322"/>
                        <a:pt x="42" y="1648"/>
                      </a:cubicBezTo>
                      <a:cubicBezTo>
                        <a:pt x="1" y="1658"/>
                        <a:pt x="17" y="1715"/>
                        <a:pt x="55" y="1715"/>
                      </a:cubicBezTo>
                      <a:cubicBezTo>
                        <a:pt x="57" y="1715"/>
                        <a:pt x="59" y="1715"/>
                        <a:pt x="61" y="1714"/>
                      </a:cubicBezTo>
                      <a:cubicBezTo>
                        <a:pt x="1180" y="1533"/>
                        <a:pt x="2294" y="1302"/>
                        <a:pt x="3413" y="1118"/>
                      </a:cubicBezTo>
                      <a:cubicBezTo>
                        <a:pt x="4527" y="935"/>
                        <a:pt x="5644" y="776"/>
                        <a:pt x="6763" y="647"/>
                      </a:cubicBezTo>
                      <a:cubicBezTo>
                        <a:pt x="8993" y="386"/>
                        <a:pt x="11235" y="225"/>
                        <a:pt x="13480" y="179"/>
                      </a:cubicBezTo>
                      <a:cubicBezTo>
                        <a:pt x="14094" y="166"/>
                        <a:pt x="14707" y="163"/>
                        <a:pt x="15321" y="163"/>
                      </a:cubicBezTo>
                      <a:cubicBezTo>
                        <a:pt x="15795" y="163"/>
                        <a:pt x="16272" y="188"/>
                        <a:pt x="16747" y="188"/>
                      </a:cubicBezTo>
                      <a:cubicBezTo>
                        <a:pt x="16910" y="188"/>
                        <a:pt x="17073" y="185"/>
                        <a:pt x="17236" y="177"/>
                      </a:cubicBezTo>
                      <a:cubicBezTo>
                        <a:pt x="17322" y="171"/>
                        <a:pt x="17320" y="55"/>
                        <a:pt x="17237" y="45"/>
                      </a:cubicBezTo>
                      <a:cubicBezTo>
                        <a:pt x="16877" y="6"/>
                        <a:pt x="16509" y="1"/>
                        <a:pt x="16141" y="1"/>
                      </a:cubicBezTo>
                      <a:cubicBezTo>
                        <a:pt x="16006" y="1"/>
                        <a:pt x="15871" y="2"/>
                        <a:pt x="15736" y="2"/>
                      </a:cubicBezTo>
                      <a:cubicBezTo>
                        <a:pt x="15669" y="2"/>
                        <a:pt x="15602" y="2"/>
                        <a:pt x="15536" y="1"/>
                      </a:cubicBezTo>
                      <a:cubicBezTo>
                        <a:pt x="15439" y="1"/>
                        <a:pt x="15341" y="1"/>
                        <a:pt x="15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0"/>
                <p:cNvSpPr/>
                <p:nvPr/>
              </p:nvSpPr>
              <p:spPr>
                <a:xfrm>
                  <a:off x="3559175" y="3762925"/>
                  <a:ext cx="156700" cy="9225"/>
                </a:xfrm>
                <a:custGeom>
                  <a:rect b="b" l="l" r="r" t="t"/>
                  <a:pathLst>
                    <a:path extrusionOk="0" h="369" w="6268">
                      <a:moveTo>
                        <a:pt x="5927" y="1"/>
                      </a:moveTo>
                      <a:cubicBezTo>
                        <a:pt x="5773" y="1"/>
                        <a:pt x="5610" y="26"/>
                        <a:pt x="5475" y="30"/>
                      </a:cubicBezTo>
                      <a:cubicBezTo>
                        <a:pt x="5223" y="40"/>
                        <a:pt x="4970" y="49"/>
                        <a:pt x="4717" y="57"/>
                      </a:cubicBezTo>
                      <a:cubicBezTo>
                        <a:pt x="4199" y="76"/>
                        <a:pt x="3681" y="102"/>
                        <a:pt x="3164" y="128"/>
                      </a:cubicBezTo>
                      <a:cubicBezTo>
                        <a:pt x="2128" y="174"/>
                        <a:pt x="1094" y="228"/>
                        <a:pt x="58" y="281"/>
                      </a:cubicBezTo>
                      <a:cubicBezTo>
                        <a:pt x="3" y="285"/>
                        <a:pt x="0" y="369"/>
                        <a:pt x="55" y="369"/>
                      </a:cubicBezTo>
                      <a:cubicBezTo>
                        <a:pt x="56" y="369"/>
                        <a:pt x="57" y="369"/>
                        <a:pt x="58" y="369"/>
                      </a:cubicBezTo>
                      <a:cubicBezTo>
                        <a:pt x="1105" y="346"/>
                        <a:pt x="2153" y="321"/>
                        <a:pt x="3200" y="289"/>
                      </a:cubicBezTo>
                      <a:cubicBezTo>
                        <a:pt x="3718" y="275"/>
                        <a:pt x="4236" y="264"/>
                        <a:pt x="4753" y="243"/>
                      </a:cubicBezTo>
                      <a:cubicBezTo>
                        <a:pt x="5017" y="232"/>
                        <a:pt x="5282" y="222"/>
                        <a:pt x="5547" y="213"/>
                      </a:cubicBezTo>
                      <a:cubicBezTo>
                        <a:pt x="5577" y="212"/>
                        <a:pt x="5608" y="211"/>
                        <a:pt x="5640" y="211"/>
                      </a:cubicBezTo>
                      <a:cubicBezTo>
                        <a:pt x="5694" y="211"/>
                        <a:pt x="5749" y="212"/>
                        <a:pt x="5805" y="212"/>
                      </a:cubicBezTo>
                      <a:cubicBezTo>
                        <a:pt x="5952" y="212"/>
                        <a:pt x="6103" y="204"/>
                        <a:pt x="6223" y="141"/>
                      </a:cubicBezTo>
                      <a:cubicBezTo>
                        <a:pt x="6268" y="119"/>
                        <a:pt x="6249" y="63"/>
                        <a:pt x="6211" y="47"/>
                      </a:cubicBezTo>
                      <a:cubicBezTo>
                        <a:pt x="6127" y="12"/>
                        <a:pt x="6029" y="1"/>
                        <a:pt x="59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0"/>
                <p:cNvSpPr/>
                <p:nvPr/>
              </p:nvSpPr>
              <p:spPr>
                <a:xfrm>
                  <a:off x="4080900" y="3711000"/>
                  <a:ext cx="178225" cy="14400"/>
                </a:xfrm>
                <a:custGeom>
                  <a:rect b="b" l="l" r="r" t="t"/>
                  <a:pathLst>
                    <a:path extrusionOk="0" h="576" w="7129">
                      <a:moveTo>
                        <a:pt x="209" y="0"/>
                      </a:moveTo>
                      <a:cubicBezTo>
                        <a:pt x="152" y="0"/>
                        <a:pt x="94" y="1"/>
                        <a:pt x="37" y="1"/>
                      </a:cubicBezTo>
                      <a:cubicBezTo>
                        <a:pt x="1" y="1"/>
                        <a:pt x="2" y="53"/>
                        <a:pt x="37" y="54"/>
                      </a:cubicBezTo>
                      <a:cubicBezTo>
                        <a:pt x="1204" y="107"/>
                        <a:pt x="2371" y="169"/>
                        <a:pt x="3536" y="256"/>
                      </a:cubicBezTo>
                      <a:cubicBezTo>
                        <a:pt x="4700" y="342"/>
                        <a:pt x="5860" y="470"/>
                        <a:pt x="7024" y="576"/>
                      </a:cubicBezTo>
                      <a:cubicBezTo>
                        <a:pt x="7026" y="576"/>
                        <a:pt x="7028" y="576"/>
                        <a:pt x="7030" y="576"/>
                      </a:cubicBezTo>
                      <a:cubicBezTo>
                        <a:pt x="7109" y="576"/>
                        <a:pt x="7129" y="434"/>
                        <a:pt x="7044" y="424"/>
                      </a:cubicBezTo>
                      <a:cubicBezTo>
                        <a:pt x="5895" y="266"/>
                        <a:pt x="4729" y="179"/>
                        <a:pt x="3572" y="109"/>
                      </a:cubicBezTo>
                      <a:cubicBezTo>
                        <a:pt x="2451" y="40"/>
                        <a:pt x="1333" y="0"/>
                        <a:pt x="2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0"/>
                <p:cNvSpPr/>
                <p:nvPr/>
              </p:nvSpPr>
              <p:spPr>
                <a:xfrm>
                  <a:off x="4173225" y="3733575"/>
                  <a:ext cx="40975" cy="5775"/>
                </a:xfrm>
                <a:custGeom>
                  <a:rect b="b" l="l" r="r" t="t"/>
                  <a:pathLst>
                    <a:path extrusionOk="0" h="231" w="1639">
                      <a:moveTo>
                        <a:pt x="64" y="0"/>
                      </a:moveTo>
                      <a:cubicBezTo>
                        <a:pt x="17" y="0"/>
                        <a:pt x="0" y="71"/>
                        <a:pt x="49" y="85"/>
                      </a:cubicBezTo>
                      <a:cubicBezTo>
                        <a:pt x="301" y="145"/>
                        <a:pt x="559" y="188"/>
                        <a:pt x="817" y="213"/>
                      </a:cubicBezTo>
                      <a:cubicBezTo>
                        <a:pt x="947" y="223"/>
                        <a:pt x="1076" y="230"/>
                        <a:pt x="1206" y="230"/>
                      </a:cubicBezTo>
                      <a:cubicBezTo>
                        <a:pt x="1229" y="230"/>
                        <a:pt x="1253" y="230"/>
                        <a:pt x="1277" y="230"/>
                      </a:cubicBezTo>
                      <a:cubicBezTo>
                        <a:pt x="1383" y="230"/>
                        <a:pt x="1491" y="227"/>
                        <a:pt x="1591" y="196"/>
                      </a:cubicBezTo>
                      <a:cubicBezTo>
                        <a:pt x="1631" y="181"/>
                        <a:pt x="1638" y="121"/>
                        <a:pt x="1595" y="115"/>
                      </a:cubicBezTo>
                      <a:cubicBezTo>
                        <a:pt x="1551" y="109"/>
                        <a:pt x="1506" y="107"/>
                        <a:pt x="1462" y="107"/>
                      </a:cubicBezTo>
                      <a:cubicBezTo>
                        <a:pt x="1387" y="107"/>
                        <a:pt x="1313" y="113"/>
                        <a:pt x="1238" y="113"/>
                      </a:cubicBezTo>
                      <a:cubicBezTo>
                        <a:pt x="1197" y="114"/>
                        <a:pt x="1156" y="115"/>
                        <a:pt x="1115" y="115"/>
                      </a:cubicBezTo>
                      <a:cubicBezTo>
                        <a:pt x="1026" y="115"/>
                        <a:pt x="937" y="113"/>
                        <a:pt x="847" y="108"/>
                      </a:cubicBezTo>
                      <a:cubicBezTo>
                        <a:pt x="587" y="93"/>
                        <a:pt x="329" y="57"/>
                        <a:pt x="74" y="1"/>
                      </a:cubicBezTo>
                      <a:cubicBezTo>
                        <a:pt x="70" y="1"/>
                        <a:pt x="67" y="0"/>
                        <a:pt x="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0"/>
                <p:cNvSpPr/>
                <p:nvPr/>
              </p:nvSpPr>
              <p:spPr>
                <a:xfrm>
                  <a:off x="4120200" y="3861300"/>
                  <a:ext cx="283325" cy="211150"/>
                </a:xfrm>
                <a:custGeom>
                  <a:rect b="b" l="l" r="r" t="t"/>
                  <a:pathLst>
                    <a:path extrusionOk="0" h="8446" w="11333">
                      <a:moveTo>
                        <a:pt x="11297" y="0"/>
                      </a:moveTo>
                      <a:cubicBezTo>
                        <a:pt x="11293" y="0"/>
                        <a:pt x="11290" y="1"/>
                        <a:pt x="11286" y="2"/>
                      </a:cubicBezTo>
                      <a:cubicBezTo>
                        <a:pt x="10875" y="161"/>
                        <a:pt x="10505" y="459"/>
                        <a:pt x="10142" y="701"/>
                      </a:cubicBezTo>
                      <a:cubicBezTo>
                        <a:pt x="9761" y="953"/>
                        <a:pt x="9384" y="1208"/>
                        <a:pt x="9007" y="1466"/>
                      </a:cubicBezTo>
                      <a:cubicBezTo>
                        <a:pt x="8243" y="1986"/>
                        <a:pt x="7487" y="2518"/>
                        <a:pt x="6740" y="3061"/>
                      </a:cubicBezTo>
                      <a:cubicBezTo>
                        <a:pt x="5278" y="4124"/>
                        <a:pt x="3840" y="5221"/>
                        <a:pt x="2437" y="6365"/>
                      </a:cubicBezTo>
                      <a:cubicBezTo>
                        <a:pt x="1626" y="7027"/>
                        <a:pt x="822" y="7703"/>
                        <a:pt x="28" y="8389"/>
                      </a:cubicBezTo>
                      <a:cubicBezTo>
                        <a:pt x="0" y="8412"/>
                        <a:pt x="26" y="8446"/>
                        <a:pt x="54" y="8446"/>
                      </a:cubicBezTo>
                      <a:cubicBezTo>
                        <a:pt x="62" y="8446"/>
                        <a:pt x="70" y="8443"/>
                        <a:pt x="77" y="8438"/>
                      </a:cubicBezTo>
                      <a:cubicBezTo>
                        <a:pt x="2882" y="6075"/>
                        <a:pt x="5805" y="3849"/>
                        <a:pt x="8825" y="1767"/>
                      </a:cubicBezTo>
                      <a:cubicBezTo>
                        <a:pt x="9240" y="1482"/>
                        <a:pt x="9653" y="1200"/>
                        <a:pt x="10071" y="922"/>
                      </a:cubicBezTo>
                      <a:lnTo>
                        <a:pt x="10698" y="507"/>
                      </a:lnTo>
                      <a:cubicBezTo>
                        <a:pt x="10911" y="365"/>
                        <a:pt x="11134" y="234"/>
                        <a:pt x="11315" y="54"/>
                      </a:cubicBezTo>
                      <a:cubicBezTo>
                        <a:pt x="11332" y="35"/>
                        <a:pt x="11320" y="0"/>
                        <a:pt x="1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0"/>
                <p:cNvSpPr/>
                <p:nvPr/>
              </p:nvSpPr>
              <p:spPr>
                <a:xfrm>
                  <a:off x="4250825" y="3875975"/>
                  <a:ext cx="80050" cy="46000"/>
                </a:xfrm>
                <a:custGeom>
                  <a:rect b="b" l="l" r="r" t="t"/>
                  <a:pathLst>
                    <a:path extrusionOk="0" h="1840" w="3202">
                      <a:moveTo>
                        <a:pt x="3158" y="1"/>
                      </a:moveTo>
                      <a:cubicBezTo>
                        <a:pt x="3154" y="1"/>
                        <a:pt x="3151" y="1"/>
                        <a:pt x="3148" y="2"/>
                      </a:cubicBezTo>
                      <a:cubicBezTo>
                        <a:pt x="2865" y="80"/>
                        <a:pt x="2610" y="225"/>
                        <a:pt x="2352" y="361"/>
                      </a:cubicBezTo>
                      <a:cubicBezTo>
                        <a:pt x="2089" y="497"/>
                        <a:pt x="1828" y="640"/>
                        <a:pt x="1571" y="787"/>
                      </a:cubicBezTo>
                      <a:cubicBezTo>
                        <a:pt x="1050" y="1090"/>
                        <a:pt x="540" y="1412"/>
                        <a:pt x="41" y="1752"/>
                      </a:cubicBezTo>
                      <a:cubicBezTo>
                        <a:pt x="1" y="1780"/>
                        <a:pt x="25" y="1839"/>
                        <a:pt x="64" y="1839"/>
                      </a:cubicBezTo>
                      <a:cubicBezTo>
                        <a:pt x="72" y="1839"/>
                        <a:pt x="80" y="1837"/>
                        <a:pt x="89" y="1832"/>
                      </a:cubicBezTo>
                      <a:cubicBezTo>
                        <a:pt x="586" y="1507"/>
                        <a:pt x="1093" y="1199"/>
                        <a:pt x="1612" y="911"/>
                      </a:cubicBezTo>
                      <a:cubicBezTo>
                        <a:pt x="1862" y="773"/>
                        <a:pt x="2116" y="636"/>
                        <a:pt x="2370" y="503"/>
                      </a:cubicBezTo>
                      <a:cubicBezTo>
                        <a:pt x="2642" y="362"/>
                        <a:pt x="2927" y="241"/>
                        <a:pt x="3175" y="65"/>
                      </a:cubicBezTo>
                      <a:cubicBezTo>
                        <a:pt x="3201" y="45"/>
                        <a:pt x="3190" y="1"/>
                        <a:pt x="3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0"/>
                <p:cNvSpPr/>
                <p:nvPr/>
              </p:nvSpPr>
              <p:spPr>
                <a:xfrm>
                  <a:off x="4081625" y="4256775"/>
                  <a:ext cx="327525" cy="152125"/>
                </a:xfrm>
                <a:custGeom>
                  <a:rect b="b" l="l" r="r" t="t"/>
                  <a:pathLst>
                    <a:path extrusionOk="0" h="6085" w="13101">
                      <a:moveTo>
                        <a:pt x="53" y="0"/>
                      </a:moveTo>
                      <a:cubicBezTo>
                        <a:pt x="13" y="0"/>
                        <a:pt x="1" y="65"/>
                        <a:pt x="45" y="82"/>
                      </a:cubicBezTo>
                      <a:cubicBezTo>
                        <a:pt x="3569" y="1328"/>
                        <a:pt x="7017" y="2814"/>
                        <a:pt x="10312" y="4579"/>
                      </a:cubicBezTo>
                      <a:cubicBezTo>
                        <a:pt x="10770" y="4823"/>
                        <a:pt x="11224" y="5074"/>
                        <a:pt x="11676" y="5328"/>
                      </a:cubicBezTo>
                      <a:cubicBezTo>
                        <a:pt x="12126" y="5581"/>
                        <a:pt x="12569" y="5882"/>
                        <a:pt x="13048" y="6083"/>
                      </a:cubicBezTo>
                      <a:cubicBezTo>
                        <a:pt x="13051" y="6084"/>
                        <a:pt x="13053" y="6084"/>
                        <a:pt x="13056" y="6084"/>
                      </a:cubicBezTo>
                      <a:cubicBezTo>
                        <a:pt x="13081" y="6084"/>
                        <a:pt x="13100" y="6046"/>
                        <a:pt x="13078" y="6029"/>
                      </a:cubicBezTo>
                      <a:cubicBezTo>
                        <a:pt x="12728" y="5747"/>
                        <a:pt x="12312" y="5538"/>
                        <a:pt x="11918" y="5315"/>
                      </a:cubicBezTo>
                      <a:cubicBezTo>
                        <a:pt x="11506" y="5081"/>
                        <a:pt x="11093" y="4851"/>
                        <a:pt x="10676" y="4625"/>
                      </a:cubicBezTo>
                      <a:cubicBezTo>
                        <a:pt x="9842" y="4174"/>
                        <a:pt x="8999" y="3741"/>
                        <a:pt x="8149" y="3324"/>
                      </a:cubicBezTo>
                      <a:cubicBezTo>
                        <a:pt x="6484" y="2505"/>
                        <a:pt x="4787" y="1750"/>
                        <a:pt x="3058" y="1076"/>
                      </a:cubicBezTo>
                      <a:cubicBezTo>
                        <a:pt x="2071" y="689"/>
                        <a:pt x="1072" y="336"/>
                        <a:pt x="67" y="3"/>
                      </a:cubicBezTo>
                      <a:cubicBezTo>
                        <a:pt x="62" y="1"/>
                        <a:pt x="57"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0"/>
                <p:cNvSpPr/>
                <p:nvPr/>
              </p:nvSpPr>
              <p:spPr>
                <a:xfrm>
                  <a:off x="4114750" y="4304375"/>
                  <a:ext cx="255700" cy="123675"/>
                </a:xfrm>
                <a:custGeom>
                  <a:rect b="b" l="l" r="r" t="t"/>
                  <a:pathLst>
                    <a:path extrusionOk="0" h="4947" w="10228">
                      <a:moveTo>
                        <a:pt x="63" y="1"/>
                      </a:moveTo>
                      <a:cubicBezTo>
                        <a:pt x="17" y="1"/>
                        <a:pt x="1" y="76"/>
                        <a:pt x="53" y="96"/>
                      </a:cubicBezTo>
                      <a:cubicBezTo>
                        <a:pt x="2784" y="1098"/>
                        <a:pt x="5428" y="2319"/>
                        <a:pt x="7981" y="3718"/>
                      </a:cubicBezTo>
                      <a:cubicBezTo>
                        <a:pt x="8702" y="4111"/>
                        <a:pt x="9409" y="4527"/>
                        <a:pt x="10121" y="4938"/>
                      </a:cubicBezTo>
                      <a:cubicBezTo>
                        <a:pt x="10131" y="4944"/>
                        <a:pt x="10140" y="4947"/>
                        <a:pt x="10149" y="4947"/>
                      </a:cubicBezTo>
                      <a:cubicBezTo>
                        <a:pt x="10197" y="4947"/>
                        <a:pt x="10228" y="4874"/>
                        <a:pt x="10178" y="4840"/>
                      </a:cubicBezTo>
                      <a:cubicBezTo>
                        <a:pt x="7741" y="3270"/>
                        <a:pt x="5094" y="1979"/>
                        <a:pt x="2410" y="889"/>
                      </a:cubicBezTo>
                      <a:cubicBezTo>
                        <a:pt x="1639" y="577"/>
                        <a:pt x="861" y="281"/>
                        <a:pt x="79" y="3"/>
                      </a:cubicBezTo>
                      <a:cubicBezTo>
                        <a:pt x="73" y="1"/>
                        <a:pt x="68" y="1"/>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89" name="Google Shape;2889;p50"/>
            <p:cNvGrpSpPr/>
            <p:nvPr/>
          </p:nvGrpSpPr>
          <p:grpSpPr>
            <a:xfrm flipH="1">
              <a:off x="24008" y="4325900"/>
              <a:ext cx="7038224" cy="1822941"/>
              <a:chOff x="609975" y="2032925"/>
              <a:chExt cx="2729475" cy="706950"/>
            </a:xfrm>
          </p:grpSpPr>
          <p:sp>
            <p:nvSpPr>
              <p:cNvPr id="2890" name="Google Shape;2890;p50"/>
              <p:cNvSpPr/>
              <p:nvPr/>
            </p:nvSpPr>
            <p:spPr>
              <a:xfrm>
                <a:off x="609975" y="2032925"/>
                <a:ext cx="2729475" cy="706950"/>
              </a:xfrm>
              <a:custGeom>
                <a:rect b="b" l="l" r="r" t="t"/>
                <a:pathLst>
                  <a:path extrusionOk="0" h="28278" w="109179">
                    <a:moveTo>
                      <a:pt x="106304" y="1"/>
                    </a:moveTo>
                    <a:cubicBezTo>
                      <a:pt x="103702" y="1"/>
                      <a:pt x="101100" y="429"/>
                      <a:pt x="98638" y="1270"/>
                    </a:cubicBezTo>
                    <a:cubicBezTo>
                      <a:pt x="96635" y="1953"/>
                      <a:pt x="94726" y="2906"/>
                      <a:pt x="92692" y="3485"/>
                    </a:cubicBezTo>
                    <a:cubicBezTo>
                      <a:pt x="91767" y="3747"/>
                      <a:pt x="90947" y="3848"/>
                      <a:pt x="90151" y="3848"/>
                    </a:cubicBezTo>
                    <a:cubicBezTo>
                      <a:pt x="88957" y="3848"/>
                      <a:pt x="87819" y="3621"/>
                      <a:pt x="86467" y="3371"/>
                    </a:cubicBezTo>
                    <a:cubicBezTo>
                      <a:pt x="86297" y="3341"/>
                      <a:pt x="86124" y="3312"/>
                      <a:pt x="85951" y="3287"/>
                    </a:cubicBezTo>
                    <a:cubicBezTo>
                      <a:pt x="85064" y="3162"/>
                      <a:pt x="84143" y="3122"/>
                      <a:pt x="83219" y="3122"/>
                    </a:cubicBezTo>
                    <a:cubicBezTo>
                      <a:pt x="82137" y="3122"/>
                      <a:pt x="81052" y="3177"/>
                      <a:pt x="80016" y="3211"/>
                    </a:cubicBezTo>
                    <a:cubicBezTo>
                      <a:pt x="75550" y="3357"/>
                      <a:pt x="71071" y="3965"/>
                      <a:pt x="66790" y="5283"/>
                    </a:cubicBezTo>
                    <a:cubicBezTo>
                      <a:pt x="65924" y="5550"/>
                      <a:pt x="65081" y="5643"/>
                      <a:pt x="64240" y="5643"/>
                    </a:cubicBezTo>
                    <a:cubicBezTo>
                      <a:pt x="62551" y="5643"/>
                      <a:pt x="60874" y="5268"/>
                      <a:pt x="59056" y="5173"/>
                    </a:cubicBezTo>
                    <a:cubicBezTo>
                      <a:pt x="58358" y="5137"/>
                      <a:pt x="57659" y="5119"/>
                      <a:pt x="56960" y="5119"/>
                    </a:cubicBezTo>
                    <a:cubicBezTo>
                      <a:pt x="54436" y="5119"/>
                      <a:pt x="51912" y="5354"/>
                      <a:pt x="49432" y="5823"/>
                    </a:cubicBezTo>
                    <a:cubicBezTo>
                      <a:pt x="45935" y="6484"/>
                      <a:pt x="42511" y="7610"/>
                      <a:pt x="38959" y="7816"/>
                    </a:cubicBezTo>
                    <a:cubicBezTo>
                      <a:pt x="38539" y="7840"/>
                      <a:pt x="38120" y="7851"/>
                      <a:pt x="37701" y="7851"/>
                    </a:cubicBezTo>
                    <a:cubicBezTo>
                      <a:pt x="31460" y="7851"/>
                      <a:pt x="25330" y="5317"/>
                      <a:pt x="19100" y="5317"/>
                    </a:cubicBezTo>
                    <a:cubicBezTo>
                      <a:pt x="18579" y="5317"/>
                      <a:pt x="18057" y="5335"/>
                      <a:pt x="17534" y="5374"/>
                    </a:cubicBezTo>
                    <a:cubicBezTo>
                      <a:pt x="14091" y="5626"/>
                      <a:pt x="10786" y="6765"/>
                      <a:pt x="7524" y="7896"/>
                    </a:cubicBezTo>
                    <a:cubicBezTo>
                      <a:pt x="5015" y="8767"/>
                      <a:pt x="2509" y="9634"/>
                      <a:pt x="0" y="10504"/>
                    </a:cubicBezTo>
                    <a:lnTo>
                      <a:pt x="0" y="27649"/>
                    </a:lnTo>
                    <a:cubicBezTo>
                      <a:pt x="2350" y="28133"/>
                      <a:pt x="4866" y="28217"/>
                      <a:pt x="7252" y="28238"/>
                    </a:cubicBezTo>
                    <a:cubicBezTo>
                      <a:pt x="10256" y="28265"/>
                      <a:pt x="13261" y="28278"/>
                      <a:pt x="16266" y="28278"/>
                    </a:cubicBezTo>
                    <a:cubicBezTo>
                      <a:pt x="47147" y="28278"/>
                      <a:pt x="78028" y="26875"/>
                      <a:pt x="108779" y="24074"/>
                    </a:cubicBezTo>
                    <a:cubicBezTo>
                      <a:pt x="108913" y="24063"/>
                      <a:pt x="109044" y="24053"/>
                      <a:pt x="109178" y="24047"/>
                    </a:cubicBezTo>
                    <a:lnTo>
                      <a:pt x="109178" y="181"/>
                    </a:lnTo>
                    <a:cubicBezTo>
                      <a:pt x="108945" y="151"/>
                      <a:pt x="108713" y="124"/>
                      <a:pt x="108484" y="102"/>
                    </a:cubicBezTo>
                    <a:cubicBezTo>
                      <a:pt x="107759" y="35"/>
                      <a:pt x="107032" y="1"/>
                      <a:pt x="106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0"/>
              <p:cNvSpPr/>
              <p:nvPr/>
            </p:nvSpPr>
            <p:spPr>
              <a:xfrm>
                <a:off x="1700475" y="2204925"/>
                <a:ext cx="543500" cy="55950"/>
              </a:xfrm>
              <a:custGeom>
                <a:rect b="b" l="l" r="r" t="t"/>
                <a:pathLst>
                  <a:path extrusionOk="0" h="2238" w="21740">
                    <a:moveTo>
                      <a:pt x="15892" y="1"/>
                    </a:moveTo>
                    <a:cubicBezTo>
                      <a:pt x="14167" y="1"/>
                      <a:pt x="12441" y="93"/>
                      <a:pt x="10745" y="241"/>
                    </a:cubicBezTo>
                    <a:cubicBezTo>
                      <a:pt x="7115" y="558"/>
                      <a:pt x="3524" y="1218"/>
                      <a:pt x="19" y="2208"/>
                    </a:cubicBezTo>
                    <a:cubicBezTo>
                      <a:pt x="1" y="2213"/>
                      <a:pt x="6" y="2237"/>
                      <a:pt x="22" y="2237"/>
                    </a:cubicBezTo>
                    <a:cubicBezTo>
                      <a:pt x="24" y="2237"/>
                      <a:pt x="26" y="2237"/>
                      <a:pt x="28" y="2237"/>
                    </a:cubicBezTo>
                    <a:cubicBezTo>
                      <a:pt x="3578" y="1267"/>
                      <a:pt x="7213" y="626"/>
                      <a:pt x="10884" y="361"/>
                    </a:cubicBezTo>
                    <a:cubicBezTo>
                      <a:pt x="12092" y="273"/>
                      <a:pt x="13295" y="237"/>
                      <a:pt x="14496" y="237"/>
                    </a:cubicBezTo>
                    <a:cubicBezTo>
                      <a:pt x="16875" y="237"/>
                      <a:pt x="19246" y="380"/>
                      <a:pt x="21637" y="548"/>
                    </a:cubicBezTo>
                    <a:cubicBezTo>
                      <a:pt x="21639" y="548"/>
                      <a:pt x="21641" y="548"/>
                      <a:pt x="21642" y="548"/>
                    </a:cubicBezTo>
                    <a:cubicBezTo>
                      <a:pt x="21722" y="548"/>
                      <a:pt x="21739" y="412"/>
                      <a:pt x="21656" y="401"/>
                    </a:cubicBezTo>
                    <a:cubicBezTo>
                      <a:pt x="19763" y="117"/>
                      <a:pt x="17828" y="1"/>
                      <a:pt x="15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0"/>
              <p:cNvSpPr/>
              <p:nvPr/>
            </p:nvSpPr>
            <p:spPr>
              <a:xfrm>
                <a:off x="1941725" y="2241025"/>
                <a:ext cx="183275" cy="7900"/>
              </a:xfrm>
              <a:custGeom>
                <a:rect b="b" l="l" r="r" t="t"/>
                <a:pathLst>
                  <a:path extrusionOk="0" h="316" w="7331">
                    <a:moveTo>
                      <a:pt x="4532" y="0"/>
                    </a:moveTo>
                    <a:cubicBezTo>
                      <a:pt x="3028" y="0"/>
                      <a:pt x="1524" y="99"/>
                      <a:pt x="31" y="268"/>
                    </a:cubicBezTo>
                    <a:cubicBezTo>
                      <a:pt x="1" y="271"/>
                      <a:pt x="0" y="316"/>
                      <a:pt x="28" y="316"/>
                    </a:cubicBezTo>
                    <a:cubicBezTo>
                      <a:pt x="29" y="316"/>
                      <a:pt x="30" y="316"/>
                      <a:pt x="31" y="316"/>
                    </a:cubicBezTo>
                    <a:cubicBezTo>
                      <a:pt x="1471" y="167"/>
                      <a:pt x="2909" y="106"/>
                      <a:pt x="4349" y="106"/>
                    </a:cubicBezTo>
                    <a:cubicBezTo>
                      <a:pt x="5328" y="106"/>
                      <a:pt x="6308" y="134"/>
                      <a:pt x="7290" y="183"/>
                    </a:cubicBezTo>
                    <a:cubicBezTo>
                      <a:pt x="7291" y="183"/>
                      <a:pt x="7292" y="183"/>
                      <a:pt x="7293" y="183"/>
                    </a:cubicBezTo>
                    <a:cubicBezTo>
                      <a:pt x="7331" y="183"/>
                      <a:pt x="7329" y="121"/>
                      <a:pt x="7290" y="118"/>
                    </a:cubicBezTo>
                    <a:cubicBezTo>
                      <a:pt x="6373" y="37"/>
                      <a:pt x="5452"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0"/>
              <p:cNvSpPr/>
              <p:nvPr/>
            </p:nvSpPr>
            <p:spPr>
              <a:xfrm>
                <a:off x="2294725" y="2062725"/>
                <a:ext cx="917900" cy="151775"/>
              </a:xfrm>
              <a:custGeom>
                <a:rect b="b" l="l" r="r" t="t"/>
                <a:pathLst>
                  <a:path extrusionOk="0" h="6071" w="36716">
                    <a:moveTo>
                      <a:pt x="36624" y="0"/>
                    </a:moveTo>
                    <a:cubicBezTo>
                      <a:pt x="36618" y="0"/>
                      <a:pt x="36611" y="1"/>
                      <a:pt x="36605" y="3"/>
                    </a:cubicBezTo>
                    <a:cubicBezTo>
                      <a:pt x="34248" y="781"/>
                      <a:pt x="31952" y="1603"/>
                      <a:pt x="29513" y="2101"/>
                    </a:cubicBezTo>
                    <a:cubicBezTo>
                      <a:pt x="27002" y="2617"/>
                      <a:pt x="24453" y="2878"/>
                      <a:pt x="21893" y="2944"/>
                    </a:cubicBezTo>
                    <a:cubicBezTo>
                      <a:pt x="21188" y="2963"/>
                      <a:pt x="20481" y="2969"/>
                      <a:pt x="19774" y="2969"/>
                    </a:cubicBezTo>
                    <a:cubicBezTo>
                      <a:pt x="18167" y="2969"/>
                      <a:pt x="16556" y="2936"/>
                      <a:pt x="14947" y="2936"/>
                    </a:cubicBezTo>
                    <a:cubicBezTo>
                      <a:pt x="12326" y="2936"/>
                      <a:pt x="9711" y="3024"/>
                      <a:pt x="7123" y="3490"/>
                    </a:cubicBezTo>
                    <a:cubicBezTo>
                      <a:pt x="4630" y="3938"/>
                      <a:pt x="2210" y="4729"/>
                      <a:pt x="26" y="6021"/>
                    </a:cubicBezTo>
                    <a:cubicBezTo>
                      <a:pt x="1" y="6036"/>
                      <a:pt x="16" y="6071"/>
                      <a:pt x="39" y="6071"/>
                    </a:cubicBezTo>
                    <a:cubicBezTo>
                      <a:pt x="43" y="6071"/>
                      <a:pt x="47" y="6070"/>
                      <a:pt x="51" y="6068"/>
                    </a:cubicBezTo>
                    <a:cubicBezTo>
                      <a:pt x="4269" y="3659"/>
                      <a:pt x="9196" y="3195"/>
                      <a:pt x="13963" y="3143"/>
                    </a:cubicBezTo>
                    <a:cubicBezTo>
                      <a:pt x="14607" y="3136"/>
                      <a:pt x="15250" y="3134"/>
                      <a:pt x="15892" y="3134"/>
                    </a:cubicBezTo>
                    <a:cubicBezTo>
                      <a:pt x="16699" y="3134"/>
                      <a:pt x="17504" y="3137"/>
                      <a:pt x="18309" y="3137"/>
                    </a:cubicBezTo>
                    <a:cubicBezTo>
                      <a:pt x="21853" y="3137"/>
                      <a:pt x="25384" y="3075"/>
                      <a:pt x="28900" y="2412"/>
                    </a:cubicBezTo>
                    <a:cubicBezTo>
                      <a:pt x="31513" y="1921"/>
                      <a:pt x="34239" y="1251"/>
                      <a:pt x="36655" y="122"/>
                    </a:cubicBezTo>
                    <a:cubicBezTo>
                      <a:pt x="36715" y="94"/>
                      <a:pt x="36683" y="0"/>
                      <a:pt x="36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0"/>
              <p:cNvSpPr/>
              <p:nvPr/>
            </p:nvSpPr>
            <p:spPr>
              <a:xfrm>
                <a:off x="2874300" y="2070250"/>
                <a:ext cx="465150" cy="103375"/>
              </a:xfrm>
              <a:custGeom>
                <a:rect b="b" l="l" r="r" t="t"/>
                <a:pathLst>
                  <a:path extrusionOk="0" h="4135" w="18606">
                    <a:moveTo>
                      <a:pt x="18562" y="1"/>
                    </a:moveTo>
                    <a:cubicBezTo>
                      <a:pt x="15856" y="1"/>
                      <a:pt x="13170" y="933"/>
                      <a:pt x="10640" y="1804"/>
                    </a:cubicBezTo>
                    <a:cubicBezTo>
                      <a:pt x="7676" y="2821"/>
                      <a:pt x="4683" y="4036"/>
                      <a:pt x="1534" y="4036"/>
                    </a:cubicBezTo>
                    <a:cubicBezTo>
                      <a:pt x="1041" y="4036"/>
                      <a:pt x="544" y="4006"/>
                      <a:pt x="43" y="3941"/>
                    </a:cubicBezTo>
                    <a:cubicBezTo>
                      <a:pt x="42" y="3941"/>
                      <a:pt x="41" y="3941"/>
                      <a:pt x="39" y="3941"/>
                    </a:cubicBezTo>
                    <a:cubicBezTo>
                      <a:pt x="6" y="3941"/>
                      <a:pt x="1" y="4002"/>
                      <a:pt x="34" y="4004"/>
                    </a:cubicBezTo>
                    <a:cubicBezTo>
                      <a:pt x="638" y="4094"/>
                      <a:pt x="1234" y="4135"/>
                      <a:pt x="1824" y="4135"/>
                    </a:cubicBezTo>
                    <a:cubicBezTo>
                      <a:pt x="7627" y="4135"/>
                      <a:pt x="12812" y="199"/>
                      <a:pt x="18605" y="127"/>
                    </a:cubicBezTo>
                    <a:lnTo>
                      <a:pt x="18605" y="1"/>
                    </a:lnTo>
                    <a:cubicBezTo>
                      <a:pt x="18591" y="1"/>
                      <a:pt x="18576" y="1"/>
                      <a:pt x="18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5" name="Google Shape;2895;p50"/>
            <p:cNvGrpSpPr/>
            <p:nvPr/>
          </p:nvGrpSpPr>
          <p:grpSpPr>
            <a:xfrm>
              <a:off x="4843954" y="4436540"/>
              <a:ext cx="4299913" cy="1492837"/>
              <a:chOff x="1786325" y="2127525"/>
              <a:chExt cx="1562525" cy="542475"/>
            </a:xfrm>
          </p:grpSpPr>
          <p:sp>
            <p:nvSpPr>
              <p:cNvPr id="2896" name="Google Shape;2896;p50"/>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0"/>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8" name="Google Shape;2898;p50"/>
          <p:cNvGrpSpPr/>
          <p:nvPr/>
        </p:nvGrpSpPr>
        <p:grpSpPr>
          <a:xfrm>
            <a:off x="4223850" y="380525"/>
            <a:ext cx="1538225" cy="703675"/>
            <a:chOff x="3504250" y="2617325"/>
            <a:chExt cx="1538225" cy="703675"/>
          </a:xfrm>
        </p:grpSpPr>
        <p:sp>
          <p:nvSpPr>
            <p:cNvPr id="2899" name="Google Shape;2899;p50"/>
            <p:cNvSpPr/>
            <p:nvPr/>
          </p:nvSpPr>
          <p:spPr>
            <a:xfrm>
              <a:off x="3504250" y="2617325"/>
              <a:ext cx="1538225" cy="703675"/>
            </a:xfrm>
            <a:custGeom>
              <a:rect b="b" l="l" r="r" t="t"/>
              <a:pathLst>
                <a:path extrusionOk="0" h="28147" w="61529">
                  <a:moveTo>
                    <a:pt x="34078" y="1"/>
                  </a:moveTo>
                  <a:cubicBezTo>
                    <a:pt x="33635" y="1"/>
                    <a:pt x="33194" y="52"/>
                    <a:pt x="32766" y="161"/>
                  </a:cubicBezTo>
                  <a:cubicBezTo>
                    <a:pt x="29798" y="915"/>
                    <a:pt x="27148" y="3587"/>
                    <a:pt x="26667" y="6937"/>
                  </a:cubicBezTo>
                  <a:cubicBezTo>
                    <a:pt x="25954" y="5795"/>
                    <a:pt x="24691" y="5109"/>
                    <a:pt x="23429" y="5109"/>
                  </a:cubicBezTo>
                  <a:cubicBezTo>
                    <a:pt x="23133" y="5109"/>
                    <a:pt x="22838" y="5147"/>
                    <a:pt x="22549" y="5225"/>
                  </a:cubicBezTo>
                  <a:cubicBezTo>
                    <a:pt x="21029" y="5639"/>
                    <a:pt x="19812" y="7149"/>
                    <a:pt x="19633" y="8844"/>
                  </a:cubicBezTo>
                  <a:cubicBezTo>
                    <a:pt x="19413" y="8813"/>
                    <a:pt x="19194" y="8797"/>
                    <a:pt x="18975" y="8797"/>
                  </a:cubicBezTo>
                  <a:cubicBezTo>
                    <a:pt x="15560" y="8797"/>
                    <a:pt x="12410" y="12537"/>
                    <a:pt x="12917" y="16274"/>
                  </a:cubicBezTo>
                  <a:cubicBezTo>
                    <a:pt x="12117" y="14508"/>
                    <a:pt x="10300" y="13439"/>
                    <a:pt x="8508" y="13439"/>
                  </a:cubicBezTo>
                  <a:cubicBezTo>
                    <a:pt x="7799" y="13439"/>
                    <a:pt x="7094" y="13606"/>
                    <a:pt x="6458" y="13963"/>
                  </a:cubicBezTo>
                  <a:cubicBezTo>
                    <a:pt x="4317" y="15163"/>
                    <a:pt x="3327" y="18297"/>
                    <a:pt x="4256" y="20689"/>
                  </a:cubicBezTo>
                  <a:cubicBezTo>
                    <a:pt x="3975" y="20597"/>
                    <a:pt x="3677" y="20552"/>
                    <a:pt x="3377" y="20552"/>
                  </a:cubicBezTo>
                  <a:cubicBezTo>
                    <a:pt x="2205" y="20552"/>
                    <a:pt x="1001" y="21238"/>
                    <a:pt x="604" y="22461"/>
                  </a:cubicBezTo>
                  <a:cubicBezTo>
                    <a:pt x="0" y="24318"/>
                    <a:pt x="1206" y="26397"/>
                    <a:pt x="2817" y="27286"/>
                  </a:cubicBezTo>
                  <a:cubicBezTo>
                    <a:pt x="4184" y="28037"/>
                    <a:pt x="5752" y="28146"/>
                    <a:pt x="7299" y="28146"/>
                  </a:cubicBezTo>
                  <a:cubicBezTo>
                    <a:pt x="7572" y="28146"/>
                    <a:pt x="7844" y="28143"/>
                    <a:pt x="8115" y="28139"/>
                  </a:cubicBezTo>
                  <a:cubicBezTo>
                    <a:pt x="22957" y="27930"/>
                    <a:pt x="37798" y="27722"/>
                    <a:pt x="52639" y="27513"/>
                  </a:cubicBezTo>
                  <a:cubicBezTo>
                    <a:pt x="54639" y="27485"/>
                    <a:pt x="56725" y="27433"/>
                    <a:pt x="58487" y="26395"/>
                  </a:cubicBezTo>
                  <a:cubicBezTo>
                    <a:pt x="60248" y="25358"/>
                    <a:pt x="61529" y="22997"/>
                    <a:pt x="60800" y="20973"/>
                  </a:cubicBezTo>
                  <a:cubicBezTo>
                    <a:pt x="60342" y="19701"/>
                    <a:pt x="58206" y="18784"/>
                    <a:pt x="56510" y="18784"/>
                  </a:cubicBezTo>
                  <a:cubicBezTo>
                    <a:pt x="55504" y="18784"/>
                    <a:pt x="54653" y="19106"/>
                    <a:pt x="54398" y="19869"/>
                  </a:cubicBezTo>
                  <a:cubicBezTo>
                    <a:pt x="55012" y="17543"/>
                    <a:pt x="52917" y="15110"/>
                    <a:pt x="50805" y="15110"/>
                  </a:cubicBezTo>
                  <a:cubicBezTo>
                    <a:pt x="50411" y="15110"/>
                    <a:pt x="50017" y="15194"/>
                    <a:pt x="49640" y="15380"/>
                  </a:cubicBezTo>
                  <a:cubicBezTo>
                    <a:pt x="51010" y="14708"/>
                    <a:pt x="51383" y="12530"/>
                    <a:pt x="51297" y="11096"/>
                  </a:cubicBezTo>
                  <a:cubicBezTo>
                    <a:pt x="51193" y="9386"/>
                    <a:pt x="50079" y="7814"/>
                    <a:pt x="48690" y="7079"/>
                  </a:cubicBezTo>
                  <a:cubicBezTo>
                    <a:pt x="47805" y="6611"/>
                    <a:pt x="46835" y="6416"/>
                    <a:pt x="45850" y="6416"/>
                  </a:cubicBezTo>
                  <a:cubicBezTo>
                    <a:pt x="44813" y="6416"/>
                    <a:pt x="43758" y="6632"/>
                    <a:pt x="42767" y="6969"/>
                  </a:cubicBezTo>
                  <a:cubicBezTo>
                    <a:pt x="42234" y="7151"/>
                    <a:pt x="41690" y="7378"/>
                    <a:pt x="41302" y="7817"/>
                  </a:cubicBezTo>
                  <a:cubicBezTo>
                    <a:pt x="41291" y="7832"/>
                    <a:pt x="41278" y="7846"/>
                    <a:pt x="41265" y="7862"/>
                  </a:cubicBezTo>
                  <a:cubicBezTo>
                    <a:pt x="41334" y="6489"/>
                    <a:pt x="41034" y="5093"/>
                    <a:pt x="40387" y="3911"/>
                  </a:cubicBezTo>
                  <a:cubicBezTo>
                    <a:pt x="39132" y="1614"/>
                    <a:pt x="36555" y="1"/>
                    <a:pt x="3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0"/>
            <p:cNvSpPr/>
            <p:nvPr/>
          </p:nvSpPr>
          <p:spPr>
            <a:xfrm>
              <a:off x="3657075" y="2987650"/>
              <a:ext cx="84525" cy="85650"/>
            </a:xfrm>
            <a:custGeom>
              <a:rect b="b" l="l" r="r" t="t"/>
              <a:pathLst>
                <a:path extrusionOk="0" h="3426" w="3381">
                  <a:moveTo>
                    <a:pt x="3030" y="1"/>
                  </a:moveTo>
                  <a:cubicBezTo>
                    <a:pt x="2318" y="1"/>
                    <a:pt x="1538" y="540"/>
                    <a:pt x="1072" y="1000"/>
                  </a:cubicBezTo>
                  <a:cubicBezTo>
                    <a:pt x="454" y="1611"/>
                    <a:pt x="0" y="2486"/>
                    <a:pt x="57" y="3370"/>
                  </a:cubicBezTo>
                  <a:cubicBezTo>
                    <a:pt x="59" y="3404"/>
                    <a:pt x="90" y="3425"/>
                    <a:pt x="119" y="3425"/>
                  </a:cubicBezTo>
                  <a:cubicBezTo>
                    <a:pt x="141" y="3425"/>
                    <a:pt x="162" y="3413"/>
                    <a:pt x="167" y="3385"/>
                  </a:cubicBezTo>
                  <a:cubicBezTo>
                    <a:pt x="349" y="2548"/>
                    <a:pt x="637" y="1807"/>
                    <a:pt x="1265" y="1193"/>
                  </a:cubicBezTo>
                  <a:cubicBezTo>
                    <a:pt x="1598" y="872"/>
                    <a:pt x="1997" y="610"/>
                    <a:pt x="2431" y="444"/>
                  </a:cubicBezTo>
                  <a:cubicBezTo>
                    <a:pt x="2725" y="332"/>
                    <a:pt x="3036" y="300"/>
                    <a:pt x="3320" y="170"/>
                  </a:cubicBezTo>
                  <a:cubicBezTo>
                    <a:pt x="3380" y="143"/>
                    <a:pt x="3363" y="44"/>
                    <a:pt x="3303" y="29"/>
                  </a:cubicBezTo>
                  <a:cubicBezTo>
                    <a:pt x="3213" y="10"/>
                    <a:pt x="3122" y="1"/>
                    <a:pt x="3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0"/>
            <p:cNvSpPr/>
            <p:nvPr/>
          </p:nvSpPr>
          <p:spPr>
            <a:xfrm>
              <a:off x="3685625" y="3036450"/>
              <a:ext cx="61800" cy="33550"/>
            </a:xfrm>
            <a:custGeom>
              <a:rect b="b" l="l" r="r" t="t"/>
              <a:pathLst>
                <a:path extrusionOk="0" h="1342" w="2472">
                  <a:moveTo>
                    <a:pt x="2097" y="0"/>
                  </a:moveTo>
                  <a:cubicBezTo>
                    <a:pt x="1244" y="0"/>
                    <a:pt x="458" y="538"/>
                    <a:pt x="24" y="1266"/>
                  </a:cubicBezTo>
                  <a:cubicBezTo>
                    <a:pt x="1" y="1305"/>
                    <a:pt x="35" y="1341"/>
                    <a:pt x="71" y="1341"/>
                  </a:cubicBezTo>
                  <a:cubicBezTo>
                    <a:pt x="86" y="1341"/>
                    <a:pt x="102" y="1334"/>
                    <a:pt x="113" y="1317"/>
                  </a:cubicBezTo>
                  <a:cubicBezTo>
                    <a:pt x="641" y="534"/>
                    <a:pt x="1450" y="221"/>
                    <a:pt x="2364" y="169"/>
                  </a:cubicBezTo>
                  <a:cubicBezTo>
                    <a:pt x="2443" y="163"/>
                    <a:pt x="2472" y="34"/>
                    <a:pt x="2384" y="21"/>
                  </a:cubicBezTo>
                  <a:cubicBezTo>
                    <a:pt x="2288" y="7"/>
                    <a:pt x="2192" y="0"/>
                    <a:pt x="2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0"/>
            <p:cNvSpPr/>
            <p:nvPr/>
          </p:nvSpPr>
          <p:spPr>
            <a:xfrm>
              <a:off x="3847975" y="2867600"/>
              <a:ext cx="148675" cy="168600"/>
            </a:xfrm>
            <a:custGeom>
              <a:rect b="b" l="l" r="r" t="t"/>
              <a:pathLst>
                <a:path extrusionOk="0" h="6744" w="5947">
                  <a:moveTo>
                    <a:pt x="5511" y="1"/>
                  </a:moveTo>
                  <a:cubicBezTo>
                    <a:pt x="4097" y="1"/>
                    <a:pt x="2507" y="1099"/>
                    <a:pt x="1641" y="2085"/>
                  </a:cubicBezTo>
                  <a:cubicBezTo>
                    <a:pt x="529" y="3354"/>
                    <a:pt x="0" y="5040"/>
                    <a:pt x="167" y="6716"/>
                  </a:cubicBezTo>
                  <a:cubicBezTo>
                    <a:pt x="169" y="6734"/>
                    <a:pt x="184" y="6743"/>
                    <a:pt x="198" y="6743"/>
                  </a:cubicBezTo>
                  <a:cubicBezTo>
                    <a:pt x="212" y="6743"/>
                    <a:pt x="225" y="6734"/>
                    <a:pt x="225" y="6716"/>
                  </a:cubicBezTo>
                  <a:cubicBezTo>
                    <a:pt x="226" y="5053"/>
                    <a:pt x="770" y="3425"/>
                    <a:pt x="1911" y="2192"/>
                  </a:cubicBezTo>
                  <a:cubicBezTo>
                    <a:pt x="2393" y="1669"/>
                    <a:pt x="2974" y="1239"/>
                    <a:pt x="3606" y="912"/>
                  </a:cubicBezTo>
                  <a:cubicBezTo>
                    <a:pt x="4338" y="535"/>
                    <a:pt x="5092" y="470"/>
                    <a:pt x="5845" y="199"/>
                  </a:cubicBezTo>
                  <a:cubicBezTo>
                    <a:pt x="5946" y="163"/>
                    <a:pt x="5923" y="32"/>
                    <a:pt x="5819" y="19"/>
                  </a:cubicBezTo>
                  <a:cubicBezTo>
                    <a:pt x="5718" y="7"/>
                    <a:pt x="5615" y="1"/>
                    <a:pt x="5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0"/>
            <p:cNvSpPr/>
            <p:nvPr/>
          </p:nvSpPr>
          <p:spPr>
            <a:xfrm>
              <a:off x="4021800" y="2778825"/>
              <a:ext cx="101225" cy="70650"/>
            </a:xfrm>
            <a:custGeom>
              <a:rect b="b" l="l" r="r" t="t"/>
              <a:pathLst>
                <a:path extrusionOk="0" h="2826" w="4049">
                  <a:moveTo>
                    <a:pt x="3473" y="1"/>
                  </a:moveTo>
                  <a:cubicBezTo>
                    <a:pt x="1917" y="1"/>
                    <a:pt x="479" y="1380"/>
                    <a:pt x="10" y="2776"/>
                  </a:cubicBezTo>
                  <a:cubicBezTo>
                    <a:pt x="1" y="2807"/>
                    <a:pt x="24" y="2826"/>
                    <a:pt x="49" y="2826"/>
                  </a:cubicBezTo>
                  <a:cubicBezTo>
                    <a:pt x="65" y="2826"/>
                    <a:pt x="82" y="2817"/>
                    <a:pt x="90" y="2798"/>
                  </a:cubicBezTo>
                  <a:cubicBezTo>
                    <a:pt x="421" y="1949"/>
                    <a:pt x="1007" y="1262"/>
                    <a:pt x="1795" y="801"/>
                  </a:cubicBezTo>
                  <a:cubicBezTo>
                    <a:pt x="2490" y="396"/>
                    <a:pt x="3189" y="320"/>
                    <a:pt x="3967" y="209"/>
                  </a:cubicBezTo>
                  <a:cubicBezTo>
                    <a:pt x="4049" y="197"/>
                    <a:pt x="4043" y="62"/>
                    <a:pt x="3965" y="47"/>
                  </a:cubicBezTo>
                  <a:cubicBezTo>
                    <a:pt x="3801" y="16"/>
                    <a:pt x="3636" y="1"/>
                    <a:pt x="3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0"/>
            <p:cNvSpPr/>
            <p:nvPr/>
          </p:nvSpPr>
          <p:spPr>
            <a:xfrm>
              <a:off x="4200675" y="2728875"/>
              <a:ext cx="227325" cy="99950"/>
            </a:xfrm>
            <a:custGeom>
              <a:rect b="b" l="l" r="r" t="t"/>
              <a:pathLst>
                <a:path extrusionOk="0" h="3998" w="9093">
                  <a:moveTo>
                    <a:pt x="5803" y="1"/>
                  </a:moveTo>
                  <a:cubicBezTo>
                    <a:pt x="5012" y="1"/>
                    <a:pt x="4223" y="147"/>
                    <a:pt x="3488" y="449"/>
                  </a:cubicBezTo>
                  <a:cubicBezTo>
                    <a:pt x="1895" y="1100"/>
                    <a:pt x="664" y="2375"/>
                    <a:pt x="9" y="3959"/>
                  </a:cubicBezTo>
                  <a:cubicBezTo>
                    <a:pt x="0" y="3980"/>
                    <a:pt x="21" y="3998"/>
                    <a:pt x="41" y="3998"/>
                  </a:cubicBezTo>
                  <a:cubicBezTo>
                    <a:pt x="51" y="3998"/>
                    <a:pt x="60" y="3993"/>
                    <a:pt x="65" y="3982"/>
                  </a:cubicBezTo>
                  <a:cubicBezTo>
                    <a:pt x="779" y="2455"/>
                    <a:pt x="2060" y="1229"/>
                    <a:pt x="3654" y="652"/>
                  </a:cubicBezTo>
                  <a:cubicBezTo>
                    <a:pt x="4311" y="414"/>
                    <a:pt x="5020" y="293"/>
                    <a:pt x="5724" y="293"/>
                  </a:cubicBezTo>
                  <a:cubicBezTo>
                    <a:pt x="5884" y="293"/>
                    <a:pt x="6044" y="300"/>
                    <a:pt x="6202" y="312"/>
                  </a:cubicBezTo>
                  <a:cubicBezTo>
                    <a:pt x="6711" y="351"/>
                    <a:pt x="7212" y="452"/>
                    <a:pt x="7696" y="612"/>
                  </a:cubicBezTo>
                  <a:cubicBezTo>
                    <a:pt x="8116" y="752"/>
                    <a:pt x="8496" y="987"/>
                    <a:pt x="8921" y="1100"/>
                  </a:cubicBezTo>
                  <a:cubicBezTo>
                    <a:pt x="8930" y="1103"/>
                    <a:pt x="8940" y="1104"/>
                    <a:pt x="8948" y="1104"/>
                  </a:cubicBezTo>
                  <a:cubicBezTo>
                    <a:pt x="9034" y="1104"/>
                    <a:pt x="9092" y="993"/>
                    <a:pt x="9022" y="926"/>
                  </a:cubicBezTo>
                  <a:cubicBezTo>
                    <a:pt x="8388" y="322"/>
                    <a:pt x="7287" y="115"/>
                    <a:pt x="6443" y="33"/>
                  </a:cubicBezTo>
                  <a:cubicBezTo>
                    <a:pt x="6230" y="12"/>
                    <a:pt x="6017" y="1"/>
                    <a:pt x="5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0"/>
            <p:cNvSpPr/>
            <p:nvPr/>
          </p:nvSpPr>
          <p:spPr>
            <a:xfrm>
              <a:off x="4259425" y="2672875"/>
              <a:ext cx="168750" cy="38225"/>
            </a:xfrm>
            <a:custGeom>
              <a:rect b="b" l="l" r="r" t="t"/>
              <a:pathLst>
                <a:path extrusionOk="0" h="1529" w="6750">
                  <a:moveTo>
                    <a:pt x="3058" y="1"/>
                  </a:moveTo>
                  <a:cubicBezTo>
                    <a:pt x="1997" y="1"/>
                    <a:pt x="956" y="284"/>
                    <a:pt x="37" y="828"/>
                  </a:cubicBezTo>
                  <a:cubicBezTo>
                    <a:pt x="0" y="850"/>
                    <a:pt x="24" y="902"/>
                    <a:pt x="59" y="902"/>
                  </a:cubicBezTo>
                  <a:cubicBezTo>
                    <a:pt x="65" y="902"/>
                    <a:pt x="71" y="900"/>
                    <a:pt x="78" y="897"/>
                  </a:cubicBezTo>
                  <a:cubicBezTo>
                    <a:pt x="914" y="447"/>
                    <a:pt x="1823" y="214"/>
                    <a:pt x="2758" y="214"/>
                  </a:cubicBezTo>
                  <a:cubicBezTo>
                    <a:pt x="3001" y="214"/>
                    <a:pt x="3246" y="230"/>
                    <a:pt x="3492" y="261"/>
                  </a:cubicBezTo>
                  <a:cubicBezTo>
                    <a:pt x="4040" y="331"/>
                    <a:pt x="4571" y="478"/>
                    <a:pt x="5079" y="694"/>
                  </a:cubicBezTo>
                  <a:cubicBezTo>
                    <a:pt x="5596" y="913"/>
                    <a:pt x="6015" y="1293"/>
                    <a:pt x="6518" y="1518"/>
                  </a:cubicBezTo>
                  <a:cubicBezTo>
                    <a:pt x="6534" y="1525"/>
                    <a:pt x="6551" y="1528"/>
                    <a:pt x="6568" y="1528"/>
                  </a:cubicBezTo>
                  <a:cubicBezTo>
                    <a:pt x="6657" y="1528"/>
                    <a:pt x="6750" y="1444"/>
                    <a:pt x="6684" y="1352"/>
                  </a:cubicBezTo>
                  <a:cubicBezTo>
                    <a:pt x="6054" y="488"/>
                    <a:pt x="4617" y="122"/>
                    <a:pt x="3613" y="27"/>
                  </a:cubicBezTo>
                  <a:cubicBezTo>
                    <a:pt x="3428" y="9"/>
                    <a:pt x="3242" y="1"/>
                    <a:pt x="3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0"/>
            <p:cNvSpPr/>
            <p:nvPr/>
          </p:nvSpPr>
          <p:spPr>
            <a:xfrm>
              <a:off x="4505675" y="2808400"/>
              <a:ext cx="245475" cy="65400"/>
            </a:xfrm>
            <a:custGeom>
              <a:rect b="b" l="l" r="r" t="t"/>
              <a:pathLst>
                <a:path extrusionOk="0" h="2616" w="9819">
                  <a:moveTo>
                    <a:pt x="4934" y="1"/>
                  </a:moveTo>
                  <a:cubicBezTo>
                    <a:pt x="4911" y="1"/>
                    <a:pt x="4889" y="1"/>
                    <a:pt x="4867" y="1"/>
                  </a:cubicBezTo>
                  <a:cubicBezTo>
                    <a:pt x="2957" y="29"/>
                    <a:pt x="1172" y="985"/>
                    <a:pt x="16" y="2491"/>
                  </a:cubicBezTo>
                  <a:cubicBezTo>
                    <a:pt x="1" y="2510"/>
                    <a:pt x="23" y="2535"/>
                    <a:pt x="44" y="2535"/>
                  </a:cubicBezTo>
                  <a:cubicBezTo>
                    <a:pt x="50" y="2535"/>
                    <a:pt x="56" y="2533"/>
                    <a:pt x="61" y="2527"/>
                  </a:cubicBezTo>
                  <a:cubicBezTo>
                    <a:pt x="1217" y="1111"/>
                    <a:pt x="2948" y="227"/>
                    <a:pt x="4786" y="227"/>
                  </a:cubicBezTo>
                  <a:cubicBezTo>
                    <a:pt x="4813" y="227"/>
                    <a:pt x="4839" y="227"/>
                    <a:pt x="4866" y="227"/>
                  </a:cubicBezTo>
                  <a:cubicBezTo>
                    <a:pt x="5805" y="242"/>
                    <a:pt x="6753" y="493"/>
                    <a:pt x="7583" y="929"/>
                  </a:cubicBezTo>
                  <a:cubicBezTo>
                    <a:pt x="8403" y="1358"/>
                    <a:pt x="8930" y="2005"/>
                    <a:pt x="9613" y="2589"/>
                  </a:cubicBezTo>
                  <a:cubicBezTo>
                    <a:pt x="9636" y="2608"/>
                    <a:pt x="9661" y="2616"/>
                    <a:pt x="9685" y="2616"/>
                  </a:cubicBezTo>
                  <a:cubicBezTo>
                    <a:pt x="9757" y="2616"/>
                    <a:pt x="9819" y="2543"/>
                    <a:pt x="9779" y="2462"/>
                  </a:cubicBezTo>
                  <a:cubicBezTo>
                    <a:pt x="8968" y="865"/>
                    <a:pt x="6633" y="1"/>
                    <a:pt x="4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0"/>
            <p:cNvSpPr/>
            <p:nvPr/>
          </p:nvSpPr>
          <p:spPr>
            <a:xfrm>
              <a:off x="4525925" y="2874775"/>
              <a:ext cx="128500" cy="42125"/>
            </a:xfrm>
            <a:custGeom>
              <a:rect b="b" l="l" r="r" t="t"/>
              <a:pathLst>
                <a:path extrusionOk="0" h="1685" w="5140">
                  <a:moveTo>
                    <a:pt x="3996" y="1"/>
                  </a:moveTo>
                  <a:cubicBezTo>
                    <a:pt x="2569" y="1"/>
                    <a:pt x="1018" y="777"/>
                    <a:pt x="29" y="1625"/>
                  </a:cubicBezTo>
                  <a:cubicBezTo>
                    <a:pt x="0" y="1649"/>
                    <a:pt x="26" y="1684"/>
                    <a:pt x="55" y="1684"/>
                  </a:cubicBezTo>
                  <a:cubicBezTo>
                    <a:pt x="63" y="1684"/>
                    <a:pt x="72" y="1682"/>
                    <a:pt x="79" y="1676"/>
                  </a:cubicBezTo>
                  <a:cubicBezTo>
                    <a:pt x="802" y="1104"/>
                    <a:pt x="1619" y="686"/>
                    <a:pt x="2520" y="467"/>
                  </a:cubicBezTo>
                  <a:cubicBezTo>
                    <a:pt x="2969" y="358"/>
                    <a:pt x="3401" y="338"/>
                    <a:pt x="3835" y="338"/>
                  </a:cubicBezTo>
                  <a:cubicBezTo>
                    <a:pt x="4089" y="338"/>
                    <a:pt x="4344" y="345"/>
                    <a:pt x="4603" y="345"/>
                  </a:cubicBezTo>
                  <a:cubicBezTo>
                    <a:pt x="4739" y="345"/>
                    <a:pt x="4877" y="343"/>
                    <a:pt x="5017" y="337"/>
                  </a:cubicBezTo>
                  <a:cubicBezTo>
                    <a:pt x="5119" y="333"/>
                    <a:pt x="5139" y="192"/>
                    <a:pt x="5041" y="160"/>
                  </a:cubicBezTo>
                  <a:cubicBezTo>
                    <a:pt x="4708" y="50"/>
                    <a:pt x="4356" y="1"/>
                    <a:pt x="3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0"/>
            <p:cNvSpPr/>
            <p:nvPr/>
          </p:nvSpPr>
          <p:spPr>
            <a:xfrm>
              <a:off x="4723050" y="3032500"/>
              <a:ext cx="109350" cy="69500"/>
            </a:xfrm>
            <a:custGeom>
              <a:rect b="b" l="l" r="r" t="t"/>
              <a:pathLst>
                <a:path extrusionOk="0" h="2780" w="4374">
                  <a:moveTo>
                    <a:pt x="1394" y="0"/>
                  </a:moveTo>
                  <a:cubicBezTo>
                    <a:pt x="945" y="0"/>
                    <a:pt x="488" y="98"/>
                    <a:pt x="52" y="306"/>
                  </a:cubicBezTo>
                  <a:cubicBezTo>
                    <a:pt x="1" y="329"/>
                    <a:pt x="27" y="415"/>
                    <a:pt x="77" y="415"/>
                  </a:cubicBezTo>
                  <a:cubicBezTo>
                    <a:pt x="84" y="415"/>
                    <a:pt x="90" y="413"/>
                    <a:pt x="97" y="411"/>
                  </a:cubicBezTo>
                  <a:cubicBezTo>
                    <a:pt x="485" y="253"/>
                    <a:pt x="871" y="179"/>
                    <a:pt x="1242" y="179"/>
                  </a:cubicBezTo>
                  <a:cubicBezTo>
                    <a:pt x="2601" y="179"/>
                    <a:pt x="3752" y="1171"/>
                    <a:pt x="4001" y="2647"/>
                  </a:cubicBezTo>
                  <a:cubicBezTo>
                    <a:pt x="4016" y="2740"/>
                    <a:pt x="4080" y="2780"/>
                    <a:pt x="4149" y="2780"/>
                  </a:cubicBezTo>
                  <a:cubicBezTo>
                    <a:pt x="4255" y="2780"/>
                    <a:pt x="4374" y="2687"/>
                    <a:pt x="4356" y="2547"/>
                  </a:cubicBezTo>
                  <a:cubicBezTo>
                    <a:pt x="4145" y="985"/>
                    <a:pt x="2818"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0"/>
            <p:cNvSpPr/>
            <p:nvPr/>
          </p:nvSpPr>
          <p:spPr>
            <a:xfrm>
              <a:off x="4765600" y="3080800"/>
              <a:ext cx="32050" cy="38425"/>
            </a:xfrm>
            <a:custGeom>
              <a:rect b="b" l="l" r="r" t="t"/>
              <a:pathLst>
                <a:path extrusionOk="0" h="1537" w="1282">
                  <a:moveTo>
                    <a:pt x="56" y="0"/>
                  </a:moveTo>
                  <a:cubicBezTo>
                    <a:pt x="14" y="0"/>
                    <a:pt x="0" y="63"/>
                    <a:pt x="44" y="76"/>
                  </a:cubicBezTo>
                  <a:cubicBezTo>
                    <a:pt x="683" y="275"/>
                    <a:pt x="966" y="840"/>
                    <a:pt x="1011" y="1468"/>
                  </a:cubicBezTo>
                  <a:cubicBezTo>
                    <a:pt x="1014" y="1510"/>
                    <a:pt x="1053" y="1536"/>
                    <a:pt x="1088" y="1536"/>
                  </a:cubicBezTo>
                  <a:cubicBezTo>
                    <a:pt x="1115" y="1536"/>
                    <a:pt x="1139" y="1521"/>
                    <a:pt x="1145" y="1487"/>
                  </a:cubicBezTo>
                  <a:cubicBezTo>
                    <a:pt x="1282" y="803"/>
                    <a:pt x="707" y="153"/>
                    <a:pt x="66"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0"/>
            <p:cNvSpPr/>
            <p:nvPr/>
          </p:nvSpPr>
          <p:spPr>
            <a:xfrm>
              <a:off x="3526000" y="3154200"/>
              <a:ext cx="70325" cy="75975"/>
            </a:xfrm>
            <a:custGeom>
              <a:rect b="b" l="l" r="r" t="t"/>
              <a:pathLst>
                <a:path extrusionOk="0" h="3039" w="2813">
                  <a:moveTo>
                    <a:pt x="2765" y="0"/>
                  </a:moveTo>
                  <a:cubicBezTo>
                    <a:pt x="2765" y="0"/>
                    <a:pt x="2764" y="0"/>
                    <a:pt x="2764" y="0"/>
                  </a:cubicBezTo>
                  <a:cubicBezTo>
                    <a:pt x="1388" y="51"/>
                    <a:pt x="0" y="1672"/>
                    <a:pt x="938" y="3001"/>
                  </a:cubicBezTo>
                  <a:cubicBezTo>
                    <a:pt x="957" y="3027"/>
                    <a:pt x="982" y="3039"/>
                    <a:pt x="1007" y="3039"/>
                  </a:cubicBezTo>
                  <a:cubicBezTo>
                    <a:pt x="1054" y="3039"/>
                    <a:pt x="1097" y="2999"/>
                    <a:pt x="1084" y="2939"/>
                  </a:cubicBezTo>
                  <a:cubicBezTo>
                    <a:pt x="946" y="2284"/>
                    <a:pt x="817" y="1693"/>
                    <a:pt x="1172" y="1071"/>
                  </a:cubicBezTo>
                  <a:cubicBezTo>
                    <a:pt x="1503" y="489"/>
                    <a:pt x="2108" y="146"/>
                    <a:pt x="2762" y="77"/>
                  </a:cubicBezTo>
                  <a:cubicBezTo>
                    <a:pt x="2811" y="70"/>
                    <a:pt x="2813" y="0"/>
                    <a:pt x="2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50"/>
          <p:cNvGrpSpPr/>
          <p:nvPr/>
        </p:nvGrpSpPr>
        <p:grpSpPr>
          <a:xfrm>
            <a:off x="4566175" y="2960275"/>
            <a:ext cx="1195900" cy="541775"/>
            <a:chOff x="5595675" y="1084200"/>
            <a:chExt cx="1195900" cy="541775"/>
          </a:xfrm>
        </p:grpSpPr>
        <p:sp>
          <p:nvSpPr>
            <p:cNvPr id="2912" name="Google Shape;2912;p50"/>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0"/>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0"/>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0"/>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0"/>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0"/>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0"/>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0"/>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0"/>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0"/>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0"/>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6" name="Shape 2926"/>
        <p:cNvGrpSpPr/>
        <p:nvPr/>
      </p:nvGrpSpPr>
      <p:grpSpPr>
        <a:xfrm>
          <a:off x="0" y="0"/>
          <a:ext cx="0" cy="0"/>
          <a:chOff x="0" y="0"/>
          <a:chExt cx="0" cy="0"/>
        </a:xfrm>
      </p:grpSpPr>
      <p:sp>
        <p:nvSpPr>
          <p:cNvPr id="2927" name="Google Shape;2927;p51"/>
          <p:cNvSpPr txBox="1"/>
          <p:nvPr>
            <p:ph idx="1" type="subTitle"/>
          </p:nvPr>
        </p:nvSpPr>
        <p:spPr>
          <a:xfrm>
            <a:off x="4049075" y="3804600"/>
            <a:ext cx="3604200" cy="798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right-click on it and select </a:t>
            </a:r>
            <a:r>
              <a:rPr b="1" lang="en">
                <a:latin typeface="Overpass"/>
                <a:ea typeface="Overpass"/>
                <a:cs typeface="Overpass"/>
                <a:sym typeface="Overpass"/>
              </a:rPr>
              <a:t>“Replace image”</a:t>
            </a:r>
            <a:endParaRPr b="1">
              <a:latin typeface="Overpass"/>
              <a:ea typeface="Overpass"/>
              <a:cs typeface="Overpass"/>
              <a:sym typeface="Overpass"/>
            </a:endParaRPr>
          </a:p>
        </p:txBody>
      </p:sp>
      <p:sp>
        <p:nvSpPr>
          <p:cNvPr id="2928" name="Google Shape;2928;p51"/>
          <p:cNvSpPr txBox="1"/>
          <p:nvPr>
            <p:ph type="title"/>
          </p:nvPr>
        </p:nvSpPr>
        <p:spPr>
          <a:xfrm>
            <a:off x="1490725" y="3918300"/>
            <a:ext cx="2394900" cy="571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Mockup devices</a:t>
            </a:r>
            <a:endParaRPr/>
          </a:p>
        </p:txBody>
      </p:sp>
      <p:grpSp>
        <p:nvGrpSpPr>
          <p:cNvPr id="2929" name="Google Shape;2929;p51"/>
          <p:cNvGrpSpPr/>
          <p:nvPr/>
        </p:nvGrpSpPr>
        <p:grpSpPr>
          <a:xfrm>
            <a:off x="2316203" y="540005"/>
            <a:ext cx="4104117" cy="3108453"/>
            <a:chOff x="720002" y="1565324"/>
            <a:chExt cx="3851100" cy="2916818"/>
          </a:xfrm>
        </p:grpSpPr>
        <p:sp>
          <p:nvSpPr>
            <p:cNvPr id="2930" name="Google Shape;2930;p51"/>
            <p:cNvSpPr/>
            <p:nvPr/>
          </p:nvSpPr>
          <p:spPr>
            <a:xfrm>
              <a:off x="1986354" y="3985491"/>
              <a:ext cx="1315030" cy="496651"/>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chemeClr val="lt1"/>
            </a:solidFill>
            <a:ln>
              <a:noFill/>
            </a:ln>
          </p:spPr>
        </p:sp>
        <p:sp>
          <p:nvSpPr>
            <p:cNvPr id="2931" name="Google Shape;2931;p51"/>
            <p:cNvSpPr/>
            <p:nvPr/>
          </p:nvSpPr>
          <p:spPr>
            <a:xfrm>
              <a:off x="720002" y="1565324"/>
              <a:ext cx="3851100" cy="2436600"/>
            </a:xfrm>
            <a:prstGeom prst="roundRect">
              <a:avLst>
                <a:gd fmla="val 385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32" name="Google Shape;2932;p51"/>
            <p:cNvCxnSpPr/>
            <p:nvPr/>
          </p:nvCxnSpPr>
          <p:spPr>
            <a:xfrm>
              <a:off x="1896894" y="4443586"/>
              <a:ext cx="1497300" cy="0"/>
            </a:xfrm>
            <a:prstGeom prst="straightConnector1">
              <a:avLst/>
            </a:prstGeom>
            <a:noFill/>
            <a:ln cap="flat" cmpd="sng" w="9525">
              <a:solidFill>
                <a:schemeClr val="accent3"/>
              </a:solidFill>
              <a:prstDash val="solid"/>
              <a:round/>
              <a:headEnd len="med" w="med" type="none"/>
              <a:tailEnd len="med" w="med" type="none"/>
            </a:ln>
          </p:spPr>
        </p:cxnSp>
      </p:grpSp>
      <p:pic>
        <p:nvPicPr>
          <p:cNvPr id="2933" name="Google Shape;2933;p51"/>
          <p:cNvPicPr preferRelativeResize="0"/>
          <p:nvPr/>
        </p:nvPicPr>
        <p:blipFill rotWithShape="1">
          <a:blip r:embed="rId3">
            <a:alphaModFix/>
          </a:blip>
          <a:srcRect b="5204" l="4018" r="4018" t="5222"/>
          <a:stretch/>
        </p:blipFill>
        <p:spPr>
          <a:xfrm>
            <a:off x="2459696" y="675354"/>
            <a:ext cx="3816900" cy="2323500"/>
          </a:xfrm>
          <a:prstGeom prst="rect">
            <a:avLst/>
          </a:prstGeom>
          <a:noFill/>
          <a:ln>
            <a:noFill/>
          </a:ln>
        </p:spPr>
      </p:pic>
      <p:grpSp>
        <p:nvGrpSpPr>
          <p:cNvPr id="2934" name="Google Shape;2934;p51"/>
          <p:cNvGrpSpPr/>
          <p:nvPr/>
        </p:nvGrpSpPr>
        <p:grpSpPr>
          <a:xfrm>
            <a:off x="5804532" y="1154830"/>
            <a:ext cx="1790931" cy="2493787"/>
            <a:chOff x="5403947" y="1467297"/>
            <a:chExt cx="2184062" cy="3041204"/>
          </a:xfrm>
        </p:grpSpPr>
        <p:sp>
          <p:nvSpPr>
            <p:cNvPr id="2935" name="Google Shape;2935;p51"/>
            <p:cNvSpPr/>
            <p:nvPr/>
          </p:nvSpPr>
          <p:spPr>
            <a:xfrm rot="5400000">
              <a:off x="4975376" y="1895868"/>
              <a:ext cx="3041204" cy="2184062"/>
            </a:xfrm>
            <a:custGeom>
              <a:rect b="b" l="l" r="r" t="t"/>
              <a:pathLst>
                <a:path extrusionOk="0" h="12169" w="16945">
                  <a:moveTo>
                    <a:pt x="925" y="0"/>
                  </a:moveTo>
                  <a:cubicBezTo>
                    <a:pt x="415" y="0"/>
                    <a:pt x="0" y="415"/>
                    <a:pt x="0" y="925"/>
                  </a:cubicBezTo>
                  <a:lnTo>
                    <a:pt x="0" y="11245"/>
                  </a:lnTo>
                  <a:cubicBezTo>
                    <a:pt x="0" y="11755"/>
                    <a:pt x="415" y="12168"/>
                    <a:pt x="925" y="12168"/>
                  </a:cubicBezTo>
                  <a:lnTo>
                    <a:pt x="16021" y="12168"/>
                  </a:lnTo>
                  <a:cubicBezTo>
                    <a:pt x="16532" y="12168"/>
                    <a:pt x="16945" y="11755"/>
                    <a:pt x="16945" y="11245"/>
                  </a:cubicBezTo>
                  <a:lnTo>
                    <a:pt x="16945" y="925"/>
                  </a:lnTo>
                  <a:cubicBezTo>
                    <a:pt x="16945" y="415"/>
                    <a:pt x="16532" y="0"/>
                    <a:pt x="160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1"/>
            <p:cNvSpPr/>
            <p:nvPr/>
          </p:nvSpPr>
          <p:spPr>
            <a:xfrm rot="5400000">
              <a:off x="6423090" y="4296410"/>
              <a:ext cx="145554" cy="145556"/>
            </a:xfrm>
            <a:custGeom>
              <a:rect b="b" l="l" r="r" t="t"/>
              <a:pathLst>
                <a:path extrusionOk="0" h="811" w="811">
                  <a:moveTo>
                    <a:pt x="405" y="0"/>
                  </a:moveTo>
                  <a:cubicBezTo>
                    <a:pt x="181" y="0"/>
                    <a:pt x="0" y="181"/>
                    <a:pt x="0" y="406"/>
                  </a:cubicBezTo>
                  <a:cubicBezTo>
                    <a:pt x="0" y="629"/>
                    <a:pt x="181" y="810"/>
                    <a:pt x="405" y="810"/>
                  </a:cubicBezTo>
                  <a:cubicBezTo>
                    <a:pt x="630" y="810"/>
                    <a:pt x="811" y="629"/>
                    <a:pt x="811" y="406"/>
                  </a:cubicBezTo>
                  <a:cubicBezTo>
                    <a:pt x="811" y="181"/>
                    <a:pt x="630" y="0"/>
                    <a:pt x="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37" name="Google Shape;2937;p51"/>
          <p:cNvPicPr preferRelativeResize="0"/>
          <p:nvPr/>
        </p:nvPicPr>
        <p:blipFill rotWithShape="1">
          <a:blip r:embed="rId4">
            <a:alphaModFix/>
          </a:blip>
          <a:srcRect b="8942" l="59495" r="8012" t="8942"/>
          <a:stretch/>
        </p:blipFill>
        <p:spPr>
          <a:xfrm>
            <a:off x="6032444" y="1300190"/>
            <a:ext cx="1333500" cy="2106300"/>
          </a:xfrm>
          <a:prstGeom prst="rect">
            <a:avLst/>
          </a:prstGeom>
          <a:noFill/>
          <a:ln>
            <a:noFill/>
          </a:ln>
        </p:spPr>
      </p:pic>
      <p:grpSp>
        <p:nvGrpSpPr>
          <p:cNvPr id="2938" name="Google Shape;2938;p51"/>
          <p:cNvGrpSpPr/>
          <p:nvPr/>
        </p:nvGrpSpPr>
        <p:grpSpPr>
          <a:xfrm>
            <a:off x="1562903" y="1541832"/>
            <a:ext cx="1133530" cy="2106687"/>
            <a:chOff x="2186222" y="1392715"/>
            <a:chExt cx="1671874" cy="3107208"/>
          </a:xfrm>
        </p:grpSpPr>
        <p:sp>
          <p:nvSpPr>
            <p:cNvPr id="2939" name="Google Shape;2939;p51"/>
            <p:cNvSpPr/>
            <p:nvPr/>
          </p:nvSpPr>
          <p:spPr>
            <a:xfrm>
              <a:off x="2186222" y="1392715"/>
              <a:ext cx="1671874" cy="3107208"/>
            </a:xfrm>
            <a:custGeom>
              <a:rect b="b" l="l" r="r" t="t"/>
              <a:pathLst>
                <a:path extrusionOk="0" h="14095" w="7584">
                  <a:moveTo>
                    <a:pt x="505" y="0"/>
                  </a:moveTo>
                  <a:cubicBezTo>
                    <a:pt x="226" y="0"/>
                    <a:pt x="0" y="270"/>
                    <a:pt x="0" y="603"/>
                  </a:cubicBezTo>
                  <a:lnTo>
                    <a:pt x="0" y="13493"/>
                  </a:lnTo>
                  <a:cubicBezTo>
                    <a:pt x="0" y="13824"/>
                    <a:pt x="226" y="14094"/>
                    <a:pt x="505" y="14094"/>
                  </a:cubicBezTo>
                  <a:lnTo>
                    <a:pt x="7078" y="14094"/>
                  </a:lnTo>
                  <a:cubicBezTo>
                    <a:pt x="7357" y="14094"/>
                    <a:pt x="7583" y="13824"/>
                    <a:pt x="7583" y="13493"/>
                  </a:cubicBezTo>
                  <a:lnTo>
                    <a:pt x="7583" y="603"/>
                  </a:lnTo>
                  <a:cubicBezTo>
                    <a:pt x="7583" y="270"/>
                    <a:pt x="7357" y="0"/>
                    <a:pt x="70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2874018" y="4114994"/>
              <a:ext cx="296281" cy="296281"/>
            </a:xfrm>
            <a:custGeom>
              <a:rect b="b" l="l" r="r" t="t"/>
              <a:pathLst>
                <a:path extrusionOk="0" h="1344" w="1344">
                  <a:moveTo>
                    <a:pt x="672" y="0"/>
                  </a:moveTo>
                  <a:cubicBezTo>
                    <a:pt x="300" y="0"/>
                    <a:pt x="1" y="301"/>
                    <a:pt x="1" y="672"/>
                  </a:cubicBezTo>
                  <a:cubicBezTo>
                    <a:pt x="1" y="1043"/>
                    <a:pt x="300" y="1344"/>
                    <a:pt x="672" y="1344"/>
                  </a:cubicBezTo>
                  <a:cubicBezTo>
                    <a:pt x="1043" y="1344"/>
                    <a:pt x="1344" y="1043"/>
                    <a:pt x="1344" y="672"/>
                  </a:cubicBezTo>
                  <a:cubicBezTo>
                    <a:pt x="1344" y="301"/>
                    <a:pt x="1043" y="0"/>
                    <a:pt x="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2865034" y="1507567"/>
              <a:ext cx="266080" cy="27997"/>
            </a:xfrm>
            <a:custGeom>
              <a:rect b="b" l="l" r="r" t="t"/>
              <a:pathLst>
                <a:path extrusionOk="0" h="127" w="1207">
                  <a:moveTo>
                    <a:pt x="63" y="0"/>
                  </a:moveTo>
                  <a:cubicBezTo>
                    <a:pt x="27" y="0"/>
                    <a:pt x="0" y="28"/>
                    <a:pt x="0" y="63"/>
                  </a:cubicBezTo>
                  <a:cubicBezTo>
                    <a:pt x="0" y="97"/>
                    <a:pt x="27" y="126"/>
                    <a:pt x="63" y="126"/>
                  </a:cubicBezTo>
                  <a:lnTo>
                    <a:pt x="1144" y="126"/>
                  </a:lnTo>
                  <a:cubicBezTo>
                    <a:pt x="1179" y="126"/>
                    <a:pt x="1206" y="97"/>
                    <a:pt x="1206" y="63"/>
                  </a:cubicBezTo>
                  <a:cubicBezTo>
                    <a:pt x="1206" y="28"/>
                    <a:pt x="1179" y="0"/>
                    <a:pt x="11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3141916" y="1496545"/>
              <a:ext cx="49380" cy="49601"/>
            </a:xfrm>
            <a:custGeom>
              <a:rect b="b" l="l" r="r" t="t"/>
              <a:pathLst>
                <a:path extrusionOk="0" h="225" w="224">
                  <a:moveTo>
                    <a:pt x="111" y="1"/>
                  </a:moveTo>
                  <a:cubicBezTo>
                    <a:pt x="50" y="1"/>
                    <a:pt x="0" y="52"/>
                    <a:pt x="0" y="113"/>
                  </a:cubicBezTo>
                  <a:cubicBezTo>
                    <a:pt x="0" y="175"/>
                    <a:pt x="50" y="224"/>
                    <a:pt x="111" y="224"/>
                  </a:cubicBezTo>
                  <a:cubicBezTo>
                    <a:pt x="174" y="224"/>
                    <a:pt x="224" y="175"/>
                    <a:pt x="224" y="113"/>
                  </a:cubicBezTo>
                  <a:cubicBezTo>
                    <a:pt x="224" y="52"/>
                    <a:pt x="174" y="1"/>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43" name="Google Shape;2943;p51"/>
          <p:cNvPicPr preferRelativeResize="0"/>
          <p:nvPr/>
        </p:nvPicPr>
        <p:blipFill rotWithShape="1">
          <a:blip r:embed="rId5">
            <a:alphaModFix/>
          </a:blip>
          <a:srcRect b="11141" l="5777" r="66325" t="19702"/>
          <a:stretch/>
        </p:blipFill>
        <p:spPr>
          <a:xfrm>
            <a:off x="1614667" y="1698060"/>
            <a:ext cx="1037100" cy="16068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7" name="Shape 2947"/>
        <p:cNvGrpSpPr/>
        <p:nvPr/>
      </p:nvGrpSpPr>
      <p:grpSpPr>
        <a:xfrm>
          <a:off x="0" y="0"/>
          <a:ext cx="0" cy="0"/>
          <a:chOff x="0" y="0"/>
          <a:chExt cx="0" cy="0"/>
        </a:xfrm>
      </p:grpSpPr>
      <p:sp>
        <p:nvSpPr>
          <p:cNvPr id="2948" name="Google Shape;2948;p52"/>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socrates</a:t>
            </a:r>
            <a:endParaRPr/>
          </a:p>
        </p:txBody>
      </p:sp>
      <p:graphicFrame>
        <p:nvGraphicFramePr>
          <p:cNvPr id="2949" name="Google Shape;2949;p52"/>
          <p:cNvGraphicFramePr/>
          <p:nvPr/>
        </p:nvGraphicFramePr>
        <p:xfrm>
          <a:off x="720000" y="1220400"/>
          <a:ext cx="3000000" cy="3000000"/>
        </p:xfrm>
        <a:graphic>
          <a:graphicData uri="http://schemas.openxmlformats.org/drawingml/2006/table">
            <a:tbl>
              <a:tblPr>
                <a:noFill/>
                <a:tableStyleId>{96524877-6F27-48A3-B51B-2195CD4B78AA}</a:tableStyleId>
              </a:tblPr>
              <a:tblGrid>
                <a:gridCol w="2568000"/>
                <a:gridCol w="2568000"/>
                <a:gridCol w="2568000"/>
              </a:tblGrid>
              <a:tr h="381000">
                <a:tc>
                  <a:txBody>
                    <a:bodyPr/>
                    <a:lstStyle/>
                    <a:p>
                      <a:pPr indent="0" lvl="0" marL="0" rtl="0" algn="ctr">
                        <a:spcBef>
                          <a:spcPts val="0"/>
                        </a:spcBef>
                        <a:spcAft>
                          <a:spcPts val="0"/>
                        </a:spcAft>
                        <a:buNone/>
                      </a:pPr>
                      <a:r>
                        <a:rPr b="1" lang="en" sz="2500">
                          <a:solidFill>
                            <a:schemeClr val="lt2"/>
                          </a:solidFill>
                          <a:latin typeface="Bahiana"/>
                          <a:ea typeface="Bahiana"/>
                          <a:cs typeface="Bahiana"/>
                          <a:sym typeface="Bahiana"/>
                        </a:rPr>
                        <a:t>philosophy</a:t>
                      </a:r>
                      <a:endParaRPr b="1" sz="2500">
                        <a:solidFill>
                          <a:schemeClr val="lt2"/>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2500">
                          <a:solidFill>
                            <a:schemeClr val="lt2"/>
                          </a:solidFill>
                          <a:latin typeface="Bahiana"/>
                          <a:ea typeface="Bahiana"/>
                          <a:cs typeface="Bahiana"/>
                          <a:sym typeface="Bahiana"/>
                        </a:rPr>
                        <a:t>explanation</a:t>
                      </a:r>
                      <a:endParaRPr b="1" sz="2500">
                        <a:solidFill>
                          <a:schemeClr val="lt2"/>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2500">
                          <a:solidFill>
                            <a:schemeClr val="lt2"/>
                          </a:solidFill>
                          <a:latin typeface="Bahiana"/>
                          <a:ea typeface="Bahiana"/>
                          <a:cs typeface="Bahiana"/>
                          <a:sym typeface="Bahiana"/>
                        </a:rPr>
                        <a:t>concepts</a:t>
                      </a:r>
                      <a:endParaRPr b="1" sz="2500">
                        <a:solidFill>
                          <a:schemeClr val="lt2"/>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r>
              <a:tr h="381000">
                <a:tc>
                  <a:txBody>
                    <a:bodyPr/>
                    <a:lstStyle/>
                    <a:p>
                      <a:pPr indent="0" lvl="0" marL="0" rtl="0" algn="ctr">
                        <a:spcBef>
                          <a:spcPts val="0"/>
                        </a:spcBef>
                        <a:spcAft>
                          <a:spcPts val="0"/>
                        </a:spcAft>
                        <a:buNone/>
                      </a:pPr>
                      <a:r>
                        <a:rPr b="1" lang="en" sz="2500">
                          <a:solidFill>
                            <a:schemeClr val="dk1"/>
                          </a:solidFill>
                          <a:latin typeface="Bahiana"/>
                          <a:ea typeface="Bahiana"/>
                          <a:cs typeface="Bahiana"/>
                          <a:sym typeface="Bahiana"/>
                        </a:rPr>
                        <a:t>Socratic method</a:t>
                      </a:r>
                      <a:endParaRPr b="1" sz="25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Mercury</a:t>
                      </a:r>
                      <a:r>
                        <a:rPr lang="en">
                          <a:solidFill>
                            <a:schemeClr val="dk1"/>
                          </a:solidFill>
                          <a:latin typeface="Overpass Light"/>
                          <a:ea typeface="Overpass Light"/>
                          <a:cs typeface="Overpass Light"/>
                          <a:sym typeface="Overpass Light"/>
                        </a:rPr>
                        <a:t> is a small planet</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Saturn, Neptune, Pluto</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81000">
                <a:tc>
                  <a:txBody>
                    <a:bodyPr/>
                    <a:lstStyle/>
                    <a:p>
                      <a:pPr indent="0" lvl="0" marL="0" rtl="0" algn="ctr">
                        <a:spcBef>
                          <a:spcPts val="0"/>
                        </a:spcBef>
                        <a:spcAft>
                          <a:spcPts val="0"/>
                        </a:spcAft>
                        <a:buNone/>
                      </a:pPr>
                      <a:r>
                        <a:rPr b="1" lang="en" sz="2500">
                          <a:solidFill>
                            <a:schemeClr val="dk1"/>
                          </a:solidFill>
                          <a:latin typeface="Bahiana"/>
                          <a:ea typeface="Bahiana"/>
                          <a:cs typeface="Bahiana"/>
                          <a:sym typeface="Bahiana"/>
                        </a:rPr>
                        <a:t>Priority of definition</a:t>
                      </a:r>
                      <a:endParaRPr b="1" sz="25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Venus</a:t>
                      </a:r>
                      <a:r>
                        <a:rPr lang="en">
                          <a:solidFill>
                            <a:schemeClr val="dk1"/>
                          </a:solidFill>
                          <a:latin typeface="Overpass Light"/>
                          <a:ea typeface="Overpass Light"/>
                          <a:cs typeface="Overpass Light"/>
                          <a:sym typeface="Overpass Light"/>
                        </a:rPr>
                        <a:t> has a beautiful name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The Sun, The Moon</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81000">
                <a:tc>
                  <a:txBody>
                    <a:bodyPr/>
                    <a:lstStyle/>
                    <a:p>
                      <a:pPr indent="0" lvl="0" marL="0" rtl="0" algn="ctr">
                        <a:spcBef>
                          <a:spcPts val="0"/>
                        </a:spcBef>
                        <a:spcAft>
                          <a:spcPts val="0"/>
                        </a:spcAft>
                        <a:buNone/>
                      </a:pPr>
                      <a:r>
                        <a:rPr b="1" lang="en" sz="2500">
                          <a:solidFill>
                            <a:schemeClr val="dk1"/>
                          </a:solidFill>
                          <a:latin typeface="Bahiana"/>
                          <a:ea typeface="Bahiana"/>
                          <a:cs typeface="Bahiana"/>
                          <a:sym typeface="Bahiana"/>
                        </a:rPr>
                        <a:t>Socratic ignorance</a:t>
                      </a:r>
                      <a:endParaRPr b="1" sz="25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Earth</a:t>
                      </a:r>
                      <a:r>
                        <a:rPr lang="en">
                          <a:solidFill>
                            <a:schemeClr val="dk1"/>
                          </a:solidFill>
                          <a:latin typeface="Overpass Light"/>
                          <a:ea typeface="Overpass Light"/>
                          <a:cs typeface="Overpass Light"/>
                          <a:sym typeface="Overpass Light"/>
                        </a:rPr>
                        <a:t> is a planet with life in it</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Ceres</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81000">
                <a:tc>
                  <a:txBody>
                    <a:bodyPr/>
                    <a:lstStyle/>
                    <a:p>
                      <a:pPr indent="0" lvl="0" marL="0" rtl="0" algn="ctr">
                        <a:spcBef>
                          <a:spcPts val="0"/>
                        </a:spcBef>
                        <a:spcAft>
                          <a:spcPts val="0"/>
                        </a:spcAft>
                        <a:buNone/>
                      </a:pPr>
                      <a:r>
                        <a:rPr b="1" lang="en" sz="2500">
                          <a:solidFill>
                            <a:schemeClr val="dk1"/>
                          </a:solidFill>
                          <a:latin typeface="Bahiana"/>
                          <a:ea typeface="Bahiana"/>
                          <a:cs typeface="Bahiana"/>
                          <a:sym typeface="Bahiana"/>
                        </a:rPr>
                        <a:t>Socratic irony</a:t>
                      </a:r>
                      <a:endParaRPr b="1" sz="25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Mars</a:t>
                      </a:r>
                      <a:r>
                        <a:rPr lang="en">
                          <a:solidFill>
                            <a:schemeClr val="dk1"/>
                          </a:solidFill>
                          <a:latin typeface="Overpass Light"/>
                          <a:ea typeface="Overpass Light"/>
                          <a:cs typeface="Overpass Light"/>
                          <a:sym typeface="Overpass Light"/>
                        </a:rPr>
                        <a:t> is a cold place, not hot</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Mercury, Venus</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81000">
                <a:tc>
                  <a:txBody>
                    <a:bodyPr/>
                    <a:lstStyle/>
                    <a:p>
                      <a:pPr indent="0" lvl="0" marL="0" rtl="0" algn="ctr">
                        <a:spcBef>
                          <a:spcPts val="0"/>
                        </a:spcBef>
                        <a:spcAft>
                          <a:spcPts val="0"/>
                        </a:spcAft>
                        <a:buNone/>
                      </a:pPr>
                      <a:r>
                        <a:rPr b="1" lang="en" sz="2500">
                          <a:solidFill>
                            <a:schemeClr val="dk1"/>
                          </a:solidFill>
                          <a:latin typeface="Bahiana"/>
                          <a:ea typeface="Bahiana"/>
                          <a:cs typeface="Bahiana"/>
                          <a:sym typeface="Bahiana"/>
                        </a:rPr>
                        <a:t>eudaimonism</a:t>
                      </a:r>
                      <a:endParaRPr b="1" sz="25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Jupiter</a:t>
                      </a:r>
                      <a:r>
                        <a:rPr lang="en">
                          <a:solidFill>
                            <a:schemeClr val="dk1"/>
                          </a:solidFill>
                          <a:latin typeface="Overpass Light"/>
                          <a:ea typeface="Overpass Light"/>
                          <a:cs typeface="Overpass Light"/>
                          <a:sym typeface="Overpass Light"/>
                        </a:rPr>
                        <a:t> is a gas giant</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Earth, Mars</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3" name="Shape 2953"/>
        <p:cNvGrpSpPr/>
        <p:nvPr/>
      </p:nvGrpSpPr>
      <p:grpSpPr>
        <a:xfrm>
          <a:off x="0" y="0"/>
          <a:ext cx="0" cy="0"/>
          <a:chOff x="0" y="0"/>
          <a:chExt cx="0" cy="0"/>
        </a:xfrm>
      </p:grpSpPr>
      <p:sp>
        <p:nvSpPr>
          <p:cNvPr id="2954" name="Google Shape;2954;p53"/>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plato</a:t>
            </a:r>
            <a:endParaRPr/>
          </a:p>
        </p:txBody>
      </p:sp>
      <p:sp>
        <p:nvSpPr>
          <p:cNvPr id="2955" name="Google Shape;2955;p53"/>
          <p:cNvSpPr txBox="1"/>
          <p:nvPr>
            <p:ph idx="2" type="title"/>
          </p:nvPr>
        </p:nvSpPr>
        <p:spPr>
          <a:xfrm>
            <a:off x="720000" y="3022475"/>
            <a:ext cx="2336400" cy="44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Theory of forms</a:t>
            </a:r>
            <a:endParaRPr/>
          </a:p>
        </p:txBody>
      </p:sp>
      <p:sp>
        <p:nvSpPr>
          <p:cNvPr id="2956" name="Google Shape;2956;p53"/>
          <p:cNvSpPr txBox="1"/>
          <p:nvPr>
            <p:ph idx="1" type="subTitle"/>
          </p:nvPr>
        </p:nvSpPr>
        <p:spPr>
          <a:xfrm>
            <a:off x="720000" y="3405275"/>
            <a:ext cx="2336400" cy="81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Saturn</a:t>
            </a:r>
            <a:r>
              <a:rPr b="1" lang="en"/>
              <a:t> </a:t>
            </a:r>
            <a:r>
              <a:rPr lang="en"/>
              <a:t>is a gas giant and has rings. It's mostly composed of hydrogen</a:t>
            </a:r>
            <a:endParaRPr/>
          </a:p>
        </p:txBody>
      </p:sp>
      <p:sp>
        <p:nvSpPr>
          <p:cNvPr id="2957" name="Google Shape;2957;p53"/>
          <p:cNvSpPr txBox="1"/>
          <p:nvPr>
            <p:ph idx="3" type="title"/>
          </p:nvPr>
        </p:nvSpPr>
        <p:spPr>
          <a:xfrm>
            <a:off x="3403800" y="3022485"/>
            <a:ext cx="2336400" cy="44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Not physical world</a:t>
            </a:r>
            <a:endParaRPr/>
          </a:p>
        </p:txBody>
      </p:sp>
      <p:sp>
        <p:nvSpPr>
          <p:cNvPr id="2958" name="Google Shape;2958;p53"/>
          <p:cNvSpPr txBox="1"/>
          <p:nvPr>
            <p:ph idx="4" type="subTitle"/>
          </p:nvPr>
        </p:nvSpPr>
        <p:spPr>
          <a:xfrm>
            <a:off x="3403800" y="3405292"/>
            <a:ext cx="2336400" cy="81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Neptune</a:t>
            </a:r>
            <a:r>
              <a:rPr b="1" lang="en"/>
              <a:t> </a:t>
            </a:r>
            <a:r>
              <a:rPr lang="en"/>
              <a:t>is the farthest planet from the Sun. It's really cold there</a:t>
            </a:r>
            <a:endParaRPr/>
          </a:p>
        </p:txBody>
      </p:sp>
      <p:sp>
        <p:nvSpPr>
          <p:cNvPr id="2959" name="Google Shape;2959;p53"/>
          <p:cNvSpPr txBox="1"/>
          <p:nvPr>
            <p:ph idx="5" type="title"/>
          </p:nvPr>
        </p:nvSpPr>
        <p:spPr>
          <a:xfrm>
            <a:off x="6087600" y="3022475"/>
            <a:ext cx="2336400" cy="44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essence</a:t>
            </a:r>
            <a:endParaRPr/>
          </a:p>
        </p:txBody>
      </p:sp>
      <p:sp>
        <p:nvSpPr>
          <p:cNvPr id="2960" name="Google Shape;2960;p53"/>
          <p:cNvSpPr txBox="1"/>
          <p:nvPr>
            <p:ph idx="6" type="subTitle"/>
          </p:nvPr>
        </p:nvSpPr>
        <p:spPr>
          <a:xfrm>
            <a:off x="6087600" y="3405275"/>
            <a:ext cx="2336400" cy="81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a:t>
            </a:r>
            <a:r>
              <a:rPr b="1" lang="en">
                <a:solidFill>
                  <a:schemeClr val="lt2"/>
                </a:solidFill>
                <a:latin typeface="Overpass"/>
                <a:ea typeface="Overpass"/>
                <a:cs typeface="Overpass"/>
                <a:sym typeface="Overpass"/>
              </a:rPr>
              <a:t>Sun</a:t>
            </a:r>
            <a:r>
              <a:rPr b="1" lang="en"/>
              <a:t> </a:t>
            </a:r>
            <a:r>
              <a:rPr lang="en"/>
              <a:t>is actually the star at the center in the Solar System. It’s hot</a:t>
            </a:r>
            <a:endParaRPr/>
          </a:p>
        </p:txBody>
      </p:sp>
      <p:sp>
        <p:nvSpPr>
          <p:cNvPr id="2961" name="Google Shape;2961;p53"/>
          <p:cNvSpPr/>
          <p:nvPr/>
        </p:nvSpPr>
        <p:spPr>
          <a:xfrm>
            <a:off x="1402341" y="1771638"/>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62" name="Google Shape;2962;p53"/>
          <p:cNvCxnSpPr>
            <a:stCxn id="2955" idx="0"/>
            <a:endCxn id="2961" idx="4"/>
          </p:cNvCxnSpPr>
          <p:nvPr/>
        </p:nvCxnSpPr>
        <p:spPr>
          <a:xfrm rot="10800000">
            <a:off x="1888200" y="2743475"/>
            <a:ext cx="0" cy="279000"/>
          </a:xfrm>
          <a:prstGeom prst="straightConnector1">
            <a:avLst/>
          </a:prstGeom>
          <a:noFill/>
          <a:ln cap="flat" cmpd="sng" w="9525">
            <a:solidFill>
              <a:schemeClr val="lt1"/>
            </a:solidFill>
            <a:prstDash val="solid"/>
            <a:round/>
            <a:headEnd len="med" w="med" type="none"/>
            <a:tailEnd len="med" w="med" type="oval"/>
          </a:ln>
        </p:spPr>
      </p:cxnSp>
      <p:sp>
        <p:nvSpPr>
          <p:cNvPr id="2963" name="Google Shape;2963;p53"/>
          <p:cNvSpPr/>
          <p:nvPr/>
        </p:nvSpPr>
        <p:spPr>
          <a:xfrm>
            <a:off x="4086141" y="1771638"/>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64" name="Google Shape;2964;p53"/>
          <p:cNvCxnSpPr>
            <a:stCxn id="2957" idx="0"/>
            <a:endCxn id="2963" idx="4"/>
          </p:cNvCxnSpPr>
          <p:nvPr/>
        </p:nvCxnSpPr>
        <p:spPr>
          <a:xfrm rot="10800000">
            <a:off x="4572000" y="2743485"/>
            <a:ext cx="0" cy="279000"/>
          </a:xfrm>
          <a:prstGeom prst="straightConnector1">
            <a:avLst/>
          </a:prstGeom>
          <a:noFill/>
          <a:ln cap="flat" cmpd="sng" w="9525">
            <a:solidFill>
              <a:schemeClr val="lt1"/>
            </a:solidFill>
            <a:prstDash val="solid"/>
            <a:round/>
            <a:headEnd len="med" w="med" type="none"/>
            <a:tailEnd len="med" w="med" type="oval"/>
          </a:ln>
        </p:spPr>
      </p:cxnSp>
      <p:sp>
        <p:nvSpPr>
          <p:cNvPr id="2965" name="Google Shape;2965;p53"/>
          <p:cNvSpPr/>
          <p:nvPr/>
        </p:nvSpPr>
        <p:spPr>
          <a:xfrm>
            <a:off x="6769941" y="1771638"/>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66" name="Google Shape;2966;p53"/>
          <p:cNvCxnSpPr>
            <a:stCxn id="2959" idx="0"/>
            <a:endCxn id="2965" idx="4"/>
          </p:cNvCxnSpPr>
          <p:nvPr/>
        </p:nvCxnSpPr>
        <p:spPr>
          <a:xfrm rot="10800000">
            <a:off x="7255800" y="2743475"/>
            <a:ext cx="0" cy="279000"/>
          </a:xfrm>
          <a:prstGeom prst="straightConnector1">
            <a:avLst/>
          </a:prstGeom>
          <a:noFill/>
          <a:ln cap="flat" cmpd="sng" w="9525">
            <a:solidFill>
              <a:schemeClr val="lt1"/>
            </a:solidFill>
            <a:prstDash val="solid"/>
            <a:round/>
            <a:headEnd len="med" w="med" type="none"/>
            <a:tailEnd len="med" w="med" type="oval"/>
          </a:ln>
        </p:spPr>
      </p:cxnSp>
      <p:grpSp>
        <p:nvGrpSpPr>
          <p:cNvPr id="2967" name="Google Shape;2967;p53"/>
          <p:cNvGrpSpPr/>
          <p:nvPr/>
        </p:nvGrpSpPr>
        <p:grpSpPr>
          <a:xfrm>
            <a:off x="4383823" y="2083307"/>
            <a:ext cx="376371" cy="348348"/>
            <a:chOff x="6116635" y="3981569"/>
            <a:chExt cx="376371" cy="348348"/>
          </a:xfrm>
        </p:grpSpPr>
        <p:sp>
          <p:nvSpPr>
            <p:cNvPr id="2968" name="Google Shape;2968;p53"/>
            <p:cNvSpPr/>
            <p:nvPr/>
          </p:nvSpPr>
          <p:spPr>
            <a:xfrm>
              <a:off x="6316221" y="4255019"/>
              <a:ext cx="45416" cy="74898"/>
            </a:xfrm>
            <a:custGeom>
              <a:rect b="b" l="l" r="r" t="t"/>
              <a:pathLst>
                <a:path extrusionOk="0" h="2825" w="1713">
                  <a:moveTo>
                    <a:pt x="768" y="0"/>
                  </a:moveTo>
                  <a:lnTo>
                    <a:pt x="0" y="1701"/>
                  </a:lnTo>
                  <a:lnTo>
                    <a:pt x="0" y="1965"/>
                  </a:lnTo>
                  <a:cubicBezTo>
                    <a:pt x="0" y="2468"/>
                    <a:pt x="411" y="2824"/>
                    <a:pt x="857" y="2824"/>
                  </a:cubicBezTo>
                  <a:cubicBezTo>
                    <a:pt x="1007" y="2824"/>
                    <a:pt x="1161" y="2784"/>
                    <a:pt x="1304" y="2695"/>
                  </a:cubicBezTo>
                  <a:cubicBezTo>
                    <a:pt x="1557" y="2540"/>
                    <a:pt x="1710" y="2265"/>
                    <a:pt x="1710" y="1970"/>
                  </a:cubicBezTo>
                  <a:lnTo>
                    <a:pt x="1712" y="918"/>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3"/>
            <p:cNvSpPr/>
            <p:nvPr/>
          </p:nvSpPr>
          <p:spPr>
            <a:xfrm>
              <a:off x="6316221" y="4207138"/>
              <a:ext cx="45416" cy="93006"/>
            </a:xfrm>
            <a:custGeom>
              <a:rect b="b" l="l" r="r" t="t"/>
              <a:pathLst>
                <a:path extrusionOk="0" h="3508" w="1713">
                  <a:moveTo>
                    <a:pt x="1712" y="1"/>
                  </a:moveTo>
                  <a:lnTo>
                    <a:pt x="2" y="1063"/>
                  </a:lnTo>
                  <a:lnTo>
                    <a:pt x="0" y="3507"/>
                  </a:lnTo>
                  <a:cubicBezTo>
                    <a:pt x="643" y="3423"/>
                    <a:pt x="1227" y="3144"/>
                    <a:pt x="1710" y="2724"/>
                  </a:cubicBezTo>
                  <a:lnTo>
                    <a:pt x="1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3"/>
            <p:cNvSpPr/>
            <p:nvPr/>
          </p:nvSpPr>
          <p:spPr>
            <a:xfrm>
              <a:off x="6247952" y="4207138"/>
              <a:ext cx="45469" cy="122779"/>
            </a:xfrm>
            <a:custGeom>
              <a:rect b="b" l="l" r="r" t="t"/>
              <a:pathLst>
                <a:path extrusionOk="0" h="4631" w="1715">
                  <a:moveTo>
                    <a:pt x="0" y="1"/>
                  </a:moveTo>
                  <a:lnTo>
                    <a:pt x="5" y="3776"/>
                  </a:lnTo>
                  <a:cubicBezTo>
                    <a:pt x="5" y="4071"/>
                    <a:pt x="160" y="4346"/>
                    <a:pt x="408" y="4501"/>
                  </a:cubicBezTo>
                  <a:cubicBezTo>
                    <a:pt x="552" y="4590"/>
                    <a:pt x="707" y="4630"/>
                    <a:pt x="857" y="4630"/>
                  </a:cubicBezTo>
                  <a:cubicBezTo>
                    <a:pt x="1304" y="4630"/>
                    <a:pt x="1715" y="4274"/>
                    <a:pt x="1715" y="3771"/>
                  </a:cubicBezTo>
                  <a:lnTo>
                    <a:pt x="1712" y="106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3"/>
            <p:cNvSpPr/>
            <p:nvPr/>
          </p:nvSpPr>
          <p:spPr>
            <a:xfrm>
              <a:off x="6371606" y="4179459"/>
              <a:ext cx="75773" cy="52998"/>
            </a:xfrm>
            <a:custGeom>
              <a:rect b="b" l="l" r="r" t="t"/>
              <a:pathLst>
                <a:path extrusionOk="0" h="1999" w="2858">
                  <a:moveTo>
                    <a:pt x="2857" y="0"/>
                  </a:moveTo>
                  <a:lnTo>
                    <a:pt x="0" y="572"/>
                  </a:lnTo>
                  <a:lnTo>
                    <a:pt x="0" y="1999"/>
                  </a:lnTo>
                  <a:lnTo>
                    <a:pt x="2170" y="1566"/>
                  </a:lnTo>
                  <a:cubicBezTo>
                    <a:pt x="2569" y="1486"/>
                    <a:pt x="2857" y="1134"/>
                    <a:pt x="2857" y="726"/>
                  </a:cubicBezTo>
                  <a:lnTo>
                    <a:pt x="28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3"/>
            <p:cNvSpPr/>
            <p:nvPr/>
          </p:nvSpPr>
          <p:spPr>
            <a:xfrm>
              <a:off x="6386771" y="4149181"/>
              <a:ext cx="75720" cy="52998"/>
            </a:xfrm>
            <a:custGeom>
              <a:rect b="b" l="l" r="r" t="t"/>
              <a:pathLst>
                <a:path extrusionOk="0" h="1999" w="2856">
                  <a:moveTo>
                    <a:pt x="2855" y="0"/>
                  </a:moveTo>
                  <a:lnTo>
                    <a:pt x="1" y="572"/>
                  </a:lnTo>
                  <a:lnTo>
                    <a:pt x="1" y="1998"/>
                  </a:lnTo>
                  <a:lnTo>
                    <a:pt x="2168" y="1566"/>
                  </a:lnTo>
                  <a:cubicBezTo>
                    <a:pt x="2567" y="1486"/>
                    <a:pt x="2855" y="1133"/>
                    <a:pt x="2855" y="728"/>
                  </a:cubicBezTo>
                  <a:lnTo>
                    <a:pt x="28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3"/>
            <p:cNvSpPr/>
            <p:nvPr/>
          </p:nvSpPr>
          <p:spPr>
            <a:xfrm>
              <a:off x="6401883" y="4118878"/>
              <a:ext cx="75773" cy="53025"/>
            </a:xfrm>
            <a:custGeom>
              <a:rect b="b" l="l" r="r" t="t"/>
              <a:pathLst>
                <a:path extrusionOk="0" h="2000" w="2858">
                  <a:moveTo>
                    <a:pt x="2857" y="1"/>
                  </a:moveTo>
                  <a:lnTo>
                    <a:pt x="1" y="573"/>
                  </a:lnTo>
                  <a:lnTo>
                    <a:pt x="1" y="1999"/>
                  </a:lnTo>
                  <a:lnTo>
                    <a:pt x="2170" y="1567"/>
                  </a:lnTo>
                  <a:cubicBezTo>
                    <a:pt x="2569" y="1487"/>
                    <a:pt x="2857" y="1134"/>
                    <a:pt x="2857" y="728"/>
                  </a:cubicBezTo>
                  <a:lnTo>
                    <a:pt x="28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3"/>
            <p:cNvSpPr/>
            <p:nvPr/>
          </p:nvSpPr>
          <p:spPr>
            <a:xfrm>
              <a:off x="6356600" y="4087222"/>
              <a:ext cx="136407" cy="150538"/>
            </a:xfrm>
            <a:custGeom>
              <a:rect b="b" l="l" r="r" t="t"/>
              <a:pathLst>
                <a:path extrusionOk="0" h="5678" w="5145">
                  <a:moveTo>
                    <a:pt x="4854" y="0"/>
                  </a:moveTo>
                  <a:cubicBezTo>
                    <a:pt x="4832" y="0"/>
                    <a:pt x="4810" y="3"/>
                    <a:pt x="4787" y="8"/>
                  </a:cubicBezTo>
                  <a:lnTo>
                    <a:pt x="2452" y="618"/>
                  </a:lnTo>
                  <a:cubicBezTo>
                    <a:pt x="1633" y="831"/>
                    <a:pt x="1001" y="1481"/>
                    <a:pt x="806" y="2302"/>
                  </a:cubicBezTo>
                  <a:lnTo>
                    <a:pt x="1" y="5677"/>
                  </a:lnTo>
                  <a:lnTo>
                    <a:pt x="673" y="5677"/>
                  </a:lnTo>
                  <a:cubicBezTo>
                    <a:pt x="1068" y="5677"/>
                    <a:pt x="1416" y="5407"/>
                    <a:pt x="1507" y="5021"/>
                  </a:cubicBezTo>
                  <a:lnTo>
                    <a:pt x="2099" y="2528"/>
                  </a:lnTo>
                  <a:cubicBezTo>
                    <a:pt x="2174" y="2222"/>
                    <a:pt x="2410" y="1980"/>
                    <a:pt x="2718" y="1900"/>
                  </a:cubicBezTo>
                  <a:lnTo>
                    <a:pt x="4290" y="1488"/>
                  </a:lnTo>
                  <a:cubicBezTo>
                    <a:pt x="4792" y="1357"/>
                    <a:pt x="5144" y="904"/>
                    <a:pt x="5144" y="383"/>
                  </a:cubicBezTo>
                  <a:lnTo>
                    <a:pt x="5144" y="288"/>
                  </a:lnTo>
                  <a:cubicBezTo>
                    <a:pt x="5144" y="125"/>
                    <a:pt x="5008" y="0"/>
                    <a:pt x="4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3"/>
            <p:cNvSpPr/>
            <p:nvPr/>
          </p:nvSpPr>
          <p:spPr>
            <a:xfrm>
              <a:off x="6162263" y="4179459"/>
              <a:ext cx="75773" cy="52998"/>
            </a:xfrm>
            <a:custGeom>
              <a:rect b="b" l="l" r="r" t="t"/>
              <a:pathLst>
                <a:path extrusionOk="0" h="1999" w="2858">
                  <a:moveTo>
                    <a:pt x="1" y="0"/>
                  </a:moveTo>
                  <a:lnTo>
                    <a:pt x="1" y="726"/>
                  </a:lnTo>
                  <a:cubicBezTo>
                    <a:pt x="1" y="1134"/>
                    <a:pt x="289" y="1486"/>
                    <a:pt x="688" y="1566"/>
                  </a:cubicBezTo>
                  <a:lnTo>
                    <a:pt x="2857" y="1999"/>
                  </a:lnTo>
                  <a:lnTo>
                    <a:pt x="2857" y="572"/>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3"/>
            <p:cNvSpPr/>
            <p:nvPr/>
          </p:nvSpPr>
          <p:spPr>
            <a:xfrm>
              <a:off x="6147151" y="4149181"/>
              <a:ext cx="75720" cy="52998"/>
            </a:xfrm>
            <a:custGeom>
              <a:rect b="b" l="l" r="r" t="t"/>
              <a:pathLst>
                <a:path extrusionOk="0" h="1999" w="2856">
                  <a:moveTo>
                    <a:pt x="1" y="0"/>
                  </a:moveTo>
                  <a:lnTo>
                    <a:pt x="1" y="728"/>
                  </a:lnTo>
                  <a:cubicBezTo>
                    <a:pt x="1" y="1133"/>
                    <a:pt x="289" y="1486"/>
                    <a:pt x="688" y="1566"/>
                  </a:cubicBezTo>
                  <a:lnTo>
                    <a:pt x="2855" y="1998"/>
                  </a:lnTo>
                  <a:lnTo>
                    <a:pt x="2855" y="57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3"/>
            <p:cNvSpPr/>
            <p:nvPr/>
          </p:nvSpPr>
          <p:spPr>
            <a:xfrm>
              <a:off x="6131986" y="4118878"/>
              <a:ext cx="75773" cy="53025"/>
            </a:xfrm>
            <a:custGeom>
              <a:rect b="b" l="l" r="r" t="t"/>
              <a:pathLst>
                <a:path extrusionOk="0" h="2000" w="2858">
                  <a:moveTo>
                    <a:pt x="0" y="1"/>
                  </a:moveTo>
                  <a:lnTo>
                    <a:pt x="0" y="728"/>
                  </a:lnTo>
                  <a:cubicBezTo>
                    <a:pt x="0" y="1134"/>
                    <a:pt x="289" y="1487"/>
                    <a:pt x="688" y="1567"/>
                  </a:cubicBezTo>
                  <a:lnTo>
                    <a:pt x="2857" y="1999"/>
                  </a:lnTo>
                  <a:lnTo>
                    <a:pt x="2857" y="57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3"/>
            <p:cNvSpPr/>
            <p:nvPr/>
          </p:nvSpPr>
          <p:spPr>
            <a:xfrm>
              <a:off x="6116635" y="4087222"/>
              <a:ext cx="136380" cy="150538"/>
            </a:xfrm>
            <a:custGeom>
              <a:rect b="b" l="l" r="r" t="t"/>
              <a:pathLst>
                <a:path extrusionOk="0" h="5678" w="5144">
                  <a:moveTo>
                    <a:pt x="291" y="0"/>
                  </a:moveTo>
                  <a:cubicBezTo>
                    <a:pt x="137" y="0"/>
                    <a:pt x="1" y="125"/>
                    <a:pt x="1" y="288"/>
                  </a:cubicBezTo>
                  <a:lnTo>
                    <a:pt x="1" y="383"/>
                  </a:lnTo>
                  <a:cubicBezTo>
                    <a:pt x="1" y="904"/>
                    <a:pt x="353" y="1357"/>
                    <a:pt x="854" y="1488"/>
                  </a:cubicBezTo>
                  <a:lnTo>
                    <a:pt x="2427" y="1900"/>
                  </a:lnTo>
                  <a:cubicBezTo>
                    <a:pt x="2733" y="1980"/>
                    <a:pt x="2970" y="2222"/>
                    <a:pt x="3044" y="2528"/>
                  </a:cubicBezTo>
                  <a:lnTo>
                    <a:pt x="3638" y="5021"/>
                  </a:lnTo>
                  <a:cubicBezTo>
                    <a:pt x="3729" y="5407"/>
                    <a:pt x="4075" y="5677"/>
                    <a:pt x="4472" y="5677"/>
                  </a:cubicBezTo>
                  <a:lnTo>
                    <a:pt x="5144" y="5677"/>
                  </a:lnTo>
                  <a:lnTo>
                    <a:pt x="4339" y="2302"/>
                  </a:lnTo>
                  <a:cubicBezTo>
                    <a:pt x="4141" y="1481"/>
                    <a:pt x="3509" y="831"/>
                    <a:pt x="2693" y="618"/>
                  </a:cubicBezTo>
                  <a:lnTo>
                    <a:pt x="358" y="8"/>
                  </a:lnTo>
                  <a:cubicBezTo>
                    <a:pt x="335" y="3"/>
                    <a:pt x="313" y="0"/>
                    <a:pt x="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3"/>
            <p:cNvSpPr/>
            <p:nvPr/>
          </p:nvSpPr>
          <p:spPr>
            <a:xfrm>
              <a:off x="6263170" y="4126168"/>
              <a:ext cx="117344" cy="154674"/>
            </a:xfrm>
            <a:custGeom>
              <a:rect b="b" l="l" r="r" t="t"/>
              <a:pathLst>
                <a:path extrusionOk="0" h="5834" w="4426">
                  <a:moveTo>
                    <a:pt x="2711" y="1"/>
                  </a:moveTo>
                  <a:cubicBezTo>
                    <a:pt x="1141" y="411"/>
                    <a:pt x="1" y="1820"/>
                    <a:pt x="1" y="3011"/>
                  </a:cubicBezTo>
                  <a:cubicBezTo>
                    <a:pt x="1" y="4137"/>
                    <a:pt x="1008" y="5370"/>
                    <a:pt x="2549" y="5834"/>
                  </a:cubicBezTo>
                  <a:cubicBezTo>
                    <a:pt x="3645" y="5393"/>
                    <a:pt x="4425" y="4237"/>
                    <a:pt x="4425" y="2882"/>
                  </a:cubicBezTo>
                  <a:cubicBezTo>
                    <a:pt x="4425" y="1591"/>
                    <a:pt x="3720" y="482"/>
                    <a:pt x="27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3"/>
            <p:cNvSpPr/>
            <p:nvPr/>
          </p:nvSpPr>
          <p:spPr>
            <a:xfrm>
              <a:off x="6229075" y="4119249"/>
              <a:ext cx="105970" cy="166605"/>
            </a:xfrm>
            <a:custGeom>
              <a:rect b="b" l="l" r="r" t="t"/>
              <a:pathLst>
                <a:path extrusionOk="0" h="6284" w="3997">
                  <a:moveTo>
                    <a:pt x="2857" y="0"/>
                  </a:moveTo>
                  <a:cubicBezTo>
                    <a:pt x="1280" y="0"/>
                    <a:pt x="0" y="1406"/>
                    <a:pt x="0" y="3143"/>
                  </a:cubicBezTo>
                  <a:cubicBezTo>
                    <a:pt x="0" y="4877"/>
                    <a:pt x="1280" y="6283"/>
                    <a:pt x="2857" y="6283"/>
                  </a:cubicBezTo>
                  <a:cubicBezTo>
                    <a:pt x="3201" y="6283"/>
                    <a:pt x="3531" y="6217"/>
                    <a:pt x="3835" y="6095"/>
                  </a:cubicBezTo>
                  <a:cubicBezTo>
                    <a:pt x="2932" y="5379"/>
                    <a:pt x="2367" y="4365"/>
                    <a:pt x="2367" y="3238"/>
                  </a:cubicBezTo>
                  <a:cubicBezTo>
                    <a:pt x="2367" y="2047"/>
                    <a:pt x="2999" y="978"/>
                    <a:pt x="3997" y="262"/>
                  </a:cubicBezTo>
                  <a:cubicBezTo>
                    <a:pt x="3647" y="93"/>
                    <a:pt x="3261" y="0"/>
                    <a:pt x="28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3"/>
            <p:cNvSpPr/>
            <p:nvPr/>
          </p:nvSpPr>
          <p:spPr>
            <a:xfrm>
              <a:off x="6274570" y="4033905"/>
              <a:ext cx="94650" cy="152871"/>
            </a:xfrm>
            <a:custGeom>
              <a:rect b="b" l="l" r="r" t="t"/>
              <a:pathLst>
                <a:path extrusionOk="0" h="5766" w="3570">
                  <a:moveTo>
                    <a:pt x="1378" y="1"/>
                  </a:moveTo>
                  <a:cubicBezTo>
                    <a:pt x="919" y="735"/>
                    <a:pt x="1" y="1835"/>
                    <a:pt x="1" y="2773"/>
                  </a:cubicBezTo>
                  <a:cubicBezTo>
                    <a:pt x="1" y="4015"/>
                    <a:pt x="735" y="5178"/>
                    <a:pt x="1888" y="5765"/>
                  </a:cubicBezTo>
                  <a:cubicBezTo>
                    <a:pt x="2299" y="5504"/>
                    <a:pt x="2603" y="5029"/>
                    <a:pt x="2687" y="4468"/>
                  </a:cubicBezTo>
                  <a:cubicBezTo>
                    <a:pt x="2707" y="4346"/>
                    <a:pt x="2762" y="4230"/>
                    <a:pt x="2851" y="4142"/>
                  </a:cubicBezTo>
                  <a:cubicBezTo>
                    <a:pt x="3295" y="3703"/>
                    <a:pt x="3570" y="3093"/>
                    <a:pt x="3570" y="2418"/>
                  </a:cubicBezTo>
                  <a:cubicBezTo>
                    <a:pt x="3570" y="1156"/>
                    <a:pt x="2607" y="121"/>
                    <a:pt x="1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3"/>
            <p:cNvSpPr/>
            <p:nvPr/>
          </p:nvSpPr>
          <p:spPr>
            <a:xfrm>
              <a:off x="6240369" y="4033613"/>
              <a:ext cx="84230" cy="159048"/>
            </a:xfrm>
            <a:custGeom>
              <a:rect b="b" l="l" r="r" t="t"/>
              <a:pathLst>
                <a:path extrusionOk="0" h="5999" w="3177">
                  <a:moveTo>
                    <a:pt x="2424" y="0"/>
                  </a:moveTo>
                  <a:cubicBezTo>
                    <a:pt x="2407" y="0"/>
                    <a:pt x="2390" y="0"/>
                    <a:pt x="2373" y="1"/>
                  </a:cubicBezTo>
                  <a:cubicBezTo>
                    <a:pt x="1067" y="32"/>
                    <a:pt x="13" y="1108"/>
                    <a:pt x="2" y="2409"/>
                  </a:cubicBezTo>
                  <a:cubicBezTo>
                    <a:pt x="0" y="3093"/>
                    <a:pt x="273" y="3707"/>
                    <a:pt x="721" y="4151"/>
                  </a:cubicBezTo>
                  <a:cubicBezTo>
                    <a:pt x="810" y="4237"/>
                    <a:pt x="867" y="4355"/>
                    <a:pt x="887" y="4479"/>
                  </a:cubicBezTo>
                  <a:cubicBezTo>
                    <a:pt x="1020" y="5344"/>
                    <a:pt x="1659" y="5998"/>
                    <a:pt x="2431" y="5998"/>
                  </a:cubicBezTo>
                  <a:cubicBezTo>
                    <a:pt x="2699" y="5998"/>
                    <a:pt x="2954" y="5918"/>
                    <a:pt x="3176" y="5776"/>
                  </a:cubicBezTo>
                  <a:cubicBezTo>
                    <a:pt x="2409" y="4933"/>
                    <a:pt x="1941" y="3802"/>
                    <a:pt x="1941" y="2558"/>
                  </a:cubicBezTo>
                  <a:cubicBezTo>
                    <a:pt x="1941" y="1620"/>
                    <a:pt x="2207" y="746"/>
                    <a:pt x="2666" y="12"/>
                  </a:cubicBezTo>
                  <a:cubicBezTo>
                    <a:pt x="2585" y="5"/>
                    <a:pt x="2506" y="0"/>
                    <a:pt x="2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3"/>
            <p:cNvSpPr/>
            <p:nvPr/>
          </p:nvSpPr>
          <p:spPr>
            <a:xfrm>
              <a:off x="6229367" y="4028629"/>
              <a:ext cx="39663" cy="51302"/>
            </a:xfrm>
            <a:custGeom>
              <a:rect b="b" l="l" r="r" t="t"/>
              <a:pathLst>
                <a:path extrusionOk="0" h="1935" w="1496">
                  <a:moveTo>
                    <a:pt x="498" y="0"/>
                  </a:moveTo>
                  <a:cubicBezTo>
                    <a:pt x="391" y="0"/>
                    <a:pt x="289" y="60"/>
                    <a:pt x="240" y="162"/>
                  </a:cubicBezTo>
                  <a:cubicBezTo>
                    <a:pt x="127" y="400"/>
                    <a:pt x="0" y="799"/>
                    <a:pt x="153" y="1216"/>
                  </a:cubicBezTo>
                  <a:cubicBezTo>
                    <a:pt x="279" y="1559"/>
                    <a:pt x="652" y="1935"/>
                    <a:pt x="967" y="1935"/>
                  </a:cubicBezTo>
                  <a:cubicBezTo>
                    <a:pt x="1008" y="1935"/>
                    <a:pt x="1048" y="1928"/>
                    <a:pt x="1087" y="1914"/>
                  </a:cubicBezTo>
                  <a:cubicBezTo>
                    <a:pt x="1418" y="1795"/>
                    <a:pt x="1495" y="1167"/>
                    <a:pt x="1358" y="777"/>
                  </a:cubicBezTo>
                  <a:cubicBezTo>
                    <a:pt x="1205" y="362"/>
                    <a:pt x="852" y="136"/>
                    <a:pt x="615" y="25"/>
                  </a:cubicBezTo>
                  <a:cubicBezTo>
                    <a:pt x="577" y="8"/>
                    <a:pt x="537" y="0"/>
                    <a:pt x="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3"/>
            <p:cNvSpPr/>
            <p:nvPr/>
          </p:nvSpPr>
          <p:spPr>
            <a:xfrm>
              <a:off x="6340613" y="4028602"/>
              <a:ext cx="39610" cy="51328"/>
            </a:xfrm>
            <a:custGeom>
              <a:rect b="b" l="l" r="r" t="t"/>
              <a:pathLst>
                <a:path extrusionOk="0" h="1936" w="1494">
                  <a:moveTo>
                    <a:pt x="1001" y="0"/>
                  </a:moveTo>
                  <a:cubicBezTo>
                    <a:pt x="962" y="0"/>
                    <a:pt x="922" y="8"/>
                    <a:pt x="883" y="26"/>
                  </a:cubicBezTo>
                  <a:cubicBezTo>
                    <a:pt x="644" y="137"/>
                    <a:pt x="293" y="363"/>
                    <a:pt x="140" y="778"/>
                  </a:cubicBezTo>
                  <a:cubicBezTo>
                    <a:pt x="1" y="1168"/>
                    <a:pt x="74" y="1793"/>
                    <a:pt x="407" y="1915"/>
                  </a:cubicBezTo>
                  <a:cubicBezTo>
                    <a:pt x="445" y="1929"/>
                    <a:pt x="486" y="1936"/>
                    <a:pt x="527" y="1936"/>
                  </a:cubicBezTo>
                  <a:cubicBezTo>
                    <a:pt x="842" y="1936"/>
                    <a:pt x="1217" y="1560"/>
                    <a:pt x="1345" y="1214"/>
                  </a:cubicBezTo>
                  <a:cubicBezTo>
                    <a:pt x="1493" y="798"/>
                    <a:pt x="1371" y="401"/>
                    <a:pt x="1258" y="161"/>
                  </a:cubicBezTo>
                  <a:cubicBezTo>
                    <a:pt x="1210" y="60"/>
                    <a:pt x="1108" y="0"/>
                    <a:pt x="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3"/>
            <p:cNvSpPr/>
            <p:nvPr/>
          </p:nvSpPr>
          <p:spPr>
            <a:xfrm>
              <a:off x="6311873" y="4155571"/>
              <a:ext cx="15669" cy="16332"/>
            </a:xfrm>
            <a:custGeom>
              <a:rect b="b" l="l" r="r" t="t"/>
              <a:pathLst>
                <a:path extrusionOk="0" h="616" w="591">
                  <a:moveTo>
                    <a:pt x="347" y="0"/>
                  </a:moveTo>
                  <a:cubicBezTo>
                    <a:pt x="271" y="0"/>
                    <a:pt x="196" y="41"/>
                    <a:pt x="158" y="112"/>
                  </a:cubicBezTo>
                  <a:lnTo>
                    <a:pt x="56" y="300"/>
                  </a:lnTo>
                  <a:cubicBezTo>
                    <a:pt x="0" y="404"/>
                    <a:pt x="38" y="535"/>
                    <a:pt x="142" y="591"/>
                  </a:cubicBezTo>
                  <a:cubicBezTo>
                    <a:pt x="175" y="606"/>
                    <a:pt x="209" y="615"/>
                    <a:pt x="244" y="615"/>
                  </a:cubicBezTo>
                  <a:cubicBezTo>
                    <a:pt x="319" y="615"/>
                    <a:pt x="393" y="577"/>
                    <a:pt x="433" y="504"/>
                  </a:cubicBezTo>
                  <a:lnTo>
                    <a:pt x="535" y="316"/>
                  </a:lnTo>
                  <a:cubicBezTo>
                    <a:pt x="590" y="211"/>
                    <a:pt x="550" y="81"/>
                    <a:pt x="448" y="25"/>
                  </a:cubicBezTo>
                  <a:cubicBezTo>
                    <a:pt x="416" y="8"/>
                    <a:pt x="382"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3"/>
            <p:cNvSpPr/>
            <p:nvPr/>
          </p:nvSpPr>
          <p:spPr>
            <a:xfrm>
              <a:off x="6282100" y="4155544"/>
              <a:ext cx="15669" cy="16358"/>
            </a:xfrm>
            <a:custGeom>
              <a:rect b="b" l="l" r="r" t="t"/>
              <a:pathLst>
                <a:path extrusionOk="0" h="617" w="591">
                  <a:moveTo>
                    <a:pt x="244" y="0"/>
                  </a:moveTo>
                  <a:cubicBezTo>
                    <a:pt x="209" y="0"/>
                    <a:pt x="173" y="9"/>
                    <a:pt x="141" y="26"/>
                  </a:cubicBezTo>
                  <a:cubicBezTo>
                    <a:pt x="36" y="84"/>
                    <a:pt x="1" y="215"/>
                    <a:pt x="56" y="317"/>
                  </a:cubicBezTo>
                  <a:lnTo>
                    <a:pt x="158" y="505"/>
                  </a:lnTo>
                  <a:cubicBezTo>
                    <a:pt x="196" y="574"/>
                    <a:pt x="271" y="616"/>
                    <a:pt x="347" y="616"/>
                  </a:cubicBezTo>
                  <a:cubicBezTo>
                    <a:pt x="382" y="616"/>
                    <a:pt x="416" y="609"/>
                    <a:pt x="449" y="592"/>
                  </a:cubicBezTo>
                  <a:cubicBezTo>
                    <a:pt x="555" y="534"/>
                    <a:pt x="591" y="403"/>
                    <a:pt x="535" y="301"/>
                  </a:cubicBezTo>
                  <a:lnTo>
                    <a:pt x="433" y="113"/>
                  </a:lnTo>
                  <a:cubicBezTo>
                    <a:pt x="392" y="40"/>
                    <a:pt x="319" y="0"/>
                    <a:pt x="2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3"/>
            <p:cNvSpPr/>
            <p:nvPr/>
          </p:nvSpPr>
          <p:spPr>
            <a:xfrm>
              <a:off x="6267412" y="3981569"/>
              <a:ext cx="68243" cy="77602"/>
            </a:xfrm>
            <a:custGeom>
              <a:rect b="b" l="l" r="r" t="t"/>
              <a:pathLst>
                <a:path extrusionOk="0" h="2927" w="2574">
                  <a:moveTo>
                    <a:pt x="1234" y="1"/>
                  </a:moveTo>
                  <a:cubicBezTo>
                    <a:pt x="1196" y="1"/>
                    <a:pt x="1158" y="19"/>
                    <a:pt x="1136" y="59"/>
                  </a:cubicBezTo>
                  <a:cubicBezTo>
                    <a:pt x="1036" y="240"/>
                    <a:pt x="970" y="433"/>
                    <a:pt x="943" y="629"/>
                  </a:cubicBezTo>
                  <a:cubicBezTo>
                    <a:pt x="934" y="730"/>
                    <a:pt x="878" y="772"/>
                    <a:pt x="795" y="772"/>
                  </a:cubicBezTo>
                  <a:cubicBezTo>
                    <a:pt x="740" y="772"/>
                    <a:pt x="673" y="754"/>
                    <a:pt x="599" y="722"/>
                  </a:cubicBezTo>
                  <a:cubicBezTo>
                    <a:pt x="588" y="717"/>
                    <a:pt x="577" y="715"/>
                    <a:pt x="566" y="715"/>
                  </a:cubicBezTo>
                  <a:cubicBezTo>
                    <a:pt x="514" y="715"/>
                    <a:pt x="471" y="763"/>
                    <a:pt x="482" y="819"/>
                  </a:cubicBezTo>
                  <a:cubicBezTo>
                    <a:pt x="499" y="910"/>
                    <a:pt x="499" y="1008"/>
                    <a:pt x="466" y="1101"/>
                  </a:cubicBezTo>
                  <a:cubicBezTo>
                    <a:pt x="413" y="1263"/>
                    <a:pt x="333" y="1389"/>
                    <a:pt x="284" y="1549"/>
                  </a:cubicBezTo>
                  <a:cubicBezTo>
                    <a:pt x="0" y="2507"/>
                    <a:pt x="757" y="2926"/>
                    <a:pt x="1404" y="2926"/>
                  </a:cubicBezTo>
                  <a:cubicBezTo>
                    <a:pt x="1954" y="2926"/>
                    <a:pt x="2573" y="2549"/>
                    <a:pt x="2573" y="2004"/>
                  </a:cubicBezTo>
                  <a:cubicBezTo>
                    <a:pt x="2569" y="1400"/>
                    <a:pt x="2012" y="997"/>
                    <a:pt x="1579" y="542"/>
                  </a:cubicBezTo>
                  <a:cubicBezTo>
                    <a:pt x="1458" y="402"/>
                    <a:pt x="1387" y="247"/>
                    <a:pt x="1347" y="90"/>
                  </a:cubicBezTo>
                  <a:cubicBezTo>
                    <a:pt x="1333" y="32"/>
                    <a:pt x="1284" y="1"/>
                    <a:pt x="1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53"/>
          <p:cNvGrpSpPr/>
          <p:nvPr/>
        </p:nvGrpSpPr>
        <p:grpSpPr>
          <a:xfrm>
            <a:off x="7070975" y="2069311"/>
            <a:ext cx="369664" cy="376345"/>
            <a:chOff x="4043437" y="2070999"/>
            <a:chExt cx="369664" cy="376345"/>
          </a:xfrm>
        </p:grpSpPr>
        <p:sp>
          <p:nvSpPr>
            <p:cNvPr id="2989" name="Google Shape;2989;p53"/>
            <p:cNvSpPr/>
            <p:nvPr/>
          </p:nvSpPr>
          <p:spPr>
            <a:xfrm>
              <a:off x="4188514" y="2070999"/>
              <a:ext cx="224587" cy="216024"/>
            </a:xfrm>
            <a:custGeom>
              <a:rect b="b" l="l" r="r" t="t"/>
              <a:pathLst>
                <a:path extrusionOk="0" h="8148" w="8471">
                  <a:moveTo>
                    <a:pt x="7837" y="0"/>
                  </a:moveTo>
                  <a:cubicBezTo>
                    <a:pt x="7766" y="0"/>
                    <a:pt x="7694" y="26"/>
                    <a:pt x="7634" y="84"/>
                  </a:cubicBezTo>
                  <a:cubicBezTo>
                    <a:pt x="7235" y="472"/>
                    <a:pt x="6743" y="776"/>
                    <a:pt x="6124" y="926"/>
                  </a:cubicBezTo>
                  <a:cubicBezTo>
                    <a:pt x="4207" y="1321"/>
                    <a:pt x="2056" y="1357"/>
                    <a:pt x="976" y="2876"/>
                  </a:cubicBezTo>
                  <a:cubicBezTo>
                    <a:pt x="0" y="4273"/>
                    <a:pt x="907" y="6347"/>
                    <a:pt x="2307" y="7325"/>
                  </a:cubicBezTo>
                  <a:cubicBezTo>
                    <a:pt x="3005" y="7815"/>
                    <a:pt x="3885" y="8148"/>
                    <a:pt x="4745" y="8148"/>
                  </a:cubicBezTo>
                  <a:cubicBezTo>
                    <a:pt x="5922" y="8148"/>
                    <a:pt x="7059" y="7522"/>
                    <a:pt x="7630" y="5813"/>
                  </a:cubicBezTo>
                  <a:cubicBezTo>
                    <a:pt x="7794" y="5327"/>
                    <a:pt x="7818" y="4863"/>
                    <a:pt x="7971" y="4353"/>
                  </a:cubicBezTo>
                  <a:cubicBezTo>
                    <a:pt x="8040" y="4120"/>
                    <a:pt x="8155" y="3918"/>
                    <a:pt x="8304" y="3743"/>
                  </a:cubicBezTo>
                  <a:cubicBezTo>
                    <a:pt x="8471" y="3551"/>
                    <a:pt x="8320" y="3261"/>
                    <a:pt x="8077" y="3261"/>
                  </a:cubicBezTo>
                  <a:cubicBezTo>
                    <a:pt x="8062" y="3261"/>
                    <a:pt x="8047" y="3262"/>
                    <a:pt x="8031" y="3264"/>
                  </a:cubicBezTo>
                  <a:cubicBezTo>
                    <a:pt x="7683" y="3315"/>
                    <a:pt x="7346" y="3411"/>
                    <a:pt x="7035" y="3552"/>
                  </a:cubicBezTo>
                  <a:cubicBezTo>
                    <a:pt x="7013" y="3562"/>
                    <a:pt x="6992" y="3567"/>
                    <a:pt x="6971" y="3567"/>
                  </a:cubicBezTo>
                  <a:cubicBezTo>
                    <a:pt x="6857" y="3567"/>
                    <a:pt x="6777" y="3430"/>
                    <a:pt x="6858" y="3326"/>
                  </a:cubicBezTo>
                  <a:cubicBezTo>
                    <a:pt x="7124" y="2996"/>
                    <a:pt x="7386" y="2661"/>
                    <a:pt x="7599" y="2290"/>
                  </a:cubicBezTo>
                  <a:cubicBezTo>
                    <a:pt x="7898" y="1692"/>
                    <a:pt x="8082" y="1013"/>
                    <a:pt x="8138" y="317"/>
                  </a:cubicBezTo>
                  <a:cubicBezTo>
                    <a:pt x="8150" y="131"/>
                    <a:pt x="7997" y="0"/>
                    <a:pt x="78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3"/>
            <p:cNvSpPr/>
            <p:nvPr/>
          </p:nvSpPr>
          <p:spPr>
            <a:xfrm>
              <a:off x="4251534" y="2144253"/>
              <a:ext cx="87783" cy="96479"/>
            </a:xfrm>
            <a:custGeom>
              <a:rect b="b" l="l" r="r" t="t"/>
              <a:pathLst>
                <a:path extrusionOk="0" h="3639" w="3311">
                  <a:moveTo>
                    <a:pt x="2975" y="1"/>
                  </a:moveTo>
                  <a:cubicBezTo>
                    <a:pt x="2952" y="1"/>
                    <a:pt x="2929" y="3"/>
                    <a:pt x="2906" y="9"/>
                  </a:cubicBezTo>
                  <a:cubicBezTo>
                    <a:pt x="1808" y="264"/>
                    <a:pt x="861" y="710"/>
                    <a:pt x="415" y="1391"/>
                  </a:cubicBezTo>
                  <a:cubicBezTo>
                    <a:pt x="16" y="1965"/>
                    <a:pt x="1" y="2828"/>
                    <a:pt x="721" y="3331"/>
                  </a:cubicBezTo>
                  <a:cubicBezTo>
                    <a:pt x="1020" y="3540"/>
                    <a:pt x="1340" y="3639"/>
                    <a:pt x="1647" y="3639"/>
                  </a:cubicBezTo>
                  <a:cubicBezTo>
                    <a:pt x="2247" y="3639"/>
                    <a:pt x="2796" y="3262"/>
                    <a:pt x="3028" y="2588"/>
                  </a:cubicBezTo>
                  <a:cubicBezTo>
                    <a:pt x="3299" y="1812"/>
                    <a:pt x="3079" y="1042"/>
                    <a:pt x="3259" y="375"/>
                  </a:cubicBezTo>
                  <a:cubicBezTo>
                    <a:pt x="3310" y="181"/>
                    <a:pt x="3162" y="1"/>
                    <a:pt x="29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3"/>
            <p:cNvSpPr/>
            <p:nvPr/>
          </p:nvSpPr>
          <p:spPr>
            <a:xfrm>
              <a:off x="4189786" y="2168061"/>
              <a:ext cx="159048" cy="179198"/>
            </a:xfrm>
            <a:custGeom>
              <a:rect b="b" l="l" r="r" t="t"/>
              <a:pathLst>
                <a:path extrusionOk="0" h="6759" w="5999">
                  <a:moveTo>
                    <a:pt x="1693" y="0"/>
                  </a:moveTo>
                  <a:cubicBezTo>
                    <a:pt x="544" y="921"/>
                    <a:pt x="1" y="2311"/>
                    <a:pt x="1" y="3438"/>
                  </a:cubicBezTo>
                  <a:cubicBezTo>
                    <a:pt x="1" y="4780"/>
                    <a:pt x="163" y="5778"/>
                    <a:pt x="1997" y="6758"/>
                  </a:cubicBezTo>
                  <a:cubicBezTo>
                    <a:pt x="3381" y="6490"/>
                    <a:pt x="4596" y="6108"/>
                    <a:pt x="5612" y="5589"/>
                  </a:cubicBezTo>
                  <a:cubicBezTo>
                    <a:pt x="5874" y="5456"/>
                    <a:pt x="5998" y="5150"/>
                    <a:pt x="5900" y="4877"/>
                  </a:cubicBezTo>
                  <a:cubicBezTo>
                    <a:pt x="5410" y="3420"/>
                    <a:pt x="3439" y="1224"/>
                    <a:pt x="1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3"/>
            <p:cNvSpPr/>
            <p:nvPr/>
          </p:nvSpPr>
          <p:spPr>
            <a:xfrm>
              <a:off x="4134084" y="2146135"/>
              <a:ext cx="108648" cy="212498"/>
            </a:xfrm>
            <a:custGeom>
              <a:rect b="b" l="l" r="r" t="t"/>
              <a:pathLst>
                <a:path extrusionOk="0" h="8015" w="4098">
                  <a:moveTo>
                    <a:pt x="2145" y="0"/>
                  </a:moveTo>
                  <a:cubicBezTo>
                    <a:pt x="1929" y="0"/>
                    <a:pt x="1724" y="120"/>
                    <a:pt x="1621" y="321"/>
                  </a:cubicBezTo>
                  <a:cubicBezTo>
                    <a:pt x="709" y="2122"/>
                    <a:pt x="212" y="4529"/>
                    <a:pt x="24" y="7383"/>
                  </a:cubicBezTo>
                  <a:cubicBezTo>
                    <a:pt x="0" y="7728"/>
                    <a:pt x="274" y="8014"/>
                    <a:pt x="616" y="8014"/>
                  </a:cubicBezTo>
                  <a:cubicBezTo>
                    <a:pt x="628" y="8014"/>
                    <a:pt x="641" y="8014"/>
                    <a:pt x="654" y="8013"/>
                  </a:cubicBezTo>
                  <a:cubicBezTo>
                    <a:pt x="1889" y="7933"/>
                    <a:pt x="3042" y="7791"/>
                    <a:pt x="4098" y="7585"/>
                  </a:cubicBezTo>
                  <a:cubicBezTo>
                    <a:pt x="3421" y="6538"/>
                    <a:pt x="3029" y="5287"/>
                    <a:pt x="3027" y="3948"/>
                  </a:cubicBezTo>
                  <a:cubicBezTo>
                    <a:pt x="3027" y="2821"/>
                    <a:pt x="3304" y="1759"/>
                    <a:pt x="3794" y="827"/>
                  </a:cubicBezTo>
                  <a:cubicBezTo>
                    <a:pt x="3273" y="459"/>
                    <a:pt x="2767" y="177"/>
                    <a:pt x="2332" y="31"/>
                  </a:cubicBezTo>
                  <a:cubicBezTo>
                    <a:pt x="2270" y="10"/>
                    <a:pt x="2207" y="0"/>
                    <a:pt x="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3"/>
            <p:cNvSpPr/>
            <p:nvPr/>
          </p:nvSpPr>
          <p:spPr>
            <a:xfrm>
              <a:off x="4097311" y="2286784"/>
              <a:ext cx="158651" cy="123919"/>
            </a:xfrm>
            <a:custGeom>
              <a:rect b="b" l="l" r="r" t="t"/>
              <a:pathLst>
                <a:path extrusionOk="0" h="4674" w="5984">
                  <a:moveTo>
                    <a:pt x="3397" y="1"/>
                  </a:moveTo>
                  <a:cubicBezTo>
                    <a:pt x="3321" y="1"/>
                    <a:pt x="3246" y="30"/>
                    <a:pt x="3187" y="89"/>
                  </a:cubicBezTo>
                  <a:lnTo>
                    <a:pt x="2979" y="297"/>
                  </a:lnTo>
                  <a:cubicBezTo>
                    <a:pt x="2921" y="356"/>
                    <a:pt x="2846" y="385"/>
                    <a:pt x="2770" y="385"/>
                  </a:cubicBezTo>
                  <a:cubicBezTo>
                    <a:pt x="2695" y="385"/>
                    <a:pt x="2619" y="356"/>
                    <a:pt x="2562" y="297"/>
                  </a:cubicBezTo>
                  <a:lnTo>
                    <a:pt x="2285" y="20"/>
                  </a:lnTo>
                  <a:cubicBezTo>
                    <a:pt x="224" y="1570"/>
                    <a:pt x="0" y="3351"/>
                    <a:pt x="1686" y="4649"/>
                  </a:cubicBezTo>
                  <a:cubicBezTo>
                    <a:pt x="1690" y="4653"/>
                    <a:pt x="1692" y="4664"/>
                    <a:pt x="1699" y="4673"/>
                  </a:cubicBezTo>
                  <a:lnTo>
                    <a:pt x="3134" y="3496"/>
                  </a:lnTo>
                  <a:cubicBezTo>
                    <a:pt x="3241" y="3407"/>
                    <a:pt x="3375" y="3361"/>
                    <a:pt x="3509" y="3361"/>
                  </a:cubicBezTo>
                  <a:cubicBezTo>
                    <a:pt x="3597" y="3361"/>
                    <a:pt x="3685" y="3381"/>
                    <a:pt x="3766" y="3420"/>
                  </a:cubicBezTo>
                  <a:lnTo>
                    <a:pt x="3961" y="3511"/>
                  </a:lnTo>
                  <a:cubicBezTo>
                    <a:pt x="4043" y="3551"/>
                    <a:pt x="4131" y="3570"/>
                    <a:pt x="4219" y="3570"/>
                  </a:cubicBezTo>
                  <a:cubicBezTo>
                    <a:pt x="4318" y="3570"/>
                    <a:pt x="4417" y="3545"/>
                    <a:pt x="4507" y="3496"/>
                  </a:cubicBezTo>
                  <a:lnTo>
                    <a:pt x="5780" y="2788"/>
                  </a:lnTo>
                  <a:cubicBezTo>
                    <a:pt x="5951" y="2695"/>
                    <a:pt x="5984" y="2462"/>
                    <a:pt x="5838" y="2322"/>
                  </a:cubicBezTo>
                  <a:lnTo>
                    <a:pt x="5427" y="1914"/>
                  </a:lnTo>
                  <a:cubicBezTo>
                    <a:pt x="5371" y="1858"/>
                    <a:pt x="5295" y="1828"/>
                    <a:pt x="5218" y="1828"/>
                  </a:cubicBezTo>
                  <a:cubicBezTo>
                    <a:pt x="5173" y="1828"/>
                    <a:pt x="5128" y="1838"/>
                    <a:pt x="5086" y="1859"/>
                  </a:cubicBezTo>
                  <a:lnTo>
                    <a:pt x="4631" y="2087"/>
                  </a:lnTo>
                  <a:cubicBezTo>
                    <a:pt x="4589" y="2109"/>
                    <a:pt x="4544" y="2119"/>
                    <a:pt x="4500" y="2119"/>
                  </a:cubicBezTo>
                  <a:cubicBezTo>
                    <a:pt x="4424" y="2119"/>
                    <a:pt x="4349" y="2089"/>
                    <a:pt x="4292" y="2032"/>
                  </a:cubicBezTo>
                  <a:lnTo>
                    <a:pt x="3815" y="1555"/>
                  </a:lnTo>
                  <a:cubicBezTo>
                    <a:pt x="3697" y="1437"/>
                    <a:pt x="3697" y="1251"/>
                    <a:pt x="3815" y="1136"/>
                  </a:cubicBezTo>
                  <a:lnTo>
                    <a:pt x="4026" y="925"/>
                  </a:lnTo>
                  <a:cubicBezTo>
                    <a:pt x="4141" y="810"/>
                    <a:pt x="4141" y="623"/>
                    <a:pt x="4026" y="506"/>
                  </a:cubicBezTo>
                  <a:lnTo>
                    <a:pt x="3606" y="89"/>
                  </a:lnTo>
                  <a:cubicBezTo>
                    <a:pt x="3548" y="30"/>
                    <a:pt x="3472" y="1"/>
                    <a:pt x="33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3"/>
            <p:cNvSpPr/>
            <p:nvPr/>
          </p:nvSpPr>
          <p:spPr>
            <a:xfrm>
              <a:off x="4043437" y="2238664"/>
              <a:ext cx="115276" cy="208680"/>
            </a:xfrm>
            <a:custGeom>
              <a:rect b="b" l="l" r="r" t="t"/>
              <a:pathLst>
                <a:path extrusionOk="0" h="7871" w="4348">
                  <a:moveTo>
                    <a:pt x="3619" y="0"/>
                  </a:moveTo>
                  <a:cubicBezTo>
                    <a:pt x="3516" y="0"/>
                    <a:pt x="3414" y="54"/>
                    <a:pt x="3358" y="154"/>
                  </a:cubicBezTo>
                  <a:lnTo>
                    <a:pt x="2651" y="1427"/>
                  </a:lnTo>
                  <a:cubicBezTo>
                    <a:pt x="2558" y="1596"/>
                    <a:pt x="2551" y="1797"/>
                    <a:pt x="2635" y="1973"/>
                  </a:cubicBezTo>
                  <a:lnTo>
                    <a:pt x="2728" y="2163"/>
                  </a:lnTo>
                  <a:cubicBezTo>
                    <a:pt x="2828" y="2372"/>
                    <a:pt x="2802" y="2618"/>
                    <a:pt x="2655" y="2795"/>
                  </a:cubicBezTo>
                  <a:lnTo>
                    <a:pt x="293" y="5677"/>
                  </a:lnTo>
                  <a:cubicBezTo>
                    <a:pt x="0" y="6029"/>
                    <a:pt x="29" y="6544"/>
                    <a:pt x="351" y="6865"/>
                  </a:cubicBezTo>
                  <a:lnTo>
                    <a:pt x="1096" y="7611"/>
                  </a:lnTo>
                  <a:cubicBezTo>
                    <a:pt x="1269" y="7783"/>
                    <a:pt x="1498" y="7870"/>
                    <a:pt x="1727" y="7870"/>
                  </a:cubicBezTo>
                  <a:cubicBezTo>
                    <a:pt x="1926" y="7870"/>
                    <a:pt x="2125" y="7804"/>
                    <a:pt x="2289" y="7670"/>
                  </a:cubicBezTo>
                  <a:lnTo>
                    <a:pt x="3733" y="6486"/>
                  </a:lnTo>
                  <a:cubicBezTo>
                    <a:pt x="3727" y="6477"/>
                    <a:pt x="3724" y="6468"/>
                    <a:pt x="3720" y="6462"/>
                  </a:cubicBezTo>
                  <a:cubicBezTo>
                    <a:pt x="2913" y="5067"/>
                    <a:pt x="3210" y="3281"/>
                    <a:pt x="4319" y="1833"/>
                  </a:cubicBezTo>
                  <a:lnTo>
                    <a:pt x="4121" y="1631"/>
                  </a:lnTo>
                  <a:cubicBezTo>
                    <a:pt x="4033" y="1542"/>
                    <a:pt x="4010" y="1405"/>
                    <a:pt x="4066" y="1289"/>
                  </a:cubicBezTo>
                  <a:lnTo>
                    <a:pt x="4292" y="835"/>
                  </a:lnTo>
                  <a:cubicBezTo>
                    <a:pt x="4348" y="722"/>
                    <a:pt x="4325" y="586"/>
                    <a:pt x="4237" y="495"/>
                  </a:cubicBezTo>
                  <a:lnTo>
                    <a:pt x="3826" y="87"/>
                  </a:lnTo>
                  <a:cubicBezTo>
                    <a:pt x="3768" y="29"/>
                    <a:pt x="3693" y="0"/>
                    <a:pt x="36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5" name="Google Shape;2995;p53"/>
          <p:cNvGrpSpPr/>
          <p:nvPr/>
        </p:nvGrpSpPr>
        <p:grpSpPr>
          <a:xfrm>
            <a:off x="1712132" y="2069272"/>
            <a:ext cx="352139" cy="376424"/>
            <a:chOff x="2667757" y="2070972"/>
            <a:chExt cx="352139" cy="376424"/>
          </a:xfrm>
        </p:grpSpPr>
        <p:sp>
          <p:nvSpPr>
            <p:cNvPr id="2996" name="Google Shape;2996;p53"/>
            <p:cNvSpPr/>
            <p:nvPr/>
          </p:nvSpPr>
          <p:spPr>
            <a:xfrm>
              <a:off x="2926651" y="2185798"/>
              <a:ext cx="57294" cy="55888"/>
            </a:xfrm>
            <a:custGeom>
              <a:rect b="b" l="l" r="r" t="t"/>
              <a:pathLst>
                <a:path extrusionOk="0" h="2108" w="2161">
                  <a:moveTo>
                    <a:pt x="1080" y="0"/>
                  </a:moveTo>
                  <a:cubicBezTo>
                    <a:pt x="1032" y="0"/>
                    <a:pt x="984" y="26"/>
                    <a:pt x="963" y="79"/>
                  </a:cubicBezTo>
                  <a:lnTo>
                    <a:pt x="839" y="389"/>
                  </a:lnTo>
                  <a:cubicBezTo>
                    <a:pt x="761" y="582"/>
                    <a:pt x="608" y="733"/>
                    <a:pt x="418" y="811"/>
                  </a:cubicBezTo>
                  <a:lnTo>
                    <a:pt x="107" y="937"/>
                  </a:lnTo>
                  <a:cubicBezTo>
                    <a:pt x="1" y="979"/>
                    <a:pt x="1" y="1130"/>
                    <a:pt x="107" y="1172"/>
                  </a:cubicBezTo>
                  <a:lnTo>
                    <a:pt x="418" y="1296"/>
                  </a:lnTo>
                  <a:cubicBezTo>
                    <a:pt x="608" y="1374"/>
                    <a:pt x="761" y="1527"/>
                    <a:pt x="839" y="1718"/>
                  </a:cubicBezTo>
                  <a:lnTo>
                    <a:pt x="963" y="2028"/>
                  </a:lnTo>
                  <a:cubicBezTo>
                    <a:pt x="985" y="2081"/>
                    <a:pt x="1034" y="2108"/>
                    <a:pt x="1082" y="2108"/>
                  </a:cubicBezTo>
                  <a:cubicBezTo>
                    <a:pt x="1130" y="2108"/>
                    <a:pt x="1177" y="2081"/>
                    <a:pt x="1198" y="2028"/>
                  </a:cubicBezTo>
                  <a:lnTo>
                    <a:pt x="1323" y="1718"/>
                  </a:lnTo>
                  <a:cubicBezTo>
                    <a:pt x="1400" y="1527"/>
                    <a:pt x="1553" y="1374"/>
                    <a:pt x="1744" y="1296"/>
                  </a:cubicBezTo>
                  <a:lnTo>
                    <a:pt x="2055" y="1172"/>
                  </a:lnTo>
                  <a:cubicBezTo>
                    <a:pt x="2161" y="1130"/>
                    <a:pt x="2161" y="981"/>
                    <a:pt x="2055" y="937"/>
                  </a:cubicBezTo>
                  <a:lnTo>
                    <a:pt x="1744" y="811"/>
                  </a:lnTo>
                  <a:cubicBezTo>
                    <a:pt x="1553" y="733"/>
                    <a:pt x="1400" y="582"/>
                    <a:pt x="1323" y="389"/>
                  </a:cubicBezTo>
                  <a:lnTo>
                    <a:pt x="1198" y="79"/>
                  </a:lnTo>
                  <a:cubicBezTo>
                    <a:pt x="1176" y="26"/>
                    <a:pt x="1128" y="0"/>
                    <a:pt x="10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3"/>
            <p:cNvSpPr/>
            <p:nvPr/>
          </p:nvSpPr>
          <p:spPr>
            <a:xfrm>
              <a:off x="2853212" y="2362504"/>
              <a:ext cx="57294" cy="55888"/>
            </a:xfrm>
            <a:custGeom>
              <a:rect b="b" l="l" r="r" t="t"/>
              <a:pathLst>
                <a:path extrusionOk="0" h="2108" w="2161">
                  <a:moveTo>
                    <a:pt x="1080" y="0"/>
                  </a:moveTo>
                  <a:cubicBezTo>
                    <a:pt x="1032" y="0"/>
                    <a:pt x="984" y="26"/>
                    <a:pt x="963" y="78"/>
                  </a:cubicBezTo>
                  <a:lnTo>
                    <a:pt x="839" y="389"/>
                  </a:lnTo>
                  <a:cubicBezTo>
                    <a:pt x="761" y="582"/>
                    <a:pt x="608" y="733"/>
                    <a:pt x="418" y="810"/>
                  </a:cubicBezTo>
                  <a:lnTo>
                    <a:pt x="107" y="937"/>
                  </a:lnTo>
                  <a:cubicBezTo>
                    <a:pt x="1" y="981"/>
                    <a:pt x="1" y="1130"/>
                    <a:pt x="107" y="1172"/>
                  </a:cubicBezTo>
                  <a:lnTo>
                    <a:pt x="418" y="1296"/>
                  </a:lnTo>
                  <a:cubicBezTo>
                    <a:pt x="608" y="1374"/>
                    <a:pt x="761" y="1527"/>
                    <a:pt x="839" y="1717"/>
                  </a:cubicBezTo>
                  <a:lnTo>
                    <a:pt x="963" y="2028"/>
                  </a:lnTo>
                  <a:cubicBezTo>
                    <a:pt x="985" y="2081"/>
                    <a:pt x="1034" y="2108"/>
                    <a:pt x="1082" y="2108"/>
                  </a:cubicBezTo>
                  <a:cubicBezTo>
                    <a:pt x="1131" y="2108"/>
                    <a:pt x="1178" y="2081"/>
                    <a:pt x="1198" y="2028"/>
                  </a:cubicBezTo>
                  <a:lnTo>
                    <a:pt x="1325" y="1717"/>
                  </a:lnTo>
                  <a:cubicBezTo>
                    <a:pt x="1402" y="1527"/>
                    <a:pt x="1553" y="1374"/>
                    <a:pt x="1746" y="1296"/>
                  </a:cubicBezTo>
                  <a:lnTo>
                    <a:pt x="2057" y="1172"/>
                  </a:lnTo>
                  <a:cubicBezTo>
                    <a:pt x="2161" y="1128"/>
                    <a:pt x="2161" y="977"/>
                    <a:pt x="2057" y="937"/>
                  </a:cubicBezTo>
                  <a:lnTo>
                    <a:pt x="1746" y="810"/>
                  </a:lnTo>
                  <a:cubicBezTo>
                    <a:pt x="1553" y="733"/>
                    <a:pt x="1402" y="582"/>
                    <a:pt x="1325" y="389"/>
                  </a:cubicBezTo>
                  <a:lnTo>
                    <a:pt x="1198" y="78"/>
                  </a:lnTo>
                  <a:cubicBezTo>
                    <a:pt x="1176" y="26"/>
                    <a:pt x="1128" y="0"/>
                    <a:pt x="10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3"/>
            <p:cNvSpPr/>
            <p:nvPr/>
          </p:nvSpPr>
          <p:spPr>
            <a:xfrm>
              <a:off x="2702197" y="2122221"/>
              <a:ext cx="57240" cy="55862"/>
            </a:xfrm>
            <a:custGeom>
              <a:rect b="b" l="l" r="r" t="t"/>
              <a:pathLst>
                <a:path extrusionOk="0" h="2107" w="2159">
                  <a:moveTo>
                    <a:pt x="1079" y="1"/>
                  </a:moveTo>
                  <a:cubicBezTo>
                    <a:pt x="1031" y="1"/>
                    <a:pt x="982" y="27"/>
                    <a:pt x="961" y="79"/>
                  </a:cubicBezTo>
                  <a:lnTo>
                    <a:pt x="837" y="390"/>
                  </a:lnTo>
                  <a:cubicBezTo>
                    <a:pt x="759" y="580"/>
                    <a:pt x="606" y="733"/>
                    <a:pt x="416" y="811"/>
                  </a:cubicBezTo>
                  <a:lnTo>
                    <a:pt x="105" y="935"/>
                  </a:lnTo>
                  <a:cubicBezTo>
                    <a:pt x="1" y="979"/>
                    <a:pt x="1" y="1130"/>
                    <a:pt x="105" y="1172"/>
                  </a:cubicBezTo>
                  <a:lnTo>
                    <a:pt x="416" y="1297"/>
                  </a:lnTo>
                  <a:cubicBezTo>
                    <a:pt x="606" y="1374"/>
                    <a:pt x="759" y="1527"/>
                    <a:pt x="837" y="1718"/>
                  </a:cubicBezTo>
                  <a:lnTo>
                    <a:pt x="961" y="2029"/>
                  </a:lnTo>
                  <a:cubicBezTo>
                    <a:pt x="983" y="2081"/>
                    <a:pt x="1032" y="2107"/>
                    <a:pt x="1081" y="2107"/>
                  </a:cubicBezTo>
                  <a:cubicBezTo>
                    <a:pt x="1129" y="2107"/>
                    <a:pt x="1178" y="2081"/>
                    <a:pt x="1199" y="2029"/>
                  </a:cubicBezTo>
                  <a:lnTo>
                    <a:pt x="1323" y="1718"/>
                  </a:lnTo>
                  <a:cubicBezTo>
                    <a:pt x="1400" y="1527"/>
                    <a:pt x="1553" y="1374"/>
                    <a:pt x="1744" y="1297"/>
                  </a:cubicBezTo>
                  <a:lnTo>
                    <a:pt x="2055" y="1172"/>
                  </a:lnTo>
                  <a:cubicBezTo>
                    <a:pt x="2159" y="1130"/>
                    <a:pt x="2159" y="977"/>
                    <a:pt x="2055" y="935"/>
                  </a:cubicBezTo>
                  <a:lnTo>
                    <a:pt x="1744" y="811"/>
                  </a:lnTo>
                  <a:cubicBezTo>
                    <a:pt x="1553" y="733"/>
                    <a:pt x="1400" y="580"/>
                    <a:pt x="1323" y="390"/>
                  </a:cubicBezTo>
                  <a:lnTo>
                    <a:pt x="1199" y="79"/>
                  </a:lnTo>
                  <a:cubicBezTo>
                    <a:pt x="1176" y="27"/>
                    <a:pt x="1128" y="1"/>
                    <a:pt x="1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3"/>
            <p:cNvSpPr/>
            <p:nvPr/>
          </p:nvSpPr>
          <p:spPr>
            <a:xfrm>
              <a:off x="2690266" y="2297548"/>
              <a:ext cx="45363" cy="113102"/>
            </a:xfrm>
            <a:custGeom>
              <a:rect b="b" l="l" r="r" t="t"/>
              <a:pathLst>
                <a:path extrusionOk="0" h="4266" w="1711">
                  <a:moveTo>
                    <a:pt x="231" y="0"/>
                  </a:moveTo>
                  <a:cubicBezTo>
                    <a:pt x="180" y="0"/>
                    <a:pt x="1" y="781"/>
                    <a:pt x="1" y="781"/>
                  </a:cubicBezTo>
                  <a:lnTo>
                    <a:pt x="773" y="3802"/>
                  </a:lnTo>
                  <a:cubicBezTo>
                    <a:pt x="773" y="3802"/>
                    <a:pt x="1178" y="4265"/>
                    <a:pt x="1465" y="4265"/>
                  </a:cubicBezTo>
                  <a:cubicBezTo>
                    <a:pt x="1527" y="4265"/>
                    <a:pt x="1711" y="3564"/>
                    <a:pt x="1711" y="3564"/>
                  </a:cubicBezTo>
                  <a:lnTo>
                    <a:pt x="943" y="539"/>
                  </a:lnTo>
                  <a:cubicBezTo>
                    <a:pt x="943" y="539"/>
                    <a:pt x="526" y="0"/>
                    <a:pt x="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3"/>
            <p:cNvSpPr/>
            <p:nvPr/>
          </p:nvSpPr>
          <p:spPr>
            <a:xfrm>
              <a:off x="2682047" y="2276656"/>
              <a:ext cx="33247" cy="41731"/>
            </a:xfrm>
            <a:custGeom>
              <a:rect b="b" l="l" r="r" t="t"/>
              <a:pathLst>
                <a:path extrusionOk="0" h="1574" w="1254">
                  <a:moveTo>
                    <a:pt x="918" y="1"/>
                  </a:moveTo>
                  <a:lnTo>
                    <a:pt x="0" y="333"/>
                  </a:lnTo>
                  <a:lnTo>
                    <a:pt x="313" y="1564"/>
                  </a:lnTo>
                  <a:cubicBezTo>
                    <a:pt x="362" y="1571"/>
                    <a:pt x="408" y="1573"/>
                    <a:pt x="457" y="1573"/>
                  </a:cubicBezTo>
                  <a:cubicBezTo>
                    <a:pt x="754" y="1573"/>
                    <a:pt x="1027" y="1482"/>
                    <a:pt x="1253" y="1327"/>
                  </a:cubicBezTo>
                  <a:lnTo>
                    <a:pt x="9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3"/>
            <p:cNvSpPr/>
            <p:nvPr/>
          </p:nvSpPr>
          <p:spPr>
            <a:xfrm>
              <a:off x="2710734" y="2391615"/>
              <a:ext cx="32239" cy="37966"/>
            </a:xfrm>
            <a:custGeom>
              <a:rect b="b" l="l" r="r" t="t"/>
              <a:pathLst>
                <a:path extrusionOk="0" h="1432" w="1216">
                  <a:moveTo>
                    <a:pt x="759" y="1"/>
                  </a:moveTo>
                  <a:cubicBezTo>
                    <a:pt x="473" y="1"/>
                    <a:pt x="209" y="96"/>
                    <a:pt x="1" y="254"/>
                  </a:cubicBezTo>
                  <a:lnTo>
                    <a:pt x="300" y="1431"/>
                  </a:lnTo>
                  <a:lnTo>
                    <a:pt x="1216" y="1099"/>
                  </a:lnTo>
                  <a:lnTo>
                    <a:pt x="943" y="16"/>
                  </a:lnTo>
                  <a:cubicBezTo>
                    <a:pt x="881" y="7"/>
                    <a:pt x="819" y="1"/>
                    <a:pt x="7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3"/>
            <p:cNvSpPr/>
            <p:nvPr/>
          </p:nvSpPr>
          <p:spPr>
            <a:xfrm>
              <a:off x="2884019" y="2085846"/>
              <a:ext cx="90885" cy="38364"/>
            </a:xfrm>
            <a:custGeom>
              <a:rect b="b" l="l" r="r" t="t"/>
              <a:pathLst>
                <a:path extrusionOk="0" h="1447" w="3428">
                  <a:moveTo>
                    <a:pt x="3030" y="1"/>
                  </a:moveTo>
                  <a:lnTo>
                    <a:pt x="265" y="488"/>
                  </a:lnTo>
                  <a:cubicBezTo>
                    <a:pt x="54" y="721"/>
                    <a:pt x="1" y="939"/>
                    <a:pt x="1" y="1207"/>
                  </a:cubicBezTo>
                  <a:cubicBezTo>
                    <a:pt x="1" y="1282"/>
                    <a:pt x="134" y="1254"/>
                    <a:pt x="455" y="1447"/>
                  </a:cubicBezTo>
                  <a:lnTo>
                    <a:pt x="3201" y="963"/>
                  </a:lnTo>
                  <a:cubicBezTo>
                    <a:pt x="3281" y="783"/>
                    <a:pt x="3427" y="622"/>
                    <a:pt x="3427" y="371"/>
                  </a:cubicBezTo>
                  <a:cubicBezTo>
                    <a:pt x="3427" y="276"/>
                    <a:pt x="3192" y="89"/>
                    <a:pt x="30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3"/>
            <p:cNvSpPr/>
            <p:nvPr/>
          </p:nvSpPr>
          <p:spPr>
            <a:xfrm>
              <a:off x="2852443" y="2098731"/>
              <a:ext cx="44196" cy="32372"/>
            </a:xfrm>
            <a:custGeom>
              <a:rect b="b" l="l" r="r" t="t"/>
              <a:pathLst>
                <a:path extrusionOk="0" h="1221" w="1667">
                  <a:moveTo>
                    <a:pt x="1458" y="0"/>
                  </a:moveTo>
                  <a:lnTo>
                    <a:pt x="1" y="258"/>
                  </a:lnTo>
                  <a:lnTo>
                    <a:pt x="169" y="1220"/>
                  </a:lnTo>
                  <a:lnTo>
                    <a:pt x="1649" y="961"/>
                  </a:lnTo>
                  <a:cubicBezTo>
                    <a:pt x="1660" y="887"/>
                    <a:pt x="1666" y="812"/>
                    <a:pt x="1666" y="739"/>
                  </a:cubicBezTo>
                  <a:cubicBezTo>
                    <a:pt x="1666" y="468"/>
                    <a:pt x="1589" y="218"/>
                    <a:pt x="14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3"/>
            <p:cNvSpPr/>
            <p:nvPr/>
          </p:nvSpPr>
          <p:spPr>
            <a:xfrm>
              <a:off x="2963636" y="2079960"/>
              <a:ext cx="38841" cy="31364"/>
            </a:xfrm>
            <a:custGeom>
              <a:rect b="b" l="l" r="r" t="t"/>
              <a:pathLst>
                <a:path extrusionOk="0" h="1183" w="1465">
                  <a:moveTo>
                    <a:pt x="1296" y="1"/>
                  </a:moveTo>
                  <a:lnTo>
                    <a:pt x="32" y="223"/>
                  </a:lnTo>
                  <a:cubicBezTo>
                    <a:pt x="12" y="311"/>
                    <a:pt x="1" y="407"/>
                    <a:pt x="1" y="500"/>
                  </a:cubicBezTo>
                  <a:cubicBezTo>
                    <a:pt x="1" y="750"/>
                    <a:pt x="72" y="985"/>
                    <a:pt x="200" y="1183"/>
                  </a:cubicBezTo>
                  <a:lnTo>
                    <a:pt x="1465" y="961"/>
                  </a:lnTo>
                  <a:lnTo>
                    <a:pt x="12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3"/>
            <p:cNvSpPr/>
            <p:nvPr/>
          </p:nvSpPr>
          <p:spPr>
            <a:xfrm>
              <a:off x="2715214" y="2250913"/>
              <a:ext cx="90567" cy="36879"/>
            </a:xfrm>
            <a:custGeom>
              <a:rect b="b" l="l" r="r" t="t"/>
              <a:pathLst>
                <a:path extrusionOk="0" h="1391" w="3416">
                  <a:moveTo>
                    <a:pt x="2861" y="0"/>
                  </a:moveTo>
                  <a:lnTo>
                    <a:pt x="413" y="433"/>
                  </a:lnTo>
                  <a:cubicBezTo>
                    <a:pt x="80" y="694"/>
                    <a:pt x="0" y="914"/>
                    <a:pt x="0" y="1176"/>
                  </a:cubicBezTo>
                  <a:cubicBezTo>
                    <a:pt x="0" y="1258"/>
                    <a:pt x="191" y="1145"/>
                    <a:pt x="588" y="1391"/>
                  </a:cubicBezTo>
                  <a:lnTo>
                    <a:pt x="3030" y="961"/>
                  </a:lnTo>
                  <a:cubicBezTo>
                    <a:pt x="3205" y="694"/>
                    <a:pt x="3416" y="705"/>
                    <a:pt x="3416" y="433"/>
                  </a:cubicBezTo>
                  <a:cubicBezTo>
                    <a:pt x="3416" y="362"/>
                    <a:pt x="3303" y="82"/>
                    <a:pt x="28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3"/>
            <p:cNvSpPr/>
            <p:nvPr/>
          </p:nvSpPr>
          <p:spPr>
            <a:xfrm>
              <a:off x="2790828" y="2243145"/>
              <a:ext cx="48889" cy="33247"/>
            </a:xfrm>
            <a:custGeom>
              <a:rect b="b" l="l" r="r" t="t"/>
              <a:pathLst>
                <a:path extrusionOk="0" h="1254" w="1844">
                  <a:moveTo>
                    <a:pt x="1673" y="0"/>
                  </a:moveTo>
                  <a:lnTo>
                    <a:pt x="11" y="295"/>
                  </a:lnTo>
                  <a:cubicBezTo>
                    <a:pt x="3" y="358"/>
                    <a:pt x="0" y="428"/>
                    <a:pt x="0" y="495"/>
                  </a:cubicBezTo>
                  <a:cubicBezTo>
                    <a:pt x="0" y="766"/>
                    <a:pt x="67" y="1025"/>
                    <a:pt x="184" y="1254"/>
                  </a:cubicBezTo>
                  <a:lnTo>
                    <a:pt x="1843" y="961"/>
                  </a:lnTo>
                  <a:lnTo>
                    <a:pt x="16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3"/>
            <p:cNvSpPr/>
            <p:nvPr/>
          </p:nvSpPr>
          <p:spPr>
            <a:xfrm>
              <a:off x="2689577" y="2262260"/>
              <a:ext cx="41810" cy="32001"/>
            </a:xfrm>
            <a:custGeom>
              <a:rect b="b" l="l" r="r" t="t"/>
              <a:pathLst>
                <a:path extrusionOk="0" h="1207" w="1577">
                  <a:moveTo>
                    <a:pt x="1382" y="0"/>
                  </a:moveTo>
                  <a:lnTo>
                    <a:pt x="0" y="244"/>
                  </a:lnTo>
                  <a:lnTo>
                    <a:pt x="169" y="1207"/>
                  </a:lnTo>
                  <a:lnTo>
                    <a:pt x="1555" y="963"/>
                  </a:lnTo>
                  <a:cubicBezTo>
                    <a:pt x="1568" y="881"/>
                    <a:pt x="1577" y="796"/>
                    <a:pt x="1577" y="714"/>
                  </a:cubicBezTo>
                  <a:cubicBezTo>
                    <a:pt x="1577" y="453"/>
                    <a:pt x="1508" y="211"/>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3"/>
            <p:cNvSpPr/>
            <p:nvPr/>
          </p:nvSpPr>
          <p:spPr>
            <a:xfrm>
              <a:off x="2829642" y="2132720"/>
              <a:ext cx="36428" cy="102391"/>
            </a:xfrm>
            <a:custGeom>
              <a:rect b="b" l="l" r="r" t="t"/>
              <a:pathLst>
                <a:path extrusionOk="0" h="3862" w="1374">
                  <a:moveTo>
                    <a:pt x="1045" y="0"/>
                  </a:moveTo>
                  <a:cubicBezTo>
                    <a:pt x="788" y="0"/>
                    <a:pt x="408" y="666"/>
                    <a:pt x="408" y="666"/>
                  </a:cubicBezTo>
                  <a:lnTo>
                    <a:pt x="0" y="2983"/>
                  </a:lnTo>
                  <a:cubicBezTo>
                    <a:pt x="0" y="2983"/>
                    <a:pt x="58" y="3862"/>
                    <a:pt x="133" y="3862"/>
                  </a:cubicBezTo>
                  <a:cubicBezTo>
                    <a:pt x="402" y="3862"/>
                    <a:pt x="965" y="3143"/>
                    <a:pt x="965" y="3143"/>
                  </a:cubicBezTo>
                  <a:lnTo>
                    <a:pt x="1373" y="836"/>
                  </a:lnTo>
                  <a:cubicBezTo>
                    <a:pt x="1373" y="836"/>
                    <a:pt x="1134" y="2"/>
                    <a:pt x="10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3"/>
            <p:cNvSpPr/>
            <p:nvPr/>
          </p:nvSpPr>
          <p:spPr>
            <a:xfrm>
              <a:off x="2820522" y="2211489"/>
              <a:ext cx="34705" cy="56498"/>
            </a:xfrm>
            <a:custGeom>
              <a:rect b="b" l="l" r="r" t="t"/>
              <a:pathLst>
                <a:path extrusionOk="0" h="2131" w="1309">
                  <a:moveTo>
                    <a:pt x="590" y="1"/>
                  </a:moveTo>
                  <a:cubicBezTo>
                    <a:pt x="581" y="1"/>
                    <a:pt x="572" y="1"/>
                    <a:pt x="564" y="1"/>
                  </a:cubicBezTo>
                  <a:cubicBezTo>
                    <a:pt x="488" y="1"/>
                    <a:pt x="417" y="3"/>
                    <a:pt x="344" y="15"/>
                  </a:cubicBezTo>
                  <a:lnTo>
                    <a:pt x="0" y="1960"/>
                  </a:lnTo>
                  <a:lnTo>
                    <a:pt x="963" y="2130"/>
                  </a:lnTo>
                  <a:lnTo>
                    <a:pt x="1309" y="172"/>
                  </a:lnTo>
                  <a:cubicBezTo>
                    <a:pt x="1092" y="65"/>
                    <a:pt x="848" y="1"/>
                    <a:pt x="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3"/>
            <p:cNvSpPr/>
            <p:nvPr/>
          </p:nvSpPr>
          <p:spPr>
            <a:xfrm>
              <a:off x="2840512" y="2117767"/>
              <a:ext cx="31258" cy="37727"/>
            </a:xfrm>
            <a:custGeom>
              <a:rect b="b" l="l" r="r" t="t"/>
              <a:pathLst>
                <a:path extrusionOk="0" h="1423" w="1179">
                  <a:moveTo>
                    <a:pt x="218" y="1"/>
                  </a:moveTo>
                  <a:lnTo>
                    <a:pt x="0" y="1230"/>
                  </a:lnTo>
                  <a:cubicBezTo>
                    <a:pt x="209" y="1354"/>
                    <a:pt x="453" y="1423"/>
                    <a:pt x="710" y="1423"/>
                  </a:cubicBezTo>
                  <a:cubicBezTo>
                    <a:pt x="797" y="1423"/>
                    <a:pt x="883" y="1414"/>
                    <a:pt x="963" y="1400"/>
                  </a:cubicBezTo>
                  <a:lnTo>
                    <a:pt x="1178" y="172"/>
                  </a:lnTo>
                  <a:lnTo>
                    <a:pt x="2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3"/>
            <p:cNvSpPr/>
            <p:nvPr/>
          </p:nvSpPr>
          <p:spPr>
            <a:xfrm>
              <a:off x="2677089" y="2254916"/>
              <a:ext cx="42897" cy="46344"/>
            </a:xfrm>
            <a:custGeom>
              <a:rect b="b" l="l" r="r" t="t"/>
              <a:pathLst>
                <a:path extrusionOk="0" h="1748" w="1618">
                  <a:moveTo>
                    <a:pt x="633" y="0"/>
                  </a:moveTo>
                  <a:cubicBezTo>
                    <a:pt x="511" y="0"/>
                    <a:pt x="396" y="22"/>
                    <a:pt x="287" y="64"/>
                  </a:cubicBezTo>
                  <a:cubicBezTo>
                    <a:pt x="149" y="215"/>
                    <a:pt x="1" y="408"/>
                    <a:pt x="1" y="597"/>
                  </a:cubicBezTo>
                  <a:cubicBezTo>
                    <a:pt x="1" y="1142"/>
                    <a:pt x="420" y="1748"/>
                    <a:pt x="963" y="1748"/>
                  </a:cubicBezTo>
                  <a:cubicBezTo>
                    <a:pt x="1085" y="1748"/>
                    <a:pt x="1360" y="1592"/>
                    <a:pt x="1474" y="1504"/>
                  </a:cubicBezTo>
                  <a:cubicBezTo>
                    <a:pt x="1564" y="1353"/>
                    <a:pt x="1618" y="1180"/>
                    <a:pt x="1618" y="991"/>
                  </a:cubicBezTo>
                  <a:cubicBezTo>
                    <a:pt x="1618" y="448"/>
                    <a:pt x="1176" y="7"/>
                    <a:pt x="6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3"/>
            <p:cNvSpPr/>
            <p:nvPr/>
          </p:nvSpPr>
          <p:spPr>
            <a:xfrm>
              <a:off x="2667757" y="2256772"/>
              <a:ext cx="48412" cy="50612"/>
            </a:xfrm>
            <a:custGeom>
              <a:rect b="b" l="l" r="r" t="t"/>
              <a:pathLst>
                <a:path extrusionOk="0" h="1909" w="1826">
                  <a:moveTo>
                    <a:pt x="641" y="1"/>
                  </a:moveTo>
                  <a:lnTo>
                    <a:pt x="641" y="1"/>
                  </a:lnTo>
                  <a:cubicBezTo>
                    <a:pt x="266" y="141"/>
                    <a:pt x="0" y="502"/>
                    <a:pt x="0" y="924"/>
                  </a:cubicBezTo>
                  <a:cubicBezTo>
                    <a:pt x="0" y="1467"/>
                    <a:pt x="442" y="1908"/>
                    <a:pt x="985" y="1908"/>
                  </a:cubicBezTo>
                  <a:cubicBezTo>
                    <a:pt x="1340" y="1908"/>
                    <a:pt x="1655" y="1720"/>
                    <a:pt x="1826" y="1436"/>
                  </a:cubicBezTo>
                  <a:lnTo>
                    <a:pt x="1826" y="1436"/>
                  </a:lnTo>
                  <a:cubicBezTo>
                    <a:pt x="1717" y="1476"/>
                    <a:pt x="1602" y="1498"/>
                    <a:pt x="1482" y="1498"/>
                  </a:cubicBezTo>
                  <a:cubicBezTo>
                    <a:pt x="938" y="1498"/>
                    <a:pt x="497" y="1057"/>
                    <a:pt x="497" y="513"/>
                  </a:cubicBezTo>
                  <a:cubicBezTo>
                    <a:pt x="497" y="325"/>
                    <a:pt x="550" y="150"/>
                    <a:pt x="6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3"/>
            <p:cNvSpPr/>
            <p:nvPr/>
          </p:nvSpPr>
          <p:spPr>
            <a:xfrm>
              <a:off x="2842580" y="2092023"/>
              <a:ext cx="42871" cy="46370"/>
            </a:xfrm>
            <a:custGeom>
              <a:rect b="b" l="l" r="r" t="t"/>
              <a:pathLst>
                <a:path extrusionOk="0" h="1749" w="1617">
                  <a:moveTo>
                    <a:pt x="632" y="0"/>
                  </a:moveTo>
                  <a:cubicBezTo>
                    <a:pt x="510" y="0"/>
                    <a:pt x="395" y="23"/>
                    <a:pt x="286" y="65"/>
                  </a:cubicBezTo>
                  <a:cubicBezTo>
                    <a:pt x="146" y="216"/>
                    <a:pt x="0" y="408"/>
                    <a:pt x="0" y="597"/>
                  </a:cubicBezTo>
                  <a:cubicBezTo>
                    <a:pt x="0" y="1143"/>
                    <a:pt x="419" y="1748"/>
                    <a:pt x="963" y="1748"/>
                  </a:cubicBezTo>
                  <a:cubicBezTo>
                    <a:pt x="1085" y="1748"/>
                    <a:pt x="1360" y="1593"/>
                    <a:pt x="1473" y="1504"/>
                  </a:cubicBezTo>
                  <a:cubicBezTo>
                    <a:pt x="1564" y="1353"/>
                    <a:pt x="1617" y="1180"/>
                    <a:pt x="1617" y="992"/>
                  </a:cubicBezTo>
                  <a:cubicBezTo>
                    <a:pt x="1617" y="444"/>
                    <a:pt x="1176" y="5"/>
                    <a:pt x="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3"/>
            <p:cNvSpPr/>
            <p:nvPr/>
          </p:nvSpPr>
          <p:spPr>
            <a:xfrm>
              <a:off x="2833221" y="2093773"/>
              <a:ext cx="48412" cy="50612"/>
            </a:xfrm>
            <a:custGeom>
              <a:rect b="b" l="l" r="r" t="t"/>
              <a:pathLst>
                <a:path extrusionOk="0" h="1909" w="1826">
                  <a:moveTo>
                    <a:pt x="641" y="1"/>
                  </a:moveTo>
                  <a:lnTo>
                    <a:pt x="641" y="1"/>
                  </a:lnTo>
                  <a:cubicBezTo>
                    <a:pt x="267" y="143"/>
                    <a:pt x="0" y="504"/>
                    <a:pt x="0" y="926"/>
                  </a:cubicBezTo>
                  <a:cubicBezTo>
                    <a:pt x="0" y="1469"/>
                    <a:pt x="442" y="1908"/>
                    <a:pt x="985" y="1908"/>
                  </a:cubicBezTo>
                  <a:cubicBezTo>
                    <a:pt x="1340" y="1908"/>
                    <a:pt x="1653" y="1720"/>
                    <a:pt x="1826" y="1438"/>
                  </a:cubicBezTo>
                  <a:lnTo>
                    <a:pt x="1826" y="1438"/>
                  </a:lnTo>
                  <a:cubicBezTo>
                    <a:pt x="1726" y="1477"/>
                    <a:pt x="1621" y="1499"/>
                    <a:pt x="1512" y="1499"/>
                  </a:cubicBezTo>
                  <a:cubicBezTo>
                    <a:pt x="1502" y="1499"/>
                    <a:pt x="1492" y="1498"/>
                    <a:pt x="1482" y="1498"/>
                  </a:cubicBezTo>
                  <a:cubicBezTo>
                    <a:pt x="939" y="1498"/>
                    <a:pt x="497" y="1059"/>
                    <a:pt x="497" y="515"/>
                  </a:cubicBezTo>
                  <a:cubicBezTo>
                    <a:pt x="497" y="327"/>
                    <a:pt x="550" y="152"/>
                    <a:pt x="6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3"/>
            <p:cNvSpPr/>
            <p:nvPr/>
          </p:nvSpPr>
          <p:spPr>
            <a:xfrm>
              <a:off x="2714313" y="2402617"/>
              <a:ext cx="38894" cy="40776"/>
            </a:xfrm>
            <a:custGeom>
              <a:rect b="b" l="l" r="r" t="t"/>
              <a:pathLst>
                <a:path extrusionOk="0" h="1538" w="1467">
                  <a:moveTo>
                    <a:pt x="624" y="0"/>
                  </a:moveTo>
                  <a:cubicBezTo>
                    <a:pt x="498" y="0"/>
                    <a:pt x="380" y="27"/>
                    <a:pt x="271" y="78"/>
                  </a:cubicBezTo>
                  <a:cubicBezTo>
                    <a:pt x="156" y="213"/>
                    <a:pt x="1" y="451"/>
                    <a:pt x="1" y="584"/>
                  </a:cubicBezTo>
                  <a:cubicBezTo>
                    <a:pt x="1" y="1076"/>
                    <a:pt x="431" y="1537"/>
                    <a:pt x="921" y="1537"/>
                  </a:cubicBezTo>
                  <a:cubicBezTo>
                    <a:pt x="1010" y="1537"/>
                    <a:pt x="1254" y="1322"/>
                    <a:pt x="1334" y="1298"/>
                  </a:cubicBezTo>
                  <a:cubicBezTo>
                    <a:pt x="1420" y="1167"/>
                    <a:pt x="1467" y="1012"/>
                    <a:pt x="1467" y="845"/>
                  </a:cubicBezTo>
                  <a:cubicBezTo>
                    <a:pt x="1467" y="380"/>
                    <a:pt x="1088" y="3"/>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3"/>
            <p:cNvSpPr/>
            <p:nvPr/>
          </p:nvSpPr>
          <p:spPr>
            <a:xfrm>
              <a:off x="2708507" y="2404738"/>
              <a:ext cx="41174" cy="42659"/>
            </a:xfrm>
            <a:custGeom>
              <a:rect b="b" l="l" r="r" t="t"/>
              <a:pathLst>
                <a:path extrusionOk="0" h="1609" w="1553">
                  <a:moveTo>
                    <a:pt x="490" y="0"/>
                  </a:moveTo>
                  <a:cubicBezTo>
                    <a:pt x="202" y="133"/>
                    <a:pt x="0" y="424"/>
                    <a:pt x="0" y="765"/>
                  </a:cubicBezTo>
                  <a:cubicBezTo>
                    <a:pt x="0" y="1231"/>
                    <a:pt x="377" y="1608"/>
                    <a:pt x="843" y="1608"/>
                  </a:cubicBezTo>
                  <a:cubicBezTo>
                    <a:pt x="1140" y="1608"/>
                    <a:pt x="1404" y="1453"/>
                    <a:pt x="1553" y="1218"/>
                  </a:cubicBezTo>
                  <a:lnTo>
                    <a:pt x="1553" y="1218"/>
                  </a:lnTo>
                  <a:cubicBezTo>
                    <a:pt x="1473" y="1242"/>
                    <a:pt x="1386" y="1256"/>
                    <a:pt x="1298" y="1256"/>
                  </a:cubicBezTo>
                  <a:cubicBezTo>
                    <a:pt x="808" y="1256"/>
                    <a:pt x="411" y="859"/>
                    <a:pt x="411" y="368"/>
                  </a:cubicBezTo>
                  <a:cubicBezTo>
                    <a:pt x="411" y="238"/>
                    <a:pt x="439" y="111"/>
                    <a:pt x="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3"/>
            <p:cNvSpPr/>
            <p:nvPr/>
          </p:nvSpPr>
          <p:spPr>
            <a:xfrm>
              <a:off x="2981002" y="2070972"/>
              <a:ext cx="38894" cy="40776"/>
            </a:xfrm>
            <a:custGeom>
              <a:rect b="b" l="l" r="r" t="t"/>
              <a:pathLst>
                <a:path extrusionOk="0" h="1538" w="1467">
                  <a:moveTo>
                    <a:pt x="623" y="0"/>
                  </a:moveTo>
                  <a:cubicBezTo>
                    <a:pt x="497" y="0"/>
                    <a:pt x="379" y="27"/>
                    <a:pt x="271" y="78"/>
                  </a:cubicBezTo>
                  <a:cubicBezTo>
                    <a:pt x="155" y="213"/>
                    <a:pt x="0" y="451"/>
                    <a:pt x="0" y="584"/>
                  </a:cubicBezTo>
                  <a:cubicBezTo>
                    <a:pt x="0" y="1076"/>
                    <a:pt x="430" y="1537"/>
                    <a:pt x="921" y="1537"/>
                  </a:cubicBezTo>
                  <a:cubicBezTo>
                    <a:pt x="1009" y="1537"/>
                    <a:pt x="1253" y="1322"/>
                    <a:pt x="1333" y="1298"/>
                  </a:cubicBezTo>
                  <a:cubicBezTo>
                    <a:pt x="1420" y="1167"/>
                    <a:pt x="1466" y="1012"/>
                    <a:pt x="1466" y="845"/>
                  </a:cubicBezTo>
                  <a:cubicBezTo>
                    <a:pt x="1466" y="380"/>
                    <a:pt x="1089" y="3"/>
                    <a:pt x="6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3"/>
            <p:cNvSpPr/>
            <p:nvPr/>
          </p:nvSpPr>
          <p:spPr>
            <a:xfrm>
              <a:off x="2975169" y="2073093"/>
              <a:ext cx="41200" cy="42659"/>
            </a:xfrm>
            <a:custGeom>
              <a:rect b="b" l="l" r="r" t="t"/>
              <a:pathLst>
                <a:path extrusionOk="0" h="1609" w="1554">
                  <a:moveTo>
                    <a:pt x="491" y="0"/>
                  </a:moveTo>
                  <a:lnTo>
                    <a:pt x="491" y="0"/>
                  </a:lnTo>
                  <a:cubicBezTo>
                    <a:pt x="202" y="133"/>
                    <a:pt x="0" y="424"/>
                    <a:pt x="0" y="765"/>
                  </a:cubicBezTo>
                  <a:cubicBezTo>
                    <a:pt x="0" y="1231"/>
                    <a:pt x="378" y="1608"/>
                    <a:pt x="843" y="1608"/>
                  </a:cubicBezTo>
                  <a:cubicBezTo>
                    <a:pt x="1141" y="1608"/>
                    <a:pt x="1404" y="1453"/>
                    <a:pt x="1553" y="1218"/>
                  </a:cubicBezTo>
                  <a:lnTo>
                    <a:pt x="1553" y="1218"/>
                  </a:lnTo>
                  <a:cubicBezTo>
                    <a:pt x="1473" y="1242"/>
                    <a:pt x="1387" y="1256"/>
                    <a:pt x="1298" y="1256"/>
                  </a:cubicBezTo>
                  <a:cubicBezTo>
                    <a:pt x="808" y="1256"/>
                    <a:pt x="411" y="859"/>
                    <a:pt x="411" y="368"/>
                  </a:cubicBezTo>
                  <a:cubicBezTo>
                    <a:pt x="411" y="238"/>
                    <a:pt x="437" y="111"/>
                    <a:pt x="4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3"/>
            <p:cNvSpPr/>
            <p:nvPr/>
          </p:nvSpPr>
          <p:spPr>
            <a:xfrm>
              <a:off x="2814344" y="2225965"/>
              <a:ext cx="51487" cy="54430"/>
            </a:xfrm>
            <a:custGeom>
              <a:rect b="b" l="l" r="r" t="t"/>
              <a:pathLst>
                <a:path extrusionOk="0" h="2053" w="1942">
                  <a:moveTo>
                    <a:pt x="803" y="1"/>
                  </a:moveTo>
                  <a:cubicBezTo>
                    <a:pt x="802" y="1"/>
                    <a:pt x="800" y="1"/>
                    <a:pt x="799" y="1"/>
                  </a:cubicBezTo>
                  <a:cubicBezTo>
                    <a:pt x="650" y="1"/>
                    <a:pt x="508" y="27"/>
                    <a:pt x="378" y="81"/>
                  </a:cubicBezTo>
                  <a:cubicBezTo>
                    <a:pt x="100" y="360"/>
                    <a:pt x="0" y="502"/>
                    <a:pt x="0" y="697"/>
                  </a:cubicBezTo>
                  <a:cubicBezTo>
                    <a:pt x="0" y="1325"/>
                    <a:pt x="528" y="2052"/>
                    <a:pt x="1160" y="2052"/>
                  </a:cubicBezTo>
                  <a:cubicBezTo>
                    <a:pt x="1309" y="2052"/>
                    <a:pt x="1538" y="1922"/>
                    <a:pt x="1808" y="1678"/>
                  </a:cubicBezTo>
                  <a:cubicBezTo>
                    <a:pt x="1892" y="1516"/>
                    <a:pt x="1941" y="1334"/>
                    <a:pt x="1941" y="1141"/>
                  </a:cubicBezTo>
                  <a:cubicBezTo>
                    <a:pt x="1941" y="510"/>
                    <a:pt x="1433" y="1"/>
                    <a:pt x="8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3"/>
            <p:cNvSpPr/>
            <p:nvPr/>
          </p:nvSpPr>
          <p:spPr>
            <a:xfrm>
              <a:off x="2805224" y="2228033"/>
              <a:ext cx="57081" cy="58487"/>
            </a:xfrm>
            <a:custGeom>
              <a:rect b="b" l="l" r="r" t="t"/>
              <a:pathLst>
                <a:path extrusionOk="0" h="2206" w="2153">
                  <a:moveTo>
                    <a:pt x="722" y="0"/>
                  </a:moveTo>
                  <a:lnTo>
                    <a:pt x="722" y="0"/>
                  </a:lnTo>
                  <a:cubicBezTo>
                    <a:pt x="300" y="167"/>
                    <a:pt x="1" y="579"/>
                    <a:pt x="1" y="1063"/>
                  </a:cubicBezTo>
                  <a:cubicBezTo>
                    <a:pt x="1" y="1690"/>
                    <a:pt x="511" y="2205"/>
                    <a:pt x="1143" y="2205"/>
                  </a:cubicBezTo>
                  <a:cubicBezTo>
                    <a:pt x="1582" y="2205"/>
                    <a:pt x="1961" y="1961"/>
                    <a:pt x="2152" y="1600"/>
                  </a:cubicBezTo>
                  <a:lnTo>
                    <a:pt x="2152" y="1600"/>
                  </a:lnTo>
                  <a:cubicBezTo>
                    <a:pt x="2021" y="1651"/>
                    <a:pt x="1882" y="1679"/>
                    <a:pt x="1731" y="1679"/>
                  </a:cubicBezTo>
                  <a:cubicBezTo>
                    <a:pt x="1099" y="1679"/>
                    <a:pt x="588" y="1169"/>
                    <a:pt x="588" y="537"/>
                  </a:cubicBezTo>
                  <a:cubicBezTo>
                    <a:pt x="588" y="344"/>
                    <a:pt x="635" y="160"/>
                    <a:pt x="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4" name="Shape 3024"/>
        <p:cNvGrpSpPr/>
        <p:nvPr/>
      </p:nvGrpSpPr>
      <p:grpSpPr>
        <a:xfrm>
          <a:off x="0" y="0"/>
          <a:ext cx="0" cy="0"/>
          <a:chOff x="0" y="0"/>
          <a:chExt cx="0" cy="0"/>
        </a:xfrm>
      </p:grpSpPr>
      <p:sp>
        <p:nvSpPr>
          <p:cNvPr id="3025" name="Google Shape;3025;p54"/>
          <p:cNvSpPr txBox="1"/>
          <p:nvPr>
            <p:ph type="title"/>
          </p:nvPr>
        </p:nvSpPr>
        <p:spPr>
          <a:xfrm>
            <a:off x="1789200" y="672150"/>
            <a:ext cx="5565600" cy="379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Awesome</a:t>
            </a:r>
            <a:r>
              <a:rPr lang="en"/>
              <a:t> words</a:t>
            </a:r>
            <a:endParaRPr/>
          </a:p>
        </p:txBody>
      </p:sp>
      <p:grpSp>
        <p:nvGrpSpPr>
          <p:cNvPr id="3026" name="Google Shape;3026;p54"/>
          <p:cNvGrpSpPr/>
          <p:nvPr/>
        </p:nvGrpSpPr>
        <p:grpSpPr>
          <a:xfrm>
            <a:off x="-1308916" y="2209092"/>
            <a:ext cx="11558748" cy="3462008"/>
            <a:chOff x="-1308916" y="2209092"/>
            <a:chExt cx="11558748" cy="3462008"/>
          </a:xfrm>
        </p:grpSpPr>
        <p:grpSp>
          <p:nvGrpSpPr>
            <p:cNvPr id="3027" name="Google Shape;3027;p54"/>
            <p:cNvGrpSpPr/>
            <p:nvPr/>
          </p:nvGrpSpPr>
          <p:grpSpPr>
            <a:xfrm>
              <a:off x="-108804" y="2209092"/>
              <a:ext cx="1681532" cy="1578599"/>
              <a:chOff x="644450" y="3526100"/>
              <a:chExt cx="590550" cy="554400"/>
            </a:xfrm>
          </p:grpSpPr>
          <p:sp>
            <p:nvSpPr>
              <p:cNvPr id="3028" name="Google Shape;3028;p54"/>
              <p:cNvSpPr/>
              <p:nvPr/>
            </p:nvSpPr>
            <p:spPr>
              <a:xfrm>
                <a:off x="644450" y="3526100"/>
                <a:ext cx="590550" cy="554400"/>
              </a:xfrm>
              <a:custGeom>
                <a:rect b="b" l="l" r="r" t="t"/>
                <a:pathLst>
                  <a:path extrusionOk="0" h="22176" w="23622">
                    <a:moveTo>
                      <a:pt x="8661" y="0"/>
                    </a:moveTo>
                    <a:cubicBezTo>
                      <a:pt x="8521" y="0"/>
                      <a:pt x="8381" y="5"/>
                      <a:pt x="8243" y="13"/>
                    </a:cubicBezTo>
                    <a:cubicBezTo>
                      <a:pt x="5244" y="192"/>
                      <a:pt x="2397" y="2031"/>
                      <a:pt x="1006" y="4694"/>
                    </a:cubicBezTo>
                    <a:cubicBezTo>
                      <a:pt x="176" y="6279"/>
                      <a:pt x="0" y="8274"/>
                      <a:pt x="95" y="10062"/>
                    </a:cubicBezTo>
                    <a:cubicBezTo>
                      <a:pt x="192" y="11924"/>
                      <a:pt x="303" y="13848"/>
                      <a:pt x="1137" y="15517"/>
                    </a:cubicBezTo>
                    <a:cubicBezTo>
                      <a:pt x="2026" y="17298"/>
                      <a:pt x="3652" y="18601"/>
                      <a:pt x="5364" y="19621"/>
                    </a:cubicBezTo>
                    <a:cubicBezTo>
                      <a:pt x="7934" y="21152"/>
                      <a:pt x="10870" y="22176"/>
                      <a:pt x="13858" y="22176"/>
                    </a:cubicBezTo>
                    <a:cubicBezTo>
                      <a:pt x="13971" y="22176"/>
                      <a:pt x="14083" y="22174"/>
                      <a:pt x="14196" y="22172"/>
                    </a:cubicBezTo>
                    <a:cubicBezTo>
                      <a:pt x="17300" y="22089"/>
                      <a:pt x="20438" y="20790"/>
                      <a:pt x="22376" y="18364"/>
                    </a:cubicBezTo>
                    <a:cubicBezTo>
                      <a:pt x="23074" y="17492"/>
                      <a:pt x="23621" y="16437"/>
                      <a:pt x="23598" y="15322"/>
                    </a:cubicBezTo>
                    <a:cubicBezTo>
                      <a:pt x="23575" y="14207"/>
                      <a:pt x="22798" y="12935"/>
                      <a:pt x="21705" y="12713"/>
                    </a:cubicBezTo>
                    <a:cubicBezTo>
                      <a:pt x="22440" y="11990"/>
                      <a:pt x="22922" y="10999"/>
                      <a:pt x="22965" y="9970"/>
                    </a:cubicBezTo>
                    <a:cubicBezTo>
                      <a:pt x="23009" y="8940"/>
                      <a:pt x="22597" y="7887"/>
                      <a:pt x="21819" y="7211"/>
                    </a:cubicBezTo>
                    <a:cubicBezTo>
                      <a:pt x="21133" y="6614"/>
                      <a:pt x="20212" y="6338"/>
                      <a:pt x="19305" y="6295"/>
                    </a:cubicBezTo>
                    <a:cubicBezTo>
                      <a:pt x="19219" y="6291"/>
                      <a:pt x="19133" y="6289"/>
                      <a:pt x="19047" y="6289"/>
                    </a:cubicBezTo>
                    <a:cubicBezTo>
                      <a:pt x="18219" y="6289"/>
                      <a:pt x="17370" y="6468"/>
                      <a:pt x="16570" y="6668"/>
                    </a:cubicBezTo>
                    <a:cubicBezTo>
                      <a:pt x="16566" y="5482"/>
                      <a:pt x="16025" y="4309"/>
                      <a:pt x="15128" y="3536"/>
                    </a:cubicBezTo>
                    <a:cubicBezTo>
                      <a:pt x="14387" y="2893"/>
                      <a:pt x="13363" y="2566"/>
                      <a:pt x="12367" y="2566"/>
                    </a:cubicBezTo>
                    <a:cubicBezTo>
                      <a:pt x="12159" y="2566"/>
                      <a:pt x="11952" y="2581"/>
                      <a:pt x="11749" y="2609"/>
                    </a:cubicBezTo>
                    <a:cubicBezTo>
                      <a:pt x="11927" y="1785"/>
                      <a:pt x="11415" y="922"/>
                      <a:pt x="10692" y="484"/>
                    </a:cubicBezTo>
                    <a:cubicBezTo>
                      <a:pt x="10089" y="119"/>
                      <a:pt x="9372" y="0"/>
                      <a:pt x="8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707575" y="3581175"/>
                <a:ext cx="230250" cy="275050"/>
              </a:xfrm>
              <a:custGeom>
                <a:rect b="b" l="l" r="r" t="t"/>
                <a:pathLst>
                  <a:path extrusionOk="0" h="11002" w="9210">
                    <a:moveTo>
                      <a:pt x="4700" y="1"/>
                    </a:moveTo>
                    <a:cubicBezTo>
                      <a:pt x="4632" y="1"/>
                      <a:pt x="4564" y="5"/>
                      <a:pt x="4497" y="13"/>
                    </a:cubicBezTo>
                    <a:cubicBezTo>
                      <a:pt x="3770" y="102"/>
                      <a:pt x="3185" y="596"/>
                      <a:pt x="2789" y="1187"/>
                    </a:cubicBezTo>
                    <a:cubicBezTo>
                      <a:pt x="2366" y="1815"/>
                      <a:pt x="2054" y="2613"/>
                      <a:pt x="2120" y="3380"/>
                    </a:cubicBezTo>
                    <a:cubicBezTo>
                      <a:pt x="2152" y="3744"/>
                      <a:pt x="2278" y="4083"/>
                      <a:pt x="2472" y="4381"/>
                    </a:cubicBezTo>
                    <a:cubicBezTo>
                      <a:pt x="1047" y="5627"/>
                      <a:pt x="192" y="7500"/>
                      <a:pt x="44" y="9375"/>
                    </a:cubicBezTo>
                    <a:cubicBezTo>
                      <a:pt x="1" y="9919"/>
                      <a:pt x="37" y="10445"/>
                      <a:pt x="133" y="10981"/>
                    </a:cubicBezTo>
                    <a:cubicBezTo>
                      <a:pt x="136" y="10995"/>
                      <a:pt x="147" y="11002"/>
                      <a:pt x="159" y="11002"/>
                    </a:cubicBezTo>
                    <a:cubicBezTo>
                      <a:pt x="174" y="11002"/>
                      <a:pt x="189" y="10992"/>
                      <a:pt x="188" y="10974"/>
                    </a:cubicBezTo>
                    <a:cubicBezTo>
                      <a:pt x="80" y="9790"/>
                      <a:pt x="212" y="8571"/>
                      <a:pt x="614" y="7450"/>
                    </a:cubicBezTo>
                    <a:cubicBezTo>
                      <a:pt x="1018" y="6320"/>
                      <a:pt x="1686" y="5319"/>
                      <a:pt x="2538" y="4481"/>
                    </a:cubicBezTo>
                    <a:cubicBezTo>
                      <a:pt x="2686" y="4685"/>
                      <a:pt x="2866" y="4871"/>
                      <a:pt x="3072" y="5027"/>
                    </a:cubicBezTo>
                    <a:cubicBezTo>
                      <a:pt x="3583" y="5409"/>
                      <a:pt x="4184" y="5574"/>
                      <a:pt x="4795" y="5574"/>
                    </a:cubicBezTo>
                    <a:cubicBezTo>
                      <a:pt x="5627" y="5574"/>
                      <a:pt x="6477" y="5268"/>
                      <a:pt x="7142" y="4789"/>
                    </a:cubicBezTo>
                    <a:cubicBezTo>
                      <a:pt x="8314" y="3942"/>
                      <a:pt x="9210" y="2449"/>
                      <a:pt x="9119" y="971"/>
                    </a:cubicBezTo>
                    <a:cubicBezTo>
                      <a:pt x="9117" y="941"/>
                      <a:pt x="9095" y="926"/>
                      <a:pt x="9074" y="926"/>
                    </a:cubicBezTo>
                    <a:cubicBezTo>
                      <a:pt x="9052" y="926"/>
                      <a:pt x="9030" y="941"/>
                      <a:pt x="9027" y="971"/>
                    </a:cubicBezTo>
                    <a:cubicBezTo>
                      <a:pt x="8917" y="2141"/>
                      <a:pt x="8508" y="3229"/>
                      <a:pt x="7676" y="4080"/>
                    </a:cubicBezTo>
                    <a:cubicBezTo>
                      <a:pt x="6942" y="4831"/>
                      <a:pt x="5883" y="5376"/>
                      <a:pt x="4817" y="5376"/>
                    </a:cubicBezTo>
                    <a:cubicBezTo>
                      <a:pt x="4616" y="5376"/>
                      <a:pt x="4415" y="5357"/>
                      <a:pt x="4216" y="5316"/>
                    </a:cubicBezTo>
                    <a:cubicBezTo>
                      <a:pt x="3639" y="5197"/>
                      <a:pt x="3104" y="4884"/>
                      <a:pt x="2740" y="4414"/>
                    </a:cubicBezTo>
                    <a:cubicBezTo>
                      <a:pt x="2329" y="3883"/>
                      <a:pt x="2237" y="3223"/>
                      <a:pt x="2391" y="2579"/>
                    </a:cubicBezTo>
                    <a:cubicBezTo>
                      <a:pt x="2544" y="1939"/>
                      <a:pt x="2874" y="1288"/>
                      <a:pt x="3342" y="821"/>
                    </a:cubicBezTo>
                    <a:cubicBezTo>
                      <a:pt x="3703" y="461"/>
                      <a:pt x="4207" y="196"/>
                      <a:pt x="4719" y="196"/>
                    </a:cubicBezTo>
                    <a:cubicBezTo>
                      <a:pt x="4861" y="196"/>
                      <a:pt x="5004" y="217"/>
                      <a:pt x="5144" y="261"/>
                    </a:cubicBezTo>
                    <a:cubicBezTo>
                      <a:pt x="5785" y="461"/>
                      <a:pt x="6226" y="1148"/>
                      <a:pt x="5913" y="1795"/>
                    </a:cubicBezTo>
                    <a:cubicBezTo>
                      <a:pt x="5763" y="2104"/>
                      <a:pt x="5479" y="2248"/>
                      <a:pt x="5187" y="2248"/>
                    </a:cubicBezTo>
                    <a:cubicBezTo>
                      <a:pt x="4900" y="2248"/>
                      <a:pt x="4604" y="2109"/>
                      <a:pt x="4419" y="1851"/>
                    </a:cubicBezTo>
                    <a:cubicBezTo>
                      <a:pt x="4411" y="1839"/>
                      <a:pt x="4399" y="1834"/>
                      <a:pt x="4387" y="1834"/>
                    </a:cubicBezTo>
                    <a:cubicBezTo>
                      <a:pt x="4365" y="1834"/>
                      <a:pt x="4344" y="1852"/>
                      <a:pt x="4352" y="1880"/>
                    </a:cubicBezTo>
                    <a:cubicBezTo>
                      <a:pt x="4444" y="2263"/>
                      <a:pt x="4817" y="2457"/>
                      <a:pt x="5189" y="2457"/>
                    </a:cubicBezTo>
                    <a:cubicBezTo>
                      <a:pt x="5348" y="2457"/>
                      <a:pt x="5507" y="2422"/>
                      <a:pt x="5644" y="2350"/>
                    </a:cubicBezTo>
                    <a:cubicBezTo>
                      <a:pt x="6163" y="2077"/>
                      <a:pt x="6341" y="1376"/>
                      <a:pt x="6117" y="857"/>
                    </a:cubicBezTo>
                    <a:cubicBezTo>
                      <a:pt x="5878" y="303"/>
                      <a:pt x="5285" y="1"/>
                      <a:pt x="47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852300" y="3692000"/>
                <a:ext cx="205775" cy="250825"/>
              </a:xfrm>
              <a:custGeom>
                <a:rect b="b" l="l" r="r" t="t"/>
                <a:pathLst>
                  <a:path extrusionOk="0" h="10033" w="8231">
                    <a:moveTo>
                      <a:pt x="4206" y="1"/>
                    </a:moveTo>
                    <a:cubicBezTo>
                      <a:pt x="3645" y="1"/>
                      <a:pt x="3099" y="270"/>
                      <a:pt x="2703" y="670"/>
                    </a:cubicBezTo>
                    <a:cubicBezTo>
                      <a:pt x="1826" y="1559"/>
                      <a:pt x="1428" y="3093"/>
                      <a:pt x="2038" y="4213"/>
                    </a:cubicBezTo>
                    <a:cubicBezTo>
                      <a:pt x="2036" y="4214"/>
                      <a:pt x="2035" y="4214"/>
                      <a:pt x="2033" y="4219"/>
                    </a:cubicBezTo>
                    <a:cubicBezTo>
                      <a:pt x="1558" y="4847"/>
                      <a:pt x="1155" y="5548"/>
                      <a:pt x="817" y="6263"/>
                    </a:cubicBezTo>
                    <a:cubicBezTo>
                      <a:pt x="488" y="6959"/>
                      <a:pt x="184" y="7694"/>
                      <a:pt x="6" y="8444"/>
                    </a:cubicBezTo>
                    <a:cubicBezTo>
                      <a:pt x="0" y="8473"/>
                      <a:pt x="22" y="8491"/>
                      <a:pt x="43" y="8491"/>
                    </a:cubicBezTo>
                    <a:cubicBezTo>
                      <a:pt x="58" y="8491"/>
                      <a:pt x="72" y="8483"/>
                      <a:pt x="78" y="8464"/>
                    </a:cubicBezTo>
                    <a:cubicBezTo>
                      <a:pt x="349" y="7721"/>
                      <a:pt x="616" y="6986"/>
                      <a:pt x="975" y="6279"/>
                    </a:cubicBezTo>
                    <a:cubicBezTo>
                      <a:pt x="1313" y="5607"/>
                      <a:pt x="1706" y="4978"/>
                      <a:pt x="2124" y="4355"/>
                    </a:cubicBezTo>
                    <a:cubicBezTo>
                      <a:pt x="2186" y="4450"/>
                      <a:pt x="2252" y="4544"/>
                      <a:pt x="2330" y="4631"/>
                    </a:cubicBezTo>
                    <a:cubicBezTo>
                      <a:pt x="2441" y="4754"/>
                      <a:pt x="2562" y="4865"/>
                      <a:pt x="2690" y="4962"/>
                    </a:cubicBezTo>
                    <a:cubicBezTo>
                      <a:pt x="2167" y="5694"/>
                      <a:pt x="1748" y="6498"/>
                      <a:pt x="1415" y="7331"/>
                    </a:cubicBezTo>
                    <a:cubicBezTo>
                      <a:pt x="1077" y="8181"/>
                      <a:pt x="802" y="9090"/>
                      <a:pt x="709" y="10003"/>
                    </a:cubicBezTo>
                    <a:cubicBezTo>
                      <a:pt x="707" y="10022"/>
                      <a:pt x="724" y="10033"/>
                      <a:pt x="740" y="10033"/>
                    </a:cubicBezTo>
                    <a:cubicBezTo>
                      <a:pt x="753" y="10033"/>
                      <a:pt x="765" y="10026"/>
                      <a:pt x="768" y="10012"/>
                    </a:cubicBezTo>
                    <a:cubicBezTo>
                      <a:pt x="972" y="9120"/>
                      <a:pt x="1192" y="8247"/>
                      <a:pt x="1538" y="7398"/>
                    </a:cubicBezTo>
                    <a:cubicBezTo>
                      <a:pt x="1876" y="6570"/>
                      <a:pt x="2314" y="5790"/>
                      <a:pt x="2806" y="5044"/>
                    </a:cubicBezTo>
                    <a:cubicBezTo>
                      <a:pt x="3267" y="5355"/>
                      <a:pt x="3813" y="5503"/>
                      <a:pt x="4364" y="5503"/>
                    </a:cubicBezTo>
                    <a:cubicBezTo>
                      <a:pt x="4915" y="5503"/>
                      <a:pt x="5472" y="5355"/>
                      <a:pt x="5957" y="5074"/>
                    </a:cubicBezTo>
                    <a:cubicBezTo>
                      <a:pt x="6648" y="4674"/>
                      <a:pt x="7196" y="4060"/>
                      <a:pt x="7563" y="3356"/>
                    </a:cubicBezTo>
                    <a:cubicBezTo>
                      <a:pt x="7969" y="2579"/>
                      <a:pt x="8230" y="1647"/>
                      <a:pt x="8197" y="767"/>
                    </a:cubicBezTo>
                    <a:cubicBezTo>
                      <a:pt x="8196" y="742"/>
                      <a:pt x="8175" y="727"/>
                      <a:pt x="8155" y="727"/>
                    </a:cubicBezTo>
                    <a:cubicBezTo>
                      <a:pt x="8140" y="727"/>
                      <a:pt x="8125" y="736"/>
                      <a:pt x="8121" y="755"/>
                    </a:cubicBezTo>
                    <a:cubicBezTo>
                      <a:pt x="7977" y="1402"/>
                      <a:pt x="7877" y="2050"/>
                      <a:pt x="7642" y="2676"/>
                    </a:cubicBezTo>
                    <a:cubicBezTo>
                      <a:pt x="7416" y="3281"/>
                      <a:pt x="7078" y="3847"/>
                      <a:pt x="6616" y="4304"/>
                    </a:cubicBezTo>
                    <a:cubicBezTo>
                      <a:pt x="6008" y="4907"/>
                      <a:pt x="5194" y="5301"/>
                      <a:pt x="4357" y="5301"/>
                    </a:cubicBezTo>
                    <a:cubicBezTo>
                      <a:pt x="4044" y="5301"/>
                      <a:pt x="3729" y="5246"/>
                      <a:pt x="3419" y="5126"/>
                    </a:cubicBezTo>
                    <a:cubicBezTo>
                      <a:pt x="2895" y="4923"/>
                      <a:pt x="2434" y="4548"/>
                      <a:pt x="2179" y="4041"/>
                    </a:cubicBezTo>
                    <a:cubicBezTo>
                      <a:pt x="1869" y="3429"/>
                      <a:pt x="1901" y="2699"/>
                      <a:pt x="2110" y="2059"/>
                    </a:cubicBezTo>
                    <a:cubicBezTo>
                      <a:pt x="2307" y="1465"/>
                      <a:pt x="2667" y="879"/>
                      <a:pt x="3195" y="524"/>
                    </a:cubicBezTo>
                    <a:cubicBezTo>
                      <a:pt x="3493" y="325"/>
                      <a:pt x="3857" y="205"/>
                      <a:pt x="4216" y="205"/>
                    </a:cubicBezTo>
                    <a:cubicBezTo>
                      <a:pt x="4498" y="205"/>
                      <a:pt x="4775" y="278"/>
                      <a:pt x="5016" y="445"/>
                    </a:cubicBezTo>
                    <a:cubicBezTo>
                      <a:pt x="5595" y="849"/>
                      <a:pt x="5766" y="1640"/>
                      <a:pt x="5412" y="2246"/>
                    </a:cubicBezTo>
                    <a:cubicBezTo>
                      <a:pt x="5228" y="2563"/>
                      <a:pt x="4896" y="2834"/>
                      <a:pt x="4519" y="2850"/>
                    </a:cubicBezTo>
                    <a:cubicBezTo>
                      <a:pt x="4510" y="2850"/>
                      <a:pt x="4501" y="2850"/>
                      <a:pt x="4493" y="2850"/>
                    </a:cubicBezTo>
                    <a:cubicBezTo>
                      <a:pt x="4134" y="2850"/>
                      <a:pt x="3831" y="2530"/>
                      <a:pt x="3931" y="2165"/>
                    </a:cubicBezTo>
                    <a:cubicBezTo>
                      <a:pt x="3944" y="2119"/>
                      <a:pt x="3902" y="2081"/>
                      <a:pt x="3862" y="2081"/>
                    </a:cubicBezTo>
                    <a:cubicBezTo>
                      <a:pt x="3841" y="2081"/>
                      <a:pt x="3821" y="2091"/>
                      <a:pt x="3808" y="2115"/>
                    </a:cubicBezTo>
                    <a:cubicBezTo>
                      <a:pt x="3679" y="2370"/>
                      <a:pt x="3772" y="2657"/>
                      <a:pt x="3980" y="2844"/>
                    </a:cubicBezTo>
                    <a:cubicBezTo>
                      <a:pt x="4124" y="2974"/>
                      <a:pt x="4310" y="3030"/>
                      <a:pt x="4498" y="3030"/>
                    </a:cubicBezTo>
                    <a:cubicBezTo>
                      <a:pt x="4605" y="3030"/>
                      <a:pt x="4713" y="3012"/>
                      <a:pt x="4814" y="2978"/>
                    </a:cubicBezTo>
                    <a:cubicBezTo>
                      <a:pt x="5448" y="2765"/>
                      <a:pt x="5847" y="2063"/>
                      <a:pt x="5784" y="1409"/>
                    </a:cubicBezTo>
                    <a:cubicBezTo>
                      <a:pt x="5723" y="772"/>
                      <a:pt x="5256" y="218"/>
                      <a:pt x="4638" y="56"/>
                    </a:cubicBezTo>
                    <a:cubicBezTo>
                      <a:pt x="4495" y="19"/>
                      <a:pt x="4350" y="1"/>
                      <a:pt x="4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971550" y="3761425"/>
                <a:ext cx="203475" cy="226450"/>
              </a:xfrm>
              <a:custGeom>
                <a:rect b="b" l="l" r="r" t="t"/>
                <a:pathLst>
                  <a:path extrusionOk="0" h="9058" w="8139">
                    <a:moveTo>
                      <a:pt x="5685" y="0"/>
                    </a:moveTo>
                    <a:cubicBezTo>
                      <a:pt x="5481" y="0"/>
                      <a:pt x="5277" y="36"/>
                      <a:pt x="5084" y="102"/>
                    </a:cubicBezTo>
                    <a:cubicBezTo>
                      <a:pt x="4160" y="417"/>
                      <a:pt x="3358" y="1391"/>
                      <a:pt x="3172" y="2343"/>
                    </a:cubicBezTo>
                    <a:cubicBezTo>
                      <a:pt x="3064" y="2904"/>
                      <a:pt x="3232" y="3428"/>
                      <a:pt x="3571" y="3829"/>
                    </a:cubicBezTo>
                    <a:cubicBezTo>
                      <a:pt x="3353" y="3901"/>
                      <a:pt x="3139" y="4121"/>
                      <a:pt x="2969" y="4265"/>
                    </a:cubicBezTo>
                    <a:cubicBezTo>
                      <a:pt x="2764" y="4437"/>
                      <a:pt x="2568" y="4617"/>
                      <a:pt x="2380" y="4806"/>
                    </a:cubicBezTo>
                    <a:cubicBezTo>
                      <a:pt x="1999" y="5187"/>
                      <a:pt x="1652" y="5604"/>
                      <a:pt x="1342" y="6045"/>
                    </a:cubicBezTo>
                    <a:cubicBezTo>
                      <a:pt x="718" y="6934"/>
                      <a:pt x="270" y="7955"/>
                      <a:pt x="8" y="9007"/>
                    </a:cubicBezTo>
                    <a:cubicBezTo>
                      <a:pt x="0" y="9037"/>
                      <a:pt x="25" y="9057"/>
                      <a:pt x="50" y="9057"/>
                    </a:cubicBezTo>
                    <a:cubicBezTo>
                      <a:pt x="66" y="9057"/>
                      <a:pt x="82" y="9049"/>
                      <a:pt x="87" y="9028"/>
                    </a:cubicBezTo>
                    <a:cubicBezTo>
                      <a:pt x="375" y="7991"/>
                      <a:pt x="848" y="7030"/>
                      <a:pt x="1465" y="6148"/>
                    </a:cubicBezTo>
                    <a:cubicBezTo>
                      <a:pt x="1770" y="5709"/>
                      <a:pt x="2116" y="5298"/>
                      <a:pt x="2495" y="4921"/>
                    </a:cubicBezTo>
                    <a:cubicBezTo>
                      <a:pt x="2684" y="4734"/>
                      <a:pt x="2879" y="4554"/>
                      <a:pt x="3084" y="4382"/>
                    </a:cubicBezTo>
                    <a:cubicBezTo>
                      <a:pt x="3260" y="4235"/>
                      <a:pt x="3509" y="4105"/>
                      <a:pt x="3646" y="3915"/>
                    </a:cubicBezTo>
                    <a:cubicBezTo>
                      <a:pt x="3871" y="4153"/>
                      <a:pt x="4159" y="4340"/>
                      <a:pt x="4484" y="4454"/>
                    </a:cubicBezTo>
                    <a:cubicBezTo>
                      <a:pt x="4783" y="4558"/>
                      <a:pt x="5090" y="4604"/>
                      <a:pt x="5397" y="4604"/>
                    </a:cubicBezTo>
                    <a:cubicBezTo>
                      <a:pt x="6358" y="4604"/>
                      <a:pt x="7328" y="4157"/>
                      <a:pt x="8107" y="3644"/>
                    </a:cubicBezTo>
                    <a:cubicBezTo>
                      <a:pt x="8138" y="3625"/>
                      <a:pt x="8125" y="3571"/>
                      <a:pt x="8092" y="3571"/>
                    </a:cubicBezTo>
                    <a:cubicBezTo>
                      <a:pt x="8088" y="3571"/>
                      <a:pt x="8083" y="3572"/>
                      <a:pt x="8078" y="3574"/>
                    </a:cubicBezTo>
                    <a:cubicBezTo>
                      <a:pt x="7195" y="3907"/>
                      <a:pt x="6370" y="4360"/>
                      <a:pt x="5404" y="4372"/>
                    </a:cubicBezTo>
                    <a:cubicBezTo>
                      <a:pt x="5395" y="4372"/>
                      <a:pt x="5387" y="4372"/>
                      <a:pt x="5378" y="4372"/>
                    </a:cubicBezTo>
                    <a:cubicBezTo>
                      <a:pt x="4575" y="4372"/>
                      <a:pt x="3701" y="3967"/>
                      <a:pt x="3430" y="3159"/>
                    </a:cubicBezTo>
                    <a:cubicBezTo>
                      <a:pt x="3146" y="2315"/>
                      <a:pt x="3672" y="1466"/>
                      <a:pt x="4251" y="888"/>
                    </a:cubicBezTo>
                    <a:cubicBezTo>
                      <a:pt x="4626" y="514"/>
                      <a:pt x="5192" y="199"/>
                      <a:pt x="5731" y="199"/>
                    </a:cubicBezTo>
                    <a:cubicBezTo>
                      <a:pt x="6046" y="199"/>
                      <a:pt x="6352" y="306"/>
                      <a:pt x="6604" y="571"/>
                    </a:cubicBezTo>
                    <a:cubicBezTo>
                      <a:pt x="6914" y="897"/>
                      <a:pt x="6984" y="1427"/>
                      <a:pt x="6682" y="1783"/>
                    </a:cubicBezTo>
                    <a:cubicBezTo>
                      <a:pt x="6539" y="1951"/>
                      <a:pt x="6361" y="2019"/>
                      <a:pt x="6178" y="2019"/>
                    </a:cubicBezTo>
                    <a:cubicBezTo>
                      <a:pt x="5960" y="2019"/>
                      <a:pt x="5734" y="1923"/>
                      <a:pt x="5552" y="1780"/>
                    </a:cubicBezTo>
                    <a:cubicBezTo>
                      <a:pt x="5544" y="1774"/>
                      <a:pt x="5534" y="1771"/>
                      <a:pt x="5525" y="1771"/>
                    </a:cubicBezTo>
                    <a:cubicBezTo>
                      <a:pt x="5501" y="1771"/>
                      <a:pt x="5477" y="1788"/>
                      <a:pt x="5487" y="1818"/>
                    </a:cubicBezTo>
                    <a:cubicBezTo>
                      <a:pt x="5582" y="2094"/>
                      <a:pt x="5875" y="2215"/>
                      <a:pt x="6156" y="2215"/>
                    </a:cubicBezTo>
                    <a:cubicBezTo>
                      <a:pt x="6239" y="2215"/>
                      <a:pt x="6320" y="2205"/>
                      <a:pt x="6395" y="2185"/>
                    </a:cubicBezTo>
                    <a:cubicBezTo>
                      <a:pt x="6794" y="2078"/>
                      <a:pt x="7040" y="1697"/>
                      <a:pt x="7071" y="1299"/>
                    </a:cubicBezTo>
                    <a:cubicBezTo>
                      <a:pt x="7105" y="854"/>
                      <a:pt x="6849" y="447"/>
                      <a:pt x="6478" y="217"/>
                    </a:cubicBezTo>
                    <a:cubicBezTo>
                      <a:pt x="6238" y="67"/>
                      <a:pt x="5962" y="0"/>
                      <a:pt x="5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754375" y="3741525"/>
                <a:ext cx="31475" cy="78775"/>
              </a:xfrm>
              <a:custGeom>
                <a:rect b="b" l="l" r="r" t="t"/>
                <a:pathLst>
                  <a:path extrusionOk="0" h="3151" w="1259">
                    <a:moveTo>
                      <a:pt x="1185" y="1"/>
                    </a:moveTo>
                    <a:cubicBezTo>
                      <a:pt x="1169" y="1"/>
                      <a:pt x="1152" y="9"/>
                      <a:pt x="1141" y="27"/>
                    </a:cubicBezTo>
                    <a:cubicBezTo>
                      <a:pt x="863" y="503"/>
                      <a:pt x="624" y="997"/>
                      <a:pt x="422" y="1509"/>
                    </a:cubicBezTo>
                    <a:cubicBezTo>
                      <a:pt x="321" y="1765"/>
                      <a:pt x="235" y="2027"/>
                      <a:pt x="162" y="2294"/>
                    </a:cubicBezTo>
                    <a:cubicBezTo>
                      <a:pt x="91" y="2549"/>
                      <a:pt x="5" y="2828"/>
                      <a:pt x="2" y="3095"/>
                    </a:cubicBezTo>
                    <a:cubicBezTo>
                      <a:pt x="0" y="3132"/>
                      <a:pt x="26" y="3150"/>
                      <a:pt x="53" y="3150"/>
                    </a:cubicBezTo>
                    <a:cubicBezTo>
                      <a:pt x="78" y="3150"/>
                      <a:pt x="103" y="3137"/>
                      <a:pt x="114" y="3111"/>
                    </a:cubicBezTo>
                    <a:cubicBezTo>
                      <a:pt x="218" y="2858"/>
                      <a:pt x="264" y="2576"/>
                      <a:pt x="340" y="2315"/>
                    </a:cubicBezTo>
                    <a:cubicBezTo>
                      <a:pt x="412" y="2068"/>
                      <a:pt x="491" y="1823"/>
                      <a:pt x="575" y="1581"/>
                    </a:cubicBezTo>
                    <a:cubicBezTo>
                      <a:pt x="754" y="1063"/>
                      <a:pt x="976" y="565"/>
                      <a:pt x="1235" y="84"/>
                    </a:cubicBezTo>
                    <a:cubicBezTo>
                      <a:pt x="1259" y="40"/>
                      <a:pt x="1222" y="1"/>
                      <a:pt x="1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927425" y="3858725"/>
                <a:ext cx="36150" cy="72200"/>
              </a:xfrm>
              <a:custGeom>
                <a:rect b="b" l="l" r="r" t="t"/>
                <a:pathLst>
                  <a:path extrusionOk="0" h="2888" w="1446">
                    <a:moveTo>
                      <a:pt x="1387" y="0"/>
                    </a:moveTo>
                    <a:cubicBezTo>
                      <a:pt x="1375" y="0"/>
                      <a:pt x="1362" y="4"/>
                      <a:pt x="1352" y="12"/>
                    </a:cubicBezTo>
                    <a:cubicBezTo>
                      <a:pt x="1162" y="170"/>
                      <a:pt x="1041" y="418"/>
                      <a:pt x="919" y="631"/>
                    </a:cubicBezTo>
                    <a:cubicBezTo>
                      <a:pt x="782" y="866"/>
                      <a:pt x="657" y="1108"/>
                      <a:pt x="541" y="1355"/>
                    </a:cubicBezTo>
                    <a:cubicBezTo>
                      <a:pt x="319" y="1830"/>
                      <a:pt x="146" y="2331"/>
                      <a:pt x="10" y="2837"/>
                    </a:cubicBezTo>
                    <a:cubicBezTo>
                      <a:pt x="1" y="2867"/>
                      <a:pt x="26" y="2887"/>
                      <a:pt x="50" y="2887"/>
                    </a:cubicBezTo>
                    <a:cubicBezTo>
                      <a:pt x="66" y="2887"/>
                      <a:pt x="83" y="2879"/>
                      <a:pt x="89" y="2859"/>
                    </a:cubicBezTo>
                    <a:cubicBezTo>
                      <a:pt x="250" y="2350"/>
                      <a:pt x="456" y="1863"/>
                      <a:pt x="690" y="1385"/>
                    </a:cubicBezTo>
                    <a:cubicBezTo>
                      <a:pt x="803" y="1157"/>
                      <a:pt x="924" y="931"/>
                      <a:pt x="1056" y="712"/>
                    </a:cubicBezTo>
                    <a:cubicBezTo>
                      <a:pt x="1182" y="499"/>
                      <a:pt x="1352" y="294"/>
                      <a:pt x="1435" y="59"/>
                    </a:cubicBezTo>
                    <a:cubicBezTo>
                      <a:pt x="1446" y="22"/>
                      <a:pt x="1417" y="0"/>
                      <a:pt x="1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54"/>
            <p:cNvGrpSpPr/>
            <p:nvPr/>
          </p:nvGrpSpPr>
          <p:grpSpPr>
            <a:xfrm>
              <a:off x="-132722" y="3152507"/>
              <a:ext cx="1067917" cy="793214"/>
              <a:chOff x="636050" y="3857425"/>
              <a:chExt cx="375050" cy="278575"/>
            </a:xfrm>
          </p:grpSpPr>
          <p:sp>
            <p:nvSpPr>
              <p:cNvPr id="3035" name="Google Shape;3035;p54"/>
              <p:cNvSpPr/>
              <p:nvPr/>
            </p:nvSpPr>
            <p:spPr>
              <a:xfrm>
                <a:off x="636050" y="3857425"/>
                <a:ext cx="375050" cy="278575"/>
              </a:xfrm>
              <a:custGeom>
                <a:rect b="b" l="l" r="r" t="t"/>
                <a:pathLst>
                  <a:path extrusionOk="0" h="11143" w="15002">
                    <a:moveTo>
                      <a:pt x="6080" y="0"/>
                    </a:moveTo>
                    <a:lnTo>
                      <a:pt x="6080" y="0"/>
                    </a:lnTo>
                    <a:cubicBezTo>
                      <a:pt x="4783" y="653"/>
                      <a:pt x="3332" y="990"/>
                      <a:pt x="1880" y="990"/>
                    </a:cubicBezTo>
                    <a:cubicBezTo>
                      <a:pt x="1360" y="990"/>
                      <a:pt x="839" y="947"/>
                      <a:pt x="326" y="859"/>
                    </a:cubicBezTo>
                    <a:cubicBezTo>
                      <a:pt x="162" y="2321"/>
                      <a:pt x="0" y="3827"/>
                      <a:pt x="146" y="5289"/>
                    </a:cubicBezTo>
                    <a:cubicBezTo>
                      <a:pt x="290" y="6742"/>
                      <a:pt x="630" y="8260"/>
                      <a:pt x="1631" y="9323"/>
                    </a:cubicBezTo>
                    <a:cubicBezTo>
                      <a:pt x="2654" y="10410"/>
                      <a:pt x="4196" y="10832"/>
                      <a:pt x="5677" y="11023"/>
                    </a:cubicBezTo>
                    <a:cubicBezTo>
                      <a:pt x="6250" y="11097"/>
                      <a:pt x="6833" y="11143"/>
                      <a:pt x="7413" y="11143"/>
                    </a:cubicBezTo>
                    <a:cubicBezTo>
                      <a:pt x="8496" y="11143"/>
                      <a:pt x="9571" y="10986"/>
                      <a:pt x="10564" y="10565"/>
                    </a:cubicBezTo>
                    <a:cubicBezTo>
                      <a:pt x="12286" y="9836"/>
                      <a:pt x="13588" y="8398"/>
                      <a:pt x="14833" y="7002"/>
                    </a:cubicBezTo>
                    <a:cubicBezTo>
                      <a:pt x="14913" y="6910"/>
                      <a:pt x="15001" y="6801"/>
                      <a:pt x="14986" y="6678"/>
                    </a:cubicBezTo>
                    <a:cubicBezTo>
                      <a:pt x="14962" y="6494"/>
                      <a:pt x="14754" y="6446"/>
                      <a:pt x="14552" y="6446"/>
                    </a:cubicBezTo>
                    <a:cubicBezTo>
                      <a:pt x="14496" y="6446"/>
                      <a:pt x="14440" y="6449"/>
                      <a:pt x="14389" y="6455"/>
                    </a:cubicBezTo>
                    <a:cubicBezTo>
                      <a:pt x="14283" y="6466"/>
                      <a:pt x="14177" y="6472"/>
                      <a:pt x="14070" y="6472"/>
                    </a:cubicBezTo>
                    <a:cubicBezTo>
                      <a:pt x="13372" y="6472"/>
                      <a:pt x="12676" y="6233"/>
                      <a:pt x="12127" y="5801"/>
                    </a:cubicBezTo>
                    <a:cubicBezTo>
                      <a:pt x="11495" y="5304"/>
                      <a:pt x="11192" y="4511"/>
                      <a:pt x="11088" y="3713"/>
                    </a:cubicBezTo>
                    <a:cubicBezTo>
                      <a:pt x="10581" y="3901"/>
                      <a:pt x="10034" y="4001"/>
                      <a:pt x="9491" y="4001"/>
                    </a:cubicBezTo>
                    <a:cubicBezTo>
                      <a:pt x="8742" y="4001"/>
                      <a:pt x="8001" y="3809"/>
                      <a:pt x="7384" y="3389"/>
                    </a:cubicBezTo>
                    <a:cubicBezTo>
                      <a:pt x="6319" y="2667"/>
                      <a:pt x="5605" y="1198"/>
                      <a:pt x="6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759050" y="3895475"/>
                <a:ext cx="128975" cy="86150"/>
              </a:xfrm>
              <a:custGeom>
                <a:rect b="b" l="l" r="r" t="t"/>
                <a:pathLst>
                  <a:path extrusionOk="0" h="3446" w="5159">
                    <a:moveTo>
                      <a:pt x="56" y="0"/>
                    </a:moveTo>
                    <a:cubicBezTo>
                      <a:pt x="27" y="0"/>
                      <a:pt x="0" y="22"/>
                      <a:pt x="11" y="57"/>
                    </a:cubicBezTo>
                    <a:cubicBezTo>
                      <a:pt x="326" y="1095"/>
                      <a:pt x="954" y="1981"/>
                      <a:pt x="1855" y="2595"/>
                    </a:cubicBezTo>
                    <a:cubicBezTo>
                      <a:pt x="2339" y="2924"/>
                      <a:pt x="2889" y="3168"/>
                      <a:pt x="3458" y="3308"/>
                    </a:cubicBezTo>
                    <a:cubicBezTo>
                      <a:pt x="3729" y="3374"/>
                      <a:pt x="4009" y="3413"/>
                      <a:pt x="4288" y="3429"/>
                    </a:cubicBezTo>
                    <a:cubicBezTo>
                      <a:pt x="4397" y="3435"/>
                      <a:pt x="4525" y="3446"/>
                      <a:pt x="4654" y="3446"/>
                    </a:cubicBezTo>
                    <a:cubicBezTo>
                      <a:pt x="4822" y="3446"/>
                      <a:pt x="4991" y="3428"/>
                      <a:pt x="5119" y="3358"/>
                    </a:cubicBezTo>
                    <a:cubicBezTo>
                      <a:pt x="5158" y="3337"/>
                      <a:pt x="5145" y="3283"/>
                      <a:pt x="5109" y="3270"/>
                    </a:cubicBezTo>
                    <a:cubicBezTo>
                      <a:pt x="4992" y="3232"/>
                      <a:pt x="4859" y="3225"/>
                      <a:pt x="4724" y="3225"/>
                    </a:cubicBezTo>
                    <a:cubicBezTo>
                      <a:pt x="4654" y="3225"/>
                      <a:pt x="4584" y="3227"/>
                      <a:pt x="4515" y="3227"/>
                    </a:cubicBezTo>
                    <a:cubicBezTo>
                      <a:pt x="4458" y="3227"/>
                      <a:pt x="4402" y="3226"/>
                      <a:pt x="4349" y="3221"/>
                    </a:cubicBezTo>
                    <a:cubicBezTo>
                      <a:pt x="4071" y="3197"/>
                      <a:pt x="3793" y="3145"/>
                      <a:pt x="3520" y="3077"/>
                    </a:cubicBezTo>
                    <a:cubicBezTo>
                      <a:pt x="2979" y="2945"/>
                      <a:pt x="2461" y="2717"/>
                      <a:pt x="1999" y="2403"/>
                    </a:cubicBezTo>
                    <a:cubicBezTo>
                      <a:pt x="1162" y="1834"/>
                      <a:pt x="472" y="977"/>
                      <a:pt x="103" y="33"/>
                    </a:cubicBezTo>
                    <a:cubicBezTo>
                      <a:pt x="94" y="10"/>
                      <a:pt x="75" y="0"/>
                      <a:pt x="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734400" y="3954775"/>
                <a:ext cx="71400" cy="38875"/>
              </a:xfrm>
              <a:custGeom>
                <a:rect b="b" l="l" r="r" t="t"/>
                <a:pathLst>
                  <a:path extrusionOk="0" h="1555" w="2856">
                    <a:moveTo>
                      <a:pt x="79" y="0"/>
                    </a:moveTo>
                    <a:cubicBezTo>
                      <a:pt x="39" y="0"/>
                      <a:pt x="1" y="39"/>
                      <a:pt x="30" y="83"/>
                    </a:cubicBezTo>
                    <a:cubicBezTo>
                      <a:pt x="335" y="545"/>
                      <a:pt x="743" y="921"/>
                      <a:pt x="1233" y="1184"/>
                    </a:cubicBezTo>
                    <a:cubicBezTo>
                      <a:pt x="1471" y="1310"/>
                      <a:pt x="1726" y="1404"/>
                      <a:pt x="1989" y="1467"/>
                    </a:cubicBezTo>
                    <a:cubicBezTo>
                      <a:pt x="2164" y="1509"/>
                      <a:pt x="2369" y="1555"/>
                      <a:pt x="2563" y="1555"/>
                    </a:cubicBezTo>
                    <a:cubicBezTo>
                      <a:pt x="2647" y="1555"/>
                      <a:pt x="2728" y="1546"/>
                      <a:pt x="2805" y="1525"/>
                    </a:cubicBezTo>
                    <a:cubicBezTo>
                      <a:pt x="2855" y="1511"/>
                      <a:pt x="2855" y="1433"/>
                      <a:pt x="2805" y="1418"/>
                    </a:cubicBezTo>
                    <a:cubicBezTo>
                      <a:pt x="2563" y="1352"/>
                      <a:pt x="2302" y="1354"/>
                      <a:pt x="2057" y="1294"/>
                    </a:cubicBezTo>
                    <a:cubicBezTo>
                      <a:pt x="1805" y="1231"/>
                      <a:pt x="1560" y="1137"/>
                      <a:pt x="1326" y="1022"/>
                    </a:cubicBezTo>
                    <a:cubicBezTo>
                      <a:pt x="858" y="789"/>
                      <a:pt x="436" y="449"/>
                      <a:pt x="126" y="25"/>
                    </a:cubicBezTo>
                    <a:cubicBezTo>
                      <a:pt x="114" y="8"/>
                      <a:pt x="96"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882900" y="4003250"/>
                <a:ext cx="59575" cy="50550"/>
              </a:xfrm>
              <a:custGeom>
                <a:rect b="b" l="l" r="r" t="t"/>
                <a:pathLst>
                  <a:path extrusionOk="0" h="2022" w="2383">
                    <a:moveTo>
                      <a:pt x="69" y="0"/>
                    </a:moveTo>
                    <a:cubicBezTo>
                      <a:pt x="36" y="0"/>
                      <a:pt x="1" y="41"/>
                      <a:pt x="24" y="76"/>
                    </a:cubicBezTo>
                    <a:cubicBezTo>
                      <a:pt x="299" y="505"/>
                      <a:pt x="625" y="897"/>
                      <a:pt x="1014" y="1228"/>
                    </a:cubicBezTo>
                    <a:cubicBezTo>
                      <a:pt x="1201" y="1388"/>
                      <a:pt x="1400" y="1540"/>
                      <a:pt x="1605" y="1675"/>
                    </a:cubicBezTo>
                    <a:cubicBezTo>
                      <a:pt x="1713" y="1746"/>
                      <a:pt x="1822" y="1813"/>
                      <a:pt x="1936" y="1875"/>
                    </a:cubicBezTo>
                    <a:cubicBezTo>
                      <a:pt x="2049" y="1934"/>
                      <a:pt x="2165" y="2004"/>
                      <a:pt x="2291" y="2021"/>
                    </a:cubicBezTo>
                    <a:cubicBezTo>
                      <a:pt x="2293" y="2021"/>
                      <a:pt x="2295" y="2021"/>
                      <a:pt x="2298" y="2021"/>
                    </a:cubicBezTo>
                    <a:cubicBezTo>
                      <a:pt x="2345" y="2021"/>
                      <a:pt x="2382" y="1970"/>
                      <a:pt x="2344" y="1932"/>
                    </a:cubicBezTo>
                    <a:cubicBezTo>
                      <a:pt x="2260" y="1849"/>
                      <a:pt x="2157" y="1796"/>
                      <a:pt x="2059" y="1737"/>
                    </a:cubicBezTo>
                    <a:cubicBezTo>
                      <a:pt x="1955" y="1671"/>
                      <a:pt x="1850" y="1609"/>
                      <a:pt x="1747" y="1540"/>
                    </a:cubicBezTo>
                    <a:cubicBezTo>
                      <a:pt x="1534" y="1398"/>
                      <a:pt x="1330" y="1247"/>
                      <a:pt x="1135" y="1081"/>
                    </a:cubicBezTo>
                    <a:cubicBezTo>
                      <a:pt x="759" y="759"/>
                      <a:pt x="406" y="407"/>
                      <a:pt x="101" y="17"/>
                    </a:cubicBezTo>
                    <a:cubicBezTo>
                      <a:pt x="92" y="5"/>
                      <a:pt x="81"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674550" y="4015400"/>
                <a:ext cx="140350" cy="75025"/>
              </a:xfrm>
              <a:custGeom>
                <a:rect b="b" l="l" r="r" t="t"/>
                <a:pathLst>
                  <a:path extrusionOk="0" h="3001" w="5614">
                    <a:moveTo>
                      <a:pt x="41" y="1"/>
                    </a:moveTo>
                    <a:cubicBezTo>
                      <a:pt x="16" y="1"/>
                      <a:pt x="0" y="42"/>
                      <a:pt x="28" y="55"/>
                    </a:cubicBezTo>
                    <a:cubicBezTo>
                      <a:pt x="549" y="307"/>
                      <a:pt x="1100" y="469"/>
                      <a:pt x="1675" y="541"/>
                    </a:cubicBezTo>
                    <a:cubicBezTo>
                      <a:pt x="1893" y="568"/>
                      <a:pt x="2116" y="582"/>
                      <a:pt x="2337" y="582"/>
                    </a:cubicBezTo>
                    <a:cubicBezTo>
                      <a:pt x="2403" y="582"/>
                      <a:pt x="2469" y="581"/>
                      <a:pt x="2535" y="578"/>
                    </a:cubicBezTo>
                    <a:cubicBezTo>
                      <a:pt x="2755" y="571"/>
                      <a:pt x="3059" y="588"/>
                      <a:pt x="3274" y="492"/>
                    </a:cubicBezTo>
                    <a:cubicBezTo>
                      <a:pt x="3284" y="562"/>
                      <a:pt x="3320" y="636"/>
                      <a:pt x="3340" y="691"/>
                    </a:cubicBezTo>
                    <a:cubicBezTo>
                      <a:pt x="3396" y="835"/>
                      <a:pt x="3457" y="977"/>
                      <a:pt x="3527" y="1114"/>
                    </a:cubicBezTo>
                    <a:cubicBezTo>
                      <a:pt x="3673" y="1392"/>
                      <a:pt x="3853" y="1652"/>
                      <a:pt x="4055" y="1894"/>
                    </a:cubicBezTo>
                    <a:cubicBezTo>
                      <a:pt x="4256" y="2134"/>
                      <a:pt x="4483" y="2356"/>
                      <a:pt x="4730" y="2549"/>
                    </a:cubicBezTo>
                    <a:cubicBezTo>
                      <a:pt x="4974" y="2736"/>
                      <a:pt x="5236" y="2922"/>
                      <a:pt x="5537" y="2999"/>
                    </a:cubicBezTo>
                    <a:cubicBezTo>
                      <a:pt x="5541" y="3000"/>
                      <a:pt x="5545" y="3000"/>
                      <a:pt x="5549" y="3000"/>
                    </a:cubicBezTo>
                    <a:cubicBezTo>
                      <a:pt x="5585" y="3000"/>
                      <a:pt x="5613" y="2951"/>
                      <a:pt x="5582" y="2925"/>
                    </a:cubicBezTo>
                    <a:cubicBezTo>
                      <a:pt x="5349" y="2725"/>
                      <a:pt x="5079" y="2571"/>
                      <a:pt x="4846" y="2370"/>
                    </a:cubicBezTo>
                    <a:cubicBezTo>
                      <a:pt x="4608" y="2169"/>
                      <a:pt x="4385" y="1951"/>
                      <a:pt x="4189" y="1708"/>
                    </a:cubicBezTo>
                    <a:cubicBezTo>
                      <a:pt x="3994" y="1469"/>
                      <a:pt x="3824" y="1205"/>
                      <a:pt x="3677" y="936"/>
                    </a:cubicBezTo>
                    <a:cubicBezTo>
                      <a:pt x="3601" y="794"/>
                      <a:pt x="3530" y="655"/>
                      <a:pt x="3465" y="509"/>
                    </a:cubicBezTo>
                    <a:cubicBezTo>
                      <a:pt x="3457" y="487"/>
                      <a:pt x="3395" y="348"/>
                      <a:pt x="3338" y="348"/>
                    </a:cubicBezTo>
                    <a:cubicBezTo>
                      <a:pt x="3329" y="348"/>
                      <a:pt x="3320" y="351"/>
                      <a:pt x="3311" y="359"/>
                    </a:cubicBezTo>
                    <a:cubicBezTo>
                      <a:pt x="3307" y="362"/>
                      <a:pt x="3304" y="368"/>
                      <a:pt x="3300" y="372"/>
                    </a:cubicBezTo>
                    <a:cubicBezTo>
                      <a:pt x="3268" y="367"/>
                      <a:pt x="3237" y="365"/>
                      <a:pt x="3206" y="365"/>
                    </a:cubicBezTo>
                    <a:cubicBezTo>
                      <a:pt x="3129" y="365"/>
                      <a:pt x="3052" y="378"/>
                      <a:pt x="2974" y="388"/>
                    </a:cubicBezTo>
                    <a:cubicBezTo>
                      <a:pt x="2837" y="404"/>
                      <a:pt x="2700" y="415"/>
                      <a:pt x="2564" y="420"/>
                    </a:cubicBezTo>
                    <a:cubicBezTo>
                      <a:pt x="2478" y="424"/>
                      <a:pt x="2392" y="426"/>
                      <a:pt x="2306" y="426"/>
                    </a:cubicBezTo>
                    <a:cubicBezTo>
                      <a:pt x="2108" y="426"/>
                      <a:pt x="1911" y="415"/>
                      <a:pt x="1712" y="395"/>
                    </a:cubicBezTo>
                    <a:cubicBezTo>
                      <a:pt x="1143" y="339"/>
                      <a:pt x="585" y="201"/>
                      <a:pt x="49" y="2"/>
                    </a:cubicBezTo>
                    <a:cubicBezTo>
                      <a:pt x="47" y="1"/>
                      <a:pt x="44"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54"/>
            <p:cNvGrpSpPr/>
            <p:nvPr/>
          </p:nvGrpSpPr>
          <p:grpSpPr>
            <a:xfrm>
              <a:off x="5946699" y="3013052"/>
              <a:ext cx="4303133" cy="2377721"/>
              <a:chOff x="1399675" y="3622200"/>
              <a:chExt cx="1511250" cy="835050"/>
            </a:xfrm>
          </p:grpSpPr>
          <p:sp>
            <p:nvSpPr>
              <p:cNvPr id="3041" name="Google Shape;3041;p54"/>
              <p:cNvSpPr/>
              <p:nvPr/>
            </p:nvSpPr>
            <p:spPr>
              <a:xfrm>
                <a:off x="1399675" y="3622200"/>
                <a:ext cx="1511250" cy="835050"/>
              </a:xfrm>
              <a:custGeom>
                <a:rect b="b" l="l" r="r" t="t"/>
                <a:pathLst>
                  <a:path extrusionOk="0" h="33402" w="60450">
                    <a:moveTo>
                      <a:pt x="36343" y="0"/>
                    </a:moveTo>
                    <a:cubicBezTo>
                      <a:pt x="34929" y="0"/>
                      <a:pt x="33420" y="582"/>
                      <a:pt x="32439" y="1379"/>
                    </a:cubicBezTo>
                    <a:cubicBezTo>
                      <a:pt x="30820" y="2694"/>
                      <a:pt x="29975" y="4898"/>
                      <a:pt x="30302" y="6959"/>
                    </a:cubicBezTo>
                    <a:cubicBezTo>
                      <a:pt x="29820" y="6695"/>
                      <a:pt x="29266" y="6583"/>
                      <a:pt x="28690" y="6583"/>
                    </a:cubicBezTo>
                    <a:cubicBezTo>
                      <a:pt x="27361" y="6583"/>
                      <a:pt x="25912" y="7178"/>
                      <a:pt x="24948" y="7874"/>
                    </a:cubicBezTo>
                    <a:cubicBezTo>
                      <a:pt x="23178" y="9149"/>
                      <a:pt x="22223" y="11292"/>
                      <a:pt x="22338" y="13472"/>
                    </a:cubicBezTo>
                    <a:cubicBezTo>
                      <a:pt x="21349" y="12850"/>
                      <a:pt x="20179" y="12525"/>
                      <a:pt x="19010" y="12525"/>
                    </a:cubicBezTo>
                    <a:cubicBezTo>
                      <a:pt x="18435" y="12525"/>
                      <a:pt x="17859" y="12604"/>
                      <a:pt x="17305" y="12765"/>
                    </a:cubicBezTo>
                    <a:cubicBezTo>
                      <a:pt x="15872" y="13180"/>
                      <a:pt x="14277" y="14292"/>
                      <a:pt x="13003" y="15700"/>
                    </a:cubicBezTo>
                    <a:cubicBezTo>
                      <a:pt x="11482" y="17384"/>
                      <a:pt x="10420" y="19495"/>
                      <a:pt x="10636" y="21362"/>
                    </a:cubicBezTo>
                    <a:cubicBezTo>
                      <a:pt x="9670" y="20930"/>
                      <a:pt x="8615" y="20720"/>
                      <a:pt x="7559" y="20720"/>
                    </a:cubicBezTo>
                    <a:cubicBezTo>
                      <a:pt x="5769" y="20720"/>
                      <a:pt x="3973" y="21322"/>
                      <a:pt x="2595" y="22468"/>
                    </a:cubicBezTo>
                    <a:cubicBezTo>
                      <a:pt x="1032" y="23768"/>
                      <a:pt x="1" y="25909"/>
                      <a:pt x="570" y="27861"/>
                    </a:cubicBezTo>
                    <a:cubicBezTo>
                      <a:pt x="1264" y="30244"/>
                      <a:pt x="3911" y="31424"/>
                      <a:pt x="6314" y="32038"/>
                    </a:cubicBezTo>
                    <a:cubicBezTo>
                      <a:pt x="10510" y="33111"/>
                      <a:pt x="14860" y="33401"/>
                      <a:pt x="19198" y="33401"/>
                    </a:cubicBezTo>
                    <a:cubicBezTo>
                      <a:pt x="19950" y="33401"/>
                      <a:pt x="20702" y="33392"/>
                      <a:pt x="21453" y="33378"/>
                    </a:cubicBezTo>
                    <a:cubicBezTo>
                      <a:pt x="32649" y="33156"/>
                      <a:pt x="43816" y="31592"/>
                      <a:pt x="54642" y="28731"/>
                    </a:cubicBezTo>
                    <a:cubicBezTo>
                      <a:pt x="55994" y="28372"/>
                      <a:pt x="57371" y="27981"/>
                      <a:pt x="58495" y="27152"/>
                    </a:cubicBezTo>
                    <a:cubicBezTo>
                      <a:pt x="59619" y="26324"/>
                      <a:pt x="60450" y="24956"/>
                      <a:pt x="60261" y="23573"/>
                    </a:cubicBezTo>
                    <a:cubicBezTo>
                      <a:pt x="60014" y="21769"/>
                      <a:pt x="58119" y="20699"/>
                      <a:pt x="56261" y="20699"/>
                    </a:cubicBezTo>
                    <a:cubicBezTo>
                      <a:pt x="55788" y="20699"/>
                      <a:pt x="55317" y="20768"/>
                      <a:pt x="54877" y="20912"/>
                    </a:cubicBezTo>
                    <a:cubicBezTo>
                      <a:pt x="56762" y="19747"/>
                      <a:pt x="57272" y="16852"/>
                      <a:pt x="55900" y="15113"/>
                    </a:cubicBezTo>
                    <a:cubicBezTo>
                      <a:pt x="55158" y="14174"/>
                      <a:pt x="53961" y="13690"/>
                      <a:pt x="52770" y="13690"/>
                    </a:cubicBezTo>
                    <a:cubicBezTo>
                      <a:pt x="51842" y="13690"/>
                      <a:pt x="50918" y="13983"/>
                      <a:pt x="50214" y="14583"/>
                    </a:cubicBezTo>
                    <a:lnTo>
                      <a:pt x="50214" y="14583"/>
                    </a:lnTo>
                    <a:cubicBezTo>
                      <a:pt x="52724" y="12175"/>
                      <a:pt x="53137" y="7858"/>
                      <a:pt x="51085" y="5037"/>
                    </a:cubicBezTo>
                    <a:cubicBezTo>
                      <a:pt x="49834" y="3317"/>
                      <a:pt x="47152" y="1900"/>
                      <a:pt x="44765" y="1900"/>
                    </a:cubicBezTo>
                    <a:cubicBezTo>
                      <a:pt x="43990" y="1900"/>
                      <a:pt x="43246" y="2049"/>
                      <a:pt x="42592" y="2386"/>
                    </a:cubicBezTo>
                    <a:cubicBezTo>
                      <a:pt x="41596" y="2898"/>
                      <a:pt x="40821" y="3818"/>
                      <a:pt x="40464" y="4878"/>
                    </a:cubicBezTo>
                    <a:lnTo>
                      <a:pt x="40464" y="4878"/>
                    </a:lnTo>
                    <a:cubicBezTo>
                      <a:pt x="40724" y="3185"/>
                      <a:pt x="39765" y="1294"/>
                      <a:pt x="38277" y="461"/>
                    </a:cubicBezTo>
                    <a:cubicBezTo>
                      <a:pt x="37704" y="139"/>
                      <a:pt x="37035" y="0"/>
                      <a:pt x="36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2173575" y="3667875"/>
                <a:ext cx="212350" cy="154625"/>
              </a:xfrm>
              <a:custGeom>
                <a:rect b="b" l="l" r="r" t="t"/>
                <a:pathLst>
                  <a:path extrusionOk="0" h="6185" w="8494">
                    <a:moveTo>
                      <a:pt x="4913" y="0"/>
                    </a:moveTo>
                    <a:cubicBezTo>
                      <a:pt x="4359" y="0"/>
                      <a:pt x="3815" y="100"/>
                      <a:pt x="3340" y="299"/>
                    </a:cubicBezTo>
                    <a:cubicBezTo>
                      <a:pt x="1023" y="1268"/>
                      <a:pt x="0" y="3766"/>
                      <a:pt x="196" y="6150"/>
                    </a:cubicBezTo>
                    <a:cubicBezTo>
                      <a:pt x="200" y="6173"/>
                      <a:pt x="220" y="6185"/>
                      <a:pt x="238" y="6185"/>
                    </a:cubicBezTo>
                    <a:cubicBezTo>
                      <a:pt x="257" y="6185"/>
                      <a:pt x="274" y="6173"/>
                      <a:pt x="274" y="6149"/>
                    </a:cubicBezTo>
                    <a:cubicBezTo>
                      <a:pt x="283" y="3976"/>
                      <a:pt x="1082" y="1683"/>
                      <a:pt x="3138" y="655"/>
                    </a:cubicBezTo>
                    <a:cubicBezTo>
                      <a:pt x="3703" y="374"/>
                      <a:pt x="4319" y="218"/>
                      <a:pt x="4936" y="218"/>
                    </a:cubicBezTo>
                    <a:cubicBezTo>
                      <a:pt x="5371" y="218"/>
                      <a:pt x="5806" y="295"/>
                      <a:pt x="6223" y="461"/>
                    </a:cubicBezTo>
                    <a:cubicBezTo>
                      <a:pt x="7231" y="861"/>
                      <a:pt x="7793" y="1599"/>
                      <a:pt x="8260" y="2540"/>
                    </a:cubicBezTo>
                    <a:cubicBezTo>
                      <a:pt x="8281" y="2583"/>
                      <a:pt x="8315" y="2601"/>
                      <a:pt x="8350" y="2601"/>
                    </a:cubicBezTo>
                    <a:cubicBezTo>
                      <a:pt x="8420" y="2601"/>
                      <a:pt x="8494" y="2531"/>
                      <a:pt x="8478" y="2448"/>
                    </a:cubicBezTo>
                    <a:cubicBezTo>
                      <a:pt x="8147" y="812"/>
                      <a:pt x="6492" y="0"/>
                      <a:pt x="4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2251625" y="3705375"/>
                <a:ext cx="104225" cy="41475"/>
              </a:xfrm>
              <a:custGeom>
                <a:rect b="b" l="l" r="r" t="t"/>
                <a:pathLst>
                  <a:path extrusionOk="0" h="1659" w="4169">
                    <a:moveTo>
                      <a:pt x="1752" y="0"/>
                    </a:moveTo>
                    <a:cubicBezTo>
                      <a:pt x="1162" y="0"/>
                      <a:pt x="558" y="183"/>
                      <a:pt x="100" y="537"/>
                    </a:cubicBezTo>
                    <a:cubicBezTo>
                      <a:pt x="0" y="615"/>
                      <a:pt x="42" y="645"/>
                      <a:pt x="108" y="645"/>
                    </a:cubicBezTo>
                    <a:cubicBezTo>
                      <a:pt x="144" y="645"/>
                      <a:pt x="187" y="637"/>
                      <a:pt x="219" y="622"/>
                    </a:cubicBezTo>
                    <a:cubicBezTo>
                      <a:pt x="343" y="566"/>
                      <a:pt x="469" y="514"/>
                      <a:pt x="598" y="472"/>
                    </a:cubicBezTo>
                    <a:cubicBezTo>
                      <a:pt x="858" y="389"/>
                      <a:pt x="1129" y="337"/>
                      <a:pt x="1401" y="319"/>
                    </a:cubicBezTo>
                    <a:cubicBezTo>
                      <a:pt x="1477" y="314"/>
                      <a:pt x="1553" y="312"/>
                      <a:pt x="1629" y="312"/>
                    </a:cubicBezTo>
                    <a:cubicBezTo>
                      <a:pt x="2001" y="312"/>
                      <a:pt x="2373" y="373"/>
                      <a:pt x="2726" y="495"/>
                    </a:cubicBezTo>
                    <a:cubicBezTo>
                      <a:pt x="3195" y="659"/>
                      <a:pt x="3612" y="1110"/>
                      <a:pt x="3899" y="1504"/>
                    </a:cubicBezTo>
                    <a:cubicBezTo>
                      <a:pt x="3932" y="1551"/>
                      <a:pt x="3967" y="1602"/>
                      <a:pt x="4019" y="1628"/>
                    </a:cubicBezTo>
                    <a:cubicBezTo>
                      <a:pt x="4059" y="1649"/>
                      <a:pt x="4089" y="1659"/>
                      <a:pt x="4109" y="1659"/>
                    </a:cubicBezTo>
                    <a:cubicBezTo>
                      <a:pt x="4131" y="1659"/>
                      <a:pt x="4143" y="1648"/>
                      <a:pt x="4147" y="1630"/>
                    </a:cubicBezTo>
                    <a:cubicBezTo>
                      <a:pt x="4169" y="1557"/>
                      <a:pt x="4055" y="1358"/>
                      <a:pt x="4024" y="1314"/>
                    </a:cubicBezTo>
                    <a:cubicBezTo>
                      <a:pt x="3929" y="1180"/>
                      <a:pt x="3821" y="1057"/>
                      <a:pt x="3716" y="932"/>
                    </a:cubicBezTo>
                    <a:cubicBezTo>
                      <a:pt x="3376" y="512"/>
                      <a:pt x="2938" y="213"/>
                      <a:pt x="2411" y="80"/>
                    </a:cubicBezTo>
                    <a:cubicBezTo>
                      <a:pt x="2199" y="27"/>
                      <a:pt x="1977" y="0"/>
                      <a:pt x="1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1990050" y="3839600"/>
                <a:ext cx="150375" cy="151375"/>
              </a:xfrm>
              <a:custGeom>
                <a:rect b="b" l="l" r="r" t="t"/>
                <a:pathLst>
                  <a:path extrusionOk="0" h="6055" w="6015">
                    <a:moveTo>
                      <a:pt x="5155" y="1"/>
                    </a:moveTo>
                    <a:cubicBezTo>
                      <a:pt x="4771" y="1"/>
                      <a:pt x="4381" y="59"/>
                      <a:pt x="4020" y="139"/>
                    </a:cubicBezTo>
                    <a:cubicBezTo>
                      <a:pt x="3395" y="280"/>
                      <a:pt x="2796" y="532"/>
                      <a:pt x="2266" y="889"/>
                    </a:cubicBezTo>
                    <a:cubicBezTo>
                      <a:pt x="1204" y="1607"/>
                      <a:pt x="475" y="2681"/>
                      <a:pt x="187" y="3928"/>
                    </a:cubicBezTo>
                    <a:cubicBezTo>
                      <a:pt x="28" y="4613"/>
                      <a:pt x="1" y="5341"/>
                      <a:pt x="158" y="6030"/>
                    </a:cubicBezTo>
                    <a:cubicBezTo>
                      <a:pt x="162" y="6046"/>
                      <a:pt x="177" y="6054"/>
                      <a:pt x="192" y="6054"/>
                    </a:cubicBezTo>
                    <a:cubicBezTo>
                      <a:pt x="211" y="6054"/>
                      <a:pt x="231" y="6042"/>
                      <a:pt x="228" y="6020"/>
                    </a:cubicBezTo>
                    <a:cubicBezTo>
                      <a:pt x="87" y="4795"/>
                      <a:pt x="326" y="3585"/>
                      <a:pt x="993" y="2543"/>
                    </a:cubicBezTo>
                    <a:cubicBezTo>
                      <a:pt x="1652" y="1510"/>
                      <a:pt x="2659" y="774"/>
                      <a:pt x="3840" y="447"/>
                    </a:cubicBezTo>
                    <a:cubicBezTo>
                      <a:pt x="4170" y="355"/>
                      <a:pt x="4506" y="296"/>
                      <a:pt x="4847" y="275"/>
                    </a:cubicBezTo>
                    <a:cubicBezTo>
                      <a:pt x="4927" y="271"/>
                      <a:pt x="5006" y="269"/>
                      <a:pt x="5085" y="269"/>
                    </a:cubicBezTo>
                    <a:cubicBezTo>
                      <a:pt x="5348" y="269"/>
                      <a:pt x="5608" y="290"/>
                      <a:pt x="5872" y="298"/>
                    </a:cubicBezTo>
                    <a:cubicBezTo>
                      <a:pt x="5873" y="298"/>
                      <a:pt x="5875" y="299"/>
                      <a:pt x="5876" y="299"/>
                    </a:cubicBezTo>
                    <a:cubicBezTo>
                      <a:pt x="5992" y="299"/>
                      <a:pt x="6015" y="117"/>
                      <a:pt x="5899" y="87"/>
                    </a:cubicBezTo>
                    <a:cubicBezTo>
                      <a:pt x="5660" y="26"/>
                      <a:pt x="5409" y="1"/>
                      <a:pt x="5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2067850" y="3890550"/>
                <a:ext cx="70775" cy="27600"/>
              </a:xfrm>
              <a:custGeom>
                <a:rect b="b" l="l" r="r" t="t"/>
                <a:pathLst>
                  <a:path extrusionOk="0" h="1104" w="2831">
                    <a:moveTo>
                      <a:pt x="2560" y="0"/>
                    </a:moveTo>
                    <a:cubicBezTo>
                      <a:pt x="2524" y="0"/>
                      <a:pt x="2489" y="2"/>
                      <a:pt x="2456" y="2"/>
                    </a:cubicBezTo>
                    <a:cubicBezTo>
                      <a:pt x="2328" y="4"/>
                      <a:pt x="2199" y="14"/>
                      <a:pt x="2073" y="30"/>
                    </a:cubicBezTo>
                    <a:cubicBezTo>
                      <a:pt x="1816" y="61"/>
                      <a:pt x="1565" y="119"/>
                      <a:pt x="1322" y="205"/>
                    </a:cubicBezTo>
                    <a:cubicBezTo>
                      <a:pt x="845" y="375"/>
                      <a:pt x="411" y="643"/>
                      <a:pt x="47" y="996"/>
                    </a:cubicBezTo>
                    <a:cubicBezTo>
                      <a:pt x="1" y="1040"/>
                      <a:pt x="46" y="1104"/>
                      <a:pt x="96" y="1104"/>
                    </a:cubicBezTo>
                    <a:cubicBezTo>
                      <a:pt x="110" y="1104"/>
                      <a:pt x="125" y="1099"/>
                      <a:pt x="138" y="1087"/>
                    </a:cubicBezTo>
                    <a:cubicBezTo>
                      <a:pt x="499" y="750"/>
                      <a:pt x="933" y="496"/>
                      <a:pt x="1406" y="345"/>
                    </a:cubicBezTo>
                    <a:cubicBezTo>
                      <a:pt x="1636" y="270"/>
                      <a:pt x="1874" y="220"/>
                      <a:pt x="2114" y="197"/>
                    </a:cubicBezTo>
                    <a:cubicBezTo>
                      <a:pt x="2228" y="187"/>
                      <a:pt x="2342" y="182"/>
                      <a:pt x="2457" y="182"/>
                    </a:cubicBezTo>
                    <a:cubicBezTo>
                      <a:pt x="2514" y="183"/>
                      <a:pt x="2572" y="190"/>
                      <a:pt x="2630" y="190"/>
                    </a:cubicBezTo>
                    <a:cubicBezTo>
                      <a:pt x="2685" y="190"/>
                      <a:pt x="2738" y="184"/>
                      <a:pt x="2787" y="159"/>
                    </a:cubicBezTo>
                    <a:cubicBezTo>
                      <a:pt x="2830" y="136"/>
                      <a:pt x="2819" y="76"/>
                      <a:pt x="2786" y="53"/>
                    </a:cubicBezTo>
                    <a:cubicBezTo>
                      <a:pt x="2723" y="8"/>
                      <a:pt x="2641" y="0"/>
                      <a:pt x="2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2377000" y="3771625"/>
                <a:ext cx="199425" cy="126575"/>
              </a:xfrm>
              <a:custGeom>
                <a:rect b="b" l="l" r="r" t="t"/>
                <a:pathLst>
                  <a:path extrusionOk="0" h="5063" w="7977">
                    <a:moveTo>
                      <a:pt x="6714" y="0"/>
                    </a:moveTo>
                    <a:cubicBezTo>
                      <a:pt x="6519" y="0"/>
                      <a:pt x="6324" y="17"/>
                      <a:pt x="6131" y="45"/>
                    </a:cubicBezTo>
                    <a:cubicBezTo>
                      <a:pt x="5464" y="142"/>
                      <a:pt x="4820" y="391"/>
                      <a:pt x="4228" y="709"/>
                    </a:cubicBezTo>
                    <a:cubicBezTo>
                      <a:pt x="3087" y="1327"/>
                      <a:pt x="2058" y="2182"/>
                      <a:pt x="1233" y="3183"/>
                    </a:cubicBezTo>
                    <a:cubicBezTo>
                      <a:pt x="770" y="3742"/>
                      <a:pt x="368" y="4350"/>
                      <a:pt x="22" y="4987"/>
                    </a:cubicBezTo>
                    <a:cubicBezTo>
                      <a:pt x="0" y="5026"/>
                      <a:pt x="35" y="5063"/>
                      <a:pt x="70" y="5063"/>
                    </a:cubicBezTo>
                    <a:cubicBezTo>
                      <a:pt x="85" y="5063"/>
                      <a:pt x="100" y="5056"/>
                      <a:pt x="110" y="5039"/>
                    </a:cubicBezTo>
                    <a:cubicBezTo>
                      <a:pt x="731" y="3970"/>
                      <a:pt x="1551" y="3033"/>
                      <a:pt x="2489" y="2232"/>
                    </a:cubicBezTo>
                    <a:cubicBezTo>
                      <a:pt x="3434" y="1425"/>
                      <a:pt x="4564" y="698"/>
                      <a:pt x="5785" y="404"/>
                    </a:cubicBezTo>
                    <a:cubicBezTo>
                      <a:pt x="6080" y="333"/>
                      <a:pt x="6382" y="291"/>
                      <a:pt x="6685" y="291"/>
                    </a:cubicBezTo>
                    <a:cubicBezTo>
                      <a:pt x="6733" y="291"/>
                      <a:pt x="6782" y="292"/>
                      <a:pt x="6830" y="294"/>
                    </a:cubicBezTo>
                    <a:cubicBezTo>
                      <a:pt x="7186" y="310"/>
                      <a:pt x="7524" y="457"/>
                      <a:pt x="7877" y="460"/>
                    </a:cubicBezTo>
                    <a:cubicBezTo>
                      <a:pt x="7944" y="459"/>
                      <a:pt x="7977" y="377"/>
                      <a:pt x="7932" y="329"/>
                    </a:cubicBezTo>
                    <a:cubicBezTo>
                      <a:pt x="7712" y="104"/>
                      <a:pt x="7372" y="52"/>
                      <a:pt x="7069" y="19"/>
                    </a:cubicBezTo>
                    <a:cubicBezTo>
                      <a:pt x="6951" y="6"/>
                      <a:pt x="6833" y="0"/>
                      <a:pt x="67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2462325" y="3828000"/>
                <a:ext cx="111725" cy="52650"/>
              </a:xfrm>
              <a:custGeom>
                <a:rect b="b" l="l" r="r" t="t"/>
                <a:pathLst>
                  <a:path extrusionOk="0" h="2106" w="4469">
                    <a:moveTo>
                      <a:pt x="3983" y="1"/>
                    </a:moveTo>
                    <a:cubicBezTo>
                      <a:pt x="3738" y="1"/>
                      <a:pt x="3481" y="77"/>
                      <a:pt x="3258" y="134"/>
                    </a:cubicBezTo>
                    <a:cubicBezTo>
                      <a:pt x="2852" y="237"/>
                      <a:pt x="2454" y="375"/>
                      <a:pt x="2074" y="552"/>
                    </a:cubicBezTo>
                    <a:cubicBezTo>
                      <a:pt x="1318" y="901"/>
                      <a:pt x="633" y="1408"/>
                      <a:pt x="47" y="1994"/>
                    </a:cubicBezTo>
                    <a:cubicBezTo>
                      <a:pt x="0" y="2041"/>
                      <a:pt x="44" y="2105"/>
                      <a:pt x="95" y="2105"/>
                    </a:cubicBezTo>
                    <a:cubicBezTo>
                      <a:pt x="110" y="2105"/>
                      <a:pt x="125" y="2100"/>
                      <a:pt x="139" y="2086"/>
                    </a:cubicBezTo>
                    <a:cubicBezTo>
                      <a:pt x="704" y="1546"/>
                      <a:pt x="1365" y="1111"/>
                      <a:pt x="2080" y="796"/>
                    </a:cubicBezTo>
                    <a:cubicBezTo>
                      <a:pt x="2437" y="637"/>
                      <a:pt x="2800" y="500"/>
                      <a:pt x="3176" y="399"/>
                    </a:cubicBezTo>
                    <a:cubicBezTo>
                      <a:pt x="3504" y="311"/>
                      <a:pt x="3845" y="229"/>
                      <a:pt x="4185" y="229"/>
                    </a:cubicBezTo>
                    <a:cubicBezTo>
                      <a:pt x="4254" y="229"/>
                      <a:pt x="4322" y="232"/>
                      <a:pt x="4391" y="239"/>
                    </a:cubicBezTo>
                    <a:cubicBezTo>
                      <a:pt x="4392" y="240"/>
                      <a:pt x="4394" y="240"/>
                      <a:pt x="4395" y="240"/>
                    </a:cubicBezTo>
                    <a:cubicBezTo>
                      <a:pt x="4458" y="240"/>
                      <a:pt x="4469" y="147"/>
                      <a:pt x="4421" y="117"/>
                    </a:cubicBezTo>
                    <a:cubicBezTo>
                      <a:pt x="4289" y="31"/>
                      <a:pt x="4138" y="1"/>
                      <a:pt x="39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2043950" y="3973500"/>
                <a:ext cx="204325" cy="137125"/>
              </a:xfrm>
              <a:custGeom>
                <a:rect b="b" l="l" r="r" t="t"/>
                <a:pathLst>
                  <a:path extrusionOk="0" h="5485" w="8173">
                    <a:moveTo>
                      <a:pt x="7448" y="1"/>
                    </a:moveTo>
                    <a:cubicBezTo>
                      <a:pt x="7301" y="1"/>
                      <a:pt x="7154" y="8"/>
                      <a:pt x="7014" y="14"/>
                    </a:cubicBezTo>
                    <a:cubicBezTo>
                      <a:pt x="6661" y="28"/>
                      <a:pt x="6306" y="63"/>
                      <a:pt x="5961" y="129"/>
                    </a:cubicBezTo>
                    <a:cubicBezTo>
                      <a:pt x="5257" y="263"/>
                      <a:pt x="4573" y="495"/>
                      <a:pt x="3932" y="812"/>
                    </a:cubicBezTo>
                    <a:cubicBezTo>
                      <a:pt x="2730" y="1406"/>
                      <a:pt x="1705" y="2309"/>
                      <a:pt x="965" y="3426"/>
                    </a:cubicBezTo>
                    <a:cubicBezTo>
                      <a:pt x="558" y="4044"/>
                      <a:pt x="236" y="4718"/>
                      <a:pt x="13" y="5424"/>
                    </a:cubicBezTo>
                    <a:cubicBezTo>
                      <a:pt x="1" y="5461"/>
                      <a:pt x="31" y="5485"/>
                      <a:pt x="61" y="5485"/>
                    </a:cubicBezTo>
                    <a:cubicBezTo>
                      <a:pt x="81" y="5485"/>
                      <a:pt x="101" y="5475"/>
                      <a:pt x="108" y="5451"/>
                    </a:cubicBezTo>
                    <a:cubicBezTo>
                      <a:pt x="973" y="2947"/>
                      <a:pt x="3140" y="1014"/>
                      <a:pt x="5727" y="450"/>
                    </a:cubicBezTo>
                    <a:cubicBezTo>
                      <a:pt x="6100" y="370"/>
                      <a:pt x="6481" y="309"/>
                      <a:pt x="6860" y="279"/>
                    </a:cubicBezTo>
                    <a:cubicBezTo>
                      <a:pt x="6974" y="270"/>
                      <a:pt x="7088" y="268"/>
                      <a:pt x="7203" y="268"/>
                    </a:cubicBezTo>
                    <a:cubicBezTo>
                      <a:pt x="7350" y="268"/>
                      <a:pt x="7498" y="272"/>
                      <a:pt x="7645" y="272"/>
                    </a:cubicBezTo>
                    <a:cubicBezTo>
                      <a:pt x="7777" y="272"/>
                      <a:pt x="7909" y="268"/>
                      <a:pt x="8040" y="256"/>
                    </a:cubicBezTo>
                    <a:cubicBezTo>
                      <a:pt x="8137" y="243"/>
                      <a:pt x="8172" y="99"/>
                      <a:pt x="8064" y="69"/>
                    </a:cubicBezTo>
                    <a:cubicBezTo>
                      <a:pt x="7869" y="15"/>
                      <a:pt x="7658" y="1"/>
                      <a:pt x="7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2401450" y="3921200"/>
                <a:ext cx="195175" cy="43075"/>
              </a:xfrm>
              <a:custGeom>
                <a:rect b="b" l="l" r="r" t="t"/>
                <a:pathLst>
                  <a:path extrusionOk="0" h="1723" w="7807">
                    <a:moveTo>
                      <a:pt x="4999" y="1"/>
                    </a:moveTo>
                    <a:cubicBezTo>
                      <a:pt x="4881" y="1"/>
                      <a:pt x="4763" y="3"/>
                      <a:pt x="4645" y="8"/>
                    </a:cubicBezTo>
                    <a:cubicBezTo>
                      <a:pt x="3606" y="51"/>
                      <a:pt x="2560" y="295"/>
                      <a:pt x="1612" y="726"/>
                    </a:cubicBezTo>
                    <a:cubicBezTo>
                      <a:pt x="1058" y="975"/>
                      <a:pt x="535" y="1270"/>
                      <a:pt x="43" y="1629"/>
                    </a:cubicBezTo>
                    <a:cubicBezTo>
                      <a:pt x="1" y="1659"/>
                      <a:pt x="27" y="1723"/>
                      <a:pt x="67" y="1723"/>
                    </a:cubicBezTo>
                    <a:cubicBezTo>
                      <a:pt x="75" y="1723"/>
                      <a:pt x="84" y="1720"/>
                      <a:pt x="93" y="1714"/>
                    </a:cubicBezTo>
                    <a:cubicBezTo>
                      <a:pt x="1506" y="771"/>
                      <a:pt x="3234" y="273"/>
                      <a:pt x="4941" y="273"/>
                    </a:cubicBezTo>
                    <a:cubicBezTo>
                      <a:pt x="5292" y="273"/>
                      <a:pt x="5643" y="294"/>
                      <a:pt x="5990" y="337"/>
                    </a:cubicBezTo>
                    <a:cubicBezTo>
                      <a:pt x="6278" y="373"/>
                      <a:pt x="6562" y="423"/>
                      <a:pt x="6843" y="489"/>
                    </a:cubicBezTo>
                    <a:cubicBezTo>
                      <a:pt x="7112" y="552"/>
                      <a:pt x="7389" y="677"/>
                      <a:pt x="7667" y="677"/>
                    </a:cubicBezTo>
                    <a:cubicBezTo>
                      <a:pt x="7668" y="677"/>
                      <a:pt x="7670" y="677"/>
                      <a:pt x="7672" y="677"/>
                    </a:cubicBezTo>
                    <a:cubicBezTo>
                      <a:pt x="7787" y="677"/>
                      <a:pt x="7807" y="535"/>
                      <a:pt x="7726" y="475"/>
                    </a:cubicBezTo>
                    <a:cubicBezTo>
                      <a:pt x="7526" y="324"/>
                      <a:pt x="7245" y="280"/>
                      <a:pt x="7007" y="224"/>
                    </a:cubicBezTo>
                    <a:cubicBezTo>
                      <a:pt x="6744" y="164"/>
                      <a:pt x="6479" y="116"/>
                      <a:pt x="6212" y="82"/>
                    </a:cubicBezTo>
                    <a:cubicBezTo>
                      <a:pt x="5810" y="29"/>
                      <a:pt x="5405" y="1"/>
                      <a:pt x="4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 name="Google Shape;3050;p54"/>
            <p:cNvGrpSpPr/>
            <p:nvPr/>
          </p:nvGrpSpPr>
          <p:grpSpPr>
            <a:xfrm>
              <a:off x="6857653" y="4484019"/>
              <a:ext cx="2660326" cy="1187081"/>
              <a:chOff x="1719600" y="4138800"/>
              <a:chExt cx="934300" cy="416900"/>
            </a:xfrm>
          </p:grpSpPr>
          <p:sp>
            <p:nvSpPr>
              <p:cNvPr id="3051" name="Google Shape;3051;p54"/>
              <p:cNvSpPr/>
              <p:nvPr/>
            </p:nvSpPr>
            <p:spPr>
              <a:xfrm>
                <a:off x="1719600" y="4138800"/>
                <a:ext cx="934300" cy="416900"/>
              </a:xfrm>
              <a:custGeom>
                <a:rect b="b" l="l" r="r" t="t"/>
                <a:pathLst>
                  <a:path extrusionOk="0" h="16676" w="37372">
                    <a:moveTo>
                      <a:pt x="25036" y="0"/>
                    </a:moveTo>
                    <a:cubicBezTo>
                      <a:pt x="23147" y="2031"/>
                      <a:pt x="20386" y="3115"/>
                      <a:pt x="17626" y="3115"/>
                    </a:cubicBezTo>
                    <a:cubicBezTo>
                      <a:pt x="16340" y="3115"/>
                      <a:pt x="15055" y="2880"/>
                      <a:pt x="13857" y="2396"/>
                    </a:cubicBezTo>
                    <a:cubicBezTo>
                      <a:pt x="12674" y="4190"/>
                      <a:pt x="10840" y="5544"/>
                      <a:pt x="8779" y="6147"/>
                    </a:cubicBezTo>
                    <a:cubicBezTo>
                      <a:pt x="7947" y="6390"/>
                      <a:pt x="7080" y="6511"/>
                      <a:pt x="6213" y="6511"/>
                    </a:cubicBezTo>
                    <a:cubicBezTo>
                      <a:pt x="4932" y="6511"/>
                      <a:pt x="3650" y="6247"/>
                      <a:pt x="2478" y="5727"/>
                    </a:cubicBezTo>
                    <a:cubicBezTo>
                      <a:pt x="310" y="7243"/>
                      <a:pt x="0" y="10999"/>
                      <a:pt x="2092" y="12747"/>
                    </a:cubicBezTo>
                    <a:cubicBezTo>
                      <a:pt x="4392" y="14669"/>
                      <a:pt x="7391" y="15622"/>
                      <a:pt x="10312" y="16069"/>
                    </a:cubicBezTo>
                    <a:cubicBezTo>
                      <a:pt x="12961" y="16473"/>
                      <a:pt x="15642" y="16676"/>
                      <a:pt x="18322" y="16676"/>
                    </a:cubicBezTo>
                    <a:cubicBezTo>
                      <a:pt x="20782" y="16676"/>
                      <a:pt x="23241" y="16505"/>
                      <a:pt x="25677" y="16164"/>
                    </a:cubicBezTo>
                    <a:cubicBezTo>
                      <a:pt x="28229" y="15805"/>
                      <a:pt x="30837" y="15228"/>
                      <a:pt x="32941" y="13742"/>
                    </a:cubicBezTo>
                    <a:cubicBezTo>
                      <a:pt x="37372" y="10617"/>
                      <a:pt x="35996" y="5281"/>
                      <a:pt x="35368" y="676"/>
                    </a:cubicBezTo>
                    <a:lnTo>
                      <a:pt x="35368" y="676"/>
                    </a:lnTo>
                    <a:cubicBezTo>
                      <a:pt x="33974" y="1543"/>
                      <a:pt x="32479" y="1929"/>
                      <a:pt x="30980" y="1929"/>
                    </a:cubicBezTo>
                    <a:cubicBezTo>
                      <a:pt x="28929" y="1929"/>
                      <a:pt x="26867" y="1206"/>
                      <a:pt x="25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2091300" y="4177025"/>
                <a:ext cx="249650" cy="70425"/>
              </a:xfrm>
              <a:custGeom>
                <a:rect b="b" l="l" r="r" t="t"/>
                <a:pathLst>
                  <a:path extrusionOk="0" h="2817" w="9986">
                    <a:moveTo>
                      <a:pt x="9939" y="1"/>
                    </a:moveTo>
                    <a:cubicBezTo>
                      <a:pt x="9935" y="1"/>
                      <a:pt x="9931" y="2"/>
                      <a:pt x="9927" y="3"/>
                    </a:cubicBezTo>
                    <a:cubicBezTo>
                      <a:pt x="9631" y="104"/>
                      <a:pt x="9364" y="357"/>
                      <a:pt x="9103" y="527"/>
                    </a:cubicBezTo>
                    <a:cubicBezTo>
                      <a:pt x="8824" y="709"/>
                      <a:pt x="8537" y="883"/>
                      <a:pt x="8246" y="1043"/>
                    </a:cubicBezTo>
                    <a:cubicBezTo>
                      <a:pt x="7644" y="1377"/>
                      <a:pt x="7014" y="1661"/>
                      <a:pt x="6366" y="1889"/>
                    </a:cubicBezTo>
                    <a:cubicBezTo>
                      <a:pt x="5075" y="2343"/>
                      <a:pt x="3715" y="2585"/>
                      <a:pt x="2346" y="2596"/>
                    </a:cubicBezTo>
                    <a:cubicBezTo>
                      <a:pt x="2319" y="2596"/>
                      <a:pt x="2291" y="2597"/>
                      <a:pt x="2264" y="2597"/>
                    </a:cubicBezTo>
                    <a:cubicBezTo>
                      <a:pt x="1527" y="2597"/>
                      <a:pt x="792" y="2541"/>
                      <a:pt x="61" y="2442"/>
                    </a:cubicBezTo>
                    <a:cubicBezTo>
                      <a:pt x="59" y="2442"/>
                      <a:pt x="58" y="2442"/>
                      <a:pt x="56" y="2442"/>
                    </a:cubicBezTo>
                    <a:cubicBezTo>
                      <a:pt x="7" y="2442"/>
                      <a:pt x="1" y="2520"/>
                      <a:pt x="48" y="2533"/>
                    </a:cubicBezTo>
                    <a:cubicBezTo>
                      <a:pt x="822" y="2726"/>
                      <a:pt x="1623" y="2817"/>
                      <a:pt x="2428" y="2817"/>
                    </a:cubicBezTo>
                    <a:cubicBezTo>
                      <a:pt x="4397" y="2817"/>
                      <a:pt x="6394" y="2276"/>
                      <a:pt x="8098" y="1375"/>
                    </a:cubicBezTo>
                    <a:cubicBezTo>
                      <a:pt x="8446" y="1192"/>
                      <a:pt x="8785" y="991"/>
                      <a:pt x="9111" y="769"/>
                    </a:cubicBezTo>
                    <a:cubicBezTo>
                      <a:pt x="9268" y="661"/>
                      <a:pt x="9426" y="552"/>
                      <a:pt x="9574" y="435"/>
                    </a:cubicBezTo>
                    <a:cubicBezTo>
                      <a:pt x="9717" y="323"/>
                      <a:pt x="9876" y="212"/>
                      <a:pt x="9971" y="56"/>
                    </a:cubicBezTo>
                    <a:cubicBezTo>
                      <a:pt x="9986" y="35"/>
                      <a:pt x="9967" y="1"/>
                      <a:pt x="99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2179125" y="4235200"/>
                <a:ext cx="119775" cy="41950"/>
              </a:xfrm>
              <a:custGeom>
                <a:rect b="b" l="l" r="r" t="t"/>
                <a:pathLst>
                  <a:path extrusionOk="0" h="1678" w="4791">
                    <a:moveTo>
                      <a:pt x="4721" y="0"/>
                    </a:moveTo>
                    <a:cubicBezTo>
                      <a:pt x="4717" y="0"/>
                      <a:pt x="4712" y="1"/>
                      <a:pt x="4707" y="3"/>
                    </a:cubicBezTo>
                    <a:cubicBezTo>
                      <a:pt x="4344" y="140"/>
                      <a:pt x="4023" y="412"/>
                      <a:pt x="3681" y="595"/>
                    </a:cubicBezTo>
                    <a:cubicBezTo>
                      <a:pt x="3308" y="797"/>
                      <a:pt x="2919" y="964"/>
                      <a:pt x="2522" y="1106"/>
                    </a:cubicBezTo>
                    <a:cubicBezTo>
                      <a:pt x="1736" y="1387"/>
                      <a:pt x="896" y="1546"/>
                      <a:pt x="64" y="1576"/>
                    </a:cubicBezTo>
                    <a:cubicBezTo>
                      <a:pt x="0" y="1579"/>
                      <a:pt x="0" y="1674"/>
                      <a:pt x="64" y="1675"/>
                    </a:cubicBezTo>
                    <a:cubicBezTo>
                      <a:pt x="128" y="1677"/>
                      <a:pt x="192" y="1678"/>
                      <a:pt x="256" y="1678"/>
                    </a:cubicBezTo>
                    <a:cubicBezTo>
                      <a:pt x="1057" y="1678"/>
                      <a:pt x="1842" y="1553"/>
                      <a:pt x="2607" y="1299"/>
                    </a:cubicBezTo>
                    <a:cubicBezTo>
                      <a:pt x="3006" y="1168"/>
                      <a:pt x="3393" y="995"/>
                      <a:pt x="3762" y="797"/>
                    </a:cubicBezTo>
                    <a:cubicBezTo>
                      <a:pt x="4108" y="611"/>
                      <a:pt x="4527" y="402"/>
                      <a:pt x="4768" y="82"/>
                    </a:cubicBezTo>
                    <a:cubicBezTo>
                      <a:pt x="4791" y="47"/>
                      <a:pt x="4758" y="0"/>
                      <a:pt x="47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2384400" y="4203650"/>
                <a:ext cx="150475" cy="27950"/>
              </a:xfrm>
              <a:custGeom>
                <a:rect b="b" l="l" r="r" t="t"/>
                <a:pathLst>
                  <a:path extrusionOk="0" h="1118" w="6019">
                    <a:moveTo>
                      <a:pt x="72" y="0"/>
                    </a:moveTo>
                    <a:cubicBezTo>
                      <a:pt x="18" y="0"/>
                      <a:pt x="0" y="87"/>
                      <a:pt x="61" y="106"/>
                    </a:cubicBezTo>
                    <a:cubicBezTo>
                      <a:pt x="1030" y="425"/>
                      <a:pt x="2006" y="696"/>
                      <a:pt x="3013" y="864"/>
                    </a:cubicBezTo>
                    <a:cubicBezTo>
                      <a:pt x="3500" y="948"/>
                      <a:pt x="3994" y="1007"/>
                      <a:pt x="4487" y="1052"/>
                    </a:cubicBezTo>
                    <a:cubicBezTo>
                      <a:pt x="4729" y="1073"/>
                      <a:pt x="4972" y="1089"/>
                      <a:pt x="5213" y="1101"/>
                    </a:cubicBezTo>
                    <a:cubicBezTo>
                      <a:pt x="5341" y="1107"/>
                      <a:pt x="5476" y="1118"/>
                      <a:pt x="5609" y="1118"/>
                    </a:cubicBezTo>
                    <a:cubicBezTo>
                      <a:pt x="5728" y="1118"/>
                      <a:pt x="5845" y="1109"/>
                      <a:pt x="5956" y="1080"/>
                    </a:cubicBezTo>
                    <a:cubicBezTo>
                      <a:pt x="6018" y="1064"/>
                      <a:pt x="6015" y="977"/>
                      <a:pt x="5958" y="958"/>
                    </a:cubicBezTo>
                    <a:cubicBezTo>
                      <a:pt x="5731" y="892"/>
                      <a:pt x="5479" y="900"/>
                      <a:pt x="5247" y="886"/>
                    </a:cubicBezTo>
                    <a:cubicBezTo>
                      <a:pt x="5004" y="871"/>
                      <a:pt x="4763" y="853"/>
                      <a:pt x="4521" y="831"/>
                    </a:cubicBezTo>
                    <a:cubicBezTo>
                      <a:pt x="4014" y="785"/>
                      <a:pt x="3508" y="719"/>
                      <a:pt x="3004" y="639"/>
                    </a:cubicBezTo>
                    <a:cubicBezTo>
                      <a:pt x="2024" y="484"/>
                      <a:pt x="1042" y="286"/>
                      <a:pt x="89" y="3"/>
                    </a:cubicBezTo>
                    <a:cubicBezTo>
                      <a:pt x="83" y="1"/>
                      <a:pt x="78" y="0"/>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1795050" y="4277500"/>
                <a:ext cx="262600" cy="57675"/>
              </a:xfrm>
              <a:custGeom>
                <a:rect b="b" l="l" r="r" t="t"/>
                <a:pathLst>
                  <a:path extrusionOk="0" h="2307" w="10504">
                    <a:moveTo>
                      <a:pt x="10422" y="1"/>
                    </a:moveTo>
                    <a:cubicBezTo>
                      <a:pt x="10415" y="1"/>
                      <a:pt x="10409" y="2"/>
                      <a:pt x="10401" y="4"/>
                    </a:cubicBezTo>
                    <a:cubicBezTo>
                      <a:pt x="10081" y="99"/>
                      <a:pt x="9773" y="257"/>
                      <a:pt x="9465" y="387"/>
                    </a:cubicBezTo>
                    <a:cubicBezTo>
                      <a:pt x="9139" y="524"/>
                      <a:pt x="8811" y="656"/>
                      <a:pt x="8478" y="779"/>
                    </a:cubicBezTo>
                    <a:cubicBezTo>
                      <a:pt x="7828" y="1021"/>
                      <a:pt x="7168" y="1231"/>
                      <a:pt x="6498" y="1411"/>
                    </a:cubicBezTo>
                    <a:cubicBezTo>
                      <a:pt x="5157" y="1773"/>
                      <a:pt x="3785" y="2015"/>
                      <a:pt x="2399" y="2129"/>
                    </a:cubicBezTo>
                    <a:cubicBezTo>
                      <a:pt x="1794" y="2177"/>
                      <a:pt x="1186" y="2201"/>
                      <a:pt x="577" y="2201"/>
                    </a:cubicBezTo>
                    <a:cubicBezTo>
                      <a:pt x="404" y="2201"/>
                      <a:pt x="231" y="2199"/>
                      <a:pt x="58" y="2195"/>
                    </a:cubicBezTo>
                    <a:cubicBezTo>
                      <a:pt x="58" y="2195"/>
                      <a:pt x="57" y="2195"/>
                      <a:pt x="57" y="2195"/>
                    </a:cubicBezTo>
                    <a:cubicBezTo>
                      <a:pt x="1" y="2195"/>
                      <a:pt x="1" y="2281"/>
                      <a:pt x="58" y="2283"/>
                    </a:cubicBezTo>
                    <a:cubicBezTo>
                      <a:pt x="397" y="2299"/>
                      <a:pt x="735" y="2306"/>
                      <a:pt x="1074" y="2306"/>
                    </a:cubicBezTo>
                    <a:cubicBezTo>
                      <a:pt x="3537" y="2306"/>
                      <a:pt x="5996" y="1892"/>
                      <a:pt x="8317" y="1058"/>
                    </a:cubicBezTo>
                    <a:cubicBezTo>
                      <a:pt x="8678" y="929"/>
                      <a:pt x="9037" y="789"/>
                      <a:pt x="9391" y="640"/>
                    </a:cubicBezTo>
                    <a:cubicBezTo>
                      <a:pt x="9747" y="491"/>
                      <a:pt x="10130" y="344"/>
                      <a:pt x="10447" y="122"/>
                    </a:cubicBezTo>
                    <a:cubicBezTo>
                      <a:pt x="10504" y="87"/>
                      <a:pt x="10483" y="1"/>
                      <a:pt x="10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1902725" y="4329050"/>
                <a:ext cx="110050" cy="34875"/>
              </a:xfrm>
              <a:custGeom>
                <a:rect b="b" l="l" r="r" t="t"/>
                <a:pathLst>
                  <a:path extrusionOk="0" h="1395" w="4402">
                    <a:moveTo>
                      <a:pt x="4302" y="0"/>
                    </a:moveTo>
                    <a:cubicBezTo>
                      <a:pt x="4297" y="0"/>
                      <a:pt x="4292" y="1"/>
                      <a:pt x="4288" y="2"/>
                    </a:cubicBezTo>
                    <a:cubicBezTo>
                      <a:pt x="3945" y="90"/>
                      <a:pt x="3613" y="284"/>
                      <a:pt x="3282" y="414"/>
                    </a:cubicBezTo>
                    <a:cubicBezTo>
                      <a:pt x="2932" y="551"/>
                      <a:pt x="2579" y="678"/>
                      <a:pt x="2220" y="789"/>
                    </a:cubicBezTo>
                    <a:cubicBezTo>
                      <a:pt x="1514" y="1010"/>
                      <a:pt x="797" y="1179"/>
                      <a:pt x="63" y="1280"/>
                    </a:cubicBezTo>
                    <a:cubicBezTo>
                      <a:pt x="1" y="1288"/>
                      <a:pt x="12" y="1394"/>
                      <a:pt x="72" y="1394"/>
                    </a:cubicBezTo>
                    <a:cubicBezTo>
                      <a:pt x="74" y="1394"/>
                      <a:pt x="77" y="1394"/>
                      <a:pt x="79" y="1394"/>
                    </a:cubicBezTo>
                    <a:cubicBezTo>
                      <a:pt x="828" y="1301"/>
                      <a:pt x="1575" y="1163"/>
                      <a:pt x="2299" y="950"/>
                    </a:cubicBezTo>
                    <a:cubicBezTo>
                      <a:pt x="2660" y="846"/>
                      <a:pt x="3015" y="725"/>
                      <a:pt x="3363" y="585"/>
                    </a:cubicBezTo>
                    <a:cubicBezTo>
                      <a:pt x="3693" y="453"/>
                      <a:pt x="4069" y="327"/>
                      <a:pt x="4350" y="107"/>
                    </a:cubicBezTo>
                    <a:cubicBezTo>
                      <a:pt x="4401" y="71"/>
                      <a:pt x="4354" y="0"/>
                      <a:pt x="4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2114225" y="4304100"/>
                <a:ext cx="409125" cy="134225"/>
              </a:xfrm>
              <a:custGeom>
                <a:rect b="b" l="l" r="r" t="t"/>
                <a:pathLst>
                  <a:path extrusionOk="0" h="5369" w="16365">
                    <a:moveTo>
                      <a:pt x="16272" y="0"/>
                    </a:moveTo>
                    <a:cubicBezTo>
                      <a:pt x="16264" y="0"/>
                      <a:pt x="16255" y="2"/>
                      <a:pt x="16247" y="6"/>
                    </a:cubicBezTo>
                    <a:cubicBezTo>
                      <a:pt x="15379" y="411"/>
                      <a:pt x="14503" y="785"/>
                      <a:pt x="13556" y="970"/>
                    </a:cubicBezTo>
                    <a:cubicBezTo>
                      <a:pt x="13091" y="1059"/>
                      <a:pt x="12612" y="1111"/>
                      <a:pt x="12137" y="1124"/>
                    </a:cubicBezTo>
                    <a:cubicBezTo>
                      <a:pt x="12090" y="1125"/>
                      <a:pt x="12037" y="1126"/>
                      <a:pt x="11980" y="1126"/>
                    </a:cubicBezTo>
                    <a:cubicBezTo>
                      <a:pt x="11650" y="1126"/>
                      <a:pt x="11179" y="1107"/>
                      <a:pt x="10947" y="1107"/>
                    </a:cubicBezTo>
                    <a:cubicBezTo>
                      <a:pt x="10868" y="1107"/>
                      <a:pt x="10816" y="1109"/>
                      <a:pt x="10809" y="1115"/>
                    </a:cubicBezTo>
                    <a:cubicBezTo>
                      <a:pt x="10797" y="1124"/>
                      <a:pt x="10785" y="1131"/>
                      <a:pt x="10774" y="1140"/>
                    </a:cubicBezTo>
                    <a:lnTo>
                      <a:pt x="10771" y="1140"/>
                    </a:lnTo>
                    <a:cubicBezTo>
                      <a:pt x="10768" y="1140"/>
                      <a:pt x="10767" y="1143"/>
                      <a:pt x="10767" y="1144"/>
                    </a:cubicBezTo>
                    <a:cubicBezTo>
                      <a:pt x="10358" y="1445"/>
                      <a:pt x="9983" y="1759"/>
                      <a:pt x="9525" y="1988"/>
                    </a:cubicBezTo>
                    <a:cubicBezTo>
                      <a:pt x="9058" y="2220"/>
                      <a:pt x="8557" y="2382"/>
                      <a:pt x="8044" y="2472"/>
                    </a:cubicBezTo>
                    <a:cubicBezTo>
                      <a:pt x="7719" y="2530"/>
                      <a:pt x="7388" y="2560"/>
                      <a:pt x="7057" y="2560"/>
                    </a:cubicBezTo>
                    <a:cubicBezTo>
                      <a:pt x="6868" y="2560"/>
                      <a:pt x="6678" y="2550"/>
                      <a:pt x="6489" y="2530"/>
                    </a:cubicBezTo>
                    <a:cubicBezTo>
                      <a:pt x="6233" y="2504"/>
                      <a:pt x="5976" y="2458"/>
                      <a:pt x="5726" y="2393"/>
                    </a:cubicBezTo>
                    <a:cubicBezTo>
                      <a:pt x="5495" y="2334"/>
                      <a:pt x="5254" y="2226"/>
                      <a:pt x="5012" y="2226"/>
                    </a:cubicBezTo>
                    <a:cubicBezTo>
                      <a:pt x="5004" y="2222"/>
                      <a:pt x="4994" y="2219"/>
                      <a:pt x="4984" y="2219"/>
                    </a:cubicBezTo>
                    <a:cubicBezTo>
                      <a:pt x="4973" y="2219"/>
                      <a:pt x="4962" y="2223"/>
                      <a:pt x="4950" y="2230"/>
                    </a:cubicBezTo>
                    <a:cubicBezTo>
                      <a:pt x="4770" y="2357"/>
                      <a:pt x="4641" y="2577"/>
                      <a:pt x="4497" y="2743"/>
                    </a:cubicBezTo>
                    <a:cubicBezTo>
                      <a:pt x="4335" y="2926"/>
                      <a:pt x="4174" y="3106"/>
                      <a:pt x="4000" y="3276"/>
                    </a:cubicBezTo>
                    <a:cubicBezTo>
                      <a:pt x="3636" y="3628"/>
                      <a:pt x="3239" y="3940"/>
                      <a:pt x="2812" y="4208"/>
                    </a:cubicBezTo>
                    <a:cubicBezTo>
                      <a:pt x="1975" y="4734"/>
                      <a:pt x="1032" y="5102"/>
                      <a:pt x="55" y="5267"/>
                    </a:cubicBezTo>
                    <a:cubicBezTo>
                      <a:pt x="0" y="5277"/>
                      <a:pt x="11" y="5368"/>
                      <a:pt x="64" y="5368"/>
                    </a:cubicBezTo>
                    <a:cubicBezTo>
                      <a:pt x="66" y="5368"/>
                      <a:pt x="68" y="5368"/>
                      <a:pt x="69" y="5368"/>
                    </a:cubicBezTo>
                    <a:cubicBezTo>
                      <a:pt x="1083" y="5260"/>
                      <a:pt x="2055" y="4935"/>
                      <a:pt x="2923" y="4400"/>
                    </a:cubicBezTo>
                    <a:cubicBezTo>
                      <a:pt x="3354" y="4135"/>
                      <a:pt x="3758" y="3827"/>
                      <a:pt x="4123" y="3479"/>
                    </a:cubicBezTo>
                    <a:cubicBezTo>
                      <a:pt x="4312" y="3299"/>
                      <a:pt x="4497" y="3112"/>
                      <a:pt x="4659" y="2909"/>
                    </a:cubicBezTo>
                    <a:cubicBezTo>
                      <a:pt x="4792" y="2745"/>
                      <a:pt x="4973" y="2549"/>
                      <a:pt x="5040" y="2341"/>
                    </a:cubicBezTo>
                    <a:cubicBezTo>
                      <a:pt x="5213" y="2484"/>
                      <a:pt x="5456" y="2547"/>
                      <a:pt x="5665" y="2605"/>
                    </a:cubicBezTo>
                    <a:cubicBezTo>
                      <a:pt x="5917" y="2673"/>
                      <a:pt x="6175" y="2722"/>
                      <a:pt x="6434" y="2752"/>
                    </a:cubicBezTo>
                    <a:cubicBezTo>
                      <a:pt x="6644" y="2777"/>
                      <a:pt x="6855" y="2789"/>
                      <a:pt x="7066" y="2789"/>
                    </a:cubicBezTo>
                    <a:cubicBezTo>
                      <a:pt x="7395" y="2789"/>
                      <a:pt x="7725" y="2759"/>
                      <a:pt x="8049" y="2701"/>
                    </a:cubicBezTo>
                    <a:cubicBezTo>
                      <a:pt x="8581" y="2606"/>
                      <a:pt x="9097" y="2435"/>
                      <a:pt x="9582" y="2196"/>
                    </a:cubicBezTo>
                    <a:cubicBezTo>
                      <a:pt x="10052" y="1961"/>
                      <a:pt x="10571" y="1650"/>
                      <a:pt x="10901" y="1233"/>
                    </a:cubicBezTo>
                    <a:cubicBezTo>
                      <a:pt x="10905" y="1229"/>
                      <a:pt x="10908" y="1222"/>
                      <a:pt x="10911" y="1215"/>
                    </a:cubicBezTo>
                    <a:cubicBezTo>
                      <a:pt x="11285" y="1367"/>
                      <a:pt x="11741" y="1367"/>
                      <a:pt x="12137" y="1367"/>
                    </a:cubicBezTo>
                    <a:cubicBezTo>
                      <a:pt x="12638" y="1367"/>
                      <a:pt x="13135" y="1318"/>
                      <a:pt x="13627" y="1223"/>
                    </a:cubicBezTo>
                    <a:cubicBezTo>
                      <a:pt x="14583" y="1037"/>
                      <a:pt x="15541" y="696"/>
                      <a:pt x="16318" y="95"/>
                    </a:cubicBezTo>
                    <a:cubicBezTo>
                      <a:pt x="16365" y="60"/>
                      <a:pt x="16321" y="0"/>
                      <a:pt x="16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54"/>
            <p:cNvGrpSpPr/>
            <p:nvPr/>
          </p:nvGrpSpPr>
          <p:grpSpPr>
            <a:xfrm>
              <a:off x="-1308916" y="3568833"/>
              <a:ext cx="4057830" cy="1844119"/>
              <a:chOff x="657225" y="3846275"/>
              <a:chExt cx="1425100" cy="647650"/>
            </a:xfrm>
          </p:grpSpPr>
          <p:sp>
            <p:nvSpPr>
              <p:cNvPr id="3059" name="Google Shape;3059;p54"/>
              <p:cNvSpPr/>
              <p:nvPr/>
            </p:nvSpPr>
            <p:spPr>
              <a:xfrm>
                <a:off x="657225" y="3846275"/>
                <a:ext cx="1425100" cy="647650"/>
              </a:xfrm>
              <a:custGeom>
                <a:rect b="b" l="l" r="r" t="t"/>
                <a:pathLst>
                  <a:path extrusionOk="0" h="25906" w="57004">
                    <a:moveTo>
                      <a:pt x="39819" y="1"/>
                    </a:moveTo>
                    <a:cubicBezTo>
                      <a:pt x="39634" y="1"/>
                      <a:pt x="39449" y="9"/>
                      <a:pt x="39267" y="24"/>
                    </a:cubicBezTo>
                    <a:cubicBezTo>
                      <a:pt x="37124" y="209"/>
                      <a:pt x="35183" y="1275"/>
                      <a:pt x="33287" y="2291"/>
                    </a:cubicBezTo>
                    <a:cubicBezTo>
                      <a:pt x="32306" y="1696"/>
                      <a:pt x="31158" y="1381"/>
                      <a:pt x="30011" y="1381"/>
                    </a:cubicBezTo>
                    <a:cubicBezTo>
                      <a:pt x="29727" y="1381"/>
                      <a:pt x="29443" y="1400"/>
                      <a:pt x="29161" y="1439"/>
                    </a:cubicBezTo>
                    <a:cubicBezTo>
                      <a:pt x="27745" y="1635"/>
                      <a:pt x="26265" y="2203"/>
                      <a:pt x="25288" y="3249"/>
                    </a:cubicBezTo>
                    <a:cubicBezTo>
                      <a:pt x="24925" y="2440"/>
                      <a:pt x="23719" y="1792"/>
                      <a:pt x="22846" y="1651"/>
                    </a:cubicBezTo>
                    <a:cubicBezTo>
                      <a:pt x="22640" y="1618"/>
                      <a:pt x="22432" y="1603"/>
                      <a:pt x="22224" y="1603"/>
                    </a:cubicBezTo>
                    <a:cubicBezTo>
                      <a:pt x="21551" y="1603"/>
                      <a:pt x="20877" y="1760"/>
                      <a:pt x="20234" y="1974"/>
                    </a:cubicBezTo>
                    <a:cubicBezTo>
                      <a:pt x="17945" y="2733"/>
                      <a:pt x="15954" y="4169"/>
                      <a:pt x="13987" y="5568"/>
                    </a:cubicBezTo>
                    <a:cubicBezTo>
                      <a:pt x="12022" y="6966"/>
                      <a:pt x="9996" y="8369"/>
                      <a:pt x="7683" y="9043"/>
                    </a:cubicBezTo>
                    <a:cubicBezTo>
                      <a:pt x="6845" y="9288"/>
                      <a:pt x="5958" y="9422"/>
                      <a:pt x="5079" y="9422"/>
                    </a:cubicBezTo>
                    <a:cubicBezTo>
                      <a:pt x="3525" y="9422"/>
                      <a:pt x="1995" y="9003"/>
                      <a:pt x="800" y="8030"/>
                    </a:cubicBezTo>
                    <a:cubicBezTo>
                      <a:pt x="508" y="12572"/>
                      <a:pt x="1" y="17061"/>
                      <a:pt x="329" y="21602"/>
                    </a:cubicBezTo>
                    <a:cubicBezTo>
                      <a:pt x="401" y="22606"/>
                      <a:pt x="519" y="23686"/>
                      <a:pt x="1186" y="24442"/>
                    </a:cubicBezTo>
                    <a:cubicBezTo>
                      <a:pt x="2067" y="25439"/>
                      <a:pt x="3565" y="25522"/>
                      <a:pt x="4896" y="25535"/>
                    </a:cubicBezTo>
                    <a:cubicBezTo>
                      <a:pt x="19759" y="25658"/>
                      <a:pt x="34622" y="25780"/>
                      <a:pt x="49487" y="25904"/>
                    </a:cubicBezTo>
                    <a:cubicBezTo>
                      <a:pt x="49565" y="25905"/>
                      <a:pt x="49643" y="25905"/>
                      <a:pt x="49721" y="25905"/>
                    </a:cubicBezTo>
                    <a:cubicBezTo>
                      <a:pt x="52244" y="25905"/>
                      <a:pt x="55004" y="25555"/>
                      <a:pt x="57004" y="24046"/>
                    </a:cubicBezTo>
                    <a:cubicBezTo>
                      <a:pt x="55628" y="23278"/>
                      <a:pt x="54098" y="22843"/>
                      <a:pt x="52598" y="22360"/>
                    </a:cubicBezTo>
                    <a:cubicBezTo>
                      <a:pt x="51096" y="21879"/>
                      <a:pt x="49588" y="21331"/>
                      <a:pt x="48330" y="20380"/>
                    </a:cubicBezTo>
                    <a:cubicBezTo>
                      <a:pt x="47074" y="19431"/>
                      <a:pt x="46087" y="18010"/>
                      <a:pt x="46006" y="16439"/>
                    </a:cubicBezTo>
                    <a:cubicBezTo>
                      <a:pt x="45924" y="14864"/>
                      <a:pt x="46784" y="13210"/>
                      <a:pt x="48322" y="12871"/>
                    </a:cubicBezTo>
                    <a:cubicBezTo>
                      <a:pt x="48691" y="13001"/>
                      <a:pt x="49077" y="13062"/>
                      <a:pt x="49465" y="13062"/>
                    </a:cubicBezTo>
                    <a:cubicBezTo>
                      <a:pt x="50466" y="13062"/>
                      <a:pt x="51479" y="12659"/>
                      <a:pt x="52253" y="12008"/>
                    </a:cubicBezTo>
                    <a:cubicBezTo>
                      <a:pt x="53328" y="11106"/>
                      <a:pt x="53991" y="9791"/>
                      <a:pt x="54357" y="8435"/>
                    </a:cubicBezTo>
                    <a:cubicBezTo>
                      <a:pt x="54654" y="7332"/>
                      <a:pt x="54763" y="6121"/>
                      <a:pt x="54309" y="5073"/>
                    </a:cubicBezTo>
                    <a:cubicBezTo>
                      <a:pt x="53776" y="3845"/>
                      <a:pt x="52555" y="3047"/>
                      <a:pt x="51294" y="2592"/>
                    </a:cubicBezTo>
                    <a:cubicBezTo>
                      <a:pt x="50304" y="2234"/>
                      <a:pt x="49235" y="2060"/>
                      <a:pt x="48163" y="2060"/>
                    </a:cubicBezTo>
                    <a:cubicBezTo>
                      <a:pt x="46983" y="2060"/>
                      <a:pt x="45800" y="2270"/>
                      <a:pt x="44714" y="2678"/>
                    </a:cubicBezTo>
                    <a:cubicBezTo>
                      <a:pt x="43876" y="899"/>
                      <a:pt x="41806" y="1"/>
                      <a:pt x="39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662850" y="3909775"/>
                <a:ext cx="1293675" cy="558325"/>
              </a:xfrm>
              <a:custGeom>
                <a:rect b="b" l="l" r="r" t="t"/>
                <a:pathLst>
                  <a:path extrusionOk="0" h="22333" w="51747">
                    <a:moveTo>
                      <a:pt x="44704" y="488"/>
                    </a:moveTo>
                    <a:cubicBezTo>
                      <a:pt x="44677" y="488"/>
                      <a:pt x="44650" y="510"/>
                      <a:pt x="44658" y="546"/>
                    </a:cubicBezTo>
                    <a:cubicBezTo>
                      <a:pt x="44839" y="1399"/>
                      <a:pt x="45034" y="2244"/>
                      <a:pt x="45085" y="3116"/>
                    </a:cubicBezTo>
                    <a:cubicBezTo>
                      <a:pt x="45130" y="3888"/>
                      <a:pt x="45068" y="4666"/>
                      <a:pt x="44846" y="5408"/>
                    </a:cubicBezTo>
                    <a:cubicBezTo>
                      <a:pt x="44437" y="6780"/>
                      <a:pt x="43391" y="7986"/>
                      <a:pt x="41932" y="8236"/>
                    </a:cubicBezTo>
                    <a:cubicBezTo>
                      <a:pt x="41782" y="8262"/>
                      <a:pt x="41631" y="8275"/>
                      <a:pt x="41481" y="8275"/>
                    </a:cubicBezTo>
                    <a:cubicBezTo>
                      <a:pt x="40320" y="8275"/>
                      <a:pt x="39208" y="7526"/>
                      <a:pt x="38725" y="6467"/>
                    </a:cubicBezTo>
                    <a:cubicBezTo>
                      <a:pt x="38141" y="5192"/>
                      <a:pt x="38506" y="3576"/>
                      <a:pt x="39521" y="2623"/>
                    </a:cubicBezTo>
                    <a:cubicBezTo>
                      <a:pt x="39883" y="2283"/>
                      <a:pt x="40377" y="2030"/>
                      <a:pt x="40866" y="2030"/>
                    </a:cubicBezTo>
                    <a:cubicBezTo>
                      <a:pt x="41129" y="2030"/>
                      <a:pt x="41390" y="2103"/>
                      <a:pt x="41628" y="2275"/>
                    </a:cubicBezTo>
                    <a:cubicBezTo>
                      <a:pt x="41903" y="2475"/>
                      <a:pt x="42073" y="2786"/>
                      <a:pt x="42037" y="3130"/>
                    </a:cubicBezTo>
                    <a:cubicBezTo>
                      <a:pt x="42004" y="3443"/>
                      <a:pt x="41811" y="3767"/>
                      <a:pt x="41518" y="3896"/>
                    </a:cubicBezTo>
                    <a:cubicBezTo>
                      <a:pt x="41447" y="3928"/>
                      <a:pt x="41490" y="4030"/>
                      <a:pt x="41557" y="4030"/>
                    </a:cubicBezTo>
                    <a:cubicBezTo>
                      <a:pt x="41562" y="4030"/>
                      <a:pt x="41568" y="4029"/>
                      <a:pt x="41573" y="4028"/>
                    </a:cubicBezTo>
                    <a:cubicBezTo>
                      <a:pt x="42178" y="3877"/>
                      <a:pt x="42429" y="3174"/>
                      <a:pt x="42217" y="2619"/>
                    </a:cubicBezTo>
                    <a:cubicBezTo>
                      <a:pt x="42003" y="2062"/>
                      <a:pt x="41405" y="1783"/>
                      <a:pt x="40831" y="1783"/>
                    </a:cubicBezTo>
                    <a:cubicBezTo>
                      <a:pt x="40730" y="1783"/>
                      <a:pt x="40630" y="1792"/>
                      <a:pt x="40533" y="1809"/>
                    </a:cubicBezTo>
                    <a:cubicBezTo>
                      <a:pt x="39765" y="1943"/>
                      <a:pt x="39134" y="2560"/>
                      <a:pt x="38745" y="3204"/>
                    </a:cubicBezTo>
                    <a:cubicBezTo>
                      <a:pt x="38349" y="3858"/>
                      <a:pt x="38158" y="4650"/>
                      <a:pt x="38212" y="5413"/>
                    </a:cubicBezTo>
                    <a:cubicBezTo>
                      <a:pt x="38313" y="6888"/>
                      <a:pt x="39444" y="8203"/>
                      <a:pt x="40910" y="8474"/>
                    </a:cubicBezTo>
                    <a:cubicBezTo>
                      <a:pt x="41095" y="8508"/>
                      <a:pt x="41279" y="8524"/>
                      <a:pt x="41461" y="8524"/>
                    </a:cubicBezTo>
                    <a:cubicBezTo>
                      <a:pt x="42817" y="8524"/>
                      <a:pt x="44055" y="7622"/>
                      <a:pt x="44695" y="6434"/>
                    </a:cubicBezTo>
                    <a:cubicBezTo>
                      <a:pt x="45669" y="4623"/>
                      <a:pt x="45408" y="2389"/>
                      <a:pt x="44748" y="521"/>
                    </a:cubicBezTo>
                    <a:cubicBezTo>
                      <a:pt x="44741" y="498"/>
                      <a:pt x="44722" y="488"/>
                      <a:pt x="44704" y="488"/>
                    </a:cubicBezTo>
                    <a:close/>
                    <a:moveTo>
                      <a:pt x="49143" y="3264"/>
                    </a:moveTo>
                    <a:cubicBezTo>
                      <a:pt x="48682" y="3264"/>
                      <a:pt x="48213" y="3367"/>
                      <a:pt x="47788" y="3563"/>
                    </a:cubicBezTo>
                    <a:cubicBezTo>
                      <a:pt x="46660" y="4080"/>
                      <a:pt x="45918" y="5263"/>
                      <a:pt x="45832" y="6486"/>
                    </a:cubicBezTo>
                    <a:cubicBezTo>
                      <a:pt x="45784" y="7156"/>
                      <a:pt x="45959" y="7871"/>
                      <a:pt x="46314" y="8441"/>
                    </a:cubicBezTo>
                    <a:cubicBezTo>
                      <a:pt x="46689" y="9043"/>
                      <a:pt x="47188" y="9503"/>
                      <a:pt x="47850" y="9759"/>
                    </a:cubicBezTo>
                    <a:cubicBezTo>
                      <a:pt x="47861" y="9764"/>
                      <a:pt x="47872" y="9766"/>
                      <a:pt x="47882" y="9766"/>
                    </a:cubicBezTo>
                    <a:cubicBezTo>
                      <a:pt x="47963" y="9766"/>
                      <a:pt x="48002" y="9635"/>
                      <a:pt x="47922" y="9589"/>
                    </a:cubicBezTo>
                    <a:cubicBezTo>
                      <a:pt x="47015" y="9063"/>
                      <a:pt x="46329" y="8159"/>
                      <a:pt x="46163" y="7114"/>
                    </a:cubicBezTo>
                    <a:cubicBezTo>
                      <a:pt x="45997" y="6074"/>
                      <a:pt x="46453" y="4982"/>
                      <a:pt x="47234" y="4295"/>
                    </a:cubicBezTo>
                    <a:cubicBezTo>
                      <a:pt x="47760" y="3832"/>
                      <a:pt x="48479" y="3546"/>
                      <a:pt x="49185" y="3546"/>
                    </a:cubicBezTo>
                    <a:cubicBezTo>
                      <a:pt x="49627" y="3546"/>
                      <a:pt x="50065" y="3659"/>
                      <a:pt x="50446" y="3910"/>
                    </a:cubicBezTo>
                    <a:cubicBezTo>
                      <a:pt x="50896" y="4205"/>
                      <a:pt x="51250" y="4640"/>
                      <a:pt x="51379" y="5168"/>
                    </a:cubicBezTo>
                    <a:cubicBezTo>
                      <a:pt x="51505" y="5702"/>
                      <a:pt x="51369" y="6270"/>
                      <a:pt x="51049" y="6711"/>
                    </a:cubicBezTo>
                    <a:cubicBezTo>
                      <a:pt x="50755" y="7113"/>
                      <a:pt x="50265" y="7402"/>
                      <a:pt x="49766" y="7402"/>
                    </a:cubicBezTo>
                    <a:cubicBezTo>
                      <a:pt x="49634" y="7402"/>
                      <a:pt x="49501" y="7382"/>
                      <a:pt x="49370" y="7337"/>
                    </a:cubicBezTo>
                    <a:cubicBezTo>
                      <a:pt x="48808" y="7147"/>
                      <a:pt x="48574" y="6531"/>
                      <a:pt x="48731" y="5985"/>
                    </a:cubicBezTo>
                    <a:cubicBezTo>
                      <a:pt x="48740" y="5951"/>
                      <a:pt x="48708" y="5918"/>
                      <a:pt x="48677" y="5918"/>
                    </a:cubicBezTo>
                    <a:cubicBezTo>
                      <a:pt x="48665" y="5918"/>
                      <a:pt x="48654" y="5923"/>
                      <a:pt x="48644" y="5934"/>
                    </a:cubicBezTo>
                    <a:cubicBezTo>
                      <a:pt x="48318" y="6348"/>
                      <a:pt x="48514" y="6946"/>
                      <a:pt x="48872" y="7277"/>
                    </a:cubicBezTo>
                    <a:cubicBezTo>
                      <a:pt x="49117" y="7506"/>
                      <a:pt x="49431" y="7603"/>
                      <a:pt x="49752" y="7603"/>
                    </a:cubicBezTo>
                    <a:cubicBezTo>
                      <a:pt x="49992" y="7603"/>
                      <a:pt x="50236" y="7548"/>
                      <a:pt x="50458" y="7453"/>
                    </a:cubicBezTo>
                    <a:cubicBezTo>
                      <a:pt x="51018" y="7209"/>
                      <a:pt x="51426" y="6693"/>
                      <a:pt x="51585" y="6110"/>
                    </a:cubicBezTo>
                    <a:cubicBezTo>
                      <a:pt x="51746" y="5509"/>
                      <a:pt x="51634" y="4893"/>
                      <a:pt x="51299" y="4371"/>
                    </a:cubicBezTo>
                    <a:cubicBezTo>
                      <a:pt x="50808" y="3610"/>
                      <a:pt x="49987" y="3264"/>
                      <a:pt x="49143" y="3264"/>
                    </a:cubicBezTo>
                    <a:close/>
                    <a:moveTo>
                      <a:pt x="7885" y="14508"/>
                    </a:moveTo>
                    <a:cubicBezTo>
                      <a:pt x="7735" y="14508"/>
                      <a:pt x="7592" y="14576"/>
                      <a:pt x="7453" y="14626"/>
                    </a:cubicBezTo>
                    <a:cubicBezTo>
                      <a:pt x="7282" y="14687"/>
                      <a:pt x="7109" y="14747"/>
                      <a:pt x="6936" y="14805"/>
                    </a:cubicBezTo>
                    <a:cubicBezTo>
                      <a:pt x="6590" y="14920"/>
                      <a:pt x="6243" y="15025"/>
                      <a:pt x="5893" y="15125"/>
                    </a:cubicBezTo>
                    <a:cubicBezTo>
                      <a:pt x="5216" y="15319"/>
                      <a:pt x="4530" y="15483"/>
                      <a:pt x="3837" y="15617"/>
                    </a:cubicBezTo>
                    <a:cubicBezTo>
                      <a:pt x="2569" y="15865"/>
                      <a:pt x="1288" y="16001"/>
                      <a:pt x="0" y="16073"/>
                    </a:cubicBezTo>
                    <a:lnTo>
                      <a:pt x="0" y="16156"/>
                    </a:lnTo>
                    <a:cubicBezTo>
                      <a:pt x="2104" y="16156"/>
                      <a:pt x="4222" y="15806"/>
                      <a:pt x="6236" y="15213"/>
                    </a:cubicBezTo>
                    <a:cubicBezTo>
                      <a:pt x="6540" y="15123"/>
                      <a:pt x="6845" y="15025"/>
                      <a:pt x="7145" y="14923"/>
                    </a:cubicBezTo>
                    <a:cubicBezTo>
                      <a:pt x="7396" y="14838"/>
                      <a:pt x="7764" y="14772"/>
                      <a:pt x="7952" y="14576"/>
                    </a:cubicBezTo>
                    <a:cubicBezTo>
                      <a:pt x="7978" y="14548"/>
                      <a:pt x="7957" y="14511"/>
                      <a:pt x="7926" y="14509"/>
                    </a:cubicBezTo>
                    <a:cubicBezTo>
                      <a:pt x="7912" y="14508"/>
                      <a:pt x="7898" y="14508"/>
                      <a:pt x="7885" y="14508"/>
                    </a:cubicBezTo>
                    <a:close/>
                    <a:moveTo>
                      <a:pt x="33476" y="1"/>
                    </a:moveTo>
                    <a:cubicBezTo>
                      <a:pt x="33426" y="1"/>
                      <a:pt x="33381" y="67"/>
                      <a:pt x="33430" y="105"/>
                    </a:cubicBezTo>
                    <a:cubicBezTo>
                      <a:pt x="34309" y="789"/>
                      <a:pt x="35072" y="1559"/>
                      <a:pt x="35581" y="2563"/>
                    </a:cubicBezTo>
                    <a:cubicBezTo>
                      <a:pt x="36095" y="3583"/>
                      <a:pt x="36294" y="4746"/>
                      <a:pt x="36123" y="5877"/>
                    </a:cubicBezTo>
                    <a:cubicBezTo>
                      <a:pt x="35951" y="7005"/>
                      <a:pt x="35430" y="8077"/>
                      <a:pt x="34591" y="8857"/>
                    </a:cubicBezTo>
                    <a:cubicBezTo>
                      <a:pt x="33780" y="9615"/>
                      <a:pt x="32688" y="10089"/>
                      <a:pt x="31576" y="10133"/>
                    </a:cubicBezTo>
                    <a:cubicBezTo>
                      <a:pt x="31525" y="10134"/>
                      <a:pt x="31475" y="10135"/>
                      <a:pt x="31424" y="10135"/>
                    </a:cubicBezTo>
                    <a:cubicBezTo>
                      <a:pt x="29362" y="10135"/>
                      <a:pt x="27398" y="8539"/>
                      <a:pt x="27246" y="6427"/>
                    </a:cubicBezTo>
                    <a:cubicBezTo>
                      <a:pt x="27174" y="5416"/>
                      <a:pt x="27514" y="4364"/>
                      <a:pt x="28180" y="3599"/>
                    </a:cubicBezTo>
                    <a:cubicBezTo>
                      <a:pt x="28778" y="2911"/>
                      <a:pt x="29709" y="2450"/>
                      <a:pt x="30634" y="2450"/>
                    </a:cubicBezTo>
                    <a:cubicBezTo>
                      <a:pt x="30862" y="2450"/>
                      <a:pt x="31091" y="2478"/>
                      <a:pt x="31313" y="2538"/>
                    </a:cubicBezTo>
                    <a:cubicBezTo>
                      <a:pt x="32342" y="2815"/>
                      <a:pt x="33207" y="3750"/>
                      <a:pt x="33034" y="4865"/>
                    </a:cubicBezTo>
                    <a:cubicBezTo>
                      <a:pt x="32959" y="5349"/>
                      <a:pt x="32694" y="5823"/>
                      <a:pt x="32254" y="6064"/>
                    </a:cubicBezTo>
                    <a:cubicBezTo>
                      <a:pt x="32031" y="6188"/>
                      <a:pt x="31773" y="6249"/>
                      <a:pt x="31516" y="6249"/>
                    </a:cubicBezTo>
                    <a:cubicBezTo>
                      <a:pt x="31299" y="6249"/>
                      <a:pt x="31083" y="6206"/>
                      <a:pt x="30887" y="6120"/>
                    </a:cubicBezTo>
                    <a:cubicBezTo>
                      <a:pt x="30682" y="6031"/>
                      <a:pt x="30484" y="5887"/>
                      <a:pt x="30332" y="5724"/>
                    </a:cubicBezTo>
                    <a:cubicBezTo>
                      <a:pt x="30318" y="5708"/>
                      <a:pt x="30300" y="5702"/>
                      <a:pt x="30284" y="5702"/>
                    </a:cubicBezTo>
                    <a:cubicBezTo>
                      <a:pt x="30234" y="5702"/>
                      <a:pt x="30188" y="5758"/>
                      <a:pt x="30217" y="5812"/>
                    </a:cubicBezTo>
                    <a:cubicBezTo>
                      <a:pt x="30477" y="6285"/>
                      <a:pt x="30974" y="6498"/>
                      <a:pt x="31484" y="6498"/>
                    </a:cubicBezTo>
                    <a:cubicBezTo>
                      <a:pt x="31968" y="6498"/>
                      <a:pt x="32464" y="6307"/>
                      <a:pt x="32783" y="5966"/>
                    </a:cubicBezTo>
                    <a:cubicBezTo>
                      <a:pt x="33552" y="5145"/>
                      <a:pt x="33431" y="3816"/>
                      <a:pt x="32679" y="3035"/>
                    </a:cubicBezTo>
                    <a:cubicBezTo>
                      <a:pt x="32137" y="2472"/>
                      <a:pt x="31385" y="2208"/>
                      <a:pt x="30626" y="2208"/>
                    </a:cubicBezTo>
                    <a:cubicBezTo>
                      <a:pt x="30179" y="2208"/>
                      <a:pt x="29729" y="2300"/>
                      <a:pt x="29318" y="2476"/>
                    </a:cubicBezTo>
                    <a:cubicBezTo>
                      <a:pt x="28250" y="2936"/>
                      <a:pt x="27469" y="3901"/>
                      <a:pt x="27157" y="5012"/>
                    </a:cubicBezTo>
                    <a:cubicBezTo>
                      <a:pt x="26853" y="6097"/>
                      <a:pt x="26995" y="7260"/>
                      <a:pt x="27586" y="8222"/>
                    </a:cubicBezTo>
                    <a:cubicBezTo>
                      <a:pt x="28077" y="9023"/>
                      <a:pt x="28835" y="9661"/>
                      <a:pt x="29704" y="10024"/>
                    </a:cubicBezTo>
                    <a:cubicBezTo>
                      <a:pt x="29546" y="10184"/>
                      <a:pt x="29430" y="10398"/>
                      <a:pt x="29317" y="10588"/>
                    </a:cubicBezTo>
                    <a:cubicBezTo>
                      <a:pt x="29180" y="10817"/>
                      <a:pt x="29063" y="11056"/>
                      <a:pt x="28956" y="11301"/>
                    </a:cubicBezTo>
                    <a:cubicBezTo>
                      <a:pt x="28746" y="11779"/>
                      <a:pt x="28577" y="12272"/>
                      <a:pt x="28458" y="12778"/>
                    </a:cubicBezTo>
                    <a:cubicBezTo>
                      <a:pt x="28337" y="13285"/>
                      <a:pt x="28256" y="13804"/>
                      <a:pt x="28229" y="14322"/>
                    </a:cubicBezTo>
                    <a:cubicBezTo>
                      <a:pt x="28201" y="14822"/>
                      <a:pt x="28184" y="15384"/>
                      <a:pt x="28328" y="15868"/>
                    </a:cubicBezTo>
                    <a:cubicBezTo>
                      <a:pt x="28335" y="15891"/>
                      <a:pt x="28353" y="15901"/>
                      <a:pt x="28371" y="15901"/>
                    </a:cubicBezTo>
                    <a:cubicBezTo>
                      <a:pt x="28394" y="15901"/>
                      <a:pt x="28417" y="15885"/>
                      <a:pt x="28417" y="15857"/>
                    </a:cubicBezTo>
                    <a:cubicBezTo>
                      <a:pt x="28442" y="15345"/>
                      <a:pt x="28384" y="14835"/>
                      <a:pt x="28416" y="14321"/>
                    </a:cubicBezTo>
                    <a:cubicBezTo>
                      <a:pt x="28449" y="13806"/>
                      <a:pt x="28521" y="13296"/>
                      <a:pt x="28644" y="12796"/>
                    </a:cubicBezTo>
                    <a:cubicBezTo>
                      <a:pt x="28763" y="12295"/>
                      <a:pt x="28928" y="11804"/>
                      <a:pt x="29135" y="11331"/>
                    </a:cubicBezTo>
                    <a:cubicBezTo>
                      <a:pt x="29234" y="11106"/>
                      <a:pt x="29344" y="10886"/>
                      <a:pt x="29455" y="10667"/>
                    </a:cubicBezTo>
                    <a:cubicBezTo>
                      <a:pt x="29560" y="10464"/>
                      <a:pt x="29695" y="10268"/>
                      <a:pt x="29779" y="10055"/>
                    </a:cubicBezTo>
                    <a:cubicBezTo>
                      <a:pt x="29919" y="10111"/>
                      <a:pt x="30059" y="10160"/>
                      <a:pt x="30201" y="10199"/>
                    </a:cubicBezTo>
                    <a:cubicBezTo>
                      <a:pt x="30499" y="10285"/>
                      <a:pt x="30806" y="10334"/>
                      <a:pt x="31112" y="10354"/>
                    </a:cubicBezTo>
                    <a:cubicBezTo>
                      <a:pt x="30862" y="10801"/>
                      <a:pt x="30714" y="11330"/>
                      <a:pt x="30579" y="11817"/>
                    </a:cubicBezTo>
                    <a:cubicBezTo>
                      <a:pt x="30432" y="12351"/>
                      <a:pt x="30329" y="12896"/>
                      <a:pt x="30259" y="13445"/>
                    </a:cubicBezTo>
                    <a:cubicBezTo>
                      <a:pt x="30118" y="14557"/>
                      <a:pt x="30135" y="15685"/>
                      <a:pt x="30308" y="16794"/>
                    </a:cubicBezTo>
                    <a:cubicBezTo>
                      <a:pt x="30403" y="17398"/>
                      <a:pt x="30518" y="18049"/>
                      <a:pt x="30788" y="18603"/>
                    </a:cubicBezTo>
                    <a:cubicBezTo>
                      <a:pt x="30799" y="18624"/>
                      <a:pt x="30816" y="18633"/>
                      <a:pt x="30833" y="18633"/>
                    </a:cubicBezTo>
                    <a:cubicBezTo>
                      <a:pt x="30868" y="18633"/>
                      <a:pt x="30905" y="18597"/>
                      <a:pt x="30898" y="18555"/>
                    </a:cubicBezTo>
                    <a:cubicBezTo>
                      <a:pt x="30805" y="18019"/>
                      <a:pt x="30636" y="17498"/>
                      <a:pt x="30541" y="16960"/>
                    </a:cubicBezTo>
                    <a:cubicBezTo>
                      <a:pt x="30446" y="16421"/>
                      <a:pt x="30391" y="15877"/>
                      <a:pt x="30373" y="15332"/>
                    </a:cubicBezTo>
                    <a:cubicBezTo>
                      <a:pt x="30334" y="14239"/>
                      <a:pt x="30452" y="13149"/>
                      <a:pt x="30711" y="12086"/>
                    </a:cubicBezTo>
                    <a:cubicBezTo>
                      <a:pt x="30785" y="11785"/>
                      <a:pt x="30870" y="11487"/>
                      <a:pt x="30966" y="11193"/>
                    </a:cubicBezTo>
                    <a:cubicBezTo>
                      <a:pt x="31058" y="10916"/>
                      <a:pt x="31172" y="10643"/>
                      <a:pt x="31251" y="10362"/>
                    </a:cubicBezTo>
                    <a:cubicBezTo>
                      <a:pt x="31296" y="10363"/>
                      <a:pt x="31341" y="10364"/>
                      <a:pt x="31386" y="10364"/>
                    </a:cubicBezTo>
                    <a:cubicBezTo>
                      <a:pt x="32173" y="10364"/>
                      <a:pt x="32963" y="10161"/>
                      <a:pt x="33665" y="9797"/>
                    </a:cubicBezTo>
                    <a:cubicBezTo>
                      <a:pt x="34755" y="9233"/>
                      <a:pt x="35591" y="8284"/>
                      <a:pt x="36038" y="7142"/>
                    </a:cubicBezTo>
                    <a:cubicBezTo>
                      <a:pt x="36958" y="4779"/>
                      <a:pt x="36121" y="2102"/>
                      <a:pt x="34209" y="498"/>
                    </a:cubicBezTo>
                    <a:cubicBezTo>
                      <a:pt x="33989" y="311"/>
                      <a:pt x="33758" y="148"/>
                      <a:pt x="33503" y="8"/>
                    </a:cubicBezTo>
                    <a:cubicBezTo>
                      <a:pt x="33494" y="3"/>
                      <a:pt x="33485" y="1"/>
                      <a:pt x="33476" y="1"/>
                    </a:cubicBezTo>
                    <a:close/>
                    <a:moveTo>
                      <a:pt x="25163" y="9326"/>
                    </a:moveTo>
                    <a:cubicBezTo>
                      <a:pt x="25151" y="9326"/>
                      <a:pt x="25140" y="9332"/>
                      <a:pt x="25133" y="9346"/>
                    </a:cubicBezTo>
                    <a:cubicBezTo>
                      <a:pt x="23941" y="11609"/>
                      <a:pt x="23323" y="14156"/>
                      <a:pt x="23250" y="16711"/>
                    </a:cubicBezTo>
                    <a:cubicBezTo>
                      <a:pt x="23228" y="17423"/>
                      <a:pt x="23214" y="18175"/>
                      <a:pt x="23349" y="18878"/>
                    </a:cubicBezTo>
                    <a:cubicBezTo>
                      <a:pt x="23355" y="18910"/>
                      <a:pt x="23380" y="18924"/>
                      <a:pt x="23406" y="18924"/>
                    </a:cubicBezTo>
                    <a:cubicBezTo>
                      <a:pt x="23440" y="18924"/>
                      <a:pt x="23476" y="18900"/>
                      <a:pt x="23476" y="18859"/>
                    </a:cubicBezTo>
                    <a:cubicBezTo>
                      <a:pt x="23479" y="18231"/>
                      <a:pt x="23417" y="17603"/>
                      <a:pt x="23424" y="16973"/>
                    </a:cubicBezTo>
                    <a:cubicBezTo>
                      <a:pt x="23431" y="16354"/>
                      <a:pt x="23473" y="15736"/>
                      <a:pt x="23545" y="15119"/>
                    </a:cubicBezTo>
                    <a:cubicBezTo>
                      <a:pt x="23692" y="13863"/>
                      <a:pt x="23986" y="12631"/>
                      <a:pt x="24385" y="11429"/>
                    </a:cubicBezTo>
                    <a:cubicBezTo>
                      <a:pt x="24618" y="10735"/>
                      <a:pt x="24893" y="10052"/>
                      <a:pt x="25202" y="9385"/>
                    </a:cubicBezTo>
                    <a:cubicBezTo>
                      <a:pt x="25216" y="9354"/>
                      <a:pt x="25189" y="9326"/>
                      <a:pt x="25163" y="9326"/>
                    </a:cubicBezTo>
                    <a:close/>
                    <a:moveTo>
                      <a:pt x="14073" y="12592"/>
                    </a:moveTo>
                    <a:cubicBezTo>
                      <a:pt x="14063" y="12592"/>
                      <a:pt x="14053" y="12596"/>
                      <a:pt x="14043" y="12603"/>
                    </a:cubicBezTo>
                    <a:cubicBezTo>
                      <a:pt x="10915" y="15213"/>
                      <a:pt x="7445" y="17513"/>
                      <a:pt x="3419" y="18424"/>
                    </a:cubicBezTo>
                    <a:cubicBezTo>
                      <a:pt x="2317" y="18673"/>
                      <a:pt x="1215" y="18764"/>
                      <a:pt x="92" y="18836"/>
                    </a:cubicBezTo>
                    <a:cubicBezTo>
                      <a:pt x="97" y="18886"/>
                      <a:pt x="98" y="18935"/>
                      <a:pt x="101" y="18986"/>
                    </a:cubicBezTo>
                    <a:cubicBezTo>
                      <a:pt x="206" y="18990"/>
                      <a:pt x="311" y="18992"/>
                      <a:pt x="417" y="18992"/>
                    </a:cubicBezTo>
                    <a:cubicBezTo>
                      <a:pt x="1308" y="18992"/>
                      <a:pt x="2212" y="18856"/>
                      <a:pt x="3079" y="18682"/>
                    </a:cubicBezTo>
                    <a:cubicBezTo>
                      <a:pt x="4098" y="18476"/>
                      <a:pt x="5099" y="18179"/>
                      <a:pt x="6069" y="17806"/>
                    </a:cubicBezTo>
                    <a:cubicBezTo>
                      <a:pt x="7978" y="17071"/>
                      <a:pt x="9780" y="16047"/>
                      <a:pt x="11435" y="14845"/>
                    </a:cubicBezTo>
                    <a:cubicBezTo>
                      <a:pt x="12366" y="14168"/>
                      <a:pt x="13255" y="13440"/>
                      <a:pt x="14105" y="12667"/>
                    </a:cubicBezTo>
                    <a:cubicBezTo>
                      <a:pt x="14138" y="12635"/>
                      <a:pt x="14108" y="12592"/>
                      <a:pt x="14073" y="12592"/>
                    </a:cubicBezTo>
                    <a:close/>
                    <a:moveTo>
                      <a:pt x="38571" y="8701"/>
                    </a:moveTo>
                    <a:cubicBezTo>
                      <a:pt x="38559" y="8701"/>
                      <a:pt x="38546" y="8706"/>
                      <a:pt x="38536" y="8719"/>
                    </a:cubicBezTo>
                    <a:cubicBezTo>
                      <a:pt x="36784" y="11040"/>
                      <a:pt x="36232" y="14174"/>
                      <a:pt x="36794" y="17002"/>
                    </a:cubicBezTo>
                    <a:cubicBezTo>
                      <a:pt x="36875" y="17413"/>
                      <a:pt x="36981" y="17819"/>
                      <a:pt x="37112" y="18217"/>
                    </a:cubicBezTo>
                    <a:cubicBezTo>
                      <a:pt x="37238" y="18594"/>
                      <a:pt x="37367" y="19013"/>
                      <a:pt x="37605" y="19333"/>
                    </a:cubicBezTo>
                    <a:cubicBezTo>
                      <a:pt x="37618" y="19350"/>
                      <a:pt x="37636" y="19358"/>
                      <a:pt x="37654" y="19358"/>
                    </a:cubicBezTo>
                    <a:cubicBezTo>
                      <a:pt x="37687" y="19358"/>
                      <a:pt x="37718" y="19332"/>
                      <a:pt x="37707" y="19290"/>
                    </a:cubicBezTo>
                    <a:cubicBezTo>
                      <a:pt x="37624" y="18941"/>
                      <a:pt x="37458" y="18611"/>
                      <a:pt x="37341" y="18271"/>
                    </a:cubicBezTo>
                    <a:cubicBezTo>
                      <a:pt x="37226" y="17938"/>
                      <a:pt x="37128" y="17600"/>
                      <a:pt x="37050" y="17256"/>
                    </a:cubicBezTo>
                    <a:cubicBezTo>
                      <a:pt x="36888" y="16558"/>
                      <a:pt x="36800" y="15845"/>
                      <a:pt x="36780" y="15130"/>
                    </a:cubicBezTo>
                    <a:cubicBezTo>
                      <a:pt x="36742" y="13700"/>
                      <a:pt x="36990" y="12262"/>
                      <a:pt x="37501" y="10926"/>
                    </a:cubicBezTo>
                    <a:cubicBezTo>
                      <a:pt x="37792" y="10173"/>
                      <a:pt x="38167" y="9440"/>
                      <a:pt x="38604" y="8761"/>
                    </a:cubicBezTo>
                    <a:cubicBezTo>
                      <a:pt x="38627" y="8729"/>
                      <a:pt x="38600" y="8701"/>
                      <a:pt x="38571" y="8701"/>
                    </a:cubicBezTo>
                    <a:close/>
                    <a:moveTo>
                      <a:pt x="44956" y="9525"/>
                    </a:moveTo>
                    <a:cubicBezTo>
                      <a:pt x="44946" y="9525"/>
                      <a:pt x="44935" y="9529"/>
                      <a:pt x="44926" y="9537"/>
                    </a:cubicBezTo>
                    <a:cubicBezTo>
                      <a:pt x="43495" y="10841"/>
                      <a:pt x="43017" y="12966"/>
                      <a:pt x="43335" y="14824"/>
                    </a:cubicBezTo>
                    <a:cubicBezTo>
                      <a:pt x="43679" y="16832"/>
                      <a:pt x="44881" y="18604"/>
                      <a:pt x="46427" y="19892"/>
                    </a:cubicBezTo>
                    <a:cubicBezTo>
                      <a:pt x="46865" y="20257"/>
                      <a:pt x="47332" y="20588"/>
                      <a:pt x="47816" y="20888"/>
                    </a:cubicBezTo>
                    <a:cubicBezTo>
                      <a:pt x="48300" y="21186"/>
                      <a:pt x="48818" y="21494"/>
                      <a:pt x="49363" y="21669"/>
                    </a:cubicBezTo>
                    <a:cubicBezTo>
                      <a:pt x="49370" y="21671"/>
                      <a:pt x="49377" y="21673"/>
                      <a:pt x="49383" y="21673"/>
                    </a:cubicBezTo>
                    <a:cubicBezTo>
                      <a:pt x="49428" y="21673"/>
                      <a:pt x="49447" y="21606"/>
                      <a:pt x="49405" y="21579"/>
                    </a:cubicBezTo>
                    <a:cubicBezTo>
                      <a:pt x="48988" y="21318"/>
                      <a:pt x="48540" y="21112"/>
                      <a:pt x="48120" y="20859"/>
                    </a:cubicBezTo>
                    <a:cubicBezTo>
                      <a:pt x="47699" y="20605"/>
                      <a:pt x="47290" y="20334"/>
                      <a:pt x="46899" y="20036"/>
                    </a:cubicBezTo>
                    <a:cubicBezTo>
                      <a:pt x="46104" y="19427"/>
                      <a:pt x="45388" y="18708"/>
                      <a:pt x="44816" y="17885"/>
                    </a:cubicBezTo>
                    <a:cubicBezTo>
                      <a:pt x="43710" y="16297"/>
                      <a:pt x="43151" y="14328"/>
                      <a:pt x="43553" y="12409"/>
                    </a:cubicBezTo>
                    <a:cubicBezTo>
                      <a:pt x="43773" y="11359"/>
                      <a:pt x="44277" y="10402"/>
                      <a:pt x="44990" y="9602"/>
                    </a:cubicBezTo>
                    <a:cubicBezTo>
                      <a:pt x="45020" y="9568"/>
                      <a:pt x="44991" y="9525"/>
                      <a:pt x="44956" y="9525"/>
                    </a:cubicBezTo>
                    <a:close/>
                    <a:moveTo>
                      <a:pt x="41656" y="15582"/>
                    </a:moveTo>
                    <a:cubicBezTo>
                      <a:pt x="41629" y="15582"/>
                      <a:pt x="41599" y="15605"/>
                      <a:pt x="41605" y="15640"/>
                    </a:cubicBezTo>
                    <a:cubicBezTo>
                      <a:pt x="41913" y="17812"/>
                      <a:pt x="43090" y="19807"/>
                      <a:pt x="44806" y="21167"/>
                    </a:cubicBezTo>
                    <a:cubicBezTo>
                      <a:pt x="45279" y="21542"/>
                      <a:pt x="45797" y="21898"/>
                      <a:pt x="46368" y="22104"/>
                    </a:cubicBezTo>
                    <a:cubicBezTo>
                      <a:pt x="46374" y="22106"/>
                      <a:pt x="46380" y="22107"/>
                      <a:pt x="46386" y="22107"/>
                    </a:cubicBezTo>
                    <a:cubicBezTo>
                      <a:pt x="46433" y="22107"/>
                      <a:pt x="46453" y="22035"/>
                      <a:pt x="46410" y="22006"/>
                    </a:cubicBezTo>
                    <a:cubicBezTo>
                      <a:pt x="45969" y="21723"/>
                      <a:pt x="45512" y="21468"/>
                      <a:pt x="45091" y="21153"/>
                    </a:cubicBezTo>
                    <a:cubicBezTo>
                      <a:pt x="44658" y="20829"/>
                      <a:pt x="44254" y="20460"/>
                      <a:pt x="43888" y="20058"/>
                    </a:cubicBezTo>
                    <a:cubicBezTo>
                      <a:pt x="43162" y="19264"/>
                      <a:pt x="42577" y="18330"/>
                      <a:pt x="42179" y="17330"/>
                    </a:cubicBezTo>
                    <a:cubicBezTo>
                      <a:pt x="41958" y="16776"/>
                      <a:pt x="41795" y="16202"/>
                      <a:pt x="41693" y="15615"/>
                    </a:cubicBezTo>
                    <a:cubicBezTo>
                      <a:pt x="41689" y="15591"/>
                      <a:pt x="41673" y="15582"/>
                      <a:pt x="41656" y="15582"/>
                    </a:cubicBezTo>
                    <a:close/>
                    <a:moveTo>
                      <a:pt x="25243" y="1270"/>
                    </a:moveTo>
                    <a:cubicBezTo>
                      <a:pt x="25221" y="1270"/>
                      <a:pt x="25199" y="1289"/>
                      <a:pt x="25205" y="1319"/>
                    </a:cubicBezTo>
                    <a:cubicBezTo>
                      <a:pt x="25318" y="1907"/>
                      <a:pt x="25431" y="2495"/>
                      <a:pt x="25452" y="3096"/>
                    </a:cubicBezTo>
                    <a:cubicBezTo>
                      <a:pt x="25473" y="3692"/>
                      <a:pt x="25431" y="4292"/>
                      <a:pt x="25316" y="4878"/>
                    </a:cubicBezTo>
                    <a:cubicBezTo>
                      <a:pt x="25104" y="5939"/>
                      <a:pt x="24657" y="6933"/>
                      <a:pt x="24023" y="7806"/>
                    </a:cubicBezTo>
                    <a:cubicBezTo>
                      <a:pt x="22989" y="9231"/>
                      <a:pt x="21268" y="10465"/>
                      <a:pt x="19459" y="10465"/>
                    </a:cubicBezTo>
                    <a:cubicBezTo>
                      <a:pt x="19119" y="10465"/>
                      <a:pt x="18776" y="10421"/>
                      <a:pt x="18433" y="10327"/>
                    </a:cubicBezTo>
                    <a:cubicBezTo>
                      <a:pt x="17394" y="10043"/>
                      <a:pt x="16585" y="9290"/>
                      <a:pt x="16224" y="8273"/>
                    </a:cubicBezTo>
                    <a:cubicBezTo>
                      <a:pt x="15857" y="7231"/>
                      <a:pt x="15984" y="6088"/>
                      <a:pt x="16436" y="5096"/>
                    </a:cubicBezTo>
                    <a:cubicBezTo>
                      <a:pt x="16867" y="4152"/>
                      <a:pt x="17566" y="3257"/>
                      <a:pt x="18489" y="2757"/>
                    </a:cubicBezTo>
                    <a:cubicBezTo>
                      <a:pt x="18900" y="2537"/>
                      <a:pt x="19356" y="2416"/>
                      <a:pt x="19808" y="2416"/>
                    </a:cubicBezTo>
                    <a:cubicBezTo>
                      <a:pt x="20275" y="2416"/>
                      <a:pt x="20738" y="2545"/>
                      <a:pt x="21142" y="2827"/>
                    </a:cubicBezTo>
                    <a:cubicBezTo>
                      <a:pt x="21516" y="3087"/>
                      <a:pt x="21790" y="3471"/>
                      <a:pt x="21882" y="3921"/>
                    </a:cubicBezTo>
                    <a:cubicBezTo>
                      <a:pt x="21987" y="4433"/>
                      <a:pt x="21852" y="4972"/>
                      <a:pt x="21607" y="5426"/>
                    </a:cubicBezTo>
                    <a:cubicBezTo>
                      <a:pt x="21288" y="6018"/>
                      <a:pt x="20549" y="6775"/>
                      <a:pt x="19823" y="6775"/>
                    </a:cubicBezTo>
                    <a:cubicBezTo>
                      <a:pt x="19578" y="6775"/>
                      <a:pt x="19334" y="6689"/>
                      <a:pt x="19109" y="6480"/>
                    </a:cubicBezTo>
                    <a:cubicBezTo>
                      <a:pt x="18949" y="6333"/>
                      <a:pt x="18837" y="6121"/>
                      <a:pt x="18808" y="5905"/>
                    </a:cubicBezTo>
                    <a:cubicBezTo>
                      <a:pt x="18802" y="5868"/>
                      <a:pt x="18775" y="5851"/>
                      <a:pt x="18746" y="5851"/>
                    </a:cubicBezTo>
                    <a:cubicBezTo>
                      <a:pt x="18707" y="5851"/>
                      <a:pt x="18663" y="5880"/>
                      <a:pt x="18661" y="5926"/>
                    </a:cubicBezTo>
                    <a:cubicBezTo>
                      <a:pt x="18628" y="6402"/>
                      <a:pt x="18996" y="6765"/>
                      <a:pt x="19426" y="6911"/>
                    </a:cubicBezTo>
                    <a:cubicBezTo>
                      <a:pt x="19556" y="6955"/>
                      <a:pt x="19689" y="6975"/>
                      <a:pt x="19822" y="6975"/>
                    </a:cubicBezTo>
                    <a:cubicBezTo>
                      <a:pt x="20209" y="6975"/>
                      <a:pt x="20592" y="6804"/>
                      <a:pt x="20901" y="6571"/>
                    </a:cubicBezTo>
                    <a:cubicBezTo>
                      <a:pt x="21737" y="5941"/>
                      <a:pt x="22366" y="4784"/>
                      <a:pt x="22070" y="3726"/>
                    </a:cubicBezTo>
                    <a:cubicBezTo>
                      <a:pt x="21804" y="2775"/>
                      <a:pt x="20833" y="2220"/>
                      <a:pt x="19893" y="2178"/>
                    </a:cubicBezTo>
                    <a:cubicBezTo>
                      <a:pt x="19856" y="2177"/>
                      <a:pt x="19819" y="2176"/>
                      <a:pt x="19783" y="2176"/>
                    </a:cubicBezTo>
                    <a:cubicBezTo>
                      <a:pt x="18727" y="2176"/>
                      <a:pt x="17773" y="2830"/>
                      <a:pt x="17113" y="3612"/>
                    </a:cubicBezTo>
                    <a:cubicBezTo>
                      <a:pt x="16645" y="4166"/>
                      <a:pt x="16266" y="4818"/>
                      <a:pt x="16034" y="5513"/>
                    </a:cubicBezTo>
                    <a:cubicBezTo>
                      <a:pt x="14177" y="6741"/>
                      <a:pt x="12159" y="7676"/>
                      <a:pt x="9996" y="8222"/>
                    </a:cubicBezTo>
                    <a:cubicBezTo>
                      <a:pt x="8550" y="8586"/>
                      <a:pt x="7069" y="8759"/>
                      <a:pt x="5585" y="8759"/>
                    </a:cubicBezTo>
                    <a:cubicBezTo>
                      <a:pt x="4748" y="8759"/>
                      <a:pt x="3910" y="8704"/>
                      <a:pt x="3076" y="8597"/>
                    </a:cubicBezTo>
                    <a:cubicBezTo>
                      <a:pt x="2171" y="8480"/>
                      <a:pt x="1274" y="8290"/>
                      <a:pt x="394" y="8048"/>
                    </a:cubicBezTo>
                    <a:cubicBezTo>
                      <a:pt x="389" y="8088"/>
                      <a:pt x="388" y="8128"/>
                      <a:pt x="385" y="8170"/>
                    </a:cubicBezTo>
                    <a:cubicBezTo>
                      <a:pt x="2068" y="8692"/>
                      <a:pt x="3835" y="8944"/>
                      <a:pt x="5599" y="8944"/>
                    </a:cubicBezTo>
                    <a:cubicBezTo>
                      <a:pt x="5787" y="8944"/>
                      <a:pt x="5975" y="8941"/>
                      <a:pt x="6162" y="8935"/>
                    </a:cubicBezTo>
                    <a:cubicBezTo>
                      <a:pt x="8439" y="8865"/>
                      <a:pt x="10705" y="8372"/>
                      <a:pt x="12801" y="7480"/>
                    </a:cubicBezTo>
                    <a:cubicBezTo>
                      <a:pt x="13906" y="7010"/>
                      <a:pt x="14977" y="6436"/>
                      <a:pt x="15962" y="5747"/>
                    </a:cubicBezTo>
                    <a:lnTo>
                      <a:pt x="15962" y="5747"/>
                    </a:lnTo>
                    <a:cubicBezTo>
                      <a:pt x="15860" y="6110"/>
                      <a:pt x="15798" y="6480"/>
                      <a:pt x="15786" y="6855"/>
                    </a:cubicBezTo>
                    <a:cubicBezTo>
                      <a:pt x="15781" y="7025"/>
                      <a:pt x="15786" y="7193"/>
                      <a:pt x="15802" y="7363"/>
                    </a:cubicBezTo>
                    <a:cubicBezTo>
                      <a:pt x="13687" y="8735"/>
                      <a:pt x="11335" y="9709"/>
                      <a:pt x="8858" y="10194"/>
                    </a:cubicBezTo>
                    <a:cubicBezTo>
                      <a:pt x="8515" y="10261"/>
                      <a:pt x="8172" y="10320"/>
                      <a:pt x="7828" y="10370"/>
                    </a:cubicBezTo>
                    <a:cubicBezTo>
                      <a:pt x="7478" y="10421"/>
                      <a:pt x="7110" y="10442"/>
                      <a:pt x="6770" y="10537"/>
                    </a:cubicBezTo>
                    <a:cubicBezTo>
                      <a:pt x="6753" y="10543"/>
                      <a:pt x="6757" y="10566"/>
                      <a:pt x="6775" y="10569"/>
                    </a:cubicBezTo>
                    <a:cubicBezTo>
                      <a:pt x="6857" y="10579"/>
                      <a:pt x="6941" y="10583"/>
                      <a:pt x="7025" y="10583"/>
                    </a:cubicBezTo>
                    <a:cubicBezTo>
                      <a:pt x="7257" y="10583"/>
                      <a:pt x="7493" y="10552"/>
                      <a:pt x="7721" y="10526"/>
                    </a:cubicBezTo>
                    <a:cubicBezTo>
                      <a:pt x="8022" y="10490"/>
                      <a:pt x="8321" y="10449"/>
                      <a:pt x="8620" y="10398"/>
                    </a:cubicBezTo>
                    <a:cubicBezTo>
                      <a:pt x="9256" y="10288"/>
                      <a:pt x="9887" y="10145"/>
                      <a:pt x="10506" y="9971"/>
                    </a:cubicBezTo>
                    <a:cubicBezTo>
                      <a:pt x="11724" y="9627"/>
                      <a:pt x="12906" y="9161"/>
                      <a:pt x="14032" y="8584"/>
                    </a:cubicBezTo>
                    <a:cubicBezTo>
                      <a:pt x="14650" y="8267"/>
                      <a:pt x="15243" y="7914"/>
                      <a:pt x="15820" y="7526"/>
                    </a:cubicBezTo>
                    <a:cubicBezTo>
                      <a:pt x="15938" y="8415"/>
                      <a:pt x="16344" y="9274"/>
                      <a:pt x="17036" y="9852"/>
                    </a:cubicBezTo>
                    <a:cubicBezTo>
                      <a:pt x="17712" y="10418"/>
                      <a:pt x="18584" y="10680"/>
                      <a:pt x="19456" y="10680"/>
                    </a:cubicBezTo>
                    <a:cubicBezTo>
                      <a:pt x="19513" y="10680"/>
                      <a:pt x="19570" y="10679"/>
                      <a:pt x="19626" y="10677"/>
                    </a:cubicBezTo>
                    <a:lnTo>
                      <a:pt x="19626" y="10677"/>
                    </a:lnTo>
                    <a:cubicBezTo>
                      <a:pt x="19061" y="12075"/>
                      <a:pt x="18813" y="13623"/>
                      <a:pt x="18705" y="15119"/>
                    </a:cubicBezTo>
                    <a:cubicBezTo>
                      <a:pt x="18593" y="16656"/>
                      <a:pt x="18678" y="18209"/>
                      <a:pt x="18947" y="19726"/>
                    </a:cubicBezTo>
                    <a:cubicBezTo>
                      <a:pt x="19099" y="20585"/>
                      <a:pt x="19288" y="21475"/>
                      <a:pt x="19613" y="22285"/>
                    </a:cubicBezTo>
                    <a:cubicBezTo>
                      <a:pt x="19626" y="22318"/>
                      <a:pt x="19654" y="22333"/>
                      <a:pt x="19682" y="22333"/>
                    </a:cubicBezTo>
                    <a:cubicBezTo>
                      <a:pt x="19723" y="22333"/>
                      <a:pt x="19762" y="22301"/>
                      <a:pt x="19749" y="22248"/>
                    </a:cubicBezTo>
                    <a:cubicBezTo>
                      <a:pt x="19557" y="21509"/>
                      <a:pt x="19335" y="20785"/>
                      <a:pt x="19190" y="20035"/>
                    </a:cubicBezTo>
                    <a:cubicBezTo>
                      <a:pt x="19043" y="19273"/>
                      <a:pt x="18942" y="18503"/>
                      <a:pt x="18888" y="17731"/>
                    </a:cubicBezTo>
                    <a:cubicBezTo>
                      <a:pt x="18786" y="16199"/>
                      <a:pt x="18873" y="14651"/>
                      <a:pt x="19146" y="13142"/>
                    </a:cubicBezTo>
                    <a:cubicBezTo>
                      <a:pt x="19298" y="12308"/>
                      <a:pt x="19518" y="11491"/>
                      <a:pt x="19727" y="10670"/>
                    </a:cubicBezTo>
                    <a:cubicBezTo>
                      <a:pt x="19894" y="10658"/>
                      <a:pt x="20061" y="10641"/>
                      <a:pt x="20227" y="10609"/>
                    </a:cubicBezTo>
                    <a:cubicBezTo>
                      <a:pt x="21414" y="10398"/>
                      <a:pt x="22493" y="9729"/>
                      <a:pt x="23349" y="8899"/>
                    </a:cubicBezTo>
                    <a:cubicBezTo>
                      <a:pt x="25117" y="7185"/>
                      <a:pt x="25964" y="4685"/>
                      <a:pt x="25548" y="2250"/>
                    </a:cubicBezTo>
                    <a:cubicBezTo>
                      <a:pt x="25490" y="1920"/>
                      <a:pt x="25406" y="1608"/>
                      <a:pt x="25281" y="1298"/>
                    </a:cubicBezTo>
                    <a:cubicBezTo>
                      <a:pt x="25273" y="1279"/>
                      <a:pt x="25258" y="1270"/>
                      <a:pt x="25243" y="1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4" name="Shape 3064"/>
        <p:cNvGrpSpPr/>
        <p:nvPr/>
      </p:nvGrpSpPr>
      <p:grpSpPr>
        <a:xfrm>
          <a:off x="0" y="0"/>
          <a:ext cx="0" cy="0"/>
          <a:chOff x="0" y="0"/>
          <a:chExt cx="0" cy="0"/>
        </a:xfrm>
      </p:grpSpPr>
      <p:sp>
        <p:nvSpPr>
          <p:cNvPr id="3065" name="Google Shape;3065;p55"/>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Plato’s </a:t>
            </a:r>
            <a:r>
              <a:rPr lang="en"/>
              <a:t>multiple choice</a:t>
            </a:r>
            <a:endParaRPr/>
          </a:p>
        </p:txBody>
      </p:sp>
      <p:sp>
        <p:nvSpPr>
          <p:cNvPr id="3066" name="Google Shape;3066;p55"/>
          <p:cNvSpPr txBox="1"/>
          <p:nvPr/>
        </p:nvSpPr>
        <p:spPr>
          <a:xfrm>
            <a:off x="720000" y="1215650"/>
            <a:ext cx="7704000" cy="37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rgbClr val="F28422"/>
                </a:solidFill>
                <a:latin typeface="Overpass"/>
                <a:ea typeface="Overpass"/>
                <a:cs typeface="Overpass"/>
                <a:sym typeface="Overpass"/>
              </a:rPr>
              <a:t>Instructions:</a:t>
            </a:r>
            <a:r>
              <a:rPr b="1" lang="en">
                <a:solidFill>
                  <a:srgbClr val="682101"/>
                </a:solidFill>
                <a:latin typeface="Overpass Light"/>
                <a:ea typeface="Overpass Light"/>
                <a:cs typeface="Overpass Light"/>
                <a:sym typeface="Overpass Light"/>
              </a:rPr>
              <a:t> </a:t>
            </a:r>
            <a:r>
              <a:rPr lang="en">
                <a:solidFill>
                  <a:srgbClr val="682101"/>
                </a:solidFill>
                <a:latin typeface="Overpass Light"/>
                <a:ea typeface="Overpass Light"/>
                <a:cs typeface="Overpass Light"/>
                <a:sym typeface="Overpass Light"/>
              </a:rPr>
              <a:t>mark in bold letters the correct answer</a:t>
            </a:r>
            <a:endParaRPr>
              <a:solidFill>
                <a:srgbClr val="682101"/>
              </a:solidFill>
              <a:latin typeface="Overpass Light"/>
              <a:ea typeface="Overpass Light"/>
              <a:cs typeface="Overpass Light"/>
              <a:sym typeface="Overpass Light"/>
            </a:endParaRPr>
          </a:p>
        </p:txBody>
      </p:sp>
      <p:sp>
        <p:nvSpPr>
          <p:cNvPr id="3067" name="Google Shape;3067;p55"/>
          <p:cNvSpPr txBox="1"/>
          <p:nvPr/>
        </p:nvSpPr>
        <p:spPr>
          <a:xfrm>
            <a:off x="720000" y="3223317"/>
            <a:ext cx="36279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3</a:t>
            </a:r>
            <a:r>
              <a:rPr b="1" lang="en" sz="2500">
                <a:solidFill>
                  <a:srgbClr val="682101"/>
                </a:solidFill>
                <a:latin typeface="Bahiana"/>
                <a:ea typeface="Bahiana"/>
                <a:cs typeface="Bahiana"/>
                <a:sym typeface="Bahiana"/>
              </a:rPr>
              <a:t>) plato’s written works are</a:t>
            </a:r>
            <a:endParaRPr b="1" sz="2500">
              <a:solidFill>
                <a:srgbClr val="682101"/>
              </a:solidFill>
              <a:latin typeface="Bahiana"/>
              <a:ea typeface="Bahiana"/>
              <a:cs typeface="Bahiana"/>
              <a:sym typeface="Bahiana"/>
            </a:endParaRPr>
          </a:p>
        </p:txBody>
      </p:sp>
      <p:sp>
        <p:nvSpPr>
          <p:cNvPr id="3068" name="Google Shape;3068;p55"/>
          <p:cNvSpPr txBox="1"/>
          <p:nvPr/>
        </p:nvSpPr>
        <p:spPr>
          <a:xfrm>
            <a:off x="720000" y="3603100"/>
            <a:ext cx="3627900" cy="103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A) Essays</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B) Systematic treaties</a:t>
            </a:r>
            <a:br>
              <a:rPr lang="en">
                <a:solidFill>
                  <a:srgbClr val="682101"/>
                </a:solidFill>
                <a:latin typeface="Overpass Light"/>
                <a:ea typeface="Overpass Light"/>
                <a:cs typeface="Overpass Light"/>
                <a:sym typeface="Overpass Light"/>
              </a:rPr>
            </a:br>
            <a:r>
              <a:rPr lang="en">
                <a:solidFill>
                  <a:srgbClr val="682101"/>
                </a:solidFill>
                <a:latin typeface="Overpass Light"/>
                <a:ea typeface="Overpass Light"/>
                <a:cs typeface="Overpass Light"/>
                <a:sym typeface="Overpass Light"/>
              </a:rPr>
              <a:t>C) Dialogues</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D) None of the above</a:t>
            </a:r>
            <a:endParaRPr>
              <a:solidFill>
                <a:srgbClr val="682101"/>
              </a:solidFill>
              <a:latin typeface="Overpass Light"/>
              <a:ea typeface="Overpass Light"/>
              <a:cs typeface="Overpass Light"/>
              <a:sym typeface="Overpass Light"/>
            </a:endParaRPr>
          </a:p>
        </p:txBody>
      </p:sp>
      <p:sp>
        <p:nvSpPr>
          <p:cNvPr id="3069" name="Google Shape;3069;p55"/>
          <p:cNvSpPr txBox="1"/>
          <p:nvPr/>
        </p:nvSpPr>
        <p:spPr>
          <a:xfrm>
            <a:off x="720000" y="1702892"/>
            <a:ext cx="36279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1) plato founded the school called</a:t>
            </a:r>
            <a:endParaRPr b="1" sz="2500">
              <a:solidFill>
                <a:srgbClr val="682101"/>
              </a:solidFill>
              <a:latin typeface="Bahiana"/>
              <a:ea typeface="Bahiana"/>
              <a:cs typeface="Bahiana"/>
              <a:sym typeface="Bahiana"/>
            </a:endParaRPr>
          </a:p>
        </p:txBody>
      </p:sp>
      <p:sp>
        <p:nvSpPr>
          <p:cNvPr id="3070" name="Google Shape;3070;p55"/>
          <p:cNvSpPr txBox="1"/>
          <p:nvPr/>
        </p:nvSpPr>
        <p:spPr>
          <a:xfrm>
            <a:off x="720000" y="2082675"/>
            <a:ext cx="3627900" cy="103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A) Liceo</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B) Academia</a:t>
            </a:r>
            <a:br>
              <a:rPr lang="en">
                <a:solidFill>
                  <a:srgbClr val="682101"/>
                </a:solidFill>
                <a:latin typeface="Overpass Light"/>
                <a:ea typeface="Overpass Light"/>
                <a:cs typeface="Overpass Light"/>
                <a:sym typeface="Overpass Light"/>
              </a:rPr>
            </a:br>
            <a:r>
              <a:rPr lang="en">
                <a:solidFill>
                  <a:srgbClr val="682101"/>
                </a:solidFill>
                <a:latin typeface="Overpass Light"/>
                <a:ea typeface="Overpass Light"/>
                <a:cs typeface="Overpass Light"/>
                <a:sym typeface="Overpass Light"/>
              </a:rPr>
              <a:t>C) Athen’s Garden</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D) None of the above</a:t>
            </a:r>
            <a:endParaRPr>
              <a:solidFill>
                <a:srgbClr val="682101"/>
              </a:solidFill>
              <a:latin typeface="Overpass Light"/>
              <a:ea typeface="Overpass Light"/>
              <a:cs typeface="Overpass Light"/>
              <a:sym typeface="Overpass Light"/>
            </a:endParaRPr>
          </a:p>
        </p:txBody>
      </p:sp>
      <p:sp>
        <p:nvSpPr>
          <p:cNvPr id="3071" name="Google Shape;3071;p55"/>
          <p:cNvSpPr txBox="1"/>
          <p:nvPr/>
        </p:nvSpPr>
        <p:spPr>
          <a:xfrm>
            <a:off x="4796100" y="3223317"/>
            <a:ext cx="36279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4</a:t>
            </a:r>
            <a:r>
              <a:rPr b="1" lang="en" sz="2500">
                <a:solidFill>
                  <a:srgbClr val="682101"/>
                </a:solidFill>
                <a:latin typeface="Bahiana"/>
                <a:ea typeface="Bahiana"/>
                <a:cs typeface="Bahiana"/>
                <a:sym typeface="Bahiana"/>
              </a:rPr>
              <a:t>) the allegory of the cave is in</a:t>
            </a:r>
            <a:endParaRPr b="1" sz="2500">
              <a:solidFill>
                <a:srgbClr val="682101"/>
              </a:solidFill>
              <a:latin typeface="Bahiana"/>
              <a:ea typeface="Bahiana"/>
              <a:cs typeface="Bahiana"/>
              <a:sym typeface="Bahiana"/>
            </a:endParaRPr>
          </a:p>
        </p:txBody>
      </p:sp>
      <p:sp>
        <p:nvSpPr>
          <p:cNvPr id="3072" name="Google Shape;3072;p55"/>
          <p:cNvSpPr txBox="1"/>
          <p:nvPr/>
        </p:nvSpPr>
        <p:spPr>
          <a:xfrm>
            <a:off x="4796100" y="3603100"/>
            <a:ext cx="3627900" cy="103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A) Fedro’s dialogue</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B) Menon’s dialogue</a:t>
            </a:r>
            <a:br>
              <a:rPr lang="en">
                <a:solidFill>
                  <a:srgbClr val="682101"/>
                </a:solidFill>
                <a:latin typeface="Overpass Light"/>
                <a:ea typeface="Overpass Light"/>
                <a:cs typeface="Overpass Light"/>
                <a:sym typeface="Overpass Light"/>
              </a:rPr>
            </a:br>
            <a:r>
              <a:rPr lang="en">
                <a:solidFill>
                  <a:srgbClr val="682101"/>
                </a:solidFill>
                <a:latin typeface="Overpass Light"/>
                <a:ea typeface="Overpass Light"/>
                <a:cs typeface="Overpass Light"/>
                <a:sym typeface="Overpass Light"/>
              </a:rPr>
              <a:t>C) Fedon’s dialogue</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D) None of the above</a:t>
            </a:r>
            <a:endParaRPr>
              <a:solidFill>
                <a:srgbClr val="682101"/>
              </a:solidFill>
              <a:latin typeface="Overpass Light"/>
              <a:ea typeface="Overpass Light"/>
              <a:cs typeface="Overpass Light"/>
              <a:sym typeface="Overpass Light"/>
            </a:endParaRPr>
          </a:p>
        </p:txBody>
      </p:sp>
      <p:sp>
        <p:nvSpPr>
          <p:cNvPr id="3073" name="Google Shape;3073;p55"/>
          <p:cNvSpPr txBox="1"/>
          <p:nvPr/>
        </p:nvSpPr>
        <p:spPr>
          <a:xfrm>
            <a:off x="4796100" y="1702892"/>
            <a:ext cx="36279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2</a:t>
            </a:r>
            <a:r>
              <a:rPr b="1" lang="en" sz="2500">
                <a:solidFill>
                  <a:srgbClr val="682101"/>
                </a:solidFill>
                <a:latin typeface="Bahiana"/>
                <a:ea typeface="Bahiana"/>
                <a:cs typeface="Bahiana"/>
                <a:sym typeface="Bahiana"/>
              </a:rPr>
              <a:t>) he tried influenced the king…</a:t>
            </a:r>
            <a:endParaRPr b="1" sz="2500">
              <a:solidFill>
                <a:srgbClr val="682101"/>
              </a:solidFill>
              <a:latin typeface="Bahiana"/>
              <a:ea typeface="Bahiana"/>
              <a:cs typeface="Bahiana"/>
              <a:sym typeface="Bahiana"/>
            </a:endParaRPr>
          </a:p>
        </p:txBody>
      </p:sp>
      <p:sp>
        <p:nvSpPr>
          <p:cNvPr id="3074" name="Google Shape;3074;p55"/>
          <p:cNvSpPr txBox="1"/>
          <p:nvPr/>
        </p:nvSpPr>
        <p:spPr>
          <a:xfrm>
            <a:off x="4796100" y="2082675"/>
            <a:ext cx="3627900" cy="103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A) Alexander the Great</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B) </a:t>
            </a:r>
            <a:r>
              <a:rPr lang="en">
                <a:solidFill>
                  <a:srgbClr val="682101"/>
                </a:solidFill>
                <a:latin typeface="Overpass Light"/>
                <a:ea typeface="Overpass Light"/>
                <a:cs typeface="Overpass Light"/>
                <a:sym typeface="Overpass Light"/>
              </a:rPr>
              <a:t>Dionysius</a:t>
            </a:r>
            <a:r>
              <a:rPr lang="en">
                <a:solidFill>
                  <a:srgbClr val="682101"/>
                </a:solidFill>
                <a:latin typeface="Overpass Light"/>
                <a:ea typeface="Overpass Light"/>
                <a:cs typeface="Overpass Light"/>
                <a:sym typeface="Overpass Light"/>
              </a:rPr>
              <a:t> II of Siracusa</a:t>
            </a:r>
            <a:br>
              <a:rPr lang="en">
                <a:solidFill>
                  <a:srgbClr val="682101"/>
                </a:solidFill>
                <a:latin typeface="Overpass Light"/>
                <a:ea typeface="Overpass Light"/>
                <a:cs typeface="Overpass Light"/>
                <a:sym typeface="Overpass Light"/>
              </a:rPr>
            </a:br>
            <a:r>
              <a:rPr lang="en">
                <a:solidFill>
                  <a:srgbClr val="682101"/>
                </a:solidFill>
                <a:latin typeface="Overpass Light"/>
                <a:ea typeface="Overpass Light"/>
                <a:cs typeface="Overpass Light"/>
                <a:sym typeface="Overpass Light"/>
              </a:rPr>
              <a:t>C) Philip of Macedon</a:t>
            </a:r>
            <a:endParaRPr>
              <a:solidFill>
                <a:srgbClr val="682101"/>
              </a:solidFill>
              <a:latin typeface="Overpass Light"/>
              <a:ea typeface="Overpass Light"/>
              <a:cs typeface="Overpass Light"/>
              <a:sym typeface="Overpass Light"/>
            </a:endParaRPr>
          </a:p>
          <a:p>
            <a:pPr indent="0" lvl="0" marL="0" rtl="0" algn="l">
              <a:spcBef>
                <a:spcPts val="0"/>
              </a:spcBef>
              <a:spcAft>
                <a:spcPts val="0"/>
              </a:spcAft>
              <a:buNone/>
            </a:pPr>
            <a:r>
              <a:rPr lang="en">
                <a:solidFill>
                  <a:srgbClr val="682101"/>
                </a:solidFill>
                <a:latin typeface="Overpass Light"/>
                <a:ea typeface="Overpass Light"/>
                <a:cs typeface="Overpass Light"/>
                <a:sym typeface="Overpass Light"/>
              </a:rPr>
              <a:t>D) None of the above</a:t>
            </a:r>
            <a:endParaRPr>
              <a:solidFill>
                <a:srgbClr val="682101"/>
              </a:solidFill>
              <a:latin typeface="Overpass Light"/>
              <a:ea typeface="Overpass Light"/>
              <a:cs typeface="Overpass Light"/>
              <a:sym typeface="Overpass Ligh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8" name="Shape 3078"/>
        <p:cNvGrpSpPr/>
        <p:nvPr/>
      </p:nvGrpSpPr>
      <p:grpSpPr>
        <a:xfrm>
          <a:off x="0" y="0"/>
          <a:ext cx="0" cy="0"/>
          <a:chOff x="0" y="0"/>
          <a:chExt cx="0" cy="0"/>
        </a:xfrm>
      </p:grpSpPr>
      <p:sp>
        <p:nvSpPr>
          <p:cNvPr id="3079" name="Google Shape;3079;p56"/>
          <p:cNvSpPr txBox="1"/>
          <p:nvPr>
            <p:ph type="title"/>
          </p:nvPr>
        </p:nvSpPr>
        <p:spPr>
          <a:xfrm rot="-323">
            <a:off x="2975026" y="728563"/>
            <a:ext cx="3192900" cy="99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200</a:t>
            </a:r>
            <a:r>
              <a:rPr lang="en"/>
              <a:t> bc</a:t>
            </a:r>
            <a:endParaRPr/>
          </a:p>
        </p:txBody>
      </p:sp>
      <p:sp>
        <p:nvSpPr>
          <p:cNvPr id="3080" name="Google Shape;3080;p56"/>
          <p:cNvSpPr txBox="1"/>
          <p:nvPr>
            <p:ph idx="1" type="subTitle"/>
          </p:nvPr>
        </p:nvSpPr>
        <p:spPr>
          <a:xfrm>
            <a:off x="2975025" y="1645401"/>
            <a:ext cx="3192900" cy="6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Saturn</a:t>
            </a:r>
            <a:r>
              <a:rPr b="1" lang="en"/>
              <a:t> </a:t>
            </a:r>
            <a:r>
              <a:rPr lang="en"/>
              <a:t>is a gas giant and has rings. It's mostly composed of hydrogen</a:t>
            </a:r>
            <a:endParaRPr/>
          </a:p>
        </p:txBody>
      </p:sp>
      <p:sp>
        <p:nvSpPr>
          <p:cNvPr id="3081" name="Google Shape;3081;p56"/>
          <p:cNvSpPr txBox="1"/>
          <p:nvPr>
            <p:ph idx="2" type="title"/>
          </p:nvPr>
        </p:nvSpPr>
        <p:spPr>
          <a:xfrm>
            <a:off x="2975026" y="2854883"/>
            <a:ext cx="3192900" cy="99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a:t>
            </a:r>
            <a:r>
              <a:rPr lang="en"/>
              <a:t>89,000</a:t>
            </a:r>
            <a:endParaRPr/>
          </a:p>
        </p:txBody>
      </p:sp>
      <p:sp>
        <p:nvSpPr>
          <p:cNvPr id="3082" name="Google Shape;3082;p56"/>
          <p:cNvSpPr txBox="1"/>
          <p:nvPr>
            <p:ph idx="3" type="subTitle"/>
          </p:nvPr>
        </p:nvSpPr>
        <p:spPr>
          <a:xfrm>
            <a:off x="2975025" y="3771876"/>
            <a:ext cx="3192900" cy="6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Neptune</a:t>
            </a:r>
            <a:r>
              <a:rPr b="1" lang="en"/>
              <a:t> </a:t>
            </a:r>
            <a:r>
              <a:rPr lang="en"/>
              <a:t>is the farthest planet from the Sun. It's a really cold place</a:t>
            </a:r>
            <a:endParaRPr/>
          </a:p>
        </p:txBody>
      </p:sp>
      <p:sp>
        <p:nvSpPr>
          <p:cNvPr id="3083" name="Google Shape;3083;p56"/>
          <p:cNvSpPr/>
          <p:nvPr/>
        </p:nvSpPr>
        <p:spPr>
          <a:xfrm>
            <a:off x="1501266" y="1039313"/>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1501266" y="3160838"/>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6669966" y="1039313"/>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6669966" y="3160838"/>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87" name="Google Shape;3087;p56"/>
          <p:cNvCxnSpPr>
            <a:stCxn id="3081" idx="1"/>
            <a:endCxn id="3084" idx="6"/>
          </p:cNvCxnSpPr>
          <p:nvPr/>
        </p:nvCxnSpPr>
        <p:spPr>
          <a:xfrm flipH="1">
            <a:off x="2472826" y="3350483"/>
            <a:ext cx="502200" cy="296100"/>
          </a:xfrm>
          <a:prstGeom prst="curvedConnector3">
            <a:avLst>
              <a:gd fmla="val 49986" name="adj1"/>
            </a:avLst>
          </a:prstGeom>
          <a:noFill/>
          <a:ln cap="flat" cmpd="sng" w="9525">
            <a:solidFill>
              <a:schemeClr val="lt1"/>
            </a:solidFill>
            <a:prstDash val="solid"/>
            <a:round/>
            <a:headEnd len="med" w="med" type="none"/>
            <a:tailEnd len="med" w="med" type="oval"/>
          </a:ln>
        </p:spPr>
      </p:cxnSp>
      <p:cxnSp>
        <p:nvCxnSpPr>
          <p:cNvPr id="3088" name="Google Shape;3088;p56"/>
          <p:cNvCxnSpPr>
            <a:stCxn id="3079" idx="1"/>
            <a:endCxn id="3083" idx="6"/>
          </p:cNvCxnSpPr>
          <p:nvPr/>
        </p:nvCxnSpPr>
        <p:spPr>
          <a:xfrm flipH="1">
            <a:off x="2472826" y="1224313"/>
            <a:ext cx="502200" cy="300900"/>
          </a:xfrm>
          <a:prstGeom prst="curvedConnector3">
            <a:avLst>
              <a:gd fmla="val 49986" name="adj1"/>
            </a:avLst>
          </a:prstGeom>
          <a:noFill/>
          <a:ln cap="flat" cmpd="sng" w="9525">
            <a:solidFill>
              <a:schemeClr val="lt1"/>
            </a:solidFill>
            <a:prstDash val="solid"/>
            <a:round/>
            <a:headEnd len="med" w="med" type="none"/>
            <a:tailEnd len="med" w="med" type="oval"/>
          </a:ln>
        </p:spPr>
      </p:cxnSp>
      <p:cxnSp>
        <p:nvCxnSpPr>
          <p:cNvPr id="3089" name="Google Shape;3089;p56"/>
          <p:cNvCxnSpPr>
            <a:stCxn id="3079" idx="3"/>
            <a:endCxn id="3085" idx="2"/>
          </p:cNvCxnSpPr>
          <p:nvPr/>
        </p:nvCxnSpPr>
        <p:spPr>
          <a:xfrm>
            <a:off x="6167926" y="1224013"/>
            <a:ext cx="501900" cy="301200"/>
          </a:xfrm>
          <a:prstGeom prst="curvedConnector3">
            <a:avLst>
              <a:gd fmla="val 50014" name="adj1"/>
            </a:avLst>
          </a:prstGeom>
          <a:noFill/>
          <a:ln cap="flat" cmpd="sng" w="9525">
            <a:solidFill>
              <a:schemeClr val="lt1"/>
            </a:solidFill>
            <a:prstDash val="solid"/>
            <a:round/>
            <a:headEnd len="med" w="med" type="none"/>
            <a:tailEnd len="med" w="med" type="oval"/>
          </a:ln>
        </p:spPr>
      </p:cxnSp>
      <p:cxnSp>
        <p:nvCxnSpPr>
          <p:cNvPr id="3090" name="Google Shape;3090;p56"/>
          <p:cNvCxnSpPr>
            <a:stCxn id="3081" idx="3"/>
            <a:endCxn id="3086" idx="2"/>
          </p:cNvCxnSpPr>
          <p:nvPr/>
        </p:nvCxnSpPr>
        <p:spPr>
          <a:xfrm>
            <a:off x="6167926" y="3350483"/>
            <a:ext cx="501900" cy="296100"/>
          </a:xfrm>
          <a:prstGeom prst="curvedConnector3">
            <a:avLst>
              <a:gd fmla="val 50014" name="adj1"/>
            </a:avLst>
          </a:prstGeom>
          <a:noFill/>
          <a:ln cap="flat" cmpd="sng" w="9525">
            <a:solidFill>
              <a:schemeClr val="lt1"/>
            </a:solidFill>
            <a:prstDash val="solid"/>
            <a:round/>
            <a:headEnd len="med" w="med" type="none"/>
            <a:tailEnd len="med" w="med" type="oval"/>
          </a:ln>
        </p:spPr>
      </p:cxnSp>
      <p:grpSp>
        <p:nvGrpSpPr>
          <p:cNvPr id="3091" name="Google Shape;3091;p56"/>
          <p:cNvGrpSpPr/>
          <p:nvPr/>
        </p:nvGrpSpPr>
        <p:grpSpPr>
          <a:xfrm>
            <a:off x="6969533" y="1337009"/>
            <a:ext cx="372580" cy="376345"/>
            <a:chOff x="7502921" y="1439259"/>
            <a:chExt cx="372580" cy="376345"/>
          </a:xfrm>
        </p:grpSpPr>
        <p:sp>
          <p:nvSpPr>
            <p:cNvPr id="3092" name="Google Shape;3092;p56"/>
            <p:cNvSpPr/>
            <p:nvPr/>
          </p:nvSpPr>
          <p:spPr>
            <a:xfrm>
              <a:off x="7544201" y="1715201"/>
              <a:ext cx="1140" cy="1087"/>
            </a:xfrm>
            <a:custGeom>
              <a:rect b="b" l="l" r="r" t="t"/>
              <a:pathLst>
                <a:path extrusionOk="0" h="41" w="43">
                  <a:moveTo>
                    <a:pt x="42" y="1"/>
                  </a:moveTo>
                  <a:lnTo>
                    <a:pt x="0" y="41"/>
                  </a:lnTo>
                  <a:cubicBezTo>
                    <a:pt x="16" y="30"/>
                    <a:pt x="29" y="14"/>
                    <a:pt x="42"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7545367" y="1675512"/>
              <a:ext cx="232594" cy="140092"/>
            </a:xfrm>
            <a:custGeom>
              <a:rect b="b" l="l" r="r" t="t"/>
              <a:pathLst>
                <a:path extrusionOk="0" h="5284" w="8773">
                  <a:moveTo>
                    <a:pt x="3684" y="1"/>
                  </a:moveTo>
                  <a:cubicBezTo>
                    <a:pt x="2252" y="1"/>
                    <a:pt x="952" y="571"/>
                    <a:pt x="0" y="1498"/>
                  </a:cubicBezTo>
                  <a:cubicBezTo>
                    <a:pt x="0" y="1498"/>
                    <a:pt x="0" y="1498"/>
                    <a:pt x="0" y="1498"/>
                  </a:cubicBezTo>
                  <a:cubicBezTo>
                    <a:pt x="21" y="1498"/>
                    <a:pt x="1672" y="5182"/>
                    <a:pt x="5791" y="5284"/>
                  </a:cubicBezTo>
                  <a:lnTo>
                    <a:pt x="6468" y="5284"/>
                  </a:lnTo>
                  <a:lnTo>
                    <a:pt x="6683" y="4998"/>
                  </a:lnTo>
                  <a:lnTo>
                    <a:pt x="6896" y="5284"/>
                  </a:lnTo>
                  <a:lnTo>
                    <a:pt x="8395" y="5284"/>
                  </a:lnTo>
                  <a:lnTo>
                    <a:pt x="8644" y="4836"/>
                  </a:lnTo>
                  <a:cubicBezTo>
                    <a:pt x="8644" y="4499"/>
                    <a:pt x="8681" y="4273"/>
                    <a:pt x="8772" y="3864"/>
                  </a:cubicBezTo>
                  <a:cubicBezTo>
                    <a:pt x="8156" y="1635"/>
                    <a:pt x="6109" y="3"/>
                    <a:pt x="3684"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7716771" y="1794765"/>
              <a:ext cx="11427" cy="20839"/>
            </a:xfrm>
            <a:custGeom>
              <a:rect b="b" l="l" r="r" t="t"/>
              <a:pathLst>
                <a:path extrusionOk="0" h="786" w="431">
                  <a:moveTo>
                    <a:pt x="216" y="1"/>
                  </a:moveTo>
                  <a:cubicBezTo>
                    <a:pt x="98" y="1"/>
                    <a:pt x="1" y="96"/>
                    <a:pt x="1" y="214"/>
                  </a:cubicBezTo>
                  <a:lnTo>
                    <a:pt x="1" y="786"/>
                  </a:lnTo>
                  <a:lnTo>
                    <a:pt x="431" y="786"/>
                  </a:lnTo>
                  <a:lnTo>
                    <a:pt x="431" y="214"/>
                  </a:lnTo>
                  <a:cubicBezTo>
                    <a:pt x="431" y="98"/>
                    <a:pt x="331" y="1"/>
                    <a:pt x="216"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7767940" y="1777956"/>
              <a:ext cx="15192" cy="37648"/>
            </a:xfrm>
            <a:custGeom>
              <a:rect b="b" l="l" r="r" t="t"/>
              <a:pathLst>
                <a:path extrusionOk="0" h="1420" w="573">
                  <a:moveTo>
                    <a:pt x="377" y="0"/>
                  </a:moveTo>
                  <a:cubicBezTo>
                    <a:pt x="149" y="209"/>
                    <a:pt x="0" y="511"/>
                    <a:pt x="0" y="850"/>
                  </a:cubicBezTo>
                  <a:lnTo>
                    <a:pt x="0" y="1420"/>
                  </a:lnTo>
                  <a:lnTo>
                    <a:pt x="572" y="1420"/>
                  </a:lnTo>
                  <a:cubicBezTo>
                    <a:pt x="572" y="930"/>
                    <a:pt x="506" y="453"/>
                    <a:pt x="37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7502921" y="1714485"/>
              <a:ext cx="195954" cy="101119"/>
            </a:xfrm>
            <a:custGeom>
              <a:rect b="b" l="l" r="r" t="t"/>
              <a:pathLst>
                <a:path extrusionOk="0" h="3814" w="7391">
                  <a:moveTo>
                    <a:pt x="1749" y="0"/>
                  </a:moveTo>
                  <a:cubicBezTo>
                    <a:pt x="1672" y="0"/>
                    <a:pt x="1599" y="28"/>
                    <a:pt x="1599" y="28"/>
                  </a:cubicBezTo>
                  <a:cubicBezTo>
                    <a:pt x="681" y="920"/>
                    <a:pt x="87" y="2148"/>
                    <a:pt x="9" y="3512"/>
                  </a:cubicBezTo>
                  <a:cubicBezTo>
                    <a:pt x="0" y="3676"/>
                    <a:pt x="131" y="3814"/>
                    <a:pt x="293" y="3814"/>
                  </a:cubicBezTo>
                  <a:lnTo>
                    <a:pt x="7390" y="3814"/>
                  </a:lnTo>
                  <a:cubicBezTo>
                    <a:pt x="4427" y="3235"/>
                    <a:pt x="2171" y="1172"/>
                    <a:pt x="1919" y="119"/>
                  </a:cubicBezTo>
                  <a:cubicBezTo>
                    <a:pt x="1896" y="25"/>
                    <a:pt x="1821" y="0"/>
                    <a:pt x="17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7528240" y="1698392"/>
              <a:ext cx="34148" cy="34201"/>
            </a:xfrm>
            <a:custGeom>
              <a:rect b="b" l="l" r="r" t="t"/>
              <a:pathLst>
                <a:path extrusionOk="0" h="1290" w="1288">
                  <a:moveTo>
                    <a:pt x="644" y="1"/>
                  </a:moveTo>
                  <a:cubicBezTo>
                    <a:pt x="289" y="1"/>
                    <a:pt x="1" y="289"/>
                    <a:pt x="1" y="646"/>
                  </a:cubicBezTo>
                  <a:cubicBezTo>
                    <a:pt x="1" y="1001"/>
                    <a:pt x="289" y="1289"/>
                    <a:pt x="644" y="1289"/>
                  </a:cubicBezTo>
                  <a:cubicBezTo>
                    <a:pt x="999" y="1289"/>
                    <a:pt x="1287" y="1001"/>
                    <a:pt x="1287" y="646"/>
                  </a:cubicBezTo>
                  <a:cubicBezTo>
                    <a:pt x="1287" y="289"/>
                    <a:pt x="999" y="1"/>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7722418" y="1541279"/>
              <a:ext cx="53131" cy="53052"/>
            </a:xfrm>
            <a:custGeom>
              <a:rect b="b" l="l" r="r" t="t"/>
              <a:pathLst>
                <a:path extrusionOk="0" h="2001" w="2004">
                  <a:moveTo>
                    <a:pt x="1003" y="0"/>
                  </a:moveTo>
                  <a:cubicBezTo>
                    <a:pt x="451" y="0"/>
                    <a:pt x="1" y="448"/>
                    <a:pt x="1" y="1001"/>
                  </a:cubicBezTo>
                  <a:cubicBezTo>
                    <a:pt x="1" y="1553"/>
                    <a:pt x="451" y="2001"/>
                    <a:pt x="1003" y="2001"/>
                  </a:cubicBezTo>
                  <a:cubicBezTo>
                    <a:pt x="1555" y="2001"/>
                    <a:pt x="2003" y="1553"/>
                    <a:pt x="2003" y="1001"/>
                  </a:cubicBezTo>
                  <a:cubicBezTo>
                    <a:pt x="2003" y="448"/>
                    <a:pt x="1555" y="0"/>
                    <a:pt x="1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7510504" y="1541279"/>
              <a:ext cx="53052" cy="53052"/>
            </a:xfrm>
            <a:custGeom>
              <a:rect b="b" l="l" r="r" t="t"/>
              <a:pathLst>
                <a:path extrusionOk="0" h="2001" w="2001">
                  <a:moveTo>
                    <a:pt x="1000" y="0"/>
                  </a:moveTo>
                  <a:cubicBezTo>
                    <a:pt x="448" y="0"/>
                    <a:pt x="0" y="448"/>
                    <a:pt x="0" y="1001"/>
                  </a:cubicBezTo>
                  <a:cubicBezTo>
                    <a:pt x="0" y="1553"/>
                    <a:pt x="448" y="2001"/>
                    <a:pt x="1000" y="2001"/>
                  </a:cubicBezTo>
                  <a:cubicBezTo>
                    <a:pt x="1553" y="2001"/>
                    <a:pt x="2001" y="1553"/>
                    <a:pt x="2001" y="1001"/>
                  </a:cubicBezTo>
                  <a:cubicBezTo>
                    <a:pt x="2001" y="448"/>
                    <a:pt x="1553"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7720536" y="1572723"/>
              <a:ext cx="56472" cy="71663"/>
            </a:xfrm>
            <a:custGeom>
              <a:rect b="b" l="l" r="r" t="t"/>
              <a:pathLst>
                <a:path extrusionOk="0" h="2703" w="2130">
                  <a:moveTo>
                    <a:pt x="1065" y="1"/>
                  </a:moveTo>
                  <a:cubicBezTo>
                    <a:pt x="477" y="1"/>
                    <a:pt x="1" y="606"/>
                    <a:pt x="1" y="1352"/>
                  </a:cubicBezTo>
                  <a:cubicBezTo>
                    <a:pt x="1" y="2097"/>
                    <a:pt x="477" y="2702"/>
                    <a:pt x="1065" y="2702"/>
                  </a:cubicBezTo>
                  <a:cubicBezTo>
                    <a:pt x="1653" y="2702"/>
                    <a:pt x="2130" y="2097"/>
                    <a:pt x="2130" y="1352"/>
                  </a:cubicBezTo>
                  <a:cubicBezTo>
                    <a:pt x="2130" y="606"/>
                    <a:pt x="1653" y="1"/>
                    <a:pt x="1065"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7554408" y="1495810"/>
              <a:ext cx="194390" cy="211543"/>
            </a:xfrm>
            <a:custGeom>
              <a:rect b="b" l="l" r="r" t="t"/>
              <a:pathLst>
                <a:path extrusionOk="0" h="7979" w="7332">
                  <a:moveTo>
                    <a:pt x="3341" y="1"/>
                  </a:moveTo>
                  <a:cubicBezTo>
                    <a:pt x="2540" y="1"/>
                    <a:pt x="1795" y="249"/>
                    <a:pt x="1172" y="671"/>
                  </a:cubicBezTo>
                  <a:cubicBezTo>
                    <a:pt x="728" y="1292"/>
                    <a:pt x="1" y="2589"/>
                    <a:pt x="1" y="3235"/>
                  </a:cubicBezTo>
                  <a:cubicBezTo>
                    <a:pt x="1" y="5803"/>
                    <a:pt x="1919" y="7644"/>
                    <a:pt x="4889" y="7979"/>
                  </a:cubicBezTo>
                  <a:cubicBezTo>
                    <a:pt x="6324" y="7349"/>
                    <a:pt x="7331" y="5874"/>
                    <a:pt x="7331" y="4153"/>
                  </a:cubicBezTo>
                  <a:cubicBezTo>
                    <a:pt x="7331" y="1862"/>
                    <a:pt x="5546" y="5"/>
                    <a:pt x="3341"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7537255" y="1513574"/>
              <a:ext cx="146800" cy="202370"/>
            </a:xfrm>
            <a:custGeom>
              <a:rect b="b" l="l" r="r" t="t"/>
              <a:pathLst>
                <a:path extrusionOk="0" h="7633" w="5537">
                  <a:moveTo>
                    <a:pt x="1819" y="1"/>
                  </a:moveTo>
                  <a:lnTo>
                    <a:pt x="1819" y="1"/>
                  </a:lnTo>
                  <a:cubicBezTo>
                    <a:pt x="723" y="742"/>
                    <a:pt x="0" y="2023"/>
                    <a:pt x="0" y="3483"/>
                  </a:cubicBezTo>
                  <a:cubicBezTo>
                    <a:pt x="0" y="5776"/>
                    <a:pt x="1786" y="7633"/>
                    <a:pt x="3988" y="7633"/>
                  </a:cubicBezTo>
                  <a:cubicBezTo>
                    <a:pt x="4538" y="7633"/>
                    <a:pt x="5059" y="7517"/>
                    <a:pt x="5536" y="7309"/>
                  </a:cubicBezTo>
                  <a:cubicBezTo>
                    <a:pt x="3203" y="6590"/>
                    <a:pt x="1513" y="4417"/>
                    <a:pt x="1513" y="1850"/>
                  </a:cubicBezTo>
                  <a:cubicBezTo>
                    <a:pt x="1513" y="1203"/>
                    <a:pt x="1619" y="580"/>
                    <a:pt x="1819"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7509019" y="1572723"/>
              <a:ext cx="56472" cy="71663"/>
            </a:xfrm>
            <a:custGeom>
              <a:rect b="b" l="l" r="r" t="t"/>
              <a:pathLst>
                <a:path extrusionOk="0" h="2703" w="2130">
                  <a:moveTo>
                    <a:pt x="1065" y="1"/>
                  </a:moveTo>
                  <a:cubicBezTo>
                    <a:pt x="475" y="1"/>
                    <a:pt x="1" y="606"/>
                    <a:pt x="1" y="1352"/>
                  </a:cubicBezTo>
                  <a:cubicBezTo>
                    <a:pt x="1" y="2097"/>
                    <a:pt x="475" y="2702"/>
                    <a:pt x="1065" y="2702"/>
                  </a:cubicBezTo>
                  <a:cubicBezTo>
                    <a:pt x="1653" y="2702"/>
                    <a:pt x="2130" y="2097"/>
                    <a:pt x="2130" y="1352"/>
                  </a:cubicBezTo>
                  <a:cubicBezTo>
                    <a:pt x="2130" y="606"/>
                    <a:pt x="1653" y="1"/>
                    <a:pt x="106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7560533" y="1503631"/>
              <a:ext cx="199321" cy="98547"/>
            </a:xfrm>
            <a:custGeom>
              <a:rect b="b" l="l" r="r" t="t"/>
              <a:pathLst>
                <a:path extrusionOk="0" h="3717" w="7518">
                  <a:moveTo>
                    <a:pt x="1081" y="1"/>
                  </a:moveTo>
                  <a:cubicBezTo>
                    <a:pt x="477" y="566"/>
                    <a:pt x="1" y="1172"/>
                    <a:pt x="1" y="1962"/>
                  </a:cubicBezTo>
                  <a:cubicBezTo>
                    <a:pt x="1" y="2163"/>
                    <a:pt x="351" y="2421"/>
                    <a:pt x="666" y="2820"/>
                  </a:cubicBezTo>
                  <a:cubicBezTo>
                    <a:pt x="673" y="2827"/>
                    <a:pt x="679" y="2831"/>
                    <a:pt x="688" y="2840"/>
                  </a:cubicBezTo>
                  <a:cubicBezTo>
                    <a:pt x="870" y="3019"/>
                    <a:pt x="1121" y="3135"/>
                    <a:pt x="1398" y="3135"/>
                  </a:cubicBezTo>
                  <a:cubicBezTo>
                    <a:pt x="1642" y="3135"/>
                    <a:pt x="1866" y="3046"/>
                    <a:pt x="2041" y="2898"/>
                  </a:cubicBezTo>
                  <a:cubicBezTo>
                    <a:pt x="2067" y="2876"/>
                    <a:pt x="2099" y="2865"/>
                    <a:pt x="2131" y="2865"/>
                  </a:cubicBezTo>
                  <a:cubicBezTo>
                    <a:pt x="2179" y="2865"/>
                    <a:pt x="2227" y="2890"/>
                    <a:pt x="2254" y="2935"/>
                  </a:cubicBezTo>
                  <a:cubicBezTo>
                    <a:pt x="2429" y="3226"/>
                    <a:pt x="2746" y="3419"/>
                    <a:pt x="3110" y="3419"/>
                  </a:cubicBezTo>
                  <a:cubicBezTo>
                    <a:pt x="3474" y="3419"/>
                    <a:pt x="3793" y="3226"/>
                    <a:pt x="3966" y="2935"/>
                  </a:cubicBezTo>
                  <a:cubicBezTo>
                    <a:pt x="3996" y="2890"/>
                    <a:pt x="4044" y="2865"/>
                    <a:pt x="4092" y="2865"/>
                  </a:cubicBezTo>
                  <a:cubicBezTo>
                    <a:pt x="4124" y="2865"/>
                    <a:pt x="4155" y="2876"/>
                    <a:pt x="4181" y="2898"/>
                  </a:cubicBezTo>
                  <a:cubicBezTo>
                    <a:pt x="4354" y="3046"/>
                    <a:pt x="4581" y="3135"/>
                    <a:pt x="4825" y="3135"/>
                  </a:cubicBezTo>
                  <a:cubicBezTo>
                    <a:pt x="5102" y="3135"/>
                    <a:pt x="5352" y="3024"/>
                    <a:pt x="5534" y="2840"/>
                  </a:cubicBezTo>
                  <a:cubicBezTo>
                    <a:pt x="5560" y="2814"/>
                    <a:pt x="5595" y="2801"/>
                    <a:pt x="5631" y="2801"/>
                  </a:cubicBezTo>
                  <a:cubicBezTo>
                    <a:pt x="5645" y="2801"/>
                    <a:pt x="5659" y="2803"/>
                    <a:pt x="5672" y="2807"/>
                  </a:cubicBezTo>
                  <a:cubicBezTo>
                    <a:pt x="5763" y="2835"/>
                    <a:pt x="5863" y="2851"/>
                    <a:pt x="5967" y="2851"/>
                  </a:cubicBezTo>
                  <a:cubicBezTo>
                    <a:pt x="6069" y="2851"/>
                    <a:pt x="6169" y="2838"/>
                    <a:pt x="6262" y="2807"/>
                  </a:cubicBezTo>
                  <a:cubicBezTo>
                    <a:pt x="6276" y="2803"/>
                    <a:pt x="6290" y="2801"/>
                    <a:pt x="6304" y="2801"/>
                  </a:cubicBezTo>
                  <a:cubicBezTo>
                    <a:pt x="6383" y="2801"/>
                    <a:pt x="6450" y="2861"/>
                    <a:pt x="6450" y="2942"/>
                  </a:cubicBezTo>
                  <a:lnTo>
                    <a:pt x="6450" y="3430"/>
                  </a:lnTo>
                  <a:cubicBezTo>
                    <a:pt x="6450" y="3610"/>
                    <a:pt x="6594" y="3717"/>
                    <a:pt x="6739" y="3717"/>
                  </a:cubicBezTo>
                  <a:cubicBezTo>
                    <a:pt x="6837" y="3717"/>
                    <a:pt x="6937" y="3667"/>
                    <a:pt x="6991" y="3558"/>
                  </a:cubicBezTo>
                  <a:lnTo>
                    <a:pt x="7315" y="2909"/>
                  </a:lnTo>
                  <a:cubicBezTo>
                    <a:pt x="7495" y="2554"/>
                    <a:pt x="7517" y="2143"/>
                    <a:pt x="7377" y="1773"/>
                  </a:cubicBezTo>
                  <a:lnTo>
                    <a:pt x="6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7526199" y="1503578"/>
              <a:ext cx="62994" cy="98520"/>
            </a:xfrm>
            <a:custGeom>
              <a:rect b="b" l="l" r="r" t="t"/>
              <a:pathLst>
                <a:path extrusionOk="0" h="3716" w="2376">
                  <a:moveTo>
                    <a:pt x="799" y="1"/>
                  </a:moveTo>
                  <a:lnTo>
                    <a:pt x="138" y="1773"/>
                  </a:lnTo>
                  <a:cubicBezTo>
                    <a:pt x="0" y="2143"/>
                    <a:pt x="23" y="2554"/>
                    <a:pt x="200" y="2908"/>
                  </a:cubicBezTo>
                  <a:lnTo>
                    <a:pt x="524" y="3558"/>
                  </a:lnTo>
                  <a:cubicBezTo>
                    <a:pt x="578" y="3667"/>
                    <a:pt x="676" y="3716"/>
                    <a:pt x="775" y="3716"/>
                  </a:cubicBezTo>
                  <a:cubicBezTo>
                    <a:pt x="920" y="3716"/>
                    <a:pt x="1065" y="3609"/>
                    <a:pt x="1065" y="3430"/>
                  </a:cubicBezTo>
                  <a:lnTo>
                    <a:pt x="1065" y="2942"/>
                  </a:lnTo>
                  <a:cubicBezTo>
                    <a:pt x="1065" y="2860"/>
                    <a:pt x="1131" y="2800"/>
                    <a:pt x="1208" y="2800"/>
                  </a:cubicBezTo>
                  <a:cubicBezTo>
                    <a:pt x="1223" y="2800"/>
                    <a:pt x="1238" y="2802"/>
                    <a:pt x="1253" y="2806"/>
                  </a:cubicBezTo>
                  <a:cubicBezTo>
                    <a:pt x="1347" y="2833"/>
                    <a:pt x="1446" y="2851"/>
                    <a:pt x="1551" y="2851"/>
                  </a:cubicBezTo>
                  <a:cubicBezTo>
                    <a:pt x="1653" y="2851"/>
                    <a:pt x="1750" y="2833"/>
                    <a:pt x="1843" y="2806"/>
                  </a:cubicBezTo>
                  <a:cubicBezTo>
                    <a:pt x="1857" y="2802"/>
                    <a:pt x="1872" y="2801"/>
                    <a:pt x="1886" y="2801"/>
                  </a:cubicBezTo>
                  <a:cubicBezTo>
                    <a:pt x="1913" y="2801"/>
                    <a:pt x="1939" y="2807"/>
                    <a:pt x="1961" y="2822"/>
                  </a:cubicBezTo>
                  <a:cubicBezTo>
                    <a:pt x="1941" y="2627"/>
                    <a:pt x="1930" y="2429"/>
                    <a:pt x="1930" y="2227"/>
                  </a:cubicBezTo>
                  <a:cubicBezTo>
                    <a:pt x="1930" y="1440"/>
                    <a:pt x="2087" y="688"/>
                    <a:pt x="2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7514189" y="1456307"/>
              <a:ext cx="59494" cy="64770"/>
            </a:xfrm>
            <a:custGeom>
              <a:rect b="b" l="l" r="r" t="t"/>
              <a:pathLst>
                <a:path extrusionOk="0" h="2443" w="2244">
                  <a:moveTo>
                    <a:pt x="1" y="0"/>
                  </a:moveTo>
                  <a:lnTo>
                    <a:pt x="1" y="999"/>
                  </a:lnTo>
                  <a:cubicBezTo>
                    <a:pt x="1" y="1256"/>
                    <a:pt x="174" y="1480"/>
                    <a:pt x="420" y="1551"/>
                  </a:cubicBezTo>
                  <a:lnTo>
                    <a:pt x="631" y="1608"/>
                  </a:lnTo>
                  <a:cubicBezTo>
                    <a:pt x="930" y="1688"/>
                    <a:pt x="1161" y="1926"/>
                    <a:pt x="1236" y="2225"/>
                  </a:cubicBezTo>
                  <a:lnTo>
                    <a:pt x="1292" y="2442"/>
                  </a:lnTo>
                  <a:lnTo>
                    <a:pt x="2243" y="2442"/>
                  </a:lnTo>
                  <a:lnTo>
                    <a:pt x="1806" y="49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7502921" y="1440373"/>
              <a:ext cx="77973" cy="82533"/>
            </a:xfrm>
            <a:custGeom>
              <a:rect b="b" l="l" r="r" t="t"/>
              <a:pathLst>
                <a:path extrusionOk="0" h="3113" w="2941">
                  <a:moveTo>
                    <a:pt x="284" y="1"/>
                  </a:moveTo>
                  <a:cubicBezTo>
                    <a:pt x="133" y="1"/>
                    <a:pt x="0" y="127"/>
                    <a:pt x="0" y="289"/>
                  </a:cubicBezTo>
                  <a:lnTo>
                    <a:pt x="0" y="342"/>
                  </a:lnTo>
                  <a:cubicBezTo>
                    <a:pt x="0" y="599"/>
                    <a:pt x="171" y="823"/>
                    <a:pt x="419" y="892"/>
                  </a:cubicBezTo>
                  <a:lnTo>
                    <a:pt x="1218" y="1112"/>
                  </a:lnTo>
                  <a:cubicBezTo>
                    <a:pt x="1417" y="1167"/>
                    <a:pt x="1568" y="1322"/>
                    <a:pt x="1619" y="1522"/>
                  </a:cubicBezTo>
                  <a:lnTo>
                    <a:pt x="2021" y="3112"/>
                  </a:lnTo>
                  <a:lnTo>
                    <a:pt x="2941" y="3112"/>
                  </a:lnTo>
                  <a:lnTo>
                    <a:pt x="2449" y="1309"/>
                  </a:lnTo>
                  <a:cubicBezTo>
                    <a:pt x="2316" y="821"/>
                    <a:pt x="1934" y="440"/>
                    <a:pt x="1446" y="306"/>
                  </a:cubicBezTo>
                  <a:lnTo>
                    <a:pt x="359" y="12"/>
                  </a:lnTo>
                  <a:cubicBezTo>
                    <a:pt x="334" y="4"/>
                    <a:pt x="309" y="1"/>
                    <a:pt x="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7711309" y="1456307"/>
              <a:ext cx="59468" cy="64770"/>
            </a:xfrm>
            <a:custGeom>
              <a:rect b="b" l="l" r="r" t="t"/>
              <a:pathLst>
                <a:path extrusionOk="0" h="2443" w="2243">
                  <a:moveTo>
                    <a:pt x="2243" y="0"/>
                  </a:moveTo>
                  <a:lnTo>
                    <a:pt x="437" y="495"/>
                  </a:lnTo>
                  <a:lnTo>
                    <a:pt x="0" y="2442"/>
                  </a:lnTo>
                  <a:lnTo>
                    <a:pt x="954" y="2442"/>
                  </a:lnTo>
                  <a:lnTo>
                    <a:pt x="1009" y="2225"/>
                  </a:lnTo>
                  <a:cubicBezTo>
                    <a:pt x="1085" y="1926"/>
                    <a:pt x="1316" y="1693"/>
                    <a:pt x="1613" y="1608"/>
                  </a:cubicBezTo>
                  <a:lnTo>
                    <a:pt x="1823" y="1551"/>
                  </a:lnTo>
                  <a:cubicBezTo>
                    <a:pt x="2070" y="1480"/>
                    <a:pt x="2243" y="1256"/>
                    <a:pt x="2243" y="999"/>
                  </a:cubicBezTo>
                  <a:lnTo>
                    <a:pt x="22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7704124" y="1440373"/>
              <a:ext cx="78053" cy="82533"/>
            </a:xfrm>
            <a:custGeom>
              <a:rect b="b" l="l" r="r" t="t"/>
              <a:pathLst>
                <a:path extrusionOk="0" h="3113" w="2944">
                  <a:moveTo>
                    <a:pt x="2658" y="1"/>
                  </a:moveTo>
                  <a:cubicBezTo>
                    <a:pt x="2633" y="1"/>
                    <a:pt x="2608" y="4"/>
                    <a:pt x="2582" y="12"/>
                  </a:cubicBezTo>
                  <a:lnTo>
                    <a:pt x="1496" y="306"/>
                  </a:lnTo>
                  <a:cubicBezTo>
                    <a:pt x="1008" y="440"/>
                    <a:pt x="628" y="821"/>
                    <a:pt x="495" y="1309"/>
                  </a:cubicBezTo>
                  <a:lnTo>
                    <a:pt x="1" y="3112"/>
                  </a:lnTo>
                  <a:lnTo>
                    <a:pt x="921" y="3112"/>
                  </a:lnTo>
                  <a:lnTo>
                    <a:pt x="1325" y="1522"/>
                  </a:lnTo>
                  <a:cubicBezTo>
                    <a:pt x="1374" y="1322"/>
                    <a:pt x="1527" y="1167"/>
                    <a:pt x="1726" y="1112"/>
                  </a:cubicBezTo>
                  <a:lnTo>
                    <a:pt x="2525" y="892"/>
                  </a:lnTo>
                  <a:cubicBezTo>
                    <a:pt x="2771" y="823"/>
                    <a:pt x="2944" y="599"/>
                    <a:pt x="2944" y="342"/>
                  </a:cubicBezTo>
                  <a:lnTo>
                    <a:pt x="2944" y="289"/>
                  </a:lnTo>
                  <a:cubicBezTo>
                    <a:pt x="2944" y="127"/>
                    <a:pt x="2810" y="1"/>
                    <a:pt x="2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7607566" y="1439259"/>
              <a:ext cx="147701" cy="102285"/>
            </a:xfrm>
            <a:custGeom>
              <a:rect b="b" l="l" r="r" t="t"/>
              <a:pathLst>
                <a:path extrusionOk="0" h="3858" w="5571">
                  <a:moveTo>
                    <a:pt x="1243" y="0"/>
                  </a:moveTo>
                  <a:cubicBezTo>
                    <a:pt x="336" y="510"/>
                    <a:pt x="1" y="1227"/>
                    <a:pt x="1" y="1863"/>
                  </a:cubicBezTo>
                  <a:cubicBezTo>
                    <a:pt x="1" y="2624"/>
                    <a:pt x="256" y="3258"/>
                    <a:pt x="1474" y="3857"/>
                  </a:cubicBezTo>
                  <a:lnTo>
                    <a:pt x="5570" y="3857"/>
                  </a:lnTo>
                  <a:cubicBezTo>
                    <a:pt x="5249" y="1673"/>
                    <a:pt x="3474" y="0"/>
                    <a:pt x="1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7530839" y="1439312"/>
              <a:ext cx="115807" cy="102232"/>
            </a:xfrm>
            <a:custGeom>
              <a:rect b="b" l="l" r="r" t="t"/>
              <a:pathLst>
                <a:path extrusionOk="0" h="3856" w="4368">
                  <a:moveTo>
                    <a:pt x="4137" y="0"/>
                  </a:moveTo>
                  <a:lnTo>
                    <a:pt x="4137" y="0"/>
                  </a:lnTo>
                  <a:cubicBezTo>
                    <a:pt x="2041" y="49"/>
                    <a:pt x="315" y="1704"/>
                    <a:pt x="1" y="3855"/>
                  </a:cubicBezTo>
                  <a:lnTo>
                    <a:pt x="4368" y="3855"/>
                  </a:lnTo>
                  <a:cubicBezTo>
                    <a:pt x="3849" y="3248"/>
                    <a:pt x="3554" y="2538"/>
                    <a:pt x="3554" y="1779"/>
                  </a:cubicBezTo>
                  <a:cubicBezTo>
                    <a:pt x="3554" y="1141"/>
                    <a:pt x="3764" y="535"/>
                    <a:pt x="41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7582246" y="1521050"/>
              <a:ext cx="189485" cy="30304"/>
            </a:xfrm>
            <a:custGeom>
              <a:rect b="b" l="l" r="r" t="t"/>
              <a:pathLst>
                <a:path extrusionOk="0" h="1143" w="7147">
                  <a:moveTo>
                    <a:pt x="639" y="0"/>
                  </a:moveTo>
                  <a:cubicBezTo>
                    <a:pt x="0" y="295"/>
                    <a:pt x="182" y="899"/>
                    <a:pt x="954" y="1143"/>
                  </a:cubicBezTo>
                  <a:lnTo>
                    <a:pt x="6576" y="1143"/>
                  </a:lnTo>
                  <a:cubicBezTo>
                    <a:pt x="6734" y="1143"/>
                    <a:pt x="6878" y="1081"/>
                    <a:pt x="6980" y="976"/>
                  </a:cubicBezTo>
                  <a:cubicBezTo>
                    <a:pt x="7082" y="872"/>
                    <a:pt x="7146" y="730"/>
                    <a:pt x="7146" y="573"/>
                  </a:cubicBezTo>
                  <a:cubicBezTo>
                    <a:pt x="7146" y="255"/>
                    <a:pt x="6891"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7514189" y="1521050"/>
              <a:ext cx="93297" cy="30304"/>
            </a:xfrm>
            <a:custGeom>
              <a:rect b="b" l="l" r="r" t="t"/>
              <a:pathLst>
                <a:path extrusionOk="0" h="1143" w="3519">
                  <a:moveTo>
                    <a:pt x="573" y="0"/>
                  </a:moveTo>
                  <a:cubicBezTo>
                    <a:pt x="413" y="0"/>
                    <a:pt x="271" y="65"/>
                    <a:pt x="167" y="167"/>
                  </a:cubicBezTo>
                  <a:cubicBezTo>
                    <a:pt x="65" y="273"/>
                    <a:pt x="1" y="415"/>
                    <a:pt x="1" y="573"/>
                  </a:cubicBezTo>
                  <a:cubicBezTo>
                    <a:pt x="1" y="888"/>
                    <a:pt x="256" y="1143"/>
                    <a:pt x="573" y="1143"/>
                  </a:cubicBezTo>
                  <a:lnTo>
                    <a:pt x="3518" y="1143"/>
                  </a:lnTo>
                  <a:cubicBezTo>
                    <a:pt x="3228" y="919"/>
                    <a:pt x="3075" y="318"/>
                    <a:pt x="3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7785332" y="1708149"/>
              <a:ext cx="47378" cy="43719"/>
            </a:xfrm>
            <a:custGeom>
              <a:rect b="b" l="l" r="r" t="t"/>
              <a:pathLst>
                <a:path extrusionOk="0" h="1649" w="1787">
                  <a:moveTo>
                    <a:pt x="1" y="1"/>
                  </a:moveTo>
                  <a:lnTo>
                    <a:pt x="1" y="518"/>
                  </a:lnTo>
                  <a:cubicBezTo>
                    <a:pt x="1" y="906"/>
                    <a:pt x="262" y="1247"/>
                    <a:pt x="639" y="1347"/>
                  </a:cubicBezTo>
                  <a:lnTo>
                    <a:pt x="1786" y="1649"/>
                  </a:lnTo>
                  <a:lnTo>
                    <a:pt x="1786" y="47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7777803" y="1682405"/>
              <a:ext cx="47378" cy="43772"/>
            </a:xfrm>
            <a:custGeom>
              <a:rect b="b" l="l" r="r" t="t"/>
              <a:pathLst>
                <a:path extrusionOk="0" h="1651" w="1787">
                  <a:moveTo>
                    <a:pt x="1" y="0"/>
                  </a:moveTo>
                  <a:lnTo>
                    <a:pt x="1" y="519"/>
                  </a:lnTo>
                  <a:cubicBezTo>
                    <a:pt x="1" y="907"/>
                    <a:pt x="260" y="1249"/>
                    <a:pt x="637" y="1349"/>
                  </a:cubicBezTo>
                  <a:lnTo>
                    <a:pt x="1786" y="1651"/>
                  </a:lnTo>
                  <a:lnTo>
                    <a:pt x="1786" y="47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7766402" y="1663767"/>
              <a:ext cx="66705" cy="40591"/>
            </a:xfrm>
            <a:custGeom>
              <a:rect b="b" l="l" r="r" t="t"/>
              <a:pathLst>
                <a:path extrusionOk="0" h="1531" w="2516">
                  <a:moveTo>
                    <a:pt x="146" y="1"/>
                  </a:moveTo>
                  <a:cubicBezTo>
                    <a:pt x="68" y="1"/>
                    <a:pt x="1" y="63"/>
                    <a:pt x="1" y="147"/>
                  </a:cubicBezTo>
                  <a:lnTo>
                    <a:pt x="1" y="422"/>
                  </a:lnTo>
                  <a:cubicBezTo>
                    <a:pt x="1" y="679"/>
                    <a:pt x="176" y="905"/>
                    <a:pt x="424" y="972"/>
                  </a:cubicBezTo>
                  <a:lnTo>
                    <a:pt x="2507" y="1531"/>
                  </a:lnTo>
                  <a:lnTo>
                    <a:pt x="2516" y="615"/>
                  </a:lnTo>
                  <a:lnTo>
                    <a:pt x="180" y="5"/>
                  </a:lnTo>
                  <a:cubicBezTo>
                    <a:pt x="169" y="2"/>
                    <a:pt x="157" y="1"/>
                    <a:pt x="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7809220" y="1708149"/>
              <a:ext cx="47351" cy="43719"/>
            </a:xfrm>
            <a:custGeom>
              <a:rect b="b" l="l" r="r" t="t"/>
              <a:pathLst>
                <a:path extrusionOk="0" h="1649" w="1786">
                  <a:moveTo>
                    <a:pt x="1786" y="1"/>
                  </a:moveTo>
                  <a:lnTo>
                    <a:pt x="0" y="471"/>
                  </a:lnTo>
                  <a:lnTo>
                    <a:pt x="0" y="1649"/>
                  </a:lnTo>
                  <a:lnTo>
                    <a:pt x="1147" y="1347"/>
                  </a:lnTo>
                  <a:cubicBezTo>
                    <a:pt x="1524" y="1247"/>
                    <a:pt x="1786" y="906"/>
                    <a:pt x="1786" y="518"/>
                  </a:cubicBezTo>
                  <a:lnTo>
                    <a:pt x="17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7816749" y="1682405"/>
              <a:ext cx="47351" cy="43772"/>
            </a:xfrm>
            <a:custGeom>
              <a:rect b="b" l="l" r="r" t="t"/>
              <a:pathLst>
                <a:path extrusionOk="0" h="1651" w="1786">
                  <a:moveTo>
                    <a:pt x="1785" y="0"/>
                  </a:moveTo>
                  <a:lnTo>
                    <a:pt x="0" y="473"/>
                  </a:lnTo>
                  <a:lnTo>
                    <a:pt x="0" y="1651"/>
                  </a:lnTo>
                  <a:lnTo>
                    <a:pt x="1149" y="1349"/>
                  </a:lnTo>
                  <a:cubicBezTo>
                    <a:pt x="1526" y="1249"/>
                    <a:pt x="1785" y="907"/>
                    <a:pt x="1785" y="519"/>
                  </a:cubicBezTo>
                  <a:lnTo>
                    <a:pt x="17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7808796" y="1663767"/>
              <a:ext cx="66705" cy="40591"/>
            </a:xfrm>
            <a:custGeom>
              <a:rect b="b" l="l" r="r" t="t"/>
              <a:pathLst>
                <a:path extrusionOk="0" h="1531" w="2516">
                  <a:moveTo>
                    <a:pt x="2371" y="1"/>
                  </a:moveTo>
                  <a:cubicBezTo>
                    <a:pt x="2359" y="1"/>
                    <a:pt x="2348" y="2"/>
                    <a:pt x="2336" y="5"/>
                  </a:cubicBezTo>
                  <a:lnTo>
                    <a:pt x="1" y="615"/>
                  </a:lnTo>
                  <a:lnTo>
                    <a:pt x="10" y="1531"/>
                  </a:lnTo>
                  <a:lnTo>
                    <a:pt x="2092" y="972"/>
                  </a:lnTo>
                  <a:cubicBezTo>
                    <a:pt x="2341" y="905"/>
                    <a:pt x="2516" y="679"/>
                    <a:pt x="2516" y="422"/>
                  </a:cubicBezTo>
                  <a:lnTo>
                    <a:pt x="2516" y="147"/>
                  </a:lnTo>
                  <a:cubicBezTo>
                    <a:pt x="2516" y="63"/>
                    <a:pt x="2448" y="1"/>
                    <a:pt x="2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7807735" y="1653639"/>
              <a:ext cx="26539" cy="154568"/>
            </a:xfrm>
            <a:custGeom>
              <a:rect b="b" l="l" r="r" t="t"/>
              <a:pathLst>
                <a:path extrusionOk="0" h="5830" w="1001">
                  <a:moveTo>
                    <a:pt x="1" y="1"/>
                  </a:moveTo>
                  <a:lnTo>
                    <a:pt x="1" y="5829"/>
                  </a:lnTo>
                  <a:lnTo>
                    <a:pt x="1001" y="5829"/>
                  </a:lnTo>
                  <a:lnTo>
                    <a:pt x="1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7779287" y="1770135"/>
              <a:ext cx="83276" cy="45469"/>
            </a:xfrm>
            <a:custGeom>
              <a:rect b="b" l="l" r="r" t="t"/>
              <a:pathLst>
                <a:path extrusionOk="0" h="1715" w="3141">
                  <a:moveTo>
                    <a:pt x="1142" y="1"/>
                  </a:moveTo>
                  <a:cubicBezTo>
                    <a:pt x="513" y="3"/>
                    <a:pt x="0" y="515"/>
                    <a:pt x="0" y="1143"/>
                  </a:cubicBezTo>
                  <a:lnTo>
                    <a:pt x="0" y="1715"/>
                  </a:lnTo>
                  <a:lnTo>
                    <a:pt x="2855" y="1715"/>
                  </a:lnTo>
                  <a:cubicBezTo>
                    <a:pt x="3014" y="1715"/>
                    <a:pt x="3141" y="1586"/>
                    <a:pt x="3141" y="1429"/>
                  </a:cubicBezTo>
                  <a:lnTo>
                    <a:pt x="3141" y="1143"/>
                  </a:lnTo>
                  <a:cubicBezTo>
                    <a:pt x="3141" y="513"/>
                    <a:pt x="2631" y="1"/>
                    <a:pt x="1999"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7798217" y="1634762"/>
              <a:ext cx="45469" cy="45442"/>
            </a:xfrm>
            <a:custGeom>
              <a:rect b="b" l="l" r="r" t="t"/>
              <a:pathLst>
                <a:path extrusionOk="0" h="1714" w="1715">
                  <a:moveTo>
                    <a:pt x="859" y="1"/>
                  </a:moveTo>
                  <a:cubicBezTo>
                    <a:pt x="384" y="1"/>
                    <a:pt x="0" y="385"/>
                    <a:pt x="0" y="857"/>
                  </a:cubicBezTo>
                  <a:cubicBezTo>
                    <a:pt x="0" y="1332"/>
                    <a:pt x="384" y="1713"/>
                    <a:pt x="859" y="1713"/>
                  </a:cubicBezTo>
                  <a:cubicBezTo>
                    <a:pt x="1331" y="1713"/>
                    <a:pt x="1715" y="1332"/>
                    <a:pt x="1715" y="857"/>
                  </a:cubicBezTo>
                  <a:cubicBezTo>
                    <a:pt x="1715" y="385"/>
                    <a:pt x="1331"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3" name="Google Shape;3123;p56"/>
          <p:cNvGrpSpPr/>
          <p:nvPr/>
        </p:nvGrpSpPr>
        <p:grpSpPr>
          <a:xfrm>
            <a:off x="1797743" y="1336972"/>
            <a:ext cx="378758" cy="376424"/>
            <a:chOff x="6807631" y="1439259"/>
            <a:chExt cx="378758" cy="376424"/>
          </a:xfrm>
        </p:grpSpPr>
        <p:sp>
          <p:nvSpPr>
            <p:cNvPr id="3124" name="Google Shape;3124;p56"/>
            <p:cNvSpPr/>
            <p:nvPr/>
          </p:nvSpPr>
          <p:spPr>
            <a:xfrm>
              <a:off x="6839074" y="1664165"/>
              <a:ext cx="124397" cy="151439"/>
            </a:xfrm>
            <a:custGeom>
              <a:rect b="b" l="l" r="r" t="t"/>
              <a:pathLst>
                <a:path extrusionOk="0" h="5712" w="4692">
                  <a:moveTo>
                    <a:pt x="1" y="1"/>
                  </a:moveTo>
                  <a:lnTo>
                    <a:pt x="888" y="3549"/>
                  </a:lnTo>
                  <a:cubicBezTo>
                    <a:pt x="1207" y="4823"/>
                    <a:pt x="2350" y="5712"/>
                    <a:pt x="3658" y="5712"/>
                  </a:cubicBezTo>
                  <a:lnTo>
                    <a:pt x="4590" y="5712"/>
                  </a:lnTo>
                  <a:cubicBezTo>
                    <a:pt x="4692" y="4783"/>
                    <a:pt x="4690" y="4093"/>
                    <a:pt x="4647" y="3334"/>
                  </a:cubicBezTo>
                  <a:lnTo>
                    <a:pt x="3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6928395" y="1664165"/>
              <a:ext cx="69781" cy="151519"/>
            </a:xfrm>
            <a:custGeom>
              <a:rect b="b" l="l" r="r" t="t"/>
              <a:pathLst>
                <a:path extrusionOk="0" h="5715" w="2632">
                  <a:moveTo>
                    <a:pt x="1" y="1"/>
                  </a:moveTo>
                  <a:lnTo>
                    <a:pt x="1" y="3"/>
                  </a:lnTo>
                  <a:lnTo>
                    <a:pt x="1" y="3"/>
                  </a:lnTo>
                  <a:lnTo>
                    <a:pt x="1" y="1"/>
                  </a:lnTo>
                  <a:close/>
                  <a:moveTo>
                    <a:pt x="1" y="3"/>
                  </a:moveTo>
                  <a:lnTo>
                    <a:pt x="205" y="3882"/>
                  </a:lnTo>
                  <a:cubicBezTo>
                    <a:pt x="247" y="4645"/>
                    <a:pt x="642" y="5308"/>
                    <a:pt x="1223" y="5714"/>
                  </a:cubicBezTo>
                  <a:lnTo>
                    <a:pt x="2631" y="5714"/>
                  </a:lnTo>
                  <a:lnTo>
                    <a:pt x="2059" y="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7030495" y="1664165"/>
              <a:ext cx="124397" cy="151439"/>
            </a:xfrm>
            <a:custGeom>
              <a:rect b="b" l="l" r="r" t="t"/>
              <a:pathLst>
                <a:path extrusionOk="0" h="5712" w="4692">
                  <a:moveTo>
                    <a:pt x="1327" y="1"/>
                  </a:moveTo>
                  <a:lnTo>
                    <a:pt x="45" y="3334"/>
                  </a:lnTo>
                  <a:cubicBezTo>
                    <a:pt x="2" y="4093"/>
                    <a:pt x="0" y="4783"/>
                    <a:pt x="102" y="5712"/>
                  </a:cubicBezTo>
                  <a:lnTo>
                    <a:pt x="1034" y="5712"/>
                  </a:lnTo>
                  <a:cubicBezTo>
                    <a:pt x="2342" y="5712"/>
                    <a:pt x="3485" y="4823"/>
                    <a:pt x="3804" y="3549"/>
                  </a:cubicBezTo>
                  <a:lnTo>
                    <a:pt x="4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6995790" y="1664165"/>
              <a:ext cx="69781" cy="151519"/>
            </a:xfrm>
            <a:custGeom>
              <a:rect b="b" l="l" r="r" t="t"/>
              <a:pathLst>
                <a:path extrusionOk="0" h="5715" w="2632">
                  <a:moveTo>
                    <a:pt x="2631" y="1"/>
                  </a:moveTo>
                  <a:lnTo>
                    <a:pt x="2631" y="3"/>
                  </a:lnTo>
                  <a:lnTo>
                    <a:pt x="2631" y="3"/>
                  </a:lnTo>
                  <a:lnTo>
                    <a:pt x="2631" y="1"/>
                  </a:lnTo>
                  <a:close/>
                  <a:moveTo>
                    <a:pt x="573" y="3"/>
                  </a:moveTo>
                  <a:lnTo>
                    <a:pt x="1" y="5714"/>
                  </a:lnTo>
                  <a:lnTo>
                    <a:pt x="1409" y="5714"/>
                  </a:lnTo>
                  <a:cubicBezTo>
                    <a:pt x="1992" y="5308"/>
                    <a:pt x="2385" y="4645"/>
                    <a:pt x="2427" y="3882"/>
                  </a:cubicBezTo>
                  <a:lnTo>
                    <a:pt x="2631" y="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6933936" y="1530277"/>
              <a:ext cx="126146" cy="285407"/>
            </a:xfrm>
            <a:custGeom>
              <a:rect b="b" l="l" r="r" t="t"/>
              <a:pathLst>
                <a:path extrusionOk="0" h="10765" w="4758">
                  <a:moveTo>
                    <a:pt x="2378" y="1"/>
                  </a:moveTo>
                  <a:cubicBezTo>
                    <a:pt x="2144" y="1"/>
                    <a:pt x="763" y="897"/>
                    <a:pt x="180" y="897"/>
                  </a:cubicBezTo>
                  <a:cubicBezTo>
                    <a:pt x="106" y="897"/>
                    <a:pt x="45" y="883"/>
                    <a:pt x="0" y="850"/>
                  </a:cubicBezTo>
                  <a:lnTo>
                    <a:pt x="0" y="850"/>
                  </a:lnTo>
                  <a:lnTo>
                    <a:pt x="424" y="8910"/>
                  </a:lnTo>
                  <a:cubicBezTo>
                    <a:pt x="480" y="9950"/>
                    <a:pt x="1338" y="10764"/>
                    <a:pt x="2378" y="10764"/>
                  </a:cubicBezTo>
                  <a:cubicBezTo>
                    <a:pt x="2899" y="10764"/>
                    <a:pt x="3374" y="10560"/>
                    <a:pt x="3727" y="10227"/>
                  </a:cubicBezTo>
                  <a:cubicBezTo>
                    <a:pt x="4077" y="9895"/>
                    <a:pt x="4305" y="9429"/>
                    <a:pt x="4332" y="8910"/>
                  </a:cubicBezTo>
                  <a:lnTo>
                    <a:pt x="4758" y="850"/>
                  </a:lnTo>
                  <a:lnTo>
                    <a:pt x="4758" y="850"/>
                  </a:lnTo>
                  <a:cubicBezTo>
                    <a:pt x="4713" y="883"/>
                    <a:pt x="4652" y="897"/>
                    <a:pt x="4578" y="897"/>
                  </a:cubicBezTo>
                  <a:cubicBezTo>
                    <a:pt x="3993" y="897"/>
                    <a:pt x="2612" y="1"/>
                    <a:pt x="2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6932584" y="1527917"/>
              <a:ext cx="128798" cy="63603"/>
            </a:xfrm>
            <a:custGeom>
              <a:rect b="b" l="l" r="r" t="t"/>
              <a:pathLst>
                <a:path extrusionOk="0" h="2399" w="4858">
                  <a:moveTo>
                    <a:pt x="0" y="1"/>
                  </a:moveTo>
                  <a:lnTo>
                    <a:pt x="51" y="939"/>
                  </a:lnTo>
                  <a:cubicBezTo>
                    <a:pt x="451" y="1227"/>
                    <a:pt x="961" y="1445"/>
                    <a:pt x="1544" y="1556"/>
                  </a:cubicBezTo>
                  <a:lnTo>
                    <a:pt x="1804" y="2026"/>
                  </a:lnTo>
                  <a:cubicBezTo>
                    <a:pt x="1928" y="2257"/>
                    <a:pt x="2170" y="2398"/>
                    <a:pt x="2429" y="2398"/>
                  </a:cubicBezTo>
                  <a:cubicBezTo>
                    <a:pt x="2691" y="2398"/>
                    <a:pt x="2930" y="2257"/>
                    <a:pt x="3057" y="2026"/>
                  </a:cubicBezTo>
                  <a:lnTo>
                    <a:pt x="3314" y="1556"/>
                  </a:lnTo>
                  <a:cubicBezTo>
                    <a:pt x="3900" y="1445"/>
                    <a:pt x="4412" y="1227"/>
                    <a:pt x="4809" y="939"/>
                  </a:cubicBezTo>
                  <a:lnTo>
                    <a:pt x="4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6975084" y="1439259"/>
              <a:ext cx="114242" cy="119041"/>
            </a:xfrm>
            <a:custGeom>
              <a:rect b="b" l="l" r="r" t="t"/>
              <a:pathLst>
                <a:path extrusionOk="0" h="4490" w="4309">
                  <a:moveTo>
                    <a:pt x="3336" y="1"/>
                  </a:moveTo>
                  <a:cubicBezTo>
                    <a:pt x="3297" y="1"/>
                    <a:pt x="3256" y="9"/>
                    <a:pt x="3217" y="27"/>
                  </a:cubicBezTo>
                  <a:lnTo>
                    <a:pt x="2569" y="326"/>
                  </a:lnTo>
                  <a:cubicBezTo>
                    <a:pt x="2532" y="344"/>
                    <a:pt x="2491" y="353"/>
                    <a:pt x="2450" y="353"/>
                  </a:cubicBezTo>
                  <a:cubicBezTo>
                    <a:pt x="2425" y="353"/>
                    <a:pt x="2400" y="350"/>
                    <a:pt x="2376" y="344"/>
                  </a:cubicBezTo>
                  <a:lnTo>
                    <a:pt x="1813" y="193"/>
                  </a:lnTo>
                  <a:cubicBezTo>
                    <a:pt x="1789" y="187"/>
                    <a:pt x="1764" y="184"/>
                    <a:pt x="1740" y="184"/>
                  </a:cubicBezTo>
                  <a:cubicBezTo>
                    <a:pt x="1592" y="184"/>
                    <a:pt x="1464" y="303"/>
                    <a:pt x="1456" y="459"/>
                  </a:cubicBezTo>
                  <a:cubicBezTo>
                    <a:pt x="1449" y="608"/>
                    <a:pt x="1436" y="745"/>
                    <a:pt x="1420" y="876"/>
                  </a:cubicBezTo>
                  <a:cubicBezTo>
                    <a:pt x="1225" y="848"/>
                    <a:pt x="1028" y="834"/>
                    <a:pt x="824" y="834"/>
                  </a:cubicBezTo>
                  <a:cubicBezTo>
                    <a:pt x="760" y="834"/>
                    <a:pt x="693" y="839"/>
                    <a:pt x="629" y="841"/>
                  </a:cubicBezTo>
                  <a:cubicBezTo>
                    <a:pt x="229" y="1211"/>
                    <a:pt x="1" y="1843"/>
                    <a:pt x="1" y="2238"/>
                  </a:cubicBezTo>
                  <a:cubicBezTo>
                    <a:pt x="1" y="3247"/>
                    <a:pt x="496" y="4032"/>
                    <a:pt x="1560" y="4489"/>
                  </a:cubicBezTo>
                  <a:cubicBezTo>
                    <a:pt x="2780" y="4279"/>
                    <a:pt x="3683" y="3556"/>
                    <a:pt x="3683" y="2695"/>
                  </a:cubicBezTo>
                  <a:cubicBezTo>
                    <a:pt x="3683" y="2582"/>
                    <a:pt x="3667" y="2473"/>
                    <a:pt x="3638" y="2365"/>
                  </a:cubicBezTo>
                  <a:cubicBezTo>
                    <a:pt x="3780" y="2240"/>
                    <a:pt x="3944" y="2118"/>
                    <a:pt x="4131" y="2003"/>
                  </a:cubicBezTo>
                  <a:cubicBezTo>
                    <a:pt x="4286" y="1905"/>
                    <a:pt x="4308" y="1693"/>
                    <a:pt x="4177" y="1562"/>
                  </a:cubicBezTo>
                  <a:lnTo>
                    <a:pt x="3765" y="1147"/>
                  </a:lnTo>
                  <a:cubicBezTo>
                    <a:pt x="3718" y="1100"/>
                    <a:pt x="3687" y="1036"/>
                    <a:pt x="3683" y="970"/>
                  </a:cubicBezTo>
                  <a:lnTo>
                    <a:pt x="3621" y="260"/>
                  </a:lnTo>
                  <a:cubicBezTo>
                    <a:pt x="3608" y="107"/>
                    <a:pt x="3478" y="1"/>
                    <a:pt x="33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6904640" y="1439259"/>
              <a:ext cx="111830" cy="140887"/>
            </a:xfrm>
            <a:custGeom>
              <a:rect b="b" l="l" r="r" t="t"/>
              <a:pathLst>
                <a:path extrusionOk="0" h="5314" w="4218">
                  <a:moveTo>
                    <a:pt x="968" y="1"/>
                  </a:moveTo>
                  <a:cubicBezTo>
                    <a:pt x="827" y="1"/>
                    <a:pt x="698" y="109"/>
                    <a:pt x="686" y="262"/>
                  </a:cubicBezTo>
                  <a:lnTo>
                    <a:pt x="624" y="972"/>
                  </a:lnTo>
                  <a:cubicBezTo>
                    <a:pt x="620" y="1038"/>
                    <a:pt x="589" y="1100"/>
                    <a:pt x="542" y="1149"/>
                  </a:cubicBezTo>
                  <a:lnTo>
                    <a:pt x="130" y="1562"/>
                  </a:lnTo>
                  <a:cubicBezTo>
                    <a:pt x="1" y="1688"/>
                    <a:pt x="23" y="1905"/>
                    <a:pt x="178" y="2003"/>
                  </a:cubicBezTo>
                  <a:cubicBezTo>
                    <a:pt x="365" y="2121"/>
                    <a:pt x="529" y="2240"/>
                    <a:pt x="673" y="2365"/>
                  </a:cubicBezTo>
                  <a:cubicBezTo>
                    <a:pt x="644" y="2473"/>
                    <a:pt x="629" y="2582"/>
                    <a:pt x="629" y="2695"/>
                  </a:cubicBezTo>
                  <a:cubicBezTo>
                    <a:pt x="629" y="3584"/>
                    <a:pt x="1589" y="4327"/>
                    <a:pt x="2875" y="4509"/>
                  </a:cubicBezTo>
                  <a:lnTo>
                    <a:pt x="3235" y="5164"/>
                  </a:lnTo>
                  <a:cubicBezTo>
                    <a:pt x="3288" y="5263"/>
                    <a:pt x="3386" y="5313"/>
                    <a:pt x="3484" y="5313"/>
                  </a:cubicBezTo>
                  <a:cubicBezTo>
                    <a:pt x="3583" y="5313"/>
                    <a:pt x="3682" y="5263"/>
                    <a:pt x="3736" y="5164"/>
                  </a:cubicBezTo>
                  <a:lnTo>
                    <a:pt x="4093" y="4509"/>
                  </a:lnTo>
                  <a:cubicBezTo>
                    <a:pt x="4135" y="4503"/>
                    <a:pt x="4177" y="4498"/>
                    <a:pt x="4217" y="4489"/>
                  </a:cubicBezTo>
                  <a:cubicBezTo>
                    <a:pt x="3534" y="3877"/>
                    <a:pt x="3102" y="2972"/>
                    <a:pt x="3097" y="1963"/>
                  </a:cubicBezTo>
                  <a:cubicBezTo>
                    <a:pt x="3097" y="1571"/>
                    <a:pt x="3164" y="1194"/>
                    <a:pt x="3286" y="841"/>
                  </a:cubicBezTo>
                  <a:lnTo>
                    <a:pt x="3286" y="841"/>
                  </a:lnTo>
                  <a:cubicBezTo>
                    <a:pt x="3150" y="845"/>
                    <a:pt x="3017" y="861"/>
                    <a:pt x="2886" y="876"/>
                  </a:cubicBezTo>
                  <a:cubicBezTo>
                    <a:pt x="2869" y="743"/>
                    <a:pt x="2858" y="608"/>
                    <a:pt x="2851" y="462"/>
                  </a:cubicBezTo>
                  <a:cubicBezTo>
                    <a:pt x="2847" y="304"/>
                    <a:pt x="2718" y="185"/>
                    <a:pt x="2569" y="185"/>
                  </a:cubicBezTo>
                  <a:cubicBezTo>
                    <a:pt x="2545" y="185"/>
                    <a:pt x="2519" y="188"/>
                    <a:pt x="2494" y="195"/>
                  </a:cubicBezTo>
                  <a:lnTo>
                    <a:pt x="1931" y="344"/>
                  </a:lnTo>
                  <a:cubicBezTo>
                    <a:pt x="1906" y="351"/>
                    <a:pt x="1881" y="354"/>
                    <a:pt x="1857" y="354"/>
                  </a:cubicBezTo>
                  <a:cubicBezTo>
                    <a:pt x="1816" y="354"/>
                    <a:pt x="1775" y="345"/>
                    <a:pt x="1738" y="329"/>
                  </a:cubicBezTo>
                  <a:lnTo>
                    <a:pt x="1090" y="29"/>
                  </a:lnTo>
                  <a:cubicBezTo>
                    <a:pt x="1050" y="10"/>
                    <a:pt x="1008" y="1"/>
                    <a:pt x="9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7072172" y="1586138"/>
              <a:ext cx="114216" cy="118935"/>
            </a:xfrm>
            <a:custGeom>
              <a:rect b="b" l="l" r="r" t="t"/>
              <a:pathLst>
                <a:path extrusionOk="0" h="4486" w="4308">
                  <a:moveTo>
                    <a:pt x="3337" y="1"/>
                  </a:moveTo>
                  <a:cubicBezTo>
                    <a:pt x="3297" y="1"/>
                    <a:pt x="3256" y="9"/>
                    <a:pt x="3217" y="27"/>
                  </a:cubicBezTo>
                  <a:lnTo>
                    <a:pt x="2571" y="327"/>
                  </a:lnTo>
                  <a:cubicBezTo>
                    <a:pt x="2532" y="345"/>
                    <a:pt x="2491" y="353"/>
                    <a:pt x="2449" y="353"/>
                  </a:cubicBezTo>
                  <a:cubicBezTo>
                    <a:pt x="2425" y="353"/>
                    <a:pt x="2400" y="350"/>
                    <a:pt x="2376" y="344"/>
                  </a:cubicBezTo>
                  <a:lnTo>
                    <a:pt x="1813" y="194"/>
                  </a:lnTo>
                  <a:cubicBezTo>
                    <a:pt x="1788" y="187"/>
                    <a:pt x="1764" y="184"/>
                    <a:pt x="1740" y="184"/>
                  </a:cubicBezTo>
                  <a:cubicBezTo>
                    <a:pt x="1591" y="184"/>
                    <a:pt x="1463" y="303"/>
                    <a:pt x="1456" y="460"/>
                  </a:cubicBezTo>
                  <a:cubicBezTo>
                    <a:pt x="1451" y="606"/>
                    <a:pt x="1436" y="746"/>
                    <a:pt x="1420" y="877"/>
                  </a:cubicBezTo>
                  <a:cubicBezTo>
                    <a:pt x="1225" y="848"/>
                    <a:pt x="1030" y="835"/>
                    <a:pt x="824" y="835"/>
                  </a:cubicBezTo>
                  <a:cubicBezTo>
                    <a:pt x="759" y="835"/>
                    <a:pt x="693" y="837"/>
                    <a:pt x="631" y="839"/>
                  </a:cubicBezTo>
                  <a:cubicBezTo>
                    <a:pt x="231" y="1212"/>
                    <a:pt x="1" y="1844"/>
                    <a:pt x="1" y="2236"/>
                  </a:cubicBezTo>
                  <a:cubicBezTo>
                    <a:pt x="1" y="3243"/>
                    <a:pt x="498" y="4028"/>
                    <a:pt x="1562" y="4485"/>
                  </a:cubicBezTo>
                  <a:cubicBezTo>
                    <a:pt x="2782" y="4275"/>
                    <a:pt x="3683" y="3552"/>
                    <a:pt x="3683" y="2691"/>
                  </a:cubicBezTo>
                  <a:cubicBezTo>
                    <a:pt x="3683" y="2578"/>
                    <a:pt x="3669" y="2469"/>
                    <a:pt x="3638" y="2363"/>
                  </a:cubicBezTo>
                  <a:cubicBezTo>
                    <a:pt x="3782" y="2236"/>
                    <a:pt x="3944" y="2114"/>
                    <a:pt x="4131" y="1999"/>
                  </a:cubicBezTo>
                  <a:cubicBezTo>
                    <a:pt x="4284" y="1901"/>
                    <a:pt x="4308" y="1686"/>
                    <a:pt x="4179" y="1560"/>
                  </a:cubicBezTo>
                  <a:lnTo>
                    <a:pt x="3765" y="1147"/>
                  </a:lnTo>
                  <a:cubicBezTo>
                    <a:pt x="3718" y="1101"/>
                    <a:pt x="3687" y="1036"/>
                    <a:pt x="3683" y="970"/>
                  </a:cubicBezTo>
                  <a:lnTo>
                    <a:pt x="3620" y="260"/>
                  </a:lnTo>
                  <a:cubicBezTo>
                    <a:pt x="3608" y="106"/>
                    <a:pt x="3479" y="1"/>
                    <a:pt x="33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7001676" y="1585979"/>
              <a:ext cx="111803" cy="140861"/>
            </a:xfrm>
            <a:custGeom>
              <a:rect b="b" l="l" r="r" t="t"/>
              <a:pathLst>
                <a:path extrusionOk="0" h="5313" w="4217">
                  <a:moveTo>
                    <a:pt x="967" y="1"/>
                  </a:moveTo>
                  <a:cubicBezTo>
                    <a:pt x="826" y="1"/>
                    <a:pt x="698" y="108"/>
                    <a:pt x="686" y="262"/>
                  </a:cubicBezTo>
                  <a:lnTo>
                    <a:pt x="624" y="971"/>
                  </a:lnTo>
                  <a:cubicBezTo>
                    <a:pt x="619" y="1038"/>
                    <a:pt x="588" y="1100"/>
                    <a:pt x="542" y="1149"/>
                  </a:cubicBezTo>
                  <a:lnTo>
                    <a:pt x="129" y="1561"/>
                  </a:lnTo>
                  <a:cubicBezTo>
                    <a:pt x="0" y="1688"/>
                    <a:pt x="23" y="1905"/>
                    <a:pt x="178" y="2003"/>
                  </a:cubicBezTo>
                  <a:cubicBezTo>
                    <a:pt x="364" y="2120"/>
                    <a:pt x="528" y="2240"/>
                    <a:pt x="673" y="2364"/>
                  </a:cubicBezTo>
                  <a:cubicBezTo>
                    <a:pt x="644" y="2473"/>
                    <a:pt x="628" y="2582"/>
                    <a:pt x="628" y="2695"/>
                  </a:cubicBezTo>
                  <a:cubicBezTo>
                    <a:pt x="628" y="3584"/>
                    <a:pt x="1589" y="4327"/>
                    <a:pt x="2875" y="4509"/>
                  </a:cubicBezTo>
                  <a:lnTo>
                    <a:pt x="3234" y="5163"/>
                  </a:lnTo>
                  <a:cubicBezTo>
                    <a:pt x="3287" y="5263"/>
                    <a:pt x="3386" y="5313"/>
                    <a:pt x="3484" y="5313"/>
                  </a:cubicBezTo>
                  <a:cubicBezTo>
                    <a:pt x="3582" y="5313"/>
                    <a:pt x="3681" y="5263"/>
                    <a:pt x="3735" y="5163"/>
                  </a:cubicBezTo>
                  <a:lnTo>
                    <a:pt x="4093" y="4509"/>
                  </a:lnTo>
                  <a:cubicBezTo>
                    <a:pt x="4135" y="4502"/>
                    <a:pt x="4177" y="4498"/>
                    <a:pt x="4217" y="4489"/>
                  </a:cubicBezTo>
                  <a:cubicBezTo>
                    <a:pt x="3534" y="3877"/>
                    <a:pt x="3103" y="2972"/>
                    <a:pt x="3097" y="1963"/>
                  </a:cubicBezTo>
                  <a:cubicBezTo>
                    <a:pt x="3097" y="1570"/>
                    <a:pt x="3163" y="1193"/>
                    <a:pt x="3285" y="841"/>
                  </a:cubicBezTo>
                  <a:lnTo>
                    <a:pt x="3285" y="841"/>
                  </a:lnTo>
                  <a:cubicBezTo>
                    <a:pt x="3150" y="845"/>
                    <a:pt x="3017" y="861"/>
                    <a:pt x="2886" y="876"/>
                  </a:cubicBezTo>
                  <a:cubicBezTo>
                    <a:pt x="2868" y="743"/>
                    <a:pt x="2857" y="608"/>
                    <a:pt x="2851" y="461"/>
                  </a:cubicBezTo>
                  <a:cubicBezTo>
                    <a:pt x="2847" y="304"/>
                    <a:pt x="2717" y="185"/>
                    <a:pt x="2569" y="185"/>
                  </a:cubicBezTo>
                  <a:cubicBezTo>
                    <a:pt x="2544" y="185"/>
                    <a:pt x="2519" y="188"/>
                    <a:pt x="2493" y="195"/>
                  </a:cubicBezTo>
                  <a:lnTo>
                    <a:pt x="1930" y="344"/>
                  </a:lnTo>
                  <a:cubicBezTo>
                    <a:pt x="1906" y="350"/>
                    <a:pt x="1881" y="354"/>
                    <a:pt x="1856" y="354"/>
                  </a:cubicBezTo>
                  <a:cubicBezTo>
                    <a:pt x="1815" y="354"/>
                    <a:pt x="1774" y="345"/>
                    <a:pt x="1737" y="328"/>
                  </a:cubicBezTo>
                  <a:lnTo>
                    <a:pt x="1089" y="29"/>
                  </a:lnTo>
                  <a:cubicBezTo>
                    <a:pt x="1049" y="9"/>
                    <a:pt x="1008" y="1"/>
                    <a:pt x="9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6878074" y="1608860"/>
              <a:ext cx="114216" cy="118909"/>
            </a:xfrm>
            <a:custGeom>
              <a:rect b="b" l="l" r="r" t="t"/>
              <a:pathLst>
                <a:path extrusionOk="0" h="4485" w="4308">
                  <a:moveTo>
                    <a:pt x="3336" y="0"/>
                  </a:moveTo>
                  <a:cubicBezTo>
                    <a:pt x="3296" y="0"/>
                    <a:pt x="3256" y="8"/>
                    <a:pt x="3216" y="26"/>
                  </a:cubicBezTo>
                  <a:lnTo>
                    <a:pt x="2569" y="326"/>
                  </a:lnTo>
                  <a:cubicBezTo>
                    <a:pt x="2531" y="344"/>
                    <a:pt x="2490" y="352"/>
                    <a:pt x="2449" y="352"/>
                  </a:cubicBezTo>
                  <a:cubicBezTo>
                    <a:pt x="2424" y="352"/>
                    <a:pt x="2400" y="349"/>
                    <a:pt x="2376" y="344"/>
                  </a:cubicBezTo>
                  <a:lnTo>
                    <a:pt x="1812" y="193"/>
                  </a:lnTo>
                  <a:cubicBezTo>
                    <a:pt x="1788" y="186"/>
                    <a:pt x="1764" y="183"/>
                    <a:pt x="1740" y="183"/>
                  </a:cubicBezTo>
                  <a:cubicBezTo>
                    <a:pt x="1591" y="183"/>
                    <a:pt x="1463" y="302"/>
                    <a:pt x="1455" y="459"/>
                  </a:cubicBezTo>
                  <a:cubicBezTo>
                    <a:pt x="1449" y="607"/>
                    <a:pt x="1435" y="745"/>
                    <a:pt x="1420" y="876"/>
                  </a:cubicBezTo>
                  <a:cubicBezTo>
                    <a:pt x="1225" y="847"/>
                    <a:pt x="1027" y="834"/>
                    <a:pt x="823" y="834"/>
                  </a:cubicBezTo>
                  <a:cubicBezTo>
                    <a:pt x="759" y="834"/>
                    <a:pt x="692" y="836"/>
                    <a:pt x="628" y="840"/>
                  </a:cubicBezTo>
                  <a:cubicBezTo>
                    <a:pt x="229" y="1211"/>
                    <a:pt x="0" y="1843"/>
                    <a:pt x="0" y="2238"/>
                  </a:cubicBezTo>
                  <a:cubicBezTo>
                    <a:pt x="0" y="3242"/>
                    <a:pt x="495" y="4027"/>
                    <a:pt x="1560" y="4484"/>
                  </a:cubicBezTo>
                  <a:cubicBezTo>
                    <a:pt x="2779" y="4274"/>
                    <a:pt x="3682" y="3551"/>
                    <a:pt x="3682" y="2692"/>
                  </a:cubicBezTo>
                  <a:cubicBezTo>
                    <a:pt x="3682" y="2577"/>
                    <a:pt x="3667" y="2471"/>
                    <a:pt x="3638" y="2362"/>
                  </a:cubicBezTo>
                  <a:cubicBezTo>
                    <a:pt x="3780" y="2238"/>
                    <a:pt x="3944" y="2116"/>
                    <a:pt x="4130" y="1998"/>
                  </a:cubicBezTo>
                  <a:cubicBezTo>
                    <a:pt x="4285" y="1901"/>
                    <a:pt x="4308" y="1685"/>
                    <a:pt x="4177" y="1561"/>
                  </a:cubicBezTo>
                  <a:lnTo>
                    <a:pt x="3764" y="1146"/>
                  </a:lnTo>
                  <a:cubicBezTo>
                    <a:pt x="3718" y="1100"/>
                    <a:pt x="3687" y="1036"/>
                    <a:pt x="3682" y="969"/>
                  </a:cubicBezTo>
                  <a:lnTo>
                    <a:pt x="3620" y="259"/>
                  </a:lnTo>
                  <a:cubicBezTo>
                    <a:pt x="3608" y="107"/>
                    <a:pt x="3478" y="0"/>
                    <a:pt x="3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6807631" y="1608727"/>
              <a:ext cx="111803" cy="140887"/>
            </a:xfrm>
            <a:custGeom>
              <a:rect b="b" l="l" r="r" t="t"/>
              <a:pathLst>
                <a:path extrusionOk="0" h="5314" w="4217">
                  <a:moveTo>
                    <a:pt x="967" y="1"/>
                  </a:moveTo>
                  <a:cubicBezTo>
                    <a:pt x="826" y="1"/>
                    <a:pt x="698" y="109"/>
                    <a:pt x="686" y="262"/>
                  </a:cubicBezTo>
                  <a:lnTo>
                    <a:pt x="624" y="972"/>
                  </a:lnTo>
                  <a:cubicBezTo>
                    <a:pt x="619" y="1038"/>
                    <a:pt x="588" y="1103"/>
                    <a:pt x="542" y="1149"/>
                  </a:cubicBezTo>
                  <a:lnTo>
                    <a:pt x="129" y="1562"/>
                  </a:lnTo>
                  <a:cubicBezTo>
                    <a:pt x="0" y="1690"/>
                    <a:pt x="23" y="1906"/>
                    <a:pt x="178" y="2003"/>
                  </a:cubicBezTo>
                  <a:cubicBezTo>
                    <a:pt x="364" y="2123"/>
                    <a:pt x="528" y="2243"/>
                    <a:pt x="672" y="2367"/>
                  </a:cubicBezTo>
                  <a:cubicBezTo>
                    <a:pt x="644" y="2476"/>
                    <a:pt x="628" y="2582"/>
                    <a:pt x="628" y="2697"/>
                  </a:cubicBezTo>
                  <a:cubicBezTo>
                    <a:pt x="628" y="3587"/>
                    <a:pt x="1588" y="4330"/>
                    <a:pt x="2875" y="4509"/>
                  </a:cubicBezTo>
                  <a:lnTo>
                    <a:pt x="3234" y="5164"/>
                  </a:lnTo>
                  <a:cubicBezTo>
                    <a:pt x="3287" y="5263"/>
                    <a:pt x="3385" y="5313"/>
                    <a:pt x="3484" y="5313"/>
                  </a:cubicBezTo>
                  <a:cubicBezTo>
                    <a:pt x="3582" y="5313"/>
                    <a:pt x="3681" y="5263"/>
                    <a:pt x="3735" y="5164"/>
                  </a:cubicBezTo>
                  <a:lnTo>
                    <a:pt x="4092" y="4509"/>
                  </a:lnTo>
                  <a:cubicBezTo>
                    <a:pt x="4135" y="4505"/>
                    <a:pt x="4177" y="4498"/>
                    <a:pt x="4217" y="4489"/>
                  </a:cubicBezTo>
                  <a:cubicBezTo>
                    <a:pt x="3534" y="3875"/>
                    <a:pt x="3101" y="2970"/>
                    <a:pt x="3097" y="1965"/>
                  </a:cubicBezTo>
                  <a:cubicBezTo>
                    <a:pt x="3097" y="1571"/>
                    <a:pt x="3163" y="1194"/>
                    <a:pt x="3285" y="841"/>
                  </a:cubicBezTo>
                  <a:lnTo>
                    <a:pt x="3285" y="841"/>
                  </a:lnTo>
                  <a:cubicBezTo>
                    <a:pt x="3150" y="848"/>
                    <a:pt x="3017" y="861"/>
                    <a:pt x="2886" y="879"/>
                  </a:cubicBezTo>
                  <a:cubicBezTo>
                    <a:pt x="2868" y="746"/>
                    <a:pt x="2857" y="608"/>
                    <a:pt x="2850" y="462"/>
                  </a:cubicBezTo>
                  <a:cubicBezTo>
                    <a:pt x="2847" y="305"/>
                    <a:pt x="2716" y="186"/>
                    <a:pt x="2566" y="186"/>
                  </a:cubicBezTo>
                  <a:cubicBezTo>
                    <a:pt x="2542" y="186"/>
                    <a:pt x="2518" y="189"/>
                    <a:pt x="2493" y="195"/>
                  </a:cubicBezTo>
                  <a:lnTo>
                    <a:pt x="1930" y="346"/>
                  </a:lnTo>
                  <a:cubicBezTo>
                    <a:pt x="1906" y="352"/>
                    <a:pt x="1881" y="355"/>
                    <a:pt x="1857" y="355"/>
                  </a:cubicBezTo>
                  <a:cubicBezTo>
                    <a:pt x="1816" y="355"/>
                    <a:pt x="1775" y="347"/>
                    <a:pt x="1737" y="329"/>
                  </a:cubicBezTo>
                  <a:lnTo>
                    <a:pt x="1089" y="29"/>
                  </a:lnTo>
                  <a:cubicBezTo>
                    <a:pt x="1049" y="10"/>
                    <a:pt x="1008" y="1"/>
                    <a:pt x="9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56"/>
          <p:cNvGrpSpPr/>
          <p:nvPr/>
        </p:nvGrpSpPr>
        <p:grpSpPr>
          <a:xfrm>
            <a:off x="1798929" y="3458499"/>
            <a:ext cx="376345" cy="376398"/>
            <a:chOff x="1963479" y="2070999"/>
            <a:chExt cx="376345" cy="376398"/>
          </a:xfrm>
        </p:grpSpPr>
        <p:sp>
          <p:nvSpPr>
            <p:cNvPr id="3137" name="Google Shape;3137;p56"/>
            <p:cNvSpPr/>
            <p:nvPr/>
          </p:nvSpPr>
          <p:spPr>
            <a:xfrm>
              <a:off x="2100840" y="2070999"/>
              <a:ext cx="232515" cy="100085"/>
            </a:xfrm>
            <a:custGeom>
              <a:rect b="b" l="l" r="r" t="t"/>
              <a:pathLst>
                <a:path extrusionOk="0" h="3775" w="8770">
                  <a:moveTo>
                    <a:pt x="1918" y="0"/>
                  </a:moveTo>
                  <a:cubicBezTo>
                    <a:pt x="1648" y="0"/>
                    <a:pt x="1378" y="39"/>
                    <a:pt x="1116" y="115"/>
                  </a:cubicBezTo>
                  <a:cubicBezTo>
                    <a:pt x="517" y="609"/>
                    <a:pt x="0" y="1363"/>
                    <a:pt x="0" y="1944"/>
                  </a:cubicBezTo>
                  <a:cubicBezTo>
                    <a:pt x="0" y="2694"/>
                    <a:pt x="504" y="3306"/>
                    <a:pt x="1429" y="3774"/>
                  </a:cubicBezTo>
                  <a:lnTo>
                    <a:pt x="8770" y="3774"/>
                  </a:lnTo>
                  <a:lnTo>
                    <a:pt x="3427" y="434"/>
                  </a:lnTo>
                  <a:cubicBezTo>
                    <a:pt x="2966" y="144"/>
                    <a:pt x="2442" y="0"/>
                    <a:pt x="19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1969868" y="2074074"/>
              <a:ext cx="168858" cy="97009"/>
            </a:xfrm>
            <a:custGeom>
              <a:rect b="b" l="l" r="r" t="t"/>
              <a:pathLst>
                <a:path extrusionOk="0" h="3659" w="6369">
                  <a:moveTo>
                    <a:pt x="6056" y="1"/>
                  </a:moveTo>
                  <a:cubicBezTo>
                    <a:pt x="5805" y="74"/>
                    <a:pt x="5563" y="178"/>
                    <a:pt x="5339" y="320"/>
                  </a:cubicBezTo>
                  <a:lnTo>
                    <a:pt x="1" y="3658"/>
                  </a:lnTo>
                  <a:lnTo>
                    <a:pt x="6369" y="3658"/>
                  </a:lnTo>
                  <a:cubicBezTo>
                    <a:pt x="5845" y="3073"/>
                    <a:pt x="5539" y="2374"/>
                    <a:pt x="5539" y="1629"/>
                  </a:cubicBezTo>
                  <a:cubicBezTo>
                    <a:pt x="5539" y="1048"/>
                    <a:pt x="5725" y="496"/>
                    <a:pt x="6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2121308" y="2237551"/>
              <a:ext cx="60581" cy="153030"/>
            </a:xfrm>
            <a:custGeom>
              <a:rect b="b" l="l" r="r" t="t"/>
              <a:pathLst>
                <a:path extrusionOk="0" h="5772" w="2285">
                  <a:moveTo>
                    <a:pt x="0" y="1"/>
                  </a:moveTo>
                  <a:lnTo>
                    <a:pt x="0" y="5772"/>
                  </a:lnTo>
                  <a:lnTo>
                    <a:pt x="2285" y="5772"/>
                  </a:lnTo>
                  <a:lnTo>
                    <a:pt x="2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2106116" y="2207273"/>
              <a:ext cx="90885" cy="45469"/>
            </a:xfrm>
            <a:custGeom>
              <a:rect b="b" l="l" r="r" t="t"/>
              <a:pathLst>
                <a:path extrusionOk="0" h="1715" w="3428">
                  <a:moveTo>
                    <a:pt x="1715" y="1"/>
                  </a:moveTo>
                  <a:lnTo>
                    <a:pt x="1" y="573"/>
                  </a:lnTo>
                  <a:lnTo>
                    <a:pt x="1" y="1143"/>
                  </a:lnTo>
                  <a:cubicBezTo>
                    <a:pt x="1" y="1460"/>
                    <a:pt x="260" y="1715"/>
                    <a:pt x="573" y="1715"/>
                  </a:cubicBezTo>
                  <a:lnTo>
                    <a:pt x="2858" y="1715"/>
                  </a:lnTo>
                  <a:cubicBezTo>
                    <a:pt x="3172" y="1715"/>
                    <a:pt x="3428" y="1460"/>
                    <a:pt x="3428" y="1143"/>
                  </a:cubicBezTo>
                  <a:lnTo>
                    <a:pt x="3428" y="573"/>
                  </a:lnTo>
                  <a:lnTo>
                    <a:pt x="17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2007755" y="2237551"/>
              <a:ext cx="60581" cy="153030"/>
            </a:xfrm>
            <a:custGeom>
              <a:rect b="b" l="l" r="r" t="t"/>
              <a:pathLst>
                <a:path extrusionOk="0" h="5772" w="2285">
                  <a:moveTo>
                    <a:pt x="0" y="1"/>
                  </a:moveTo>
                  <a:lnTo>
                    <a:pt x="0" y="5772"/>
                  </a:lnTo>
                  <a:lnTo>
                    <a:pt x="2285" y="5772"/>
                  </a:lnTo>
                  <a:lnTo>
                    <a:pt x="22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1992589" y="2207273"/>
              <a:ext cx="90858" cy="45469"/>
            </a:xfrm>
            <a:custGeom>
              <a:rect b="b" l="l" r="r" t="t"/>
              <a:pathLst>
                <a:path extrusionOk="0" h="1715" w="3427">
                  <a:moveTo>
                    <a:pt x="1715" y="1"/>
                  </a:moveTo>
                  <a:lnTo>
                    <a:pt x="0" y="573"/>
                  </a:lnTo>
                  <a:lnTo>
                    <a:pt x="0" y="1143"/>
                  </a:lnTo>
                  <a:cubicBezTo>
                    <a:pt x="0" y="1460"/>
                    <a:pt x="255" y="1715"/>
                    <a:pt x="572" y="1715"/>
                  </a:cubicBezTo>
                  <a:lnTo>
                    <a:pt x="2857" y="1715"/>
                  </a:lnTo>
                  <a:cubicBezTo>
                    <a:pt x="3172" y="1715"/>
                    <a:pt x="3427" y="1460"/>
                    <a:pt x="3427" y="1143"/>
                  </a:cubicBezTo>
                  <a:lnTo>
                    <a:pt x="3427" y="573"/>
                  </a:lnTo>
                  <a:lnTo>
                    <a:pt x="1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2234914" y="2237551"/>
              <a:ext cx="60581" cy="153030"/>
            </a:xfrm>
            <a:custGeom>
              <a:rect b="b" l="l" r="r" t="t"/>
              <a:pathLst>
                <a:path extrusionOk="0" h="5772" w="2285">
                  <a:moveTo>
                    <a:pt x="0" y="1"/>
                  </a:moveTo>
                  <a:lnTo>
                    <a:pt x="0" y="5772"/>
                  </a:lnTo>
                  <a:lnTo>
                    <a:pt x="2285" y="5772"/>
                  </a:lnTo>
                  <a:lnTo>
                    <a:pt x="2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2219802" y="2207273"/>
              <a:ext cx="90858" cy="45469"/>
            </a:xfrm>
            <a:custGeom>
              <a:rect b="b" l="l" r="r" t="t"/>
              <a:pathLst>
                <a:path extrusionOk="0" h="1715" w="3427">
                  <a:moveTo>
                    <a:pt x="1712" y="1"/>
                  </a:moveTo>
                  <a:lnTo>
                    <a:pt x="0" y="573"/>
                  </a:lnTo>
                  <a:lnTo>
                    <a:pt x="0" y="1143"/>
                  </a:lnTo>
                  <a:cubicBezTo>
                    <a:pt x="0" y="1460"/>
                    <a:pt x="255" y="1715"/>
                    <a:pt x="570" y="1715"/>
                  </a:cubicBezTo>
                  <a:lnTo>
                    <a:pt x="2855" y="1715"/>
                  </a:lnTo>
                  <a:cubicBezTo>
                    <a:pt x="3172" y="1715"/>
                    <a:pt x="3427" y="1460"/>
                    <a:pt x="3427" y="1143"/>
                  </a:cubicBezTo>
                  <a:lnTo>
                    <a:pt x="3427" y="573"/>
                  </a:lnTo>
                  <a:lnTo>
                    <a:pt x="17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2119637" y="2170050"/>
              <a:ext cx="198605" cy="52415"/>
            </a:xfrm>
            <a:custGeom>
              <a:rect b="b" l="l" r="r" t="t"/>
              <a:pathLst>
                <a:path extrusionOk="0" h="1977" w="7491">
                  <a:moveTo>
                    <a:pt x="1463" y="1"/>
                  </a:moveTo>
                  <a:lnTo>
                    <a:pt x="1463" y="1"/>
                  </a:lnTo>
                  <a:cubicBezTo>
                    <a:pt x="1" y="879"/>
                    <a:pt x="686" y="1613"/>
                    <a:pt x="1673" y="1977"/>
                  </a:cubicBezTo>
                  <a:lnTo>
                    <a:pt x="7205" y="1977"/>
                  </a:lnTo>
                  <a:cubicBezTo>
                    <a:pt x="7362" y="1977"/>
                    <a:pt x="7491" y="1848"/>
                    <a:pt x="7491" y="1691"/>
                  </a:cubicBezTo>
                  <a:lnTo>
                    <a:pt x="7491" y="548"/>
                  </a:lnTo>
                  <a:lnTo>
                    <a:pt x="1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1985113" y="2164058"/>
              <a:ext cx="178906" cy="58407"/>
            </a:xfrm>
            <a:custGeom>
              <a:rect b="b" l="l" r="r" t="t"/>
              <a:pathLst>
                <a:path extrusionOk="0" h="2203" w="6748">
                  <a:moveTo>
                    <a:pt x="6687" y="0"/>
                  </a:moveTo>
                  <a:lnTo>
                    <a:pt x="0" y="774"/>
                  </a:lnTo>
                  <a:lnTo>
                    <a:pt x="0" y="1917"/>
                  </a:lnTo>
                  <a:cubicBezTo>
                    <a:pt x="0" y="2074"/>
                    <a:pt x="127" y="2203"/>
                    <a:pt x="284" y="2203"/>
                  </a:cubicBezTo>
                  <a:lnTo>
                    <a:pt x="6747" y="2203"/>
                  </a:lnTo>
                  <a:cubicBezTo>
                    <a:pt x="6399" y="1808"/>
                    <a:pt x="5971" y="976"/>
                    <a:pt x="66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2123057" y="2375442"/>
              <a:ext cx="198897" cy="49260"/>
            </a:xfrm>
            <a:custGeom>
              <a:rect b="b" l="l" r="r" t="t"/>
              <a:pathLst>
                <a:path extrusionOk="0" h="1858" w="7502">
                  <a:moveTo>
                    <a:pt x="6650" y="1"/>
                  </a:moveTo>
                  <a:cubicBezTo>
                    <a:pt x="6648" y="1"/>
                    <a:pt x="6647" y="1"/>
                    <a:pt x="6646" y="1"/>
                  </a:cubicBezTo>
                  <a:lnTo>
                    <a:pt x="724" y="1"/>
                  </a:lnTo>
                  <a:cubicBezTo>
                    <a:pt x="202" y="313"/>
                    <a:pt x="1" y="440"/>
                    <a:pt x="1" y="673"/>
                  </a:cubicBezTo>
                  <a:cubicBezTo>
                    <a:pt x="1" y="1094"/>
                    <a:pt x="500" y="1575"/>
                    <a:pt x="1076" y="1857"/>
                  </a:cubicBezTo>
                  <a:lnTo>
                    <a:pt x="7502" y="1285"/>
                  </a:lnTo>
                  <a:lnTo>
                    <a:pt x="7502" y="855"/>
                  </a:lnTo>
                  <a:cubicBezTo>
                    <a:pt x="7502" y="386"/>
                    <a:pt x="7122" y="1"/>
                    <a:pt x="6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1981295" y="2375389"/>
              <a:ext cx="170369" cy="49313"/>
            </a:xfrm>
            <a:custGeom>
              <a:rect b="b" l="l" r="r" t="t"/>
              <a:pathLst>
                <a:path extrusionOk="0" h="1860" w="6426">
                  <a:moveTo>
                    <a:pt x="856" y="1"/>
                  </a:moveTo>
                  <a:cubicBezTo>
                    <a:pt x="382" y="1"/>
                    <a:pt x="0" y="384"/>
                    <a:pt x="0" y="857"/>
                  </a:cubicBezTo>
                  <a:lnTo>
                    <a:pt x="0" y="1287"/>
                  </a:lnTo>
                  <a:lnTo>
                    <a:pt x="6426" y="1859"/>
                  </a:lnTo>
                  <a:cubicBezTo>
                    <a:pt x="6093" y="1500"/>
                    <a:pt x="5911" y="1101"/>
                    <a:pt x="5911" y="677"/>
                  </a:cubicBezTo>
                  <a:cubicBezTo>
                    <a:pt x="5911" y="444"/>
                    <a:pt x="5966" y="218"/>
                    <a:pt x="6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2114547" y="2158066"/>
              <a:ext cx="225277" cy="26539"/>
            </a:xfrm>
            <a:custGeom>
              <a:rect b="b" l="l" r="r" t="t"/>
              <a:pathLst>
                <a:path extrusionOk="0" h="1001" w="8497">
                  <a:moveTo>
                    <a:pt x="909" y="0"/>
                  </a:moveTo>
                  <a:cubicBezTo>
                    <a:pt x="0" y="342"/>
                    <a:pt x="362" y="774"/>
                    <a:pt x="1333" y="1000"/>
                  </a:cubicBezTo>
                  <a:lnTo>
                    <a:pt x="7998" y="1000"/>
                  </a:lnTo>
                  <a:cubicBezTo>
                    <a:pt x="8133" y="1000"/>
                    <a:pt x="8257" y="945"/>
                    <a:pt x="8351" y="854"/>
                  </a:cubicBezTo>
                  <a:cubicBezTo>
                    <a:pt x="8441" y="765"/>
                    <a:pt x="8497" y="641"/>
                    <a:pt x="8497" y="501"/>
                  </a:cubicBezTo>
                  <a:cubicBezTo>
                    <a:pt x="8497" y="224"/>
                    <a:pt x="8273" y="2"/>
                    <a:pt x="7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1963479" y="2158119"/>
              <a:ext cx="186356" cy="26486"/>
            </a:xfrm>
            <a:custGeom>
              <a:rect b="b" l="l" r="r" t="t"/>
              <a:pathLst>
                <a:path extrusionOk="0" h="999" w="7029">
                  <a:moveTo>
                    <a:pt x="499" y="0"/>
                  </a:moveTo>
                  <a:cubicBezTo>
                    <a:pt x="224" y="0"/>
                    <a:pt x="0" y="224"/>
                    <a:pt x="0" y="499"/>
                  </a:cubicBezTo>
                  <a:cubicBezTo>
                    <a:pt x="0" y="774"/>
                    <a:pt x="222" y="998"/>
                    <a:pt x="499" y="998"/>
                  </a:cubicBezTo>
                  <a:lnTo>
                    <a:pt x="7029" y="998"/>
                  </a:lnTo>
                  <a:cubicBezTo>
                    <a:pt x="6627" y="772"/>
                    <a:pt x="6561" y="335"/>
                    <a:pt x="6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2136049" y="2409484"/>
              <a:ext cx="203775" cy="37913"/>
            </a:xfrm>
            <a:custGeom>
              <a:rect b="b" l="l" r="r" t="t"/>
              <a:pathLst>
                <a:path extrusionOk="0" h="1430" w="7686">
                  <a:moveTo>
                    <a:pt x="688" y="1"/>
                  </a:moveTo>
                  <a:cubicBezTo>
                    <a:pt x="391" y="161"/>
                    <a:pt x="1" y="245"/>
                    <a:pt x="1" y="367"/>
                  </a:cubicBezTo>
                  <a:cubicBezTo>
                    <a:pt x="1" y="744"/>
                    <a:pt x="509" y="1181"/>
                    <a:pt x="1059" y="1429"/>
                  </a:cubicBezTo>
                  <a:lnTo>
                    <a:pt x="7400" y="1429"/>
                  </a:lnTo>
                  <a:cubicBezTo>
                    <a:pt x="7559" y="1429"/>
                    <a:pt x="7686" y="1301"/>
                    <a:pt x="7686" y="1143"/>
                  </a:cubicBezTo>
                  <a:lnTo>
                    <a:pt x="7686" y="573"/>
                  </a:lnTo>
                  <a:cubicBezTo>
                    <a:pt x="7686" y="256"/>
                    <a:pt x="7429" y="1"/>
                    <a:pt x="71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1963479" y="2409484"/>
              <a:ext cx="200647" cy="37913"/>
            </a:xfrm>
            <a:custGeom>
              <a:rect b="b" l="l" r="r" t="t"/>
              <a:pathLst>
                <a:path extrusionOk="0" h="1430" w="7568">
                  <a:moveTo>
                    <a:pt x="570" y="1"/>
                  </a:moveTo>
                  <a:cubicBezTo>
                    <a:pt x="255" y="1"/>
                    <a:pt x="0" y="256"/>
                    <a:pt x="0" y="573"/>
                  </a:cubicBezTo>
                  <a:lnTo>
                    <a:pt x="0" y="1143"/>
                  </a:lnTo>
                  <a:cubicBezTo>
                    <a:pt x="0" y="1301"/>
                    <a:pt x="127" y="1429"/>
                    <a:pt x="286" y="1429"/>
                  </a:cubicBezTo>
                  <a:lnTo>
                    <a:pt x="7568" y="1429"/>
                  </a:lnTo>
                  <a:cubicBezTo>
                    <a:pt x="7299" y="1101"/>
                    <a:pt x="7153" y="742"/>
                    <a:pt x="7155" y="362"/>
                  </a:cubicBezTo>
                  <a:cubicBezTo>
                    <a:pt x="7155" y="240"/>
                    <a:pt x="7169" y="121"/>
                    <a:pt x="7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3" name="Google Shape;3153;p56"/>
          <p:cNvGrpSpPr/>
          <p:nvPr/>
        </p:nvGrpSpPr>
        <p:grpSpPr>
          <a:xfrm>
            <a:off x="6967679" y="3464054"/>
            <a:ext cx="376292" cy="365289"/>
            <a:chOff x="1271317" y="2076567"/>
            <a:chExt cx="376292" cy="365289"/>
          </a:xfrm>
        </p:grpSpPr>
        <p:sp>
          <p:nvSpPr>
            <p:cNvPr id="3154" name="Google Shape;3154;p56"/>
            <p:cNvSpPr/>
            <p:nvPr/>
          </p:nvSpPr>
          <p:spPr>
            <a:xfrm>
              <a:off x="1338394" y="2076567"/>
              <a:ext cx="242006" cy="44117"/>
            </a:xfrm>
            <a:custGeom>
              <a:rect b="b" l="l" r="r" t="t"/>
              <a:pathLst>
                <a:path extrusionOk="0" h="1664" w="9128">
                  <a:moveTo>
                    <a:pt x="342" y="0"/>
                  </a:moveTo>
                  <a:cubicBezTo>
                    <a:pt x="136" y="0"/>
                    <a:pt x="1" y="215"/>
                    <a:pt x="89" y="402"/>
                  </a:cubicBezTo>
                  <a:lnTo>
                    <a:pt x="444" y="1109"/>
                  </a:lnTo>
                  <a:lnTo>
                    <a:pt x="4561" y="1664"/>
                  </a:lnTo>
                  <a:lnTo>
                    <a:pt x="8679" y="1109"/>
                  </a:lnTo>
                  <a:lnTo>
                    <a:pt x="9034" y="402"/>
                  </a:lnTo>
                  <a:cubicBezTo>
                    <a:pt x="9127" y="215"/>
                    <a:pt x="8992" y="0"/>
                    <a:pt x="8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1393274" y="2147832"/>
              <a:ext cx="180073" cy="294024"/>
            </a:xfrm>
            <a:custGeom>
              <a:rect b="b" l="l" r="r" t="t"/>
              <a:pathLst>
                <a:path extrusionOk="0" h="11090" w="6792">
                  <a:moveTo>
                    <a:pt x="1712" y="0"/>
                  </a:moveTo>
                  <a:cubicBezTo>
                    <a:pt x="692" y="1078"/>
                    <a:pt x="0" y="2486"/>
                    <a:pt x="0" y="3873"/>
                  </a:cubicBezTo>
                  <a:cubicBezTo>
                    <a:pt x="0" y="6820"/>
                    <a:pt x="1510" y="9704"/>
                    <a:pt x="4196" y="11090"/>
                  </a:cubicBezTo>
                  <a:lnTo>
                    <a:pt x="4296" y="11090"/>
                  </a:lnTo>
                  <a:lnTo>
                    <a:pt x="4990" y="10813"/>
                  </a:lnTo>
                  <a:lnTo>
                    <a:pt x="5682" y="11090"/>
                  </a:lnTo>
                  <a:lnTo>
                    <a:pt x="6237" y="11090"/>
                  </a:lnTo>
                  <a:cubicBezTo>
                    <a:pt x="6543" y="11090"/>
                    <a:pt x="6791" y="10844"/>
                    <a:pt x="6791" y="10535"/>
                  </a:cubicBezTo>
                  <a:lnTo>
                    <a:pt x="67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1345446" y="2147832"/>
              <a:ext cx="159102" cy="294024"/>
            </a:xfrm>
            <a:custGeom>
              <a:rect b="b" l="l" r="r" t="t"/>
              <a:pathLst>
                <a:path extrusionOk="0" h="11090" w="6001">
                  <a:moveTo>
                    <a:pt x="1" y="0"/>
                  </a:moveTo>
                  <a:lnTo>
                    <a:pt x="1" y="10535"/>
                  </a:lnTo>
                  <a:cubicBezTo>
                    <a:pt x="1" y="10844"/>
                    <a:pt x="249" y="11090"/>
                    <a:pt x="555" y="11090"/>
                  </a:cubicBezTo>
                  <a:lnTo>
                    <a:pt x="1110" y="11090"/>
                  </a:lnTo>
                  <a:lnTo>
                    <a:pt x="1802" y="10813"/>
                  </a:lnTo>
                  <a:lnTo>
                    <a:pt x="2496" y="11090"/>
                  </a:lnTo>
                  <a:lnTo>
                    <a:pt x="3605" y="11090"/>
                  </a:lnTo>
                  <a:lnTo>
                    <a:pt x="4297" y="10813"/>
                  </a:lnTo>
                  <a:lnTo>
                    <a:pt x="4991" y="11090"/>
                  </a:lnTo>
                  <a:lnTo>
                    <a:pt x="6000" y="11090"/>
                  </a:lnTo>
                  <a:cubicBezTo>
                    <a:pt x="4011" y="9437"/>
                    <a:pt x="2722" y="6820"/>
                    <a:pt x="2722" y="3873"/>
                  </a:cubicBezTo>
                  <a:cubicBezTo>
                    <a:pt x="2722" y="2486"/>
                    <a:pt x="3008" y="1176"/>
                    <a:pt x="3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1507172" y="2245610"/>
              <a:ext cx="36773" cy="196246"/>
            </a:xfrm>
            <a:custGeom>
              <a:rect b="b" l="l" r="r" t="t"/>
              <a:pathLst>
                <a:path extrusionOk="0" h="7402" w="1387">
                  <a:moveTo>
                    <a:pt x="694" y="1"/>
                  </a:moveTo>
                  <a:cubicBezTo>
                    <a:pt x="311" y="1"/>
                    <a:pt x="0" y="311"/>
                    <a:pt x="0" y="693"/>
                  </a:cubicBezTo>
                  <a:lnTo>
                    <a:pt x="0" y="7402"/>
                  </a:lnTo>
                  <a:lnTo>
                    <a:pt x="1386" y="7402"/>
                  </a:lnTo>
                  <a:lnTo>
                    <a:pt x="1386" y="693"/>
                  </a:lnTo>
                  <a:cubicBezTo>
                    <a:pt x="1386" y="311"/>
                    <a:pt x="1076" y="1"/>
                    <a:pt x="6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1374848" y="2245610"/>
              <a:ext cx="36799" cy="196246"/>
            </a:xfrm>
            <a:custGeom>
              <a:rect b="b" l="l" r="r" t="t"/>
              <a:pathLst>
                <a:path extrusionOk="0" h="7402" w="1388">
                  <a:moveTo>
                    <a:pt x="695" y="1"/>
                  </a:moveTo>
                  <a:cubicBezTo>
                    <a:pt x="311" y="1"/>
                    <a:pt x="1" y="311"/>
                    <a:pt x="1" y="693"/>
                  </a:cubicBezTo>
                  <a:lnTo>
                    <a:pt x="1" y="7402"/>
                  </a:lnTo>
                  <a:lnTo>
                    <a:pt x="1387" y="7402"/>
                  </a:lnTo>
                  <a:lnTo>
                    <a:pt x="1387" y="693"/>
                  </a:lnTo>
                  <a:cubicBezTo>
                    <a:pt x="1387" y="311"/>
                    <a:pt x="1077" y="1"/>
                    <a:pt x="6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1440997" y="2245610"/>
              <a:ext cx="36799" cy="171748"/>
            </a:xfrm>
            <a:custGeom>
              <a:rect b="b" l="l" r="r" t="t"/>
              <a:pathLst>
                <a:path extrusionOk="0" h="6478" w="1388">
                  <a:moveTo>
                    <a:pt x="695" y="1"/>
                  </a:moveTo>
                  <a:cubicBezTo>
                    <a:pt x="502" y="1"/>
                    <a:pt x="329" y="78"/>
                    <a:pt x="203" y="202"/>
                  </a:cubicBezTo>
                  <a:cubicBezTo>
                    <a:pt x="79" y="327"/>
                    <a:pt x="1" y="502"/>
                    <a:pt x="1" y="693"/>
                  </a:cubicBezTo>
                  <a:lnTo>
                    <a:pt x="1" y="4259"/>
                  </a:lnTo>
                  <a:cubicBezTo>
                    <a:pt x="135" y="5622"/>
                    <a:pt x="468" y="6477"/>
                    <a:pt x="1078" y="6477"/>
                  </a:cubicBezTo>
                  <a:cubicBezTo>
                    <a:pt x="1174" y="6477"/>
                    <a:pt x="1277" y="6456"/>
                    <a:pt x="1387" y="6413"/>
                  </a:cubicBezTo>
                  <a:lnTo>
                    <a:pt x="1387" y="693"/>
                  </a:lnTo>
                  <a:cubicBezTo>
                    <a:pt x="1387" y="311"/>
                    <a:pt x="1077" y="1"/>
                    <a:pt x="6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1440997" y="2358501"/>
              <a:ext cx="36799" cy="83355"/>
            </a:xfrm>
            <a:custGeom>
              <a:rect b="b" l="l" r="r" t="t"/>
              <a:pathLst>
                <a:path extrusionOk="0" h="3144" w="1388">
                  <a:moveTo>
                    <a:pt x="1" y="1"/>
                  </a:moveTo>
                  <a:lnTo>
                    <a:pt x="1" y="3144"/>
                  </a:lnTo>
                  <a:lnTo>
                    <a:pt x="1387" y="3144"/>
                  </a:lnTo>
                  <a:lnTo>
                    <a:pt x="1387" y="2155"/>
                  </a:lnTo>
                  <a:cubicBezTo>
                    <a:pt x="835" y="1516"/>
                    <a:pt x="367" y="79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1400910" y="2106022"/>
              <a:ext cx="241184" cy="132324"/>
            </a:xfrm>
            <a:custGeom>
              <a:rect b="b" l="l" r="r" t="t"/>
              <a:pathLst>
                <a:path extrusionOk="0" h="4991" w="9097">
                  <a:moveTo>
                    <a:pt x="6370" y="0"/>
                  </a:moveTo>
                  <a:cubicBezTo>
                    <a:pt x="6368" y="0"/>
                    <a:pt x="6367" y="0"/>
                    <a:pt x="6366" y="0"/>
                  </a:cubicBezTo>
                  <a:lnTo>
                    <a:pt x="1542" y="0"/>
                  </a:lnTo>
                  <a:cubicBezTo>
                    <a:pt x="859" y="555"/>
                    <a:pt x="0" y="892"/>
                    <a:pt x="0" y="1378"/>
                  </a:cubicBezTo>
                  <a:cubicBezTo>
                    <a:pt x="0" y="2209"/>
                    <a:pt x="577" y="3006"/>
                    <a:pt x="2189" y="3604"/>
                  </a:cubicBezTo>
                  <a:lnTo>
                    <a:pt x="4886" y="3604"/>
                  </a:lnTo>
                  <a:cubicBezTo>
                    <a:pt x="5206" y="4416"/>
                    <a:pt x="5989" y="4991"/>
                    <a:pt x="6911" y="4991"/>
                  </a:cubicBezTo>
                  <a:cubicBezTo>
                    <a:pt x="8118" y="4991"/>
                    <a:pt x="9096" y="4012"/>
                    <a:pt x="9096" y="2806"/>
                  </a:cubicBezTo>
                  <a:cubicBezTo>
                    <a:pt x="9096" y="1419"/>
                    <a:pt x="8055" y="0"/>
                    <a:pt x="6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1276725" y="2105969"/>
              <a:ext cx="182300" cy="132324"/>
            </a:xfrm>
            <a:custGeom>
              <a:rect b="b" l="l" r="r" t="t"/>
              <a:pathLst>
                <a:path extrusionOk="0" h="4991" w="6876">
                  <a:moveTo>
                    <a:pt x="2728" y="0"/>
                  </a:moveTo>
                  <a:cubicBezTo>
                    <a:pt x="1043" y="0"/>
                    <a:pt x="0" y="1415"/>
                    <a:pt x="0" y="2806"/>
                  </a:cubicBezTo>
                  <a:cubicBezTo>
                    <a:pt x="0" y="4010"/>
                    <a:pt x="980" y="4990"/>
                    <a:pt x="2185" y="4990"/>
                  </a:cubicBezTo>
                  <a:cubicBezTo>
                    <a:pt x="3110" y="4990"/>
                    <a:pt x="3890" y="4416"/>
                    <a:pt x="4210" y="3604"/>
                  </a:cubicBezTo>
                  <a:lnTo>
                    <a:pt x="6876" y="3604"/>
                  </a:lnTo>
                  <a:cubicBezTo>
                    <a:pt x="6239" y="2976"/>
                    <a:pt x="5864" y="2209"/>
                    <a:pt x="5862" y="1377"/>
                  </a:cubicBezTo>
                  <a:cubicBezTo>
                    <a:pt x="5862" y="892"/>
                    <a:pt x="5993" y="426"/>
                    <a:pt x="6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1271317" y="2100428"/>
              <a:ext cx="376292" cy="143327"/>
            </a:xfrm>
            <a:custGeom>
              <a:rect b="b" l="l" r="r" t="t"/>
              <a:pathLst>
                <a:path extrusionOk="0" h="5406" w="14193">
                  <a:moveTo>
                    <a:pt x="2937" y="1"/>
                  </a:moveTo>
                  <a:cubicBezTo>
                    <a:pt x="1318" y="1"/>
                    <a:pt x="0" y="1336"/>
                    <a:pt x="0" y="2981"/>
                  </a:cubicBezTo>
                  <a:cubicBezTo>
                    <a:pt x="0" y="4317"/>
                    <a:pt x="1069" y="5406"/>
                    <a:pt x="2389" y="5406"/>
                  </a:cubicBezTo>
                  <a:cubicBezTo>
                    <a:pt x="3706" y="5406"/>
                    <a:pt x="4780" y="4317"/>
                    <a:pt x="4780" y="2981"/>
                  </a:cubicBezTo>
                  <a:cubicBezTo>
                    <a:pt x="4780" y="1950"/>
                    <a:pt x="3950" y="1110"/>
                    <a:pt x="2932" y="1110"/>
                  </a:cubicBezTo>
                  <a:cubicBezTo>
                    <a:pt x="1916" y="1110"/>
                    <a:pt x="1087" y="1950"/>
                    <a:pt x="1087" y="2981"/>
                  </a:cubicBezTo>
                  <a:cubicBezTo>
                    <a:pt x="1087" y="3707"/>
                    <a:pt x="1668" y="4297"/>
                    <a:pt x="2387" y="4297"/>
                  </a:cubicBezTo>
                  <a:cubicBezTo>
                    <a:pt x="3105" y="4297"/>
                    <a:pt x="3686" y="3707"/>
                    <a:pt x="3686" y="2981"/>
                  </a:cubicBezTo>
                  <a:cubicBezTo>
                    <a:pt x="3686" y="2866"/>
                    <a:pt x="3593" y="2773"/>
                    <a:pt x="3480" y="2773"/>
                  </a:cubicBezTo>
                  <a:cubicBezTo>
                    <a:pt x="3365" y="2773"/>
                    <a:pt x="3272" y="2866"/>
                    <a:pt x="3272" y="2981"/>
                  </a:cubicBezTo>
                  <a:cubicBezTo>
                    <a:pt x="3272" y="3476"/>
                    <a:pt x="2875" y="3882"/>
                    <a:pt x="2387" y="3882"/>
                  </a:cubicBezTo>
                  <a:cubicBezTo>
                    <a:pt x="1899" y="3882"/>
                    <a:pt x="1502" y="3476"/>
                    <a:pt x="1502" y="2981"/>
                  </a:cubicBezTo>
                  <a:cubicBezTo>
                    <a:pt x="1502" y="2179"/>
                    <a:pt x="2145" y="1524"/>
                    <a:pt x="2932" y="1524"/>
                  </a:cubicBezTo>
                  <a:cubicBezTo>
                    <a:pt x="3724" y="1524"/>
                    <a:pt x="4363" y="2179"/>
                    <a:pt x="4363" y="2981"/>
                  </a:cubicBezTo>
                  <a:cubicBezTo>
                    <a:pt x="4363" y="4090"/>
                    <a:pt x="3480" y="4991"/>
                    <a:pt x="2389" y="4991"/>
                  </a:cubicBezTo>
                  <a:cubicBezTo>
                    <a:pt x="1302" y="4991"/>
                    <a:pt x="415" y="4090"/>
                    <a:pt x="415" y="2981"/>
                  </a:cubicBezTo>
                  <a:cubicBezTo>
                    <a:pt x="415" y="1566"/>
                    <a:pt x="1546" y="415"/>
                    <a:pt x="2937" y="415"/>
                  </a:cubicBezTo>
                  <a:lnTo>
                    <a:pt x="11256" y="415"/>
                  </a:lnTo>
                  <a:cubicBezTo>
                    <a:pt x="12644" y="415"/>
                    <a:pt x="13776" y="1566"/>
                    <a:pt x="13776" y="2981"/>
                  </a:cubicBezTo>
                  <a:cubicBezTo>
                    <a:pt x="13776" y="4090"/>
                    <a:pt x="12888" y="4991"/>
                    <a:pt x="11802" y="4991"/>
                  </a:cubicBezTo>
                  <a:cubicBezTo>
                    <a:pt x="10715" y="4991"/>
                    <a:pt x="9828" y="4090"/>
                    <a:pt x="9828" y="2981"/>
                  </a:cubicBezTo>
                  <a:cubicBezTo>
                    <a:pt x="9828" y="2179"/>
                    <a:pt x="10471" y="1524"/>
                    <a:pt x="11258" y="1524"/>
                  </a:cubicBezTo>
                  <a:cubicBezTo>
                    <a:pt x="12048" y="1524"/>
                    <a:pt x="12689" y="2179"/>
                    <a:pt x="12689" y="2981"/>
                  </a:cubicBezTo>
                  <a:cubicBezTo>
                    <a:pt x="12689" y="3476"/>
                    <a:pt x="12292" y="3882"/>
                    <a:pt x="11804" y="3882"/>
                  </a:cubicBezTo>
                  <a:cubicBezTo>
                    <a:pt x="11316" y="3882"/>
                    <a:pt x="10919" y="3476"/>
                    <a:pt x="10919" y="2981"/>
                  </a:cubicBezTo>
                  <a:cubicBezTo>
                    <a:pt x="10919" y="2866"/>
                    <a:pt x="10826" y="2773"/>
                    <a:pt x="10713" y="2773"/>
                  </a:cubicBezTo>
                  <a:cubicBezTo>
                    <a:pt x="10597" y="2773"/>
                    <a:pt x="10504" y="2866"/>
                    <a:pt x="10504" y="2981"/>
                  </a:cubicBezTo>
                  <a:cubicBezTo>
                    <a:pt x="10504" y="3707"/>
                    <a:pt x="11090" y="4297"/>
                    <a:pt x="11804" y="4297"/>
                  </a:cubicBezTo>
                  <a:cubicBezTo>
                    <a:pt x="12522" y="4297"/>
                    <a:pt x="13104" y="3707"/>
                    <a:pt x="13104" y="2981"/>
                  </a:cubicBezTo>
                  <a:cubicBezTo>
                    <a:pt x="13104" y="1950"/>
                    <a:pt x="12276" y="1110"/>
                    <a:pt x="11258" y="1110"/>
                  </a:cubicBezTo>
                  <a:cubicBezTo>
                    <a:pt x="10240" y="1110"/>
                    <a:pt x="9413" y="1950"/>
                    <a:pt x="9413" y="2981"/>
                  </a:cubicBezTo>
                  <a:cubicBezTo>
                    <a:pt x="9413" y="4317"/>
                    <a:pt x="10482" y="5406"/>
                    <a:pt x="11802" y="5406"/>
                  </a:cubicBezTo>
                  <a:cubicBezTo>
                    <a:pt x="13119" y="5406"/>
                    <a:pt x="14193" y="4317"/>
                    <a:pt x="14193" y="2981"/>
                  </a:cubicBezTo>
                  <a:cubicBezTo>
                    <a:pt x="14193" y="1336"/>
                    <a:pt x="12875" y="1"/>
                    <a:pt x="1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7" name="Shape 3167"/>
        <p:cNvGrpSpPr/>
        <p:nvPr/>
      </p:nvGrpSpPr>
      <p:grpSpPr>
        <a:xfrm>
          <a:off x="0" y="0"/>
          <a:ext cx="0" cy="0"/>
          <a:chOff x="0" y="0"/>
          <a:chExt cx="0" cy="0"/>
        </a:xfrm>
      </p:grpSpPr>
      <p:sp>
        <p:nvSpPr>
          <p:cNvPr id="3168" name="Google Shape;3168;p57"/>
          <p:cNvSpPr txBox="1"/>
          <p:nvPr>
            <p:ph type="title"/>
          </p:nvPr>
        </p:nvSpPr>
        <p:spPr>
          <a:xfrm rot="-599">
            <a:off x="720000" y="3274540"/>
            <a:ext cx="17220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–someone</a:t>
            </a:r>
            <a:r>
              <a:rPr lang="en"/>
              <a:t> famous</a:t>
            </a:r>
            <a:endParaRPr/>
          </a:p>
        </p:txBody>
      </p:sp>
      <p:sp>
        <p:nvSpPr>
          <p:cNvPr id="3169" name="Google Shape;3169;p57"/>
          <p:cNvSpPr txBox="1"/>
          <p:nvPr>
            <p:ph idx="1" type="subTitle"/>
          </p:nvPr>
        </p:nvSpPr>
        <p:spPr>
          <a:xfrm>
            <a:off x="720125" y="1411612"/>
            <a:ext cx="4563900" cy="1844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“This is a quote, words full of wisdom that someone important said and can make the reader get inspired.”</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3" name="Shape 3173"/>
        <p:cNvGrpSpPr/>
        <p:nvPr/>
      </p:nvGrpSpPr>
      <p:grpSpPr>
        <a:xfrm>
          <a:off x="0" y="0"/>
          <a:ext cx="0" cy="0"/>
          <a:chOff x="0" y="0"/>
          <a:chExt cx="0" cy="0"/>
        </a:xfrm>
      </p:grpSpPr>
      <p:sp>
        <p:nvSpPr>
          <p:cNvPr id="3174" name="Google Shape;3174;p58"/>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aristotle</a:t>
            </a:r>
            <a:endParaRPr/>
          </a:p>
        </p:txBody>
      </p:sp>
      <p:sp>
        <p:nvSpPr>
          <p:cNvPr id="3175" name="Google Shape;3175;p58"/>
          <p:cNvSpPr txBox="1"/>
          <p:nvPr/>
        </p:nvSpPr>
        <p:spPr>
          <a:xfrm>
            <a:off x="6412900" y="1308506"/>
            <a:ext cx="2011200" cy="441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chemeClr val="dk2"/>
                </a:solidFill>
                <a:latin typeface="Bahiana"/>
                <a:ea typeface="Bahiana"/>
                <a:cs typeface="Bahiana"/>
                <a:sym typeface="Bahiana"/>
              </a:rPr>
              <a:t>Venus - 30%</a:t>
            </a:r>
            <a:endParaRPr b="1" sz="2500">
              <a:solidFill>
                <a:schemeClr val="dk2"/>
              </a:solidFill>
              <a:latin typeface="Bahiana"/>
              <a:ea typeface="Bahiana"/>
              <a:cs typeface="Bahiana"/>
              <a:sym typeface="Bahiana"/>
            </a:endParaRPr>
          </a:p>
        </p:txBody>
      </p:sp>
      <p:sp>
        <p:nvSpPr>
          <p:cNvPr id="3176" name="Google Shape;3176;p58"/>
          <p:cNvSpPr txBox="1"/>
          <p:nvPr/>
        </p:nvSpPr>
        <p:spPr>
          <a:xfrm>
            <a:off x="6412900" y="1691307"/>
            <a:ext cx="2011200" cy="8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Venus</a:t>
            </a:r>
            <a:r>
              <a:rPr lang="en">
                <a:solidFill>
                  <a:schemeClr val="dk1"/>
                </a:solidFill>
                <a:latin typeface="Overpass Light"/>
                <a:ea typeface="Overpass Light"/>
                <a:cs typeface="Overpass Light"/>
                <a:sym typeface="Overpass Light"/>
              </a:rPr>
              <a:t> has a beautiful name and is actually a very hot planet</a:t>
            </a:r>
            <a:endParaRPr>
              <a:solidFill>
                <a:schemeClr val="dk1"/>
              </a:solidFill>
              <a:latin typeface="Overpass Light"/>
              <a:ea typeface="Overpass Light"/>
              <a:cs typeface="Overpass Light"/>
              <a:sym typeface="Overpass Light"/>
            </a:endParaRPr>
          </a:p>
        </p:txBody>
      </p:sp>
      <p:sp>
        <p:nvSpPr>
          <p:cNvPr id="3177" name="Google Shape;3177;p58"/>
          <p:cNvSpPr txBox="1"/>
          <p:nvPr/>
        </p:nvSpPr>
        <p:spPr>
          <a:xfrm>
            <a:off x="720000" y="1247958"/>
            <a:ext cx="462300" cy="351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Overpass Light"/>
                <a:ea typeface="Overpass Light"/>
                <a:cs typeface="Overpass Light"/>
                <a:sym typeface="Overpass Light"/>
              </a:rPr>
              <a:t>100</a:t>
            </a:r>
            <a:endParaRPr sz="1200">
              <a:solidFill>
                <a:schemeClr val="dk1"/>
              </a:solidFill>
              <a:latin typeface="Overpass Light"/>
              <a:ea typeface="Overpass Light"/>
              <a:cs typeface="Overpass Light"/>
              <a:sym typeface="Overpass Light"/>
            </a:endParaRPr>
          </a:p>
        </p:txBody>
      </p:sp>
      <p:sp>
        <p:nvSpPr>
          <p:cNvPr id="3178" name="Google Shape;3178;p58"/>
          <p:cNvSpPr txBox="1"/>
          <p:nvPr/>
        </p:nvSpPr>
        <p:spPr>
          <a:xfrm>
            <a:off x="720000" y="3687408"/>
            <a:ext cx="462300" cy="351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Overpass Light"/>
                <a:ea typeface="Overpass Light"/>
                <a:cs typeface="Overpass Light"/>
                <a:sym typeface="Overpass Light"/>
              </a:rPr>
              <a:t>0</a:t>
            </a:r>
            <a:endParaRPr sz="1200">
              <a:solidFill>
                <a:schemeClr val="dk1"/>
              </a:solidFill>
              <a:latin typeface="Overpass Light"/>
              <a:ea typeface="Overpass Light"/>
              <a:cs typeface="Overpass Light"/>
              <a:sym typeface="Overpass Light"/>
            </a:endParaRPr>
          </a:p>
        </p:txBody>
      </p:sp>
      <p:sp>
        <p:nvSpPr>
          <p:cNvPr id="3179" name="Google Shape;3179;p58"/>
          <p:cNvSpPr txBox="1"/>
          <p:nvPr/>
        </p:nvSpPr>
        <p:spPr>
          <a:xfrm>
            <a:off x="720000" y="3077545"/>
            <a:ext cx="462300" cy="351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Overpass Light"/>
                <a:ea typeface="Overpass Light"/>
                <a:cs typeface="Overpass Light"/>
                <a:sym typeface="Overpass Light"/>
              </a:rPr>
              <a:t>25</a:t>
            </a:r>
            <a:endParaRPr sz="1200">
              <a:solidFill>
                <a:schemeClr val="dk1"/>
              </a:solidFill>
              <a:latin typeface="Overpass Light"/>
              <a:ea typeface="Overpass Light"/>
              <a:cs typeface="Overpass Light"/>
              <a:sym typeface="Overpass Light"/>
            </a:endParaRPr>
          </a:p>
        </p:txBody>
      </p:sp>
      <p:sp>
        <p:nvSpPr>
          <p:cNvPr id="3180" name="Google Shape;3180;p58"/>
          <p:cNvSpPr txBox="1"/>
          <p:nvPr/>
        </p:nvSpPr>
        <p:spPr>
          <a:xfrm>
            <a:off x="720000" y="2467683"/>
            <a:ext cx="462300" cy="351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Overpass Light"/>
                <a:ea typeface="Overpass Light"/>
                <a:cs typeface="Overpass Light"/>
                <a:sym typeface="Overpass Light"/>
              </a:rPr>
              <a:t>5</a:t>
            </a:r>
            <a:r>
              <a:rPr lang="en" sz="1200">
                <a:solidFill>
                  <a:schemeClr val="dk1"/>
                </a:solidFill>
                <a:latin typeface="Overpass Light"/>
                <a:ea typeface="Overpass Light"/>
                <a:cs typeface="Overpass Light"/>
                <a:sym typeface="Overpass Light"/>
              </a:rPr>
              <a:t>0</a:t>
            </a:r>
            <a:endParaRPr sz="1200">
              <a:solidFill>
                <a:schemeClr val="dk1"/>
              </a:solidFill>
              <a:latin typeface="Overpass Light"/>
              <a:ea typeface="Overpass Light"/>
              <a:cs typeface="Overpass Light"/>
              <a:sym typeface="Overpass Light"/>
            </a:endParaRPr>
          </a:p>
        </p:txBody>
      </p:sp>
      <p:sp>
        <p:nvSpPr>
          <p:cNvPr id="3181" name="Google Shape;3181;p58"/>
          <p:cNvSpPr txBox="1"/>
          <p:nvPr/>
        </p:nvSpPr>
        <p:spPr>
          <a:xfrm>
            <a:off x="720000" y="1857820"/>
            <a:ext cx="462300" cy="351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Overpass Light"/>
                <a:ea typeface="Overpass Light"/>
                <a:cs typeface="Overpass Light"/>
                <a:sym typeface="Overpass Light"/>
              </a:rPr>
              <a:t>75</a:t>
            </a:r>
            <a:endParaRPr sz="1200">
              <a:solidFill>
                <a:schemeClr val="dk1"/>
              </a:solidFill>
              <a:latin typeface="Overpass Light"/>
              <a:ea typeface="Overpass Light"/>
              <a:cs typeface="Overpass Light"/>
              <a:sym typeface="Overpass Light"/>
            </a:endParaRPr>
          </a:p>
        </p:txBody>
      </p:sp>
      <p:sp>
        <p:nvSpPr>
          <p:cNvPr id="3182" name="Google Shape;3182;p58"/>
          <p:cNvSpPr txBox="1"/>
          <p:nvPr/>
        </p:nvSpPr>
        <p:spPr>
          <a:xfrm>
            <a:off x="1197552" y="3924395"/>
            <a:ext cx="904200" cy="35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verpass Light"/>
                <a:ea typeface="Overpass Light"/>
                <a:cs typeface="Overpass Light"/>
                <a:sym typeface="Overpass Light"/>
              </a:rPr>
              <a:t>Mercury</a:t>
            </a:r>
            <a:endParaRPr sz="1200">
              <a:solidFill>
                <a:schemeClr val="dk1"/>
              </a:solidFill>
              <a:latin typeface="Overpass Light"/>
              <a:ea typeface="Overpass Light"/>
              <a:cs typeface="Overpass Light"/>
              <a:sym typeface="Overpass Light"/>
            </a:endParaRPr>
          </a:p>
        </p:txBody>
      </p:sp>
      <p:sp>
        <p:nvSpPr>
          <p:cNvPr id="3183" name="Google Shape;3183;p58"/>
          <p:cNvSpPr txBox="1"/>
          <p:nvPr/>
        </p:nvSpPr>
        <p:spPr>
          <a:xfrm>
            <a:off x="3173040" y="3924395"/>
            <a:ext cx="904200" cy="35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verpass Light"/>
                <a:ea typeface="Overpass Light"/>
                <a:cs typeface="Overpass Light"/>
                <a:sym typeface="Overpass Light"/>
              </a:rPr>
              <a:t>Mars</a:t>
            </a:r>
            <a:endParaRPr sz="1200">
              <a:solidFill>
                <a:schemeClr val="dk1"/>
              </a:solidFill>
              <a:latin typeface="Overpass Light"/>
              <a:ea typeface="Overpass Light"/>
              <a:cs typeface="Overpass Light"/>
              <a:sym typeface="Overpass Light"/>
            </a:endParaRPr>
          </a:p>
        </p:txBody>
      </p:sp>
      <p:sp>
        <p:nvSpPr>
          <p:cNvPr id="3184" name="Google Shape;3184;p58"/>
          <p:cNvSpPr txBox="1"/>
          <p:nvPr/>
        </p:nvSpPr>
        <p:spPr>
          <a:xfrm>
            <a:off x="2514544" y="3924395"/>
            <a:ext cx="904200" cy="35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verpass Light"/>
                <a:ea typeface="Overpass Light"/>
                <a:cs typeface="Overpass Light"/>
                <a:sym typeface="Overpass Light"/>
              </a:rPr>
              <a:t>Earth</a:t>
            </a:r>
            <a:endParaRPr sz="1200">
              <a:solidFill>
                <a:schemeClr val="dk1"/>
              </a:solidFill>
              <a:latin typeface="Overpass Light"/>
              <a:ea typeface="Overpass Light"/>
              <a:cs typeface="Overpass Light"/>
              <a:sym typeface="Overpass Light"/>
            </a:endParaRPr>
          </a:p>
        </p:txBody>
      </p:sp>
      <p:sp>
        <p:nvSpPr>
          <p:cNvPr id="3185" name="Google Shape;3185;p58"/>
          <p:cNvSpPr txBox="1"/>
          <p:nvPr/>
        </p:nvSpPr>
        <p:spPr>
          <a:xfrm>
            <a:off x="1856048" y="3924395"/>
            <a:ext cx="904200" cy="35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verpass Light"/>
                <a:ea typeface="Overpass Light"/>
                <a:cs typeface="Overpass Light"/>
                <a:sym typeface="Overpass Light"/>
              </a:rPr>
              <a:t>Venus</a:t>
            </a:r>
            <a:endParaRPr sz="1200">
              <a:solidFill>
                <a:schemeClr val="dk1"/>
              </a:solidFill>
              <a:latin typeface="Overpass Light"/>
              <a:ea typeface="Overpass Light"/>
              <a:cs typeface="Overpass Light"/>
              <a:sym typeface="Overpass Light"/>
            </a:endParaRPr>
          </a:p>
        </p:txBody>
      </p:sp>
      <p:sp>
        <p:nvSpPr>
          <p:cNvPr id="3186" name="Google Shape;3186;p58"/>
          <p:cNvSpPr txBox="1"/>
          <p:nvPr/>
        </p:nvSpPr>
        <p:spPr>
          <a:xfrm>
            <a:off x="720000" y="4251950"/>
            <a:ext cx="7704000" cy="35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verpass Light"/>
                <a:ea typeface="Overpass Light"/>
                <a:cs typeface="Overpass Light"/>
                <a:sym typeface="Overpass Light"/>
              </a:rPr>
              <a:t>Follow the link in the graph to modify its data and then paste the new one here. </a:t>
            </a:r>
            <a:r>
              <a:rPr b="1" lang="en" sz="1200">
                <a:solidFill>
                  <a:schemeClr val="lt2"/>
                </a:solidFill>
                <a:uFill>
                  <a:noFill/>
                </a:uFill>
                <a:latin typeface="Overpass"/>
                <a:ea typeface="Overpass"/>
                <a:cs typeface="Overpass"/>
                <a:sym typeface="Overpass"/>
                <a:hlinkClick r:id="rId3">
                  <a:extLst>
                    <a:ext uri="{A12FA001-AC4F-418D-AE19-62706E023703}">
                      <ahyp:hlinkClr val="tx"/>
                    </a:ext>
                  </a:extLst>
                </a:hlinkClick>
              </a:rPr>
              <a:t>For more info, click here</a:t>
            </a:r>
            <a:endParaRPr b="1" sz="1200">
              <a:solidFill>
                <a:schemeClr val="lt2"/>
              </a:solidFill>
              <a:latin typeface="Overpass"/>
              <a:ea typeface="Overpass"/>
              <a:cs typeface="Overpass"/>
              <a:sym typeface="Overpass"/>
            </a:endParaRPr>
          </a:p>
        </p:txBody>
      </p:sp>
      <p:sp>
        <p:nvSpPr>
          <p:cNvPr id="3187" name="Google Shape;3187;p58"/>
          <p:cNvSpPr txBox="1"/>
          <p:nvPr/>
        </p:nvSpPr>
        <p:spPr>
          <a:xfrm>
            <a:off x="6412900" y="3091733"/>
            <a:ext cx="2011200" cy="441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chemeClr val="accent1"/>
                </a:solidFill>
                <a:latin typeface="Bahiana"/>
                <a:ea typeface="Bahiana"/>
                <a:cs typeface="Bahiana"/>
                <a:sym typeface="Bahiana"/>
              </a:rPr>
              <a:t>Mars - 50%</a:t>
            </a:r>
            <a:endParaRPr b="1" sz="2500">
              <a:solidFill>
                <a:schemeClr val="accent1"/>
              </a:solidFill>
              <a:latin typeface="Bahiana"/>
              <a:ea typeface="Bahiana"/>
              <a:cs typeface="Bahiana"/>
              <a:sym typeface="Bahiana"/>
            </a:endParaRPr>
          </a:p>
        </p:txBody>
      </p:sp>
      <p:sp>
        <p:nvSpPr>
          <p:cNvPr id="3188" name="Google Shape;3188;p58"/>
          <p:cNvSpPr txBox="1"/>
          <p:nvPr/>
        </p:nvSpPr>
        <p:spPr>
          <a:xfrm>
            <a:off x="6412900" y="3474527"/>
            <a:ext cx="2011200" cy="8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Despite being red, </a:t>
            </a:r>
            <a:r>
              <a:rPr b="1" lang="en">
                <a:solidFill>
                  <a:schemeClr val="accent1"/>
                </a:solidFill>
                <a:latin typeface="Overpass"/>
                <a:ea typeface="Overpass"/>
                <a:cs typeface="Overpass"/>
                <a:sym typeface="Overpass"/>
              </a:rPr>
              <a:t>Mars</a:t>
            </a:r>
            <a:r>
              <a:rPr lang="en">
                <a:solidFill>
                  <a:schemeClr val="dk1"/>
                </a:solidFill>
                <a:latin typeface="Overpass Light"/>
                <a:ea typeface="Overpass Light"/>
                <a:cs typeface="Overpass Light"/>
                <a:sym typeface="Overpass Light"/>
              </a:rPr>
              <a:t> is actually a very cold place</a:t>
            </a:r>
            <a:endParaRPr>
              <a:solidFill>
                <a:schemeClr val="dk1"/>
              </a:solidFill>
              <a:latin typeface="Overpass Light"/>
              <a:ea typeface="Overpass Light"/>
              <a:cs typeface="Overpass Light"/>
              <a:sym typeface="Overpass Light"/>
            </a:endParaRPr>
          </a:p>
        </p:txBody>
      </p:sp>
      <p:pic>
        <p:nvPicPr>
          <p:cNvPr id="3189" name="Google Shape;3189;p58" title="Chart">
            <a:hlinkClick r:id="rId4"/>
          </p:cNvPr>
          <p:cNvPicPr preferRelativeResize="0"/>
          <p:nvPr/>
        </p:nvPicPr>
        <p:blipFill>
          <a:blip r:embed="rId5">
            <a:alphaModFix/>
          </a:blip>
          <a:stretch>
            <a:fillRect/>
          </a:stretch>
        </p:blipFill>
        <p:spPr>
          <a:xfrm>
            <a:off x="1182300" y="1242847"/>
            <a:ext cx="2954275" cy="2677124"/>
          </a:xfrm>
          <a:prstGeom prst="rect">
            <a:avLst/>
          </a:prstGeom>
          <a:noFill/>
          <a:ln>
            <a:noFill/>
          </a:ln>
        </p:spPr>
      </p:pic>
      <p:sp>
        <p:nvSpPr>
          <p:cNvPr id="3190" name="Google Shape;3190;p58"/>
          <p:cNvSpPr txBox="1"/>
          <p:nvPr/>
        </p:nvSpPr>
        <p:spPr>
          <a:xfrm>
            <a:off x="4239475" y="1308506"/>
            <a:ext cx="2011200" cy="441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Mercury - 56%</a:t>
            </a:r>
            <a:endParaRPr b="1" sz="2500">
              <a:solidFill>
                <a:srgbClr val="682101"/>
              </a:solidFill>
              <a:latin typeface="Bahiana"/>
              <a:ea typeface="Bahiana"/>
              <a:cs typeface="Bahiana"/>
              <a:sym typeface="Bahiana"/>
            </a:endParaRPr>
          </a:p>
        </p:txBody>
      </p:sp>
      <p:sp>
        <p:nvSpPr>
          <p:cNvPr id="3191" name="Google Shape;3191;p58"/>
          <p:cNvSpPr txBox="1"/>
          <p:nvPr/>
        </p:nvSpPr>
        <p:spPr>
          <a:xfrm>
            <a:off x="4239475" y="1691307"/>
            <a:ext cx="2011200" cy="8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Mercury</a:t>
            </a:r>
            <a:r>
              <a:rPr lang="en">
                <a:solidFill>
                  <a:schemeClr val="dk1"/>
                </a:solidFill>
                <a:latin typeface="Overpass Light"/>
                <a:ea typeface="Overpass Light"/>
                <a:cs typeface="Overpass Light"/>
                <a:sym typeface="Overpass Light"/>
              </a:rPr>
              <a:t> is the closest planet to the Sun and the smallest one</a:t>
            </a:r>
            <a:endParaRPr>
              <a:solidFill>
                <a:schemeClr val="dk1"/>
              </a:solidFill>
              <a:latin typeface="Overpass Light"/>
              <a:ea typeface="Overpass Light"/>
              <a:cs typeface="Overpass Light"/>
              <a:sym typeface="Overpass Light"/>
            </a:endParaRPr>
          </a:p>
        </p:txBody>
      </p:sp>
      <p:sp>
        <p:nvSpPr>
          <p:cNvPr id="3192" name="Google Shape;3192;p58"/>
          <p:cNvSpPr txBox="1"/>
          <p:nvPr/>
        </p:nvSpPr>
        <p:spPr>
          <a:xfrm>
            <a:off x="4239475" y="3091733"/>
            <a:ext cx="2011200" cy="441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chemeClr val="lt2"/>
                </a:solidFill>
                <a:latin typeface="Bahiana"/>
                <a:ea typeface="Bahiana"/>
                <a:cs typeface="Bahiana"/>
                <a:sym typeface="Bahiana"/>
              </a:rPr>
              <a:t>Earth - 96%</a:t>
            </a:r>
            <a:endParaRPr b="1" sz="2500">
              <a:solidFill>
                <a:schemeClr val="lt2"/>
              </a:solidFill>
              <a:latin typeface="Bahiana"/>
              <a:ea typeface="Bahiana"/>
              <a:cs typeface="Bahiana"/>
              <a:sym typeface="Bahiana"/>
            </a:endParaRPr>
          </a:p>
        </p:txBody>
      </p:sp>
      <p:sp>
        <p:nvSpPr>
          <p:cNvPr id="3193" name="Google Shape;3193;p58"/>
          <p:cNvSpPr txBox="1"/>
          <p:nvPr/>
        </p:nvSpPr>
        <p:spPr>
          <a:xfrm>
            <a:off x="4239475" y="3474527"/>
            <a:ext cx="2011200" cy="8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Earth</a:t>
            </a:r>
            <a:r>
              <a:rPr lang="en">
                <a:solidFill>
                  <a:schemeClr val="dk1"/>
                </a:solidFill>
                <a:latin typeface="Overpass Light"/>
                <a:ea typeface="Overpass Light"/>
                <a:cs typeface="Overpass Light"/>
                <a:sym typeface="Overpass Light"/>
              </a:rPr>
              <a:t> is the only planet that harbors life in the Solar System</a:t>
            </a:r>
            <a:endParaRPr>
              <a:solidFill>
                <a:schemeClr val="dk1"/>
              </a:solidFill>
              <a:latin typeface="Overpass Light"/>
              <a:ea typeface="Overpass Light"/>
              <a:cs typeface="Overpass Light"/>
              <a:sym typeface="Overpass Light"/>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7" name="Shape 3197"/>
        <p:cNvGrpSpPr/>
        <p:nvPr/>
      </p:nvGrpSpPr>
      <p:grpSpPr>
        <a:xfrm>
          <a:off x="0" y="0"/>
          <a:ext cx="0" cy="0"/>
          <a:chOff x="0" y="0"/>
          <a:chExt cx="0" cy="0"/>
        </a:xfrm>
      </p:grpSpPr>
      <p:sp>
        <p:nvSpPr>
          <p:cNvPr id="3198" name="Google Shape;3198;p59"/>
          <p:cNvSpPr/>
          <p:nvPr/>
        </p:nvSpPr>
        <p:spPr>
          <a:xfrm>
            <a:off x="2415875" y="1063338"/>
            <a:ext cx="1281900" cy="12819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9"/>
          <p:cNvSpPr txBox="1"/>
          <p:nvPr>
            <p:ph type="title"/>
          </p:nvPr>
        </p:nvSpPr>
        <p:spPr>
          <a:xfrm>
            <a:off x="3948550" y="540000"/>
            <a:ext cx="2779800" cy="158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hellenistic</a:t>
            </a:r>
            <a:r>
              <a:rPr lang="en"/>
              <a:t> philosophy</a:t>
            </a:r>
            <a:endParaRPr/>
          </a:p>
        </p:txBody>
      </p:sp>
      <p:sp>
        <p:nvSpPr>
          <p:cNvPr id="3200" name="Google Shape;3200;p59"/>
          <p:cNvSpPr txBox="1"/>
          <p:nvPr>
            <p:ph idx="2" type="title"/>
          </p:nvPr>
        </p:nvSpPr>
        <p:spPr>
          <a:xfrm>
            <a:off x="2415650" y="1231750"/>
            <a:ext cx="1281900" cy="96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01" name="Google Shape;3201;p59"/>
          <p:cNvSpPr txBox="1"/>
          <p:nvPr>
            <p:ph idx="1" type="subTitle"/>
          </p:nvPr>
        </p:nvSpPr>
        <p:spPr>
          <a:xfrm rot="398">
            <a:off x="3948550" y="2125650"/>
            <a:ext cx="2590500" cy="74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enter a subtitle here if you need it</a:t>
            </a:r>
            <a:endParaRPr/>
          </a:p>
        </p:txBody>
      </p:sp>
      <p:grpSp>
        <p:nvGrpSpPr>
          <p:cNvPr id="3202" name="Google Shape;3202;p59"/>
          <p:cNvGrpSpPr/>
          <p:nvPr/>
        </p:nvGrpSpPr>
        <p:grpSpPr>
          <a:xfrm>
            <a:off x="143032" y="3235499"/>
            <a:ext cx="4108825" cy="1041082"/>
            <a:chOff x="365750" y="2226825"/>
            <a:chExt cx="1302900" cy="330125"/>
          </a:xfrm>
        </p:grpSpPr>
        <p:sp>
          <p:nvSpPr>
            <p:cNvPr id="3203" name="Google Shape;3203;p59"/>
            <p:cNvSpPr/>
            <p:nvPr/>
          </p:nvSpPr>
          <p:spPr>
            <a:xfrm>
              <a:off x="365750" y="2226825"/>
              <a:ext cx="1302900" cy="330125"/>
            </a:xfrm>
            <a:custGeom>
              <a:rect b="b" l="l" r="r" t="t"/>
              <a:pathLst>
                <a:path extrusionOk="0" h="13205" w="52116">
                  <a:moveTo>
                    <a:pt x="32592" y="0"/>
                  </a:moveTo>
                  <a:cubicBezTo>
                    <a:pt x="32296" y="0"/>
                    <a:pt x="32001" y="50"/>
                    <a:pt x="31719" y="159"/>
                  </a:cubicBezTo>
                  <a:cubicBezTo>
                    <a:pt x="30489" y="630"/>
                    <a:pt x="29830" y="2314"/>
                    <a:pt x="30587" y="3391"/>
                  </a:cubicBezTo>
                  <a:cubicBezTo>
                    <a:pt x="29929" y="2819"/>
                    <a:pt x="29056" y="2519"/>
                    <a:pt x="28186" y="2519"/>
                  </a:cubicBezTo>
                  <a:cubicBezTo>
                    <a:pt x="27639" y="2519"/>
                    <a:pt x="27093" y="2638"/>
                    <a:pt x="26603" y="2882"/>
                  </a:cubicBezTo>
                  <a:cubicBezTo>
                    <a:pt x="26248" y="2136"/>
                    <a:pt x="25437" y="1636"/>
                    <a:pt x="24616" y="1636"/>
                  </a:cubicBezTo>
                  <a:cubicBezTo>
                    <a:pt x="24546" y="1636"/>
                    <a:pt x="24477" y="1640"/>
                    <a:pt x="24407" y="1647"/>
                  </a:cubicBezTo>
                  <a:cubicBezTo>
                    <a:pt x="23515" y="1741"/>
                    <a:pt x="22722" y="2440"/>
                    <a:pt x="22516" y="3311"/>
                  </a:cubicBezTo>
                  <a:cubicBezTo>
                    <a:pt x="21974" y="2668"/>
                    <a:pt x="21132" y="2335"/>
                    <a:pt x="20294" y="2335"/>
                  </a:cubicBezTo>
                  <a:cubicBezTo>
                    <a:pt x="19614" y="2335"/>
                    <a:pt x="18937" y="2554"/>
                    <a:pt x="18425" y="3005"/>
                  </a:cubicBezTo>
                  <a:cubicBezTo>
                    <a:pt x="18162" y="2303"/>
                    <a:pt x="17406" y="1872"/>
                    <a:pt x="16668" y="1872"/>
                  </a:cubicBezTo>
                  <a:cubicBezTo>
                    <a:pt x="16334" y="1872"/>
                    <a:pt x="16003" y="1960"/>
                    <a:pt x="15724" y="2152"/>
                  </a:cubicBezTo>
                  <a:cubicBezTo>
                    <a:pt x="14947" y="1332"/>
                    <a:pt x="13713" y="859"/>
                    <a:pt x="12512" y="859"/>
                  </a:cubicBezTo>
                  <a:cubicBezTo>
                    <a:pt x="12359" y="859"/>
                    <a:pt x="12207" y="867"/>
                    <a:pt x="12056" y="882"/>
                  </a:cubicBezTo>
                  <a:cubicBezTo>
                    <a:pt x="11175" y="975"/>
                    <a:pt x="10347" y="1338"/>
                    <a:pt x="9775" y="2026"/>
                  </a:cubicBezTo>
                  <a:cubicBezTo>
                    <a:pt x="9271" y="2633"/>
                    <a:pt x="9016" y="3441"/>
                    <a:pt x="9081" y="4226"/>
                  </a:cubicBezTo>
                  <a:cubicBezTo>
                    <a:pt x="8775" y="4104"/>
                    <a:pt x="8448" y="4046"/>
                    <a:pt x="8120" y="4046"/>
                  </a:cubicBezTo>
                  <a:cubicBezTo>
                    <a:pt x="7302" y="4046"/>
                    <a:pt x="6478" y="4409"/>
                    <a:pt x="5964" y="5050"/>
                  </a:cubicBezTo>
                  <a:cubicBezTo>
                    <a:pt x="5801" y="5254"/>
                    <a:pt x="5665" y="5487"/>
                    <a:pt x="5633" y="5745"/>
                  </a:cubicBezTo>
                  <a:cubicBezTo>
                    <a:pt x="5607" y="5941"/>
                    <a:pt x="5650" y="6151"/>
                    <a:pt x="5765" y="6309"/>
                  </a:cubicBezTo>
                  <a:lnTo>
                    <a:pt x="5765" y="6309"/>
                  </a:lnTo>
                  <a:cubicBezTo>
                    <a:pt x="5541" y="6116"/>
                    <a:pt x="5245" y="6007"/>
                    <a:pt x="4950" y="6007"/>
                  </a:cubicBezTo>
                  <a:cubicBezTo>
                    <a:pt x="4880" y="6007"/>
                    <a:pt x="4809" y="6013"/>
                    <a:pt x="4740" y="6026"/>
                  </a:cubicBezTo>
                  <a:cubicBezTo>
                    <a:pt x="3338" y="6281"/>
                    <a:pt x="3260" y="8248"/>
                    <a:pt x="4350" y="8911"/>
                  </a:cubicBezTo>
                  <a:lnTo>
                    <a:pt x="4350" y="8911"/>
                  </a:lnTo>
                  <a:cubicBezTo>
                    <a:pt x="3641" y="8537"/>
                    <a:pt x="2885" y="8177"/>
                    <a:pt x="2100" y="8177"/>
                  </a:cubicBezTo>
                  <a:cubicBezTo>
                    <a:pt x="2012" y="8177"/>
                    <a:pt x="1923" y="8182"/>
                    <a:pt x="1834" y="8191"/>
                  </a:cubicBezTo>
                  <a:cubicBezTo>
                    <a:pt x="900" y="8293"/>
                    <a:pt x="1" y="9226"/>
                    <a:pt x="306" y="10116"/>
                  </a:cubicBezTo>
                  <a:cubicBezTo>
                    <a:pt x="608" y="10991"/>
                    <a:pt x="1731" y="11192"/>
                    <a:pt x="2653" y="11253"/>
                  </a:cubicBezTo>
                  <a:cubicBezTo>
                    <a:pt x="10067" y="11728"/>
                    <a:pt x="17480" y="12201"/>
                    <a:pt x="24896" y="12676"/>
                  </a:cubicBezTo>
                  <a:cubicBezTo>
                    <a:pt x="29028" y="12941"/>
                    <a:pt x="33189" y="13204"/>
                    <a:pt x="37333" y="13204"/>
                  </a:cubicBezTo>
                  <a:cubicBezTo>
                    <a:pt x="41591" y="13204"/>
                    <a:pt x="45830" y="12927"/>
                    <a:pt x="50002" y="12088"/>
                  </a:cubicBezTo>
                  <a:cubicBezTo>
                    <a:pt x="50944" y="11897"/>
                    <a:pt x="52094" y="11433"/>
                    <a:pt x="52107" y="10470"/>
                  </a:cubicBezTo>
                  <a:cubicBezTo>
                    <a:pt x="52116" y="9715"/>
                    <a:pt x="51315" y="9156"/>
                    <a:pt x="50560" y="9144"/>
                  </a:cubicBezTo>
                  <a:cubicBezTo>
                    <a:pt x="50547" y="9143"/>
                    <a:pt x="50534" y="9143"/>
                    <a:pt x="50522" y="9143"/>
                  </a:cubicBezTo>
                  <a:cubicBezTo>
                    <a:pt x="49783" y="9143"/>
                    <a:pt x="49093" y="9513"/>
                    <a:pt x="48445" y="9873"/>
                  </a:cubicBezTo>
                  <a:cubicBezTo>
                    <a:pt x="48776" y="7748"/>
                    <a:pt x="46833" y="6278"/>
                    <a:pt x="44974" y="6278"/>
                  </a:cubicBezTo>
                  <a:cubicBezTo>
                    <a:pt x="43926" y="6278"/>
                    <a:pt x="42904" y="6745"/>
                    <a:pt x="42333" y="7827"/>
                  </a:cubicBezTo>
                  <a:cubicBezTo>
                    <a:pt x="41654" y="6980"/>
                    <a:pt x="40565" y="6511"/>
                    <a:pt x="39484" y="6511"/>
                  </a:cubicBezTo>
                  <a:cubicBezTo>
                    <a:pt x="38955" y="6511"/>
                    <a:pt x="38429" y="6623"/>
                    <a:pt x="37953" y="6858"/>
                  </a:cubicBezTo>
                  <a:cubicBezTo>
                    <a:pt x="38575" y="6236"/>
                    <a:pt x="38463" y="5052"/>
                    <a:pt x="37736" y="4561"/>
                  </a:cubicBezTo>
                  <a:cubicBezTo>
                    <a:pt x="37503" y="4403"/>
                    <a:pt x="37229" y="4330"/>
                    <a:pt x="36952" y="4330"/>
                  </a:cubicBezTo>
                  <a:cubicBezTo>
                    <a:pt x="36361" y="4330"/>
                    <a:pt x="35758" y="4662"/>
                    <a:pt x="35523" y="5212"/>
                  </a:cubicBezTo>
                  <a:cubicBezTo>
                    <a:pt x="35920" y="3958"/>
                    <a:pt x="35871" y="2512"/>
                    <a:pt x="35148" y="1414"/>
                  </a:cubicBezTo>
                  <a:cubicBezTo>
                    <a:pt x="34590" y="567"/>
                    <a:pt x="33585" y="0"/>
                    <a:pt x="3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9"/>
            <p:cNvSpPr/>
            <p:nvPr/>
          </p:nvSpPr>
          <p:spPr>
            <a:xfrm>
              <a:off x="1456825" y="2410725"/>
              <a:ext cx="59825" cy="13225"/>
            </a:xfrm>
            <a:custGeom>
              <a:rect b="b" l="l" r="r" t="t"/>
              <a:pathLst>
                <a:path extrusionOk="0" h="529" w="2393">
                  <a:moveTo>
                    <a:pt x="1445" y="0"/>
                  </a:moveTo>
                  <a:cubicBezTo>
                    <a:pt x="1356" y="0"/>
                    <a:pt x="1268" y="5"/>
                    <a:pt x="1181" y="17"/>
                  </a:cubicBezTo>
                  <a:cubicBezTo>
                    <a:pt x="757" y="72"/>
                    <a:pt x="353" y="219"/>
                    <a:pt x="18" y="487"/>
                  </a:cubicBezTo>
                  <a:cubicBezTo>
                    <a:pt x="0" y="501"/>
                    <a:pt x="18" y="529"/>
                    <a:pt x="36" y="529"/>
                  </a:cubicBezTo>
                  <a:cubicBezTo>
                    <a:pt x="40" y="529"/>
                    <a:pt x="44" y="528"/>
                    <a:pt x="47" y="525"/>
                  </a:cubicBezTo>
                  <a:cubicBezTo>
                    <a:pt x="386" y="299"/>
                    <a:pt x="779" y="151"/>
                    <a:pt x="1188" y="129"/>
                  </a:cubicBezTo>
                  <a:cubicBezTo>
                    <a:pt x="1245" y="126"/>
                    <a:pt x="1301" y="124"/>
                    <a:pt x="1358" y="124"/>
                  </a:cubicBezTo>
                  <a:cubicBezTo>
                    <a:pt x="1498" y="124"/>
                    <a:pt x="1637" y="135"/>
                    <a:pt x="1776" y="161"/>
                  </a:cubicBezTo>
                  <a:cubicBezTo>
                    <a:pt x="1874" y="180"/>
                    <a:pt x="1973" y="203"/>
                    <a:pt x="2068" y="233"/>
                  </a:cubicBezTo>
                  <a:cubicBezTo>
                    <a:pt x="2148" y="259"/>
                    <a:pt x="2236" y="304"/>
                    <a:pt x="2321" y="304"/>
                  </a:cubicBezTo>
                  <a:cubicBezTo>
                    <a:pt x="2327" y="304"/>
                    <a:pt x="2333" y="304"/>
                    <a:pt x="2339" y="304"/>
                  </a:cubicBezTo>
                  <a:cubicBezTo>
                    <a:pt x="2367" y="299"/>
                    <a:pt x="2393" y="269"/>
                    <a:pt x="2374" y="242"/>
                  </a:cubicBezTo>
                  <a:cubicBezTo>
                    <a:pt x="2318" y="168"/>
                    <a:pt x="2223" y="138"/>
                    <a:pt x="2138" y="110"/>
                  </a:cubicBezTo>
                  <a:cubicBezTo>
                    <a:pt x="2031" y="76"/>
                    <a:pt x="1922" y="47"/>
                    <a:pt x="1812" y="30"/>
                  </a:cubicBezTo>
                  <a:cubicBezTo>
                    <a:pt x="1691" y="11"/>
                    <a:pt x="1568" y="0"/>
                    <a:pt x="1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9"/>
            <p:cNvSpPr/>
            <p:nvPr/>
          </p:nvSpPr>
          <p:spPr>
            <a:xfrm>
              <a:off x="1158325" y="2259425"/>
              <a:ext cx="31375" cy="65750"/>
            </a:xfrm>
            <a:custGeom>
              <a:rect b="b" l="l" r="r" t="t"/>
              <a:pathLst>
                <a:path extrusionOk="0" h="2630" w="1255">
                  <a:moveTo>
                    <a:pt x="1029" y="0"/>
                  </a:moveTo>
                  <a:cubicBezTo>
                    <a:pt x="849" y="0"/>
                    <a:pt x="670" y="135"/>
                    <a:pt x="555" y="270"/>
                  </a:cubicBezTo>
                  <a:cubicBezTo>
                    <a:pt x="375" y="479"/>
                    <a:pt x="249" y="732"/>
                    <a:pt x="167" y="996"/>
                  </a:cubicBezTo>
                  <a:cubicBezTo>
                    <a:pt x="0" y="1531"/>
                    <a:pt x="45" y="2118"/>
                    <a:pt x="298" y="2618"/>
                  </a:cubicBezTo>
                  <a:cubicBezTo>
                    <a:pt x="302" y="2626"/>
                    <a:pt x="309" y="2630"/>
                    <a:pt x="316" y="2630"/>
                  </a:cubicBezTo>
                  <a:cubicBezTo>
                    <a:pt x="330" y="2630"/>
                    <a:pt x="346" y="2614"/>
                    <a:pt x="339" y="2595"/>
                  </a:cubicBezTo>
                  <a:cubicBezTo>
                    <a:pt x="125" y="2140"/>
                    <a:pt x="97" y="1616"/>
                    <a:pt x="235" y="1133"/>
                  </a:cubicBezTo>
                  <a:cubicBezTo>
                    <a:pt x="304" y="895"/>
                    <a:pt x="418" y="665"/>
                    <a:pt x="571" y="470"/>
                  </a:cubicBezTo>
                  <a:cubicBezTo>
                    <a:pt x="697" y="308"/>
                    <a:pt x="893" y="106"/>
                    <a:pt x="1113" y="106"/>
                  </a:cubicBezTo>
                  <a:cubicBezTo>
                    <a:pt x="1145" y="106"/>
                    <a:pt x="1178" y="110"/>
                    <a:pt x="1212" y="120"/>
                  </a:cubicBezTo>
                  <a:cubicBezTo>
                    <a:pt x="1215" y="121"/>
                    <a:pt x="1218" y="122"/>
                    <a:pt x="1221" y="122"/>
                  </a:cubicBezTo>
                  <a:cubicBezTo>
                    <a:pt x="1246" y="122"/>
                    <a:pt x="1254" y="85"/>
                    <a:pt x="1233" y="68"/>
                  </a:cubicBezTo>
                  <a:cubicBezTo>
                    <a:pt x="1168" y="20"/>
                    <a:pt x="1098" y="0"/>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9"/>
            <p:cNvSpPr/>
            <p:nvPr/>
          </p:nvSpPr>
          <p:spPr>
            <a:xfrm>
              <a:off x="1193675" y="2274075"/>
              <a:ext cx="30875" cy="34150"/>
            </a:xfrm>
            <a:custGeom>
              <a:rect b="b" l="l" r="r" t="t"/>
              <a:pathLst>
                <a:path extrusionOk="0" h="1366" w="1235">
                  <a:moveTo>
                    <a:pt x="1118" y="0"/>
                  </a:moveTo>
                  <a:cubicBezTo>
                    <a:pt x="981" y="0"/>
                    <a:pt x="844" y="46"/>
                    <a:pt x="723" y="102"/>
                  </a:cubicBezTo>
                  <a:cubicBezTo>
                    <a:pt x="573" y="172"/>
                    <a:pt x="435" y="276"/>
                    <a:pt x="327" y="401"/>
                  </a:cubicBezTo>
                  <a:cubicBezTo>
                    <a:pt x="103" y="658"/>
                    <a:pt x="1" y="999"/>
                    <a:pt x="41" y="1338"/>
                  </a:cubicBezTo>
                  <a:cubicBezTo>
                    <a:pt x="43" y="1356"/>
                    <a:pt x="58" y="1365"/>
                    <a:pt x="72" y="1365"/>
                  </a:cubicBezTo>
                  <a:cubicBezTo>
                    <a:pt x="86" y="1365"/>
                    <a:pt x="99" y="1356"/>
                    <a:pt x="97" y="1338"/>
                  </a:cubicBezTo>
                  <a:cubicBezTo>
                    <a:pt x="77" y="1024"/>
                    <a:pt x="182" y="701"/>
                    <a:pt x="396" y="469"/>
                  </a:cubicBezTo>
                  <a:cubicBezTo>
                    <a:pt x="498" y="358"/>
                    <a:pt x="622" y="267"/>
                    <a:pt x="762" y="204"/>
                  </a:cubicBezTo>
                  <a:cubicBezTo>
                    <a:pt x="900" y="139"/>
                    <a:pt x="1047" y="120"/>
                    <a:pt x="1195" y="81"/>
                  </a:cubicBezTo>
                  <a:cubicBezTo>
                    <a:pt x="1230" y="73"/>
                    <a:pt x="1234" y="9"/>
                    <a:pt x="1194" y="5"/>
                  </a:cubicBezTo>
                  <a:cubicBezTo>
                    <a:pt x="1169" y="2"/>
                    <a:pt x="1143" y="0"/>
                    <a:pt x="1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9"/>
            <p:cNvSpPr/>
            <p:nvPr/>
          </p:nvSpPr>
          <p:spPr>
            <a:xfrm>
              <a:off x="954175" y="2304675"/>
              <a:ext cx="42975" cy="19750"/>
            </a:xfrm>
            <a:custGeom>
              <a:rect b="b" l="l" r="r" t="t"/>
              <a:pathLst>
                <a:path extrusionOk="0" h="790" w="1719">
                  <a:moveTo>
                    <a:pt x="1375" y="1"/>
                  </a:moveTo>
                  <a:cubicBezTo>
                    <a:pt x="1320" y="1"/>
                    <a:pt x="1267" y="4"/>
                    <a:pt x="1217" y="9"/>
                  </a:cubicBezTo>
                  <a:cubicBezTo>
                    <a:pt x="1053" y="23"/>
                    <a:pt x="895" y="63"/>
                    <a:pt x="742" y="128"/>
                  </a:cubicBezTo>
                  <a:cubicBezTo>
                    <a:pt x="441" y="254"/>
                    <a:pt x="184" y="477"/>
                    <a:pt x="13" y="756"/>
                  </a:cubicBezTo>
                  <a:cubicBezTo>
                    <a:pt x="1" y="774"/>
                    <a:pt x="17" y="789"/>
                    <a:pt x="33" y="789"/>
                  </a:cubicBezTo>
                  <a:cubicBezTo>
                    <a:pt x="40" y="789"/>
                    <a:pt x="47" y="786"/>
                    <a:pt x="52" y="779"/>
                  </a:cubicBezTo>
                  <a:cubicBezTo>
                    <a:pt x="236" y="522"/>
                    <a:pt x="503" y="339"/>
                    <a:pt x="800" y="236"/>
                  </a:cubicBezTo>
                  <a:cubicBezTo>
                    <a:pt x="942" y="187"/>
                    <a:pt x="1089" y="157"/>
                    <a:pt x="1239" y="150"/>
                  </a:cubicBezTo>
                  <a:cubicBezTo>
                    <a:pt x="1254" y="149"/>
                    <a:pt x="1269" y="149"/>
                    <a:pt x="1284" y="149"/>
                  </a:cubicBezTo>
                  <a:cubicBezTo>
                    <a:pt x="1378" y="149"/>
                    <a:pt x="1471" y="161"/>
                    <a:pt x="1564" y="161"/>
                  </a:cubicBezTo>
                  <a:cubicBezTo>
                    <a:pt x="1602" y="161"/>
                    <a:pt x="1641" y="159"/>
                    <a:pt x="1680" y="153"/>
                  </a:cubicBezTo>
                  <a:cubicBezTo>
                    <a:pt x="1719" y="147"/>
                    <a:pt x="1716" y="97"/>
                    <a:pt x="1691" y="79"/>
                  </a:cubicBezTo>
                  <a:cubicBezTo>
                    <a:pt x="1603" y="17"/>
                    <a:pt x="1487"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9"/>
            <p:cNvSpPr/>
            <p:nvPr/>
          </p:nvSpPr>
          <p:spPr>
            <a:xfrm>
              <a:off x="602550" y="2275075"/>
              <a:ext cx="103675" cy="57900"/>
            </a:xfrm>
            <a:custGeom>
              <a:rect b="b" l="l" r="r" t="t"/>
              <a:pathLst>
                <a:path extrusionOk="0" h="2316" w="4147">
                  <a:moveTo>
                    <a:pt x="3508" y="1"/>
                  </a:moveTo>
                  <a:cubicBezTo>
                    <a:pt x="3382" y="1"/>
                    <a:pt x="3256" y="5"/>
                    <a:pt x="3130" y="17"/>
                  </a:cubicBezTo>
                  <a:cubicBezTo>
                    <a:pt x="2793" y="49"/>
                    <a:pt x="2461" y="111"/>
                    <a:pt x="2143" y="219"/>
                  </a:cubicBezTo>
                  <a:cubicBezTo>
                    <a:pt x="1500" y="436"/>
                    <a:pt x="912" y="809"/>
                    <a:pt x="457" y="1312"/>
                  </a:cubicBezTo>
                  <a:cubicBezTo>
                    <a:pt x="209" y="1586"/>
                    <a:pt x="9" y="1919"/>
                    <a:pt x="0" y="2296"/>
                  </a:cubicBezTo>
                  <a:cubicBezTo>
                    <a:pt x="0" y="2309"/>
                    <a:pt x="10" y="2316"/>
                    <a:pt x="19" y="2316"/>
                  </a:cubicBezTo>
                  <a:cubicBezTo>
                    <a:pt x="29" y="2316"/>
                    <a:pt x="39" y="2309"/>
                    <a:pt x="39" y="2296"/>
                  </a:cubicBezTo>
                  <a:cubicBezTo>
                    <a:pt x="110" y="1626"/>
                    <a:pt x="729" y="1132"/>
                    <a:pt x="1268" y="808"/>
                  </a:cubicBezTo>
                  <a:cubicBezTo>
                    <a:pt x="1811" y="479"/>
                    <a:pt x="2430" y="263"/>
                    <a:pt x="3062" y="203"/>
                  </a:cubicBezTo>
                  <a:cubicBezTo>
                    <a:pt x="3188" y="190"/>
                    <a:pt x="3317" y="183"/>
                    <a:pt x="3445" y="183"/>
                  </a:cubicBezTo>
                  <a:cubicBezTo>
                    <a:pt x="3491" y="183"/>
                    <a:pt x="3536" y="184"/>
                    <a:pt x="3581" y="186"/>
                  </a:cubicBezTo>
                  <a:cubicBezTo>
                    <a:pt x="3689" y="190"/>
                    <a:pt x="3804" y="210"/>
                    <a:pt x="3915" y="210"/>
                  </a:cubicBezTo>
                  <a:cubicBezTo>
                    <a:pt x="3981" y="210"/>
                    <a:pt x="4046" y="203"/>
                    <a:pt x="4108" y="181"/>
                  </a:cubicBezTo>
                  <a:cubicBezTo>
                    <a:pt x="4144" y="170"/>
                    <a:pt x="4147" y="127"/>
                    <a:pt x="4117" y="105"/>
                  </a:cubicBezTo>
                  <a:cubicBezTo>
                    <a:pt x="3986" y="8"/>
                    <a:pt x="3805" y="5"/>
                    <a:pt x="3648" y="3"/>
                  </a:cubicBezTo>
                  <a:cubicBezTo>
                    <a:pt x="3602" y="1"/>
                    <a:pt x="3555" y="1"/>
                    <a:pt x="3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9"/>
            <p:cNvSpPr/>
            <p:nvPr/>
          </p:nvSpPr>
          <p:spPr>
            <a:xfrm>
              <a:off x="660900" y="2296525"/>
              <a:ext cx="44550" cy="13875"/>
            </a:xfrm>
            <a:custGeom>
              <a:rect b="b" l="l" r="r" t="t"/>
              <a:pathLst>
                <a:path extrusionOk="0" h="555" w="1782">
                  <a:moveTo>
                    <a:pt x="1618" y="0"/>
                  </a:moveTo>
                  <a:cubicBezTo>
                    <a:pt x="1514" y="0"/>
                    <a:pt x="1411" y="23"/>
                    <a:pt x="1309" y="44"/>
                  </a:cubicBezTo>
                  <a:cubicBezTo>
                    <a:pt x="1156" y="72"/>
                    <a:pt x="1005" y="110"/>
                    <a:pt x="855" y="155"/>
                  </a:cubicBezTo>
                  <a:cubicBezTo>
                    <a:pt x="570" y="241"/>
                    <a:pt x="286" y="358"/>
                    <a:pt x="26" y="508"/>
                  </a:cubicBezTo>
                  <a:cubicBezTo>
                    <a:pt x="0" y="521"/>
                    <a:pt x="17" y="555"/>
                    <a:pt x="42" y="555"/>
                  </a:cubicBezTo>
                  <a:cubicBezTo>
                    <a:pt x="46" y="555"/>
                    <a:pt x="50" y="554"/>
                    <a:pt x="54" y="552"/>
                  </a:cubicBezTo>
                  <a:cubicBezTo>
                    <a:pt x="326" y="437"/>
                    <a:pt x="601" y="340"/>
                    <a:pt x="887" y="267"/>
                  </a:cubicBezTo>
                  <a:cubicBezTo>
                    <a:pt x="1023" y="231"/>
                    <a:pt x="1162" y="202"/>
                    <a:pt x="1300" y="179"/>
                  </a:cubicBezTo>
                  <a:cubicBezTo>
                    <a:pt x="1443" y="156"/>
                    <a:pt x="1594" y="156"/>
                    <a:pt x="1729" y="104"/>
                  </a:cubicBezTo>
                  <a:cubicBezTo>
                    <a:pt x="1770" y="90"/>
                    <a:pt x="1781" y="22"/>
                    <a:pt x="1729" y="10"/>
                  </a:cubicBezTo>
                  <a:cubicBezTo>
                    <a:pt x="1692" y="3"/>
                    <a:pt x="1655" y="0"/>
                    <a:pt x="1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0" name="Google Shape;3210;p59"/>
          <p:cNvGrpSpPr/>
          <p:nvPr/>
        </p:nvGrpSpPr>
        <p:grpSpPr>
          <a:xfrm>
            <a:off x="-20576" y="3916647"/>
            <a:ext cx="9164570" cy="1693349"/>
            <a:chOff x="-20576" y="3916647"/>
            <a:chExt cx="9164570" cy="1693349"/>
          </a:xfrm>
        </p:grpSpPr>
        <p:sp>
          <p:nvSpPr>
            <p:cNvPr id="3211" name="Google Shape;3211;p59"/>
            <p:cNvSpPr/>
            <p:nvPr/>
          </p:nvSpPr>
          <p:spPr>
            <a:xfrm flipH="1">
              <a:off x="25" y="4024599"/>
              <a:ext cx="6152510" cy="1118922"/>
            </a:xfrm>
            <a:custGeom>
              <a:rect b="b" l="l" r="r" t="t"/>
              <a:pathLst>
                <a:path extrusionOk="0" h="35189" w="109179">
                  <a:moveTo>
                    <a:pt x="98506" y="1"/>
                  </a:moveTo>
                  <a:cubicBezTo>
                    <a:pt x="98495" y="1"/>
                    <a:pt x="98483" y="1"/>
                    <a:pt x="98471" y="1"/>
                  </a:cubicBezTo>
                  <a:cubicBezTo>
                    <a:pt x="97346" y="4"/>
                    <a:pt x="96244" y="328"/>
                    <a:pt x="95123" y="442"/>
                  </a:cubicBezTo>
                  <a:cubicBezTo>
                    <a:pt x="94812" y="473"/>
                    <a:pt x="94496" y="486"/>
                    <a:pt x="94177" y="486"/>
                  </a:cubicBezTo>
                  <a:cubicBezTo>
                    <a:pt x="92383" y="486"/>
                    <a:pt x="90476" y="68"/>
                    <a:pt x="88671" y="68"/>
                  </a:cubicBezTo>
                  <a:cubicBezTo>
                    <a:pt x="88593" y="68"/>
                    <a:pt x="88515" y="69"/>
                    <a:pt x="88438" y="70"/>
                  </a:cubicBezTo>
                  <a:cubicBezTo>
                    <a:pt x="85389" y="139"/>
                    <a:pt x="82470" y="1374"/>
                    <a:pt x="79497" y="1472"/>
                  </a:cubicBezTo>
                  <a:cubicBezTo>
                    <a:pt x="79376" y="1476"/>
                    <a:pt x="79254" y="1478"/>
                    <a:pt x="79131" y="1478"/>
                  </a:cubicBezTo>
                  <a:cubicBezTo>
                    <a:pt x="77823" y="1478"/>
                    <a:pt x="76421" y="1270"/>
                    <a:pt x="75083" y="1270"/>
                  </a:cubicBezTo>
                  <a:cubicBezTo>
                    <a:pt x="74558" y="1270"/>
                    <a:pt x="74043" y="1302"/>
                    <a:pt x="73548" y="1391"/>
                  </a:cubicBezTo>
                  <a:cubicBezTo>
                    <a:pt x="72369" y="1603"/>
                    <a:pt x="71523" y="2021"/>
                    <a:pt x="70366" y="2021"/>
                  </a:cubicBezTo>
                  <a:cubicBezTo>
                    <a:pt x="70177" y="2021"/>
                    <a:pt x="69981" y="2010"/>
                    <a:pt x="69773" y="1985"/>
                  </a:cubicBezTo>
                  <a:cubicBezTo>
                    <a:pt x="67092" y="1665"/>
                    <a:pt x="64480" y="224"/>
                    <a:pt x="61769" y="224"/>
                  </a:cubicBezTo>
                  <a:cubicBezTo>
                    <a:pt x="61249" y="224"/>
                    <a:pt x="60724" y="277"/>
                    <a:pt x="60195" y="402"/>
                  </a:cubicBezTo>
                  <a:cubicBezTo>
                    <a:pt x="58977" y="690"/>
                    <a:pt x="57862" y="1358"/>
                    <a:pt x="56641" y="1636"/>
                  </a:cubicBezTo>
                  <a:cubicBezTo>
                    <a:pt x="56129" y="1752"/>
                    <a:pt x="55612" y="1797"/>
                    <a:pt x="55092" y="1797"/>
                  </a:cubicBezTo>
                  <a:cubicBezTo>
                    <a:pt x="53947" y="1797"/>
                    <a:pt x="52789" y="1580"/>
                    <a:pt x="51646" y="1424"/>
                  </a:cubicBezTo>
                  <a:cubicBezTo>
                    <a:pt x="50749" y="1303"/>
                    <a:pt x="49865" y="1255"/>
                    <a:pt x="48990" y="1255"/>
                  </a:cubicBezTo>
                  <a:cubicBezTo>
                    <a:pt x="46102" y="1255"/>
                    <a:pt x="43306" y="1776"/>
                    <a:pt x="40442" y="1900"/>
                  </a:cubicBezTo>
                  <a:cubicBezTo>
                    <a:pt x="40292" y="1906"/>
                    <a:pt x="40143" y="1913"/>
                    <a:pt x="39994" y="1917"/>
                  </a:cubicBezTo>
                  <a:cubicBezTo>
                    <a:pt x="39766" y="1923"/>
                    <a:pt x="39538" y="1926"/>
                    <a:pt x="39309" y="1926"/>
                  </a:cubicBezTo>
                  <a:cubicBezTo>
                    <a:pt x="39128" y="1926"/>
                    <a:pt x="38946" y="1924"/>
                    <a:pt x="38764" y="1920"/>
                  </a:cubicBezTo>
                  <a:cubicBezTo>
                    <a:pt x="38639" y="1917"/>
                    <a:pt x="38515" y="1914"/>
                    <a:pt x="38391" y="1913"/>
                  </a:cubicBezTo>
                  <a:cubicBezTo>
                    <a:pt x="34910" y="1841"/>
                    <a:pt x="31396" y="1867"/>
                    <a:pt x="27898" y="1848"/>
                  </a:cubicBezTo>
                  <a:cubicBezTo>
                    <a:pt x="27404" y="1847"/>
                    <a:pt x="26909" y="1842"/>
                    <a:pt x="26417" y="1838"/>
                  </a:cubicBezTo>
                  <a:cubicBezTo>
                    <a:pt x="26324" y="1838"/>
                    <a:pt x="26237" y="1838"/>
                    <a:pt x="26146" y="1835"/>
                  </a:cubicBezTo>
                  <a:cubicBezTo>
                    <a:pt x="26058" y="1834"/>
                    <a:pt x="25971" y="1834"/>
                    <a:pt x="25884" y="1834"/>
                  </a:cubicBezTo>
                  <a:cubicBezTo>
                    <a:pt x="21836" y="1834"/>
                    <a:pt x="17962" y="2676"/>
                    <a:pt x="13941" y="2676"/>
                  </a:cubicBezTo>
                  <a:cubicBezTo>
                    <a:pt x="13827" y="2676"/>
                    <a:pt x="13712" y="2675"/>
                    <a:pt x="13597" y="2674"/>
                  </a:cubicBezTo>
                  <a:cubicBezTo>
                    <a:pt x="11182" y="2642"/>
                    <a:pt x="8766" y="2617"/>
                    <a:pt x="6349" y="2609"/>
                  </a:cubicBezTo>
                  <a:cubicBezTo>
                    <a:pt x="5973" y="2609"/>
                    <a:pt x="5520" y="2577"/>
                    <a:pt x="5030" y="2548"/>
                  </a:cubicBezTo>
                  <a:cubicBezTo>
                    <a:pt x="4816" y="2534"/>
                    <a:pt x="4592" y="2519"/>
                    <a:pt x="4368" y="2509"/>
                  </a:cubicBezTo>
                  <a:lnTo>
                    <a:pt x="4365" y="2509"/>
                  </a:lnTo>
                  <a:cubicBezTo>
                    <a:pt x="4025" y="2492"/>
                    <a:pt x="3675" y="2480"/>
                    <a:pt x="3325" y="2480"/>
                  </a:cubicBezTo>
                  <a:cubicBezTo>
                    <a:pt x="2047" y="2480"/>
                    <a:pt x="771" y="2645"/>
                    <a:pt x="1" y="3352"/>
                  </a:cubicBezTo>
                  <a:lnTo>
                    <a:pt x="1" y="35188"/>
                  </a:lnTo>
                  <a:lnTo>
                    <a:pt x="109179" y="35188"/>
                  </a:lnTo>
                  <a:lnTo>
                    <a:pt x="109179" y="2166"/>
                  </a:lnTo>
                  <a:cubicBezTo>
                    <a:pt x="107417" y="1488"/>
                    <a:pt x="105544" y="1162"/>
                    <a:pt x="103701" y="822"/>
                  </a:cubicBezTo>
                  <a:cubicBezTo>
                    <a:pt x="102671" y="632"/>
                    <a:pt x="101639" y="445"/>
                    <a:pt x="100608" y="256"/>
                  </a:cubicBezTo>
                  <a:cubicBezTo>
                    <a:pt x="99910" y="128"/>
                    <a:pt x="99212" y="1"/>
                    <a:pt x="98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2" name="Google Shape;3212;p59"/>
            <p:cNvGrpSpPr/>
            <p:nvPr/>
          </p:nvGrpSpPr>
          <p:grpSpPr>
            <a:xfrm>
              <a:off x="3440223" y="3916647"/>
              <a:ext cx="5703771" cy="1226875"/>
              <a:chOff x="1651850" y="2787425"/>
              <a:chExt cx="1723975" cy="370825"/>
            </a:xfrm>
          </p:grpSpPr>
          <p:sp>
            <p:nvSpPr>
              <p:cNvPr id="3213" name="Google Shape;3213;p59"/>
              <p:cNvSpPr/>
              <p:nvPr/>
            </p:nvSpPr>
            <p:spPr>
              <a:xfrm>
                <a:off x="1651850" y="2787525"/>
                <a:ext cx="1723975" cy="370725"/>
              </a:xfrm>
              <a:custGeom>
                <a:rect b="b" l="l" r="r" t="t"/>
                <a:pathLst>
                  <a:path extrusionOk="0" h="14829" w="68959">
                    <a:moveTo>
                      <a:pt x="54950" y="1"/>
                    </a:moveTo>
                    <a:cubicBezTo>
                      <a:pt x="42350" y="1"/>
                      <a:pt x="29741" y="842"/>
                      <a:pt x="17227" y="2356"/>
                    </a:cubicBezTo>
                    <a:cubicBezTo>
                      <a:pt x="14653" y="2666"/>
                      <a:pt x="12082" y="3006"/>
                      <a:pt x="9516" y="3373"/>
                    </a:cubicBezTo>
                    <a:cubicBezTo>
                      <a:pt x="9483" y="3379"/>
                      <a:pt x="9451" y="3385"/>
                      <a:pt x="9421" y="3392"/>
                    </a:cubicBezTo>
                    <a:cubicBezTo>
                      <a:pt x="9408" y="3394"/>
                      <a:pt x="9400" y="3395"/>
                      <a:pt x="9388" y="3399"/>
                    </a:cubicBezTo>
                    <a:cubicBezTo>
                      <a:pt x="9345" y="3408"/>
                      <a:pt x="9306" y="3421"/>
                      <a:pt x="9264" y="3434"/>
                    </a:cubicBezTo>
                    <a:cubicBezTo>
                      <a:pt x="9234" y="3443"/>
                      <a:pt x="9201" y="3455"/>
                      <a:pt x="9172" y="3467"/>
                    </a:cubicBezTo>
                    <a:cubicBezTo>
                      <a:pt x="9140" y="3480"/>
                      <a:pt x="9111" y="3494"/>
                      <a:pt x="9080" y="3509"/>
                    </a:cubicBezTo>
                    <a:cubicBezTo>
                      <a:pt x="9065" y="3516"/>
                      <a:pt x="9050" y="3523"/>
                      <a:pt x="9035" y="3532"/>
                    </a:cubicBezTo>
                    <a:cubicBezTo>
                      <a:pt x="9034" y="3535"/>
                      <a:pt x="9032" y="3535"/>
                      <a:pt x="9029" y="3536"/>
                    </a:cubicBezTo>
                    <a:cubicBezTo>
                      <a:pt x="8897" y="3607"/>
                      <a:pt x="8776" y="3702"/>
                      <a:pt x="8672" y="3813"/>
                    </a:cubicBezTo>
                    <a:lnTo>
                      <a:pt x="945" y="12119"/>
                    </a:lnTo>
                    <a:lnTo>
                      <a:pt x="0" y="13137"/>
                    </a:lnTo>
                    <a:cubicBezTo>
                      <a:pt x="2115" y="14544"/>
                      <a:pt x="4808" y="14829"/>
                      <a:pt x="7367" y="14829"/>
                    </a:cubicBezTo>
                    <a:cubicBezTo>
                      <a:pt x="7528" y="14829"/>
                      <a:pt x="7688" y="14828"/>
                      <a:pt x="7848" y="14826"/>
                    </a:cubicBezTo>
                    <a:cubicBezTo>
                      <a:pt x="13741" y="14748"/>
                      <a:pt x="19632" y="14673"/>
                      <a:pt x="25524" y="14595"/>
                    </a:cubicBezTo>
                    <a:cubicBezTo>
                      <a:pt x="38585" y="14427"/>
                      <a:pt x="51647" y="14257"/>
                      <a:pt x="64710" y="14085"/>
                    </a:cubicBezTo>
                    <a:cubicBezTo>
                      <a:pt x="65871" y="14071"/>
                      <a:pt x="67189" y="13984"/>
                      <a:pt x="67930" y="13090"/>
                    </a:cubicBezTo>
                    <a:cubicBezTo>
                      <a:pt x="68485" y="12424"/>
                      <a:pt x="68548" y="11492"/>
                      <a:pt x="68587" y="10626"/>
                    </a:cubicBezTo>
                    <a:cubicBezTo>
                      <a:pt x="68704" y="8070"/>
                      <a:pt x="68823" y="5516"/>
                      <a:pt x="68940" y="2960"/>
                    </a:cubicBezTo>
                    <a:cubicBezTo>
                      <a:pt x="68953" y="2670"/>
                      <a:pt x="68959" y="2362"/>
                      <a:pt x="68936" y="2062"/>
                    </a:cubicBezTo>
                    <a:cubicBezTo>
                      <a:pt x="68885" y="1469"/>
                      <a:pt x="68711" y="905"/>
                      <a:pt x="68235" y="578"/>
                    </a:cubicBezTo>
                    <a:cubicBezTo>
                      <a:pt x="68019" y="430"/>
                      <a:pt x="67767" y="354"/>
                      <a:pt x="67506" y="312"/>
                    </a:cubicBezTo>
                    <a:cubicBezTo>
                      <a:pt x="67296" y="276"/>
                      <a:pt x="67077" y="266"/>
                      <a:pt x="66864" y="257"/>
                    </a:cubicBezTo>
                    <a:cubicBezTo>
                      <a:pt x="62896" y="84"/>
                      <a:pt x="58923" y="1"/>
                      <a:pt x="54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9"/>
              <p:cNvSpPr/>
              <p:nvPr/>
            </p:nvSpPr>
            <p:spPr>
              <a:xfrm>
                <a:off x="1875400" y="2787425"/>
                <a:ext cx="1500425" cy="365000"/>
              </a:xfrm>
              <a:custGeom>
                <a:rect b="b" l="l" r="r" t="t"/>
                <a:pathLst>
                  <a:path extrusionOk="0" h="14600" w="60017">
                    <a:moveTo>
                      <a:pt x="46004" y="0"/>
                    </a:moveTo>
                    <a:cubicBezTo>
                      <a:pt x="33403" y="0"/>
                      <a:pt x="20794" y="842"/>
                      <a:pt x="8281" y="2357"/>
                    </a:cubicBezTo>
                    <a:cubicBezTo>
                      <a:pt x="5705" y="2667"/>
                      <a:pt x="3135" y="3007"/>
                      <a:pt x="569" y="3374"/>
                    </a:cubicBezTo>
                    <a:cubicBezTo>
                      <a:pt x="537" y="3380"/>
                      <a:pt x="504" y="3385"/>
                      <a:pt x="473" y="3392"/>
                    </a:cubicBezTo>
                    <a:cubicBezTo>
                      <a:pt x="461" y="3395"/>
                      <a:pt x="452" y="3396"/>
                      <a:pt x="440" y="3399"/>
                    </a:cubicBezTo>
                    <a:cubicBezTo>
                      <a:pt x="397" y="3409"/>
                      <a:pt x="358" y="3421"/>
                      <a:pt x="316" y="3434"/>
                    </a:cubicBezTo>
                    <a:cubicBezTo>
                      <a:pt x="286" y="3442"/>
                      <a:pt x="253" y="3455"/>
                      <a:pt x="224" y="3468"/>
                    </a:cubicBezTo>
                    <a:cubicBezTo>
                      <a:pt x="193" y="3480"/>
                      <a:pt x="164" y="3494"/>
                      <a:pt x="133" y="3510"/>
                    </a:cubicBezTo>
                    <a:cubicBezTo>
                      <a:pt x="119" y="3517"/>
                      <a:pt x="102" y="3524"/>
                      <a:pt x="87" y="3533"/>
                    </a:cubicBezTo>
                    <a:cubicBezTo>
                      <a:pt x="86" y="3534"/>
                      <a:pt x="84" y="3534"/>
                      <a:pt x="83" y="3536"/>
                    </a:cubicBezTo>
                    <a:cubicBezTo>
                      <a:pt x="1" y="4271"/>
                      <a:pt x="610" y="4968"/>
                      <a:pt x="1194" y="5351"/>
                    </a:cubicBezTo>
                    <a:cubicBezTo>
                      <a:pt x="1907" y="5818"/>
                      <a:pt x="2764" y="6005"/>
                      <a:pt x="3596" y="6121"/>
                    </a:cubicBezTo>
                    <a:cubicBezTo>
                      <a:pt x="4689" y="6273"/>
                      <a:pt x="5796" y="6358"/>
                      <a:pt x="6899" y="6378"/>
                    </a:cubicBezTo>
                    <a:cubicBezTo>
                      <a:pt x="7045" y="6381"/>
                      <a:pt x="7190" y="6382"/>
                      <a:pt x="7336" y="6382"/>
                    </a:cubicBezTo>
                    <a:cubicBezTo>
                      <a:pt x="8300" y="6382"/>
                      <a:pt x="9266" y="6329"/>
                      <a:pt x="10227" y="6229"/>
                    </a:cubicBezTo>
                    <a:lnTo>
                      <a:pt x="10227" y="6229"/>
                    </a:lnTo>
                    <a:cubicBezTo>
                      <a:pt x="9592" y="6422"/>
                      <a:pt x="8962" y="6638"/>
                      <a:pt x="8340" y="6871"/>
                    </a:cubicBezTo>
                    <a:cubicBezTo>
                      <a:pt x="7742" y="7096"/>
                      <a:pt x="7153" y="7347"/>
                      <a:pt x="6571" y="7612"/>
                    </a:cubicBezTo>
                    <a:cubicBezTo>
                      <a:pt x="6275" y="7744"/>
                      <a:pt x="5979" y="7884"/>
                      <a:pt x="5688" y="8027"/>
                    </a:cubicBezTo>
                    <a:cubicBezTo>
                      <a:pt x="5381" y="8174"/>
                      <a:pt x="5072" y="8309"/>
                      <a:pt x="4803" y="8516"/>
                    </a:cubicBezTo>
                    <a:cubicBezTo>
                      <a:pt x="4759" y="8549"/>
                      <a:pt x="4773" y="8627"/>
                      <a:pt x="4830" y="8627"/>
                    </a:cubicBezTo>
                    <a:cubicBezTo>
                      <a:pt x="4836" y="8627"/>
                      <a:pt x="4842" y="8626"/>
                      <a:pt x="4849" y="8625"/>
                    </a:cubicBezTo>
                    <a:cubicBezTo>
                      <a:pt x="4862" y="8622"/>
                      <a:pt x="4874" y="8616"/>
                      <a:pt x="4884" y="8613"/>
                    </a:cubicBezTo>
                    <a:lnTo>
                      <a:pt x="4884" y="8614"/>
                    </a:lnTo>
                    <a:cubicBezTo>
                      <a:pt x="4855" y="8661"/>
                      <a:pt x="4884" y="8705"/>
                      <a:pt x="4927" y="8723"/>
                    </a:cubicBezTo>
                    <a:cubicBezTo>
                      <a:pt x="5214" y="8841"/>
                      <a:pt x="5558" y="8867"/>
                      <a:pt x="5858" y="8930"/>
                    </a:cubicBezTo>
                    <a:cubicBezTo>
                      <a:pt x="6159" y="8993"/>
                      <a:pt x="6458" y="9057"/>
                      <a:pt x="6758" y="9123"/>
                    </a:cubicBezTo>
                    <a:cubicBezTo>
                      <a:pt x="7380" y="9260"/>
                      <a:pt x="8000" y="9407"/>
                      <a:pt x="8619" y="9551"/>
                    </a:cubicBezTo>
                    <a:cubicBezTo>
                      <a:pt x="9837" y="9836"/>
                      <a:pt x="11041" y="10175"/>
                      <a:pt x="12243" y="10516"/>
                    </a:cubicBezTo>
                    <a:cubicBezTo>
                      <a:pt x="12858" y="10692"/>
                      <a:pt x="13470" y="10874"/>
                      <a:pt x="14084" y="11045"/>
                    </a:cubicBezTo>
                    <a:cubicBezTo>
                      <a:pt x="13887" y="11234"/>
                      <a:pt x="13825" y="11538"/>
                      <a:pt x="13894" y="11819"/>
                    </a:cubicBezTo>
                    <a:cubicBezTo>
                      <a:pt x="13919" y="11928"/>
                      <a:pt x="13967" y="12028"/>
                      <a:pt x="14027" y="12121"/>
                    </a:cubicBezTo>
                    <a:cubicBezTo>
                      <a:pt x="14097" y="12234"/>
                      <a:pt x="14188" y="12332"/>
                      <a:pt x="14282" y="12428"/>
                    </a:cubicBezTo>
                    <a:cubicBezTo>
                      <a:pt x="14493" y="12641"/>
                      <a:pt x="14715" y="12843"/>
                      <a:pt x="14931" y="13050"/>
                    </a:cubicBezTo>
                    <a:cubicBezTo>
                      <a:pt x="15402" y="13501"/>
                      <a:pt x="15874" y="13952"/>
                      <a:pt x="16356" y="14390"/>
                    </a:cubicBezTo>
                    <a:cubicBezTo>
                      <a:pt x="16433" y="14460"/>
                      <a:pt x="16508" y="14529"/>
                      <a:pt x="16582" y="14599"/>
                    </a:cubicBezTo>
                    <a:cubicBezTo>
                      <a:pt x="29643" y="14431"/>
                      <a:pt x="42705" y="14261"/>
                      <a:pt x="55768" y="14089"/>
                    </a:cubicBezTo>
                    <a:cubicBezTo>
                      <a:pt x="56929" y="14075"/>
                      <a:pt x="58247" y="13988"/>
                      <a:pt x="58988" y="13094"/>
                    </a:cubicBezTo>
                    <a:cubicBezTo>
                      <a:pt x="59543" y="12428"/>
                      <a:pt x="59606" y="11496"/>
                      <a:pt x="59645" y="10630"/>
                    </a:cubicBezTo>
                    <a:cubicBezTo>
                      <a:pt x="59762" y="8074"/>
                      <a:pt x="59881" y="5520"/>
                      <a:pt x="59998" y="2964"/>
                    </a:cubicBezTo>
                    <a:cubicBezTo>
                      <a:pt x="60011" y="2674"/>
                      <a:pt x="60017" y="2366"/>
                      <a:pt x="59989" y="2063"/>
                    </a:cubicBezTo>
                    <a:cubicBezTo>
                      <a:pt x="59939" y="1468"/>
                      <a:pt x="59763" y="905"/>
                      <a:pt x="59289" y="579"/>
                    </a:cubicBezTo>
                    <a:cubicBezTo>
                      <a:pt x="59073" y="430"/>
                      <a:pt x="58821" y="355"/>
                      <a:pt x="58559" y="313"/>
                    </a:cubicBezTo>
                    <a:cubicBezTo>
                      <a:pt x="58348" y="277"/>
                      <a:pt x="58131" y="265"/>
                      <a:pt x="57916" y="257"/>
                    </a:cubicBezTo>
                    <a:cubicBezTo>
                      <a:pt x="53948" y="84"/>
                      <a:pt x="49977" y="0"/>
                      <a:pt x="460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9"/>
              <p:cNvSpPr/>
              <p:nvPr/>
            </p:nvSpPr>
            <p:spPr>
              <a:xfrm>
                <a:off x="1849400" y="3012275"/>
                <a:ext cx="132500" cy="137325"/>
              </a:xfrm>
              <a:custGeom>
                <a:rect b="b" l="l" r="r" t="t"/>
                <a:pathLst>
                  <a:path extrusionOk="0" h="5493" w="5300">
                    <a:moveTo>
                      <a:pt x="5234" y="0"/>
                    </a:moveTo>
                    <a:cubicBezTo>
                      <a:pt x="5225" y="0"/>
                      <a:pt x="5216" y="3"/>
                      <a:pt x="5208" y="8"/>
                    </a:cubicBezTo>
                    <a:cubicBezTo>
                      <a:pt x="4954" y="165"/>
                      <a:pt x="4748" y="427"/>
                      <a:pt x="4543" y="640"/>
                    </a:cubicBezTo>
                    <a:cubicBezTo>
                      <a:pt x="4317" y="874"/>
                      <a:pt x="4091" y="1109"/>
                      <a:pt x="3866" y="1342"/>
                    </a:cubicBezTo>
                    <a:cubicBezTo>
                      <a:pt x="3431" y="1795"/>
                      <a:pt x="2997" y="2245"/>
                      <a:pt x="2562" y="2696"/>
                    </a:cubicBezTo>
                    <a:cubicBezTo>
                      <a:pt x="2126" y="3149"/>
                      <a:pt x="1694" y="3601"/>
                      <a:pt x="1266" y="4058"/>
                    </a:cubicBezTo>
                    <a:cubicBezTo>
                      <a:pt x="1051" y="4287"/>
                      <a:pt x="835" y="4515"/>
                      <a:pt x="622" y="4745"/>
                    </a:cubicBezTo>
                    <a:cubicBezTo>
                      <a:pt x="411" y="4973"/>
                      <a:pt x="172" y="5200"/>
                      <a:pt x="8" y="5467"/>
                    </a:cubicBezTo>
                    <a:cubicBezTo>
                      <a:pt x="1" y="5479"/>
                      <a:pt x="11" y="5492"/>
                      <a:pt x="23" y="5492"/>
                    </a:cubicBezTo>
                    <a:cubicBezTo>
                      <a:pt x="25" y="5492"/>
                      <a:pt x="28" y="5492"/>
                      <a:pt x="31" y="5490"/>
                    </a:cubicBezTo>
                    <a:cubicBezTo>
                      <a:pt x="282" y="5323"/>
                      <a:pt x="488" y="5087"/>
                      <a:pt x="701" y="4876"/>
                    </a:cubicBezTo>
                    <a:cubicBezTo>
                      <a:pt x="931" y="4647"/>
                      <a:pt x="1159" y="4414"/>
                      <a:pt x="1385" y="4180"/>
                    </a:cubicBezTo>
                    <a:cubicBezTo>
                      <a:pt x="1825" y="3734"/>
                      <a:pt x="2261" y="3284"/>
                      <a:pt x="2695" y="2832"/>
                    </a:cubicBezTo>
                    <a:cubicBezTo>
                      <a:pt x="3129" y="2379"/>
                      <a:pt x="3561" y="1929"/>
                      <a:pt x="3996" y="1476"/>
                    </a:cubicBezTo>
                    <a:cubicBezTo>
                      <a:pt x="4213" y="1251"/>
                      <a:pt x="4430" y="1024"/>
                      <a:pt x="4646" y="798"/>
                    </a:cubicBezTo>
                    <a:cubicBezTo>
                      <a:pt x="4857" y="576"/>
                      <a:pt x="5125" y="351"/>
                      <a:pt x="5278" y="81"/>
                    </a:cubicBezTo>
                    <a:cubicBezTo>
                      <a:pt x="5299" y="44"/>
                      <a:pt x="5270" y="0"/>
                      <a:pt x="52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9"/>
              <p:cNvSpPr/>
              <p:nvPr/>
            </p:nvSpPr>
            <p:spPr>
              <a:xfrm>
                <a:off x="1938000" y="3036325"/>
                <a:ext cx="54175" cy="62550"/>
              </a:xfrm>
              <a:custGeom>
                <a:rect b="b" l="l" r="r" t="t"/>
                <a:pathLst>
                  <a:path extrusionOk="0" h="2502" w="2167">
                    <a:moveTo>
                      <a:pt x="2097" y="1"/>
                    </a:moveTo>
                    <a:cubicBezTo>
                      <a:pt x="2087" y="1"/>
                      <a:pt x="2077" y="4"/>
                      <a:pt x="2067" y="11"/>
                    </a:cubicBezTo>
                    <a:cubicBezTo>
                      <a:pt x="1867" y="154"/>
                      <a:pt x="1717" y="380"/>
                      <a:pt x="1558" y="566"/>
                    </a:cubicBezTo>
                    <a:cubicBezTo>
                      <a:pt x="1384" y="772"/>
                      <a:pt x="1211" y="978"/>
                      <a:pt x="1038" y="1187"/>
                    </a:cubicBezTo>
                    <a:cubicBezTo>
                      <a:pt x="700" y="1598"/>
                      <a:pt x="363" y="2013"/>
                      <a:pt x="27" y="2426"/>
                    </a:cubicBezTo>
                    <a:cubicBezTo>
                      <a:pt x="1" y="2458"/>
                      <a:pt x="28" y="2501"/>
                      <a:pt x="58" y="2501"/>
                    </a:cubicBezTo>
                    <a:cubicBezTo>
                      <a:pt x="67" y="2501"/>
                      <a:pt x="77" y="2497"/>
                      <a:pt x="86" y="2487"/>
                    </a:cubicBezTo>
                    <a:cubicBezTo>
                      <a:pt x="439" y="2090"/>
                      <a:pt x="793" y="1694"/>
                      <a:pt x="1145" y="1295"/>
                    </a:cubicBezTo>
                    <a:cubicBezTo>
                      <a:pt x="1318" y="1099"/>
                      <a:pt x="1491" y="902"/>
                      <a:pt x="1659" y="703"/>
                    </a:cubicBezTo>
                    <a:cubicBezTo>
                      <a:pt x="1822" y="513"/>
                      <a:pt x="2034" y="320"/>
                      <a:pt x="2148" y="95"/>
                    </a:cubicBezTo>
                    <a:cubicBezTo>
                      <a:pt x="2166" y="54"/>
                      <a:pt x="2136" y="1"/>
                      <a:pt x="2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9"/>
              <p:cNvSpPr/>
              <p:nvPr/>
            </p:nvSpPr>
            <p:spPr>
              <a:xfrm>
                <a:off x="1738900" y="2951550"/>
                <a:ext cx="88025" cy="112300"/>
              </a:xfrm>
              <a:custGeom>
                <a:rect b="b" l="l" r="r" t="t"/>
                <a:pathLst>
                  <a:path extrusionOk="0" h="4492" w="3521">
                    <a:moveTo>
                      <a:pt x="3456" y="0"/>
                    </a:moveTo>
                    <a:cubicBezTo>
                      <a:pt x="3444" y="0"/>
                      <a:pt x="3431" y="5"/>
                      <a:pt x="3419" y="15"/>
                    </a:cubicBezTo>
                    <a:cubicBezTo>
                      <a:pt x="3255" y="161"/>
                      <a:pt x="3131" y="354"/>
                      <a:pt x="2999" y="528"/>
                    </a:cubicBezTo>
                    <a:lnTo>
                      <a:pt x="2582" y="1070"/>
                    </a:lnTo>
                    <a:cubicBezTo>
                      <a:pt x="2297" y="1441"/>
                      <a:pt x="2012" y="1812"/>
                      <a:pt x="1728" y="2185"/>
                    </a:cubicBezTo>
                    <a:cubicBezTo>
                      <a:pt x="1163" y="2931"/>
                      <a:pt x="596" y="3675"/>
                      <a:pt x="26" y="4417"/>
                    </a:cubicBezTo>
                    <a:cubicBezTo>
                      <a:pt x="1" y="4450"/>
                      <a:pt x="38" y="4492"/>
                      <a:pt x="72" y="4492"/>
                    </a:cubicBezTo>
                    <a:cubicBezTo>
                      <a:pt x="84" y="4492"/>
                      <a:pt x="96" y="4487"/>
                      <a:pt x="104" y="4476"/>
                    </a:cubicBezTo>
                    <a:cubicBezTo>
                      <a:pt x="676" y="3735"/>
                      <a:pt x="1255" y="2999"/>
                      <a:pt x="1832" y="2263"/>
                    </a:cubicBezTo>
                    <a:cubicBezTo>
                      <a:pt x="2113" y="1904"/>
                      <a:pt x="2391" y="1542"/>
                      <a:pt x="2670" y="1182"/>
                    </a:cubicBezTo>
                    <a:cubicBezTo>
                      <a:pt x="2819" y="993"/>
                      <a:pt x="2964" y="803"/>
                      <a:pt x="3111" y="613"/>
                    </a:cubicBezTo>
                    <a:cubicBezTo>
                      <a:pt x="3246" y="440"/>
                      <a:pt x="3402" y="270"/>
                      <a:pt x="3500" y="74"/>
                    </a:cubicBezTo>
                    <a:cubicBezTo>
                      <a:pt x="3520" y="37"/>
                      <a:pt x="3491" y="0"/>
                      <a:pt x="3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9"/>
              <p:cNvSpPr/>
              <p:nvPr/>
            </p:nvSpPr>
            <p:spPr>
              <a:xfrm>
                <a:off x="2016250" y="2826075"/>
                <a:ext cx="388925" cy="53000"/>
              </a:xfrm>
              <a:custGeom>
                <a:rect b="b" l="l" r="r" t="t"/>
                <a:pathLst>
                  <a:path extrusionOk="0" h="2120" w="15557">
                    <a:moveTo>
                      <a:pt x="15505" y="0"/>
                    </a:moveTo>
                    <a:cubicBezTo>
                      <a:pt x="15505" y="0"/>
                      <a:pt x="15505" y="0"/>
                      <a:pt x="15504" y="0"/>
                    </a:cubicBezTo>
                    <a:cubicBezTo>
                      <a:pt x="14997" y="19"/>
                      <a:pt x="14496" y="91"/>
                      <a:pt x="13993" y="149"/>
                    </a:cubicBezTo>
                    <a:cubicBezTo>
                      <a:pt x="13488" y="206"/>
                      <a:pt x="12986" y="265"/>
                      <a:pt x="12481" y="324"/>
                    </a:cubicBezTo>
                    <a:cubicBezTo>
                      <a:pt x="11474" y="444"/>
                      <a:pt x="10469" y="568"/>
                      <a:pt x="9462" y="696"/>
                    </a:cubicBezTo>
                    <a:cubicBezTo>
                      <a:pt x="7453" y="951"/>
                      <a:pt x="5448" y="1216"/>
                      <a:pt x="3445" y="1507"/>
                    </a:cubicBezTo>
                    <a:cubicBezTo>
                      <a:pt x="2310" y="1673"/>
                      <a:pt x="1179" y="1852"/>
                      <a:pt x="48" y="2033"/>
                    </a:cubicBezTo>
                    <a:cubicBezTo>
                      <a:pt x="1" y="2040"/>
                      <a:pt x="9" y="2120"/>
                      <a:pt x="55" y="2120"/>
                    </a:cubicBezTo>
                    <a:cubicBezTo>
                      <a:pt x="57" y="2120"/>
                      <a:pt x="59" y="2120"/>
                      <a:pt x="61" y="2120"/>
                    </a:cubicBezTo>
                    <a:cubicBezTo>
                      <a:pt x="4093" y="1579"/>
                      <a:pt x="8123" y="1029"/>
                      <a:pt x="12159" y="516"/>
                    </a:cubicBezTo>
                    <a:cubicBezTo>
                      <a:pt x="12723" y="444"/>
                      <a:pt x="13287" y="373"/>
                      <a:pt x="13850" y="303"/>
                    </a:cubicBezTo>
                    <a:cubicBezTo>
                      <a:pt x="14405" y="235"/>
                      <a:pt x="14967" y="186"/>
                      <a:pt x="15516" y="74"/>
                    </a:cubicBezTo>
                    <a:cubicBezTo>
                      <a:pt x="15557" y="67"/>
                      <a:pt x="15547" y="0"/>
                      <a:pt x="15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9"/>
              <p:cNvSpPr/>
              <p:nvPr/>
            </p:nvSpPr>
            <p:spPr>
              <a:xfrm>
                <a:off x="2236450" y="2855925"/>
                <a:ext cx="94075" cy="17225"/>
              </a:xfrm>
              <a:custGeom>
                <a:rect b="b" l="l" r="r" t="t"/>
                <a:pathLst>
                  <a:path extrusionOk="0" h="689" w="3763">
                    <a:moveTo>
                      <a:pt x="3663" y="0"/>
                    </a:moveTo>
                    <a:cubicBezTo>
                      <a:pt x="3382" y="0"/>
                      <a:pt x="3095" y="62"/>
                      <a:pt x="2818" y="106"/>
                    </a:cubicBezTo>
                    <a:cubicBezTo>
                      <a:pt x="2512" y="155"/>
                      <a:pt x="2205" y="205"/>
                      <a:pt x="1900" y="261"/>
                    </a:cubicBezTo>
                    <a:cubicBezTo>
                      <a:pt x="1289" y="371"/>
                      <a:pt x="678" y="479"/>
                      <a:pt x="66" y="584"/>
                    </a:cubicBezTo>
                    <a:cubicBezTo>
                      <a:pt x="0" y="595"/>
                      <a:pt x="24" y="689"/>
                      <a:pt x="84" y="689"/>
                    </a:cubicBezTo>
                    <a:cubicBezTo>
                      <a:pt x="88" y="689"/>
                      <a:pt x="91" y="688"/>
                      <a:pt x="95" y="688"/>
                    </a:cubicBezTo>
                    <a:cubicBezTo>
                      <a:pt x="698" y="598"/>
                      <a:pt x="1303" y="511"/>
                      <a:pt x="1907" y="424"/>
                    </a:cubicBezTo>
                    <a:cubicBezTo>
                      <a:pt x="2202" y="381"/>
                      <a:pt x="2498" y="338"/>
                      <a:pt x="2793" y="289"/>
                    </a:cubicBezTo>
                    <a:cubicBezTo>
                      <a:pt x="3096" y="238"/>
                      <a:pt x="3414" y="208"/>
                      <a:pt x="3704" y="106"/>
                    </a:cubicBezTo>
                    <a:cubicBezTo>
                      <a:pt x="3763" y="88"/>
                      <a:pt x="3754" y="1"/>
                      <a:pt x="3691" y="1"/>
                    </a:cubicBezTo>
                    <a:cubicBezTo>
                      <a:pt x="3681" y="0"/>
                      <a:pt x="3672" y="0"/>
                      <a:pt x="36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9"/>
              <p:cNvSpPr/>
              <p:nvPr/>
            </p:nvSpPr>
            <p:spPr>
              <a:xfrm>
                <a:off x="2157100" y="3000925"/>
                <a:ext cx="66050" cy="7875"/>
              </a:xfrm>
              <a:custGeom>
                <a:rect b="b" l="l" r="r" t="t"/>
                <a:pathLst>
                  <a:path extrusionOk="0" h="315" w="2642">
                    <a:moveTo>
                      <a:pt x="106" y="0"/>
                    </a:moveTo>
                    <a:cubicBezTo>
                      <a:pt x="31" y="0"/>
                      <a:pt x="1" y="117"/>
                      <a:pt x="82" y="129"/>
                    </a:cubicBezTo>
                    <a:cubicBezTo>
                      <a:pt x="488" y="194"/>
                      <a:pt x="899" y="244"/>
                      <a:pt x="1312" y="276"/>
                    </a:cubicBezTo>
                    <a:cubicBezTo>
                      <a:pt x="1561" y="296"/>
                      <a:pt x="1815" y="314"/>
                      <a:pt x="2066" y="314"/>
                    </a:cubicBezTo>
                    <a:cubicBezTo>
                      <a:pt x="2238" y="314"/>
                      <a:pt x="2410" y="306"/>
                      <a:pt x="2578" y="283"/>
                    </a:cubicBezTo>
                    <a:cubicBezTo>
                      <a:pt x="2640" y="279"/>
                      <a:pt x="2642" y="195"/>
                      <a:pt x="2578" y="190"/>
                    </a:cubicBezTo>
                    <a:cubicBezTo>
                      <a:pt x="2174" y="151"/>
                      <a:pt x="1766" y="157"/>
                      <a:pt x="1360" y="131"/>
                    </a:cubicBezTo>
                    <a:cubicBezTo>
                      <a:pt x="943" y="106"/>
                      <a:pt x="530" y="63"/>
                      <a:pt x="118" y="1"/>
                    </a:cubicBezTo>
                    <a:cubicBezTo>
                      <a:pt x="114" y="0"/>
                      <a:pt x="110" y="0"/>
                      <a:pt x="1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9"/>
              <p:cNvSpPr/>
              <p:nvPr/>
            </p:nvSpPr>
            <p:spPr>
              <a:xfrm>
                <a:off x="2775050" y="2916300"/>
                <a:ext cx="458900" cy="17375"/>
              </a:xfrm>
              <a:custGeom>
                <a:rect b="b" l="l" r="r" t="t"/>
                <a:pathLst>
                  <a:path extrusionOk="0" h="695" w="18356">
                    <a:moveTo>
                      <a:pt x="18256" y="0"/>
                    </a:moveTo>
                    <a:cubicBezTo>
                      <a:pt x="18254" y="0"/>
                      <a:pt x="18252" y="0"/>
                      <a:pt x="18250" y="0"/>
                    </a:cubicBezTo>
                    <a:cubicBezTo>
                      <a:pt x="17053" y="67"/>
                      <a:pt x="15859" y="185"/>
                      <a:pt x="14663" y="258"/>
                    </a:cubicBezTo>
                    <a:cubicBezTo>
                      <a:pt x="13489" y="332"/>
                      <a:pt x="12314" y="389"/>
                      <a:pt x="11140" y="430"/>
                    </a:cubicBezTo>
                    <a:cubicBezTo>
                      <a:pt x="9857" y="473"/>
                      <a:pt x="8574" y="494"/>
                      <a:pt x="7290" y="494"/>
                    </a:cubicBezTo>
                    <a:cubicBezTo>
                      <a:pt x="6223" y="494"/>
                      <a:pt x="5155" y="479"/>
                      <a:pt x="4088" y="451"/>
                    </a:cubicBezTo>
                    <a:cubicBezTo>
                      <a:pt x="2746" y="415"/>
                      <a:pt x="1404" y="372"/>
                      <a:pt x="61" y="311"/>
                    </a:cubicBezTo>
                    <a:cubicBezTo>
                      <a:pt x="60" y="311"/>
                      <a:pt x="59" y="311"/>
                      <a:pt x="58" y="311"/>
                    </a:cubicBezTo>
                    <a:cubicBezTo>
                      <a:pt x="0" y="311"/>
                      <a:pt x="1" y="402"/>
                      <a:pt x="61" y="408"/>
                    </a:cubicBezTo>
                    <a:cubicBezTo>
                      <a:pt x="2506" y="607"/>
                      <a:pt x="4962" y="695"/>
                      <a:pt x="7418" y="695"/>
                    </a:cubicBezTo>
                    <a:cubicBezTo>
                      <a:pt x="9692" y="695"/>
                      <a:pt x="11966" y="620"/>
                      <a:pt x="14232" y="487"/>
                    </a:cubicBezTo>
                    <a:cubicBezTo>
                      <a:pt x="15572" y="409"/>
                      <a:pt x="16922" y="330"/>
                      <a:pt x="18252" y="156"/>
                    </a:cubicBezTo>
                    <a:cubicBezTo>
                      <a:pt x="18346" y="146"/>
                      <a:pt x="18355" y="0"/>
                      <a:pt x="182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9"/>
              <p:cNvSpPr/>
              <p:nvPr/>
            </p:nvSpPr>
            <p:spPr>
              <a:xfrm>
                <a:off x="3109375" y="2869975"/>
                <a:ext cx="75125" cy="8350"/>
              </a:xfrm>
              <a:custGeom>
                <a:rect b="b" l="l" r="r" t="t"/>
                <a:pathLst>
                  <a:path extrusionOk="0" h="334" w="3005">
                    <a:moveTo>
                      <a:pt x="2868" y="0"/>
                    </a:moveTo>
                    <a:cubicBezTo>
                      <a:pt x="2413" y="0"/>
                      <a:pt x="1946" y="74"/>
                      <a:pt x="1490" y="114"/>
                    </a:cubicBezTo>
                    <a:cubicBezTo>
                      <a:pt x="1015" y="155"/>
                      <a:pt x="539" y="196"/>
                      <a:pt x="62" y="238"/>
                    </a:cubicBezTo>
                    <a:cubicBezTo>
                      <a:pt x="2" y="244"/>
                      <a:pt x="0" y="333"/>
                      <a:pt x="58" y="333"/>
                    </a:cubicBezTo>
                    <a:cubicBezTo>
                      <a:pt x="60" y="333"/>
                      <a:pt x="61" y="333"/>
                      <a:pt x="62" y="333"/>
                    </a:cubicBezTo>
                    <a:cubicBezTo>
                      <a:pt x="546" y="299"/>
                      <a:pt x="1033" y="266"/>
                      <a:pt x="1517" y="231"/>
                    </a:cubicBezTo>
                    <a:cubicBezTo>
                      <a:pt x="1986" y="198"/>
                      <a:pt x="2470" y="198"/>
                      <a:pt x="2932" y="119"/>
                    </a:cubicBezTo>
                    <a:cubicBezTo>
                      <a:pt x="3004" y="110"/>
                      <a:pt x="2986" y="2"/>
                      <a:pt x="2918" y="0"/>
                    </a:cubicBezTo>
                    <a:cubicBezTo>
                      <a:pt x="2901" y="0"/>
                      <a:pt x="2885" y="0"/>
                      <a:pt x="2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9"/>
              <p:cNvSpPr/>
              <p:nvPr/>
            </p:nvSpPr>
            <p:spPr>
              <a:xfrm>
                <a:off x="3101525" y="2818850"/>
                <a:ext cx="84400" cy="4575"/>
              </a:xfrm>
              <a:custGeom>
                <a:rect b="b" l="l" r="r" t="t"/>
                <a:pathLst>
                  <a:path extrusionOk="0" h="183" w="3376">
                    <a:moveTo>
                      <a:pt x="2779" y="1"/>
                    </a:moveTo>
                    <a:cubicBezTo>
                      <a:pt x="2416" y="1"/>
                      <a:pt x="2051" y="25"/>
                      <a:pt x="1693" y="31"/>
                    </a:cubicBezTo>
                    <a:lnTo>
                      <a:pt x="77" y="64"/>
                    </a:lnTo>
                    <a:cubicBezTo>
                      <a:pt x="1" y="66"/>
                      <a:pt x="0" y="183"/>
                      <a:pt x="74" y="183"/>
                    </a:cubicBezTo>
                    <a:cubicBezTo>
                      <a:pt x="75" y="183"/>
                      <a:pt x="76" y="183"/>
                      <a:pt x="77" y="183"/>
                    </a:cubicBezTo>
                    <a:lnTo>
                      <a:pt x="1693" y="167"/>
                    </a:lnTo>
                    <a:cubicBezTo>
                      <a:pt x="1742" y="166"/>
                      <a:pt x="1791" y="166"/>
                      <a:pt x="1841" y="166"/>
                    </a:cubicBezTo>
                    <a:cubicBezTo>
                      <a:pt x="2042" y="166"/>
                      <a:pt x="2245" y="170"/>
                      <a:pt x="2448" y="170"/>
                    </a:cubicBezTo>
                    <a:cubicBezTo>
                      <a:pt x="2736" y="170"/>
                      <a:pt x="3025" y="162"/>
                      <a:pt x="3308" y="128"/>
                    </a:cubicBezTo>
                    <a:cubicBezTo>
                      <a:pt x="3375" y="121"/>
                      <a:pt x="3376" y="28"/>
                      <a:pt x="3308" y="23"/>
                    </a:cubicBezTo>
                    <a:cubicBezTo>
                      <a:pt x="3133" y="7"/>
                      <a:pt x="2956" y="1"/>
                      <a:pt x="2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59"/>
            <p:cNvGrpSpPr/>
            <p:nvPr/>
          </p:nvGrpSpPr>
          <p:grpSpPr>
            <a:xfrm flipH="1">
              <a:off x="-20576" y="4491087"/>
              <a:ext cx="3222864" cy="1118909"/>
              <a:chOff x="1786325" y="2127525"/>
              <a:chExt cx="1562525" cy="542475"/>
            </a:xfrm>
          </p:grpSpPr>
          <p:sp>
            <p:nvSpPr>
              <p:cNvPr id="3225" name="Google Shape;3225;p59"/>
              <p:cNvSpPr/>
              <p:nvPr/>
            </p:nvSpPr>
            <p:spPr>
              <a:xfrm>
                <a:off x="1786325" y="2127525"/>
                <a:ext cx="1562525" cy="542475"/>
              </a:xfrm>
              <a:custGeom>
                <a:rect b="b" l="l" r="r" t="t"/>
                <a:pathLst>
                  <a:path extrusionOk="0" h="21699" w="62501">
                    <a:moveTo>
                      <a:pt x="61768" y="0"/>
                    </a:moveTo>
                    <a:cubicBezTo>
                      <a:pt x="61077" y="0"/>
                      <a:pt x="60320" y="206"/>
                      <a:pt x="59669" y="434"/>
                    </a:cubicBezTo>
                    <a:cubicBezTo>
                      <a:pt x="54241" y="2336"/>
                      <a:pt x="48640" y="3777"/>
                      <a:pt x="42938" y="4524"/>
                    </a:cubicBezTo>
                    <a:cubicBezTo>
                      <a:pt x="35436" y="5510"/>
                      <a:pt x="27817" y="5295"/>
                      <a:pt x="20311" y="6236"/>
                    </a:cubicBezTo>
                    <a:cubicBezTo>
                      <a:pt x="16922" y="6661"/>
                      <a:pt x="13554" y="7345"/>
                      <a:pt x="10318" y="8442"/>
                    </a:cubicBezTo>
                    <a:cubicBezTo>
                      <a:pt x="7450" y="9416"/>
                      <a:pt x="4683" y="10724"/>
                      <a:pt x="2204" y="12469"/>
                    </a:cubicBezTo>
                    <a:cubicBezTo>
                      <a:pt x="1991" y="12618"/>
                      <a:pt x="1743" y="12777"/>
                      <a:pt x="1495" y="12943"/>
                    </a:cubicBezTo>
                    <a:lnTo>
                      <a:pt x="1494" y="12944"/>
                    </a:lnTo>
                    <a:cubicBezTo>
                      <a:pt x="743" y="13451"/>
                      <a:pt x="1" y="14017"/>
                      <a:pt x="316" y="14535"/>
                    </a:cubicBezTo>
                    <a:cubicBezTo>
                      <a:pt x="345" y="14581"/>
                      <a:pt x="381" y="14628"/>
                      <a:pt x="429" y="14673"/>
                    </a:cubicBezTo>
                    <a:cubicBezTo>
                      <a:pt x="569" y="14811"/>
                      <a:pt x="795" y="14945"/>
                      <a:pt x="1126" y="15071"/>
                    </a:cubicBezTo>
                    <a:cubicBezTo>
                      <a:pt x="1456" y="15197"/>
                      <a:pt x="1789" y="15317"/>
                      <a:pt x="2126" y="15435"/>
                    </a:cubicBezTo>
                    <a:cubicBezTo>
                      <a:pt x="2218" y="15467"/>
                      <a:pt x="2309" y="15500"/>
                      <a:pt x="2403" y="15532"/>
                    </a:cubicBezTo>
                    <a:cubicBezTo>
                      <a:pt x="3639" y="15957"/>
                      <a:pt x="4894" y="16340"/>
                      <a:pt x="6134" y="16735"/>
                    </a:cubicBezTo>
                    <a:cubicBezTo>
                      <a:pt x="11298" y="18374"/>
                      <a:pt x="16557" y="19777"/>
                      <a:pt x="21906" y="20658"/>
                    </a:cubicBezTo>
                    <a:cubicBezTo>
                      <a:pt x="22929" y="20825"/>
                      <a:pt x="23956" y="20976"/>
                      <a:pt x="24989" y="21102"/>
                    </a:cubicBezTo>
                    <a:cubicBezTo>
                      <a:pt x="25041" y="21112"/>
                      <a:pt x="25092" y="21116"/>
                      <a:pt x="25143" y="21122"/>
                    </a:cubicBezTo>
                    <a:cubicBezTo>
                      <a:pt x="25590" y="21178"/>
                      <a:pt x="26037" y="21228"/>
                      <a:pt x="26485" y="21274"/>
                    </a:cubicBezTo>
                    <a:cubicBezTo>
                      <a:pt x="29372" y="21574"/>
                      <a:pt x="32267" y="21699"/>
                      <a:pt x="35164" y="21699"/>
                    </a:cubicBezTo>
                    <a:cubicBezTo>
                      <a:pt x="42132" y="21699"/>
                      <a:pt x="49116" y="20974"/>
                      <a:pt x="56062" y="20200"/>
                    </a:cubicBezTo>
                    <a:cubicBezTo>
                      <a:pt x="56118" y="20192"/>
                      <a:pt x="56171" y="20185"/>
                      <a:pt x="56229" y="20179"/>
                    </a:cubicBezTo>
                    <a:cubicBezTo>
                      <a:pt x="56707" y="20126"/>
                      <a:pt x="57184" y="20074"/>
                      <a:pt x="57660" y="20020"/>
                    </a:cubicBezTo>
                    <a:cubicBezTo>
                      <a:pt x="58854" y="19887"/>
                      <a:pt x="60112" y="19726"/>
                      <a:pt x="61067" y="18997"/>
                    </a:cubicBezTo>
                    <a:cubicBezTo>
                      <a:pt x="61099" y="18972"/>
                      <a:pt x="61130" y="18948"/>
                      <a:pt x="61161" y="18923"/>
                    </a:cubicBezTo>
                    <a:cubicBezTo>
                      <a:pt x="61225" y="18868"/>
                      <a:pt x="61286" y="18817"/>
                      <a:pt x="61346" y="18759"/>
                    </a:cubicBezTo>
                    <a:lnTo>
                      <a:pt x="61377" y="18729"/>
                    </a:lnTo>
                    <a:cubicBezTo>
                      <a:pt x="61685" y="18429"/>
                      <a:pt x="61930" y="18085"/>
                      <a:pt x="62124" y="17704"/>
                    </a:cubicBezTo>
                    <a:cubicBezTo>
                      <a:pt x="62277" y="17406"/>
                      <a:pt x="62400" y="17091"/>
                      <a:pt x="62500" y="16761"/>
                    </a:cubicBezTo>
                    <a:cubicBezTo>
                      <a:pt x="62379" y="16690"/>
                      <a:pt x="62254" y="16625"/>
                      <a:pt x="62124" y="16566"/>
                    </a:cubicBezTo>
                    <a:lnTo>
                      <a:pt x="62126" y="16566"/>
                    </a:lnTo>
                    <a:lnTo>
                      <a:pt x="62126" y="21"/>
                    </a:lnTo>
                    <a:cubicBezTo>
                      <a:pt x="62009" y="7"/>
                      <a:pt x="61889" y="0"/>
                      <a:pt x="61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9"/>
              <p:cNvSpPr/>
              <p:nvPr/>
            </p:nvSpPr>
            <p:spPr>
              <a:xfrm>
                <a:off x="1994025" y="2153625"/>
                <a:ext cx="1345500" cy="249400"/>
              </a:xfrm>
              <a:custGeom>
                <a:rect b="b" l="l" r="r" t="t"/>
                <a:pathLst>
                  <a:path extrusionOk="0" h="9976" w="53820">
                    <a:moveTo>
                      <a:pt x="53818" y="1923"/>
                    </a:moveTo>
                    <a:cubicBezTo>
                      <a:pt x="52984" y="2287"/>
                      <a:pt x="52142" y="2630"/>
                      <a:pt x="51295" y="2957"/>
                    </a:cubicBezTo>
                    <a:cubicBezTo>
                      <a:pt x="49575" y="3622"/>
                      <a:pt x="47827" y="4214"/>
                      <a:pt x="46061" y="4738"/>
                    </a:cubicBezTo>
                    <a:cubicBezTo>
                      <a:pt x="42531" y="5781"/>
                      <a:pt x="38915" y="6535"/>
                      <a:pt x="35262" y="6999"/>
                    </a:cubicBezTo>
                    <a:cubicBezTo>
                      <a:pt x="33215" y="7258"/>
                      <a:pt x="31151" y="7427"/>
                      <a:pt x="29089" y="7512"/>
                    </a:cubicBezTo>
                    <a:cubicBezTo>
                      <a:pt x="29059" y="7513"/>
                      <a:pt x="29056" y="7561"/>
                      <a:pt x="29089" y="7561"/>
                    </a:cubicBezTo>
                    <a:cubicBezTo>
                      <a:pt x="32779" y="7471"/>
                      <a:pt x="36458" y="7046"/>
                      <a:pt x="40077" y="6330"/>
                    </a:cubicBezTo>
                    <a:cubicBezTo>
                      <a:pt x="43715" y="5608"/>
                      <a:pt x="47294" y="4588"/>
                      <a:pt x="50766" y="3286"/>
                    </a:cubicBezTo>
                    <a:cubicBezTo>
                      <a:pt x="51726" y="2926"/>
                      <a:pt x="52681" y="2542"/>
                      <a:pt x="53625" y="2138"/>
                    </a:cubicBezTo>
                    <a:lnTo>
                      <a:pt x="53818" y="2054"/>
                    </a:lnTo>
                    <a:lnTo>
                      <a:pt x="53818" y="1923"/>
                    </a:lnTo>
                    <a:close/>
                    <a:moveTo>
                      <a:pt x="53816" y="3941"/>
                    </a:moveTo>
                    <a:cubicBezTo>
                      <a:pt x="53609" y="4039"/>
                      <a:pt x="53401" y="4132"/>
                      <a:pt x="53191" y="4222"/>
                    </a:cubicBezTo>
                    <a:cubicBezTo>
                      <a:pt x="52409" y="4565"/>
                      <a:pt x="51619" y="4888"/>
                      <a:pt x="50823" y="5192"/>
                    </a:cubicBezTo>
                    <a:cubicBezTo>
                      <a:pt x="49231" y="5803"/>
                      <a:pt x="47610" y="6345"/>
                      <a:pt x="45969" y="6813"/>
                    </a:cubicBezTo>
                    <a:cubicBezTo>
                      <a:pt x="45047" y="7078"/>
                      <a:pt x="44117" y="7323"/>
                      <a:pt x="43187" y="7550"/>
                    </a:cubicBezTo>
                    <a:cubicBezTo>
                      <a:pt x="43154" y="7560"/>
                      <a:pt x="43165" y="7604"/>
                      <a:pt x="43194" y="7604"/>
                    </a:cubicBezTo>
                    <a:cubicBezTo>
                      <a:pt x="43197" y="7604"/>
                      <a:pt x="43199" y="7604"/>
                      <a:pt x="43201" y="7604"/>
                    </a:cubicBezTo>
                    <a:cubicBezTo>
                      <a:pt x="46544" y="6901"/>
                      <a:pt x="49808" y="5814"/>
                      <a:pt x="52946" y="4467"/>
                    </a:cubicBezTo>
                    <a:cubicBezTo>
                      <a:pt x="53236" y="4343"/>
                      <a:pt x="53528" y="4218"/>
                      <a:pt x="53816" y="4090"/>
                    </a:cubicBezTo>
                    <a:lnTo>
                      <a:pt x="53816" y="3941"/>
                    </a:lnTo>
                    <a:close/>
                    <a:moveTo>
                      <a:pt x="53819" y="1"/>
                    </a:moveTo>
                    <a:cubicBezTo>
                      <a:pt x="52606" y="479"/>
                      <a:pt x="51392" y="948"/>
                      <a:pt x="50160" y="1368"/>
                    </a:cubicBezTo>
                    <a:cubicBezTo>
                      <a:pt x="48418" y="1966"/>
                      <a:pt x="46657" y="2504"/>
                      <a:pt x="44878" y="2975"/>
                    </a:cubicBezTo>
                    <a:cubicBezTo>
                      <a:pt x="41325" y="3914"/>
                      <a:pt x="37705" y="4598"/>
                      <a:pt x="34052" y="5013"/>
                    </a:cubicBezTo>
                    <a:cubicBezTo>
                      <a:pt x="30211" y="5448"/>
                      <a:pt x="26344" y="5555"/>
                      <a:pt x="22483" y="5698"/>
                    </a:cubicBezTo>
                    <a:cubicBezTo>
                      <a:pt x="18770" y="5833"/>
                      <a:pt x="15049" y="6007"/>
                      <a:pt x="11369" y="6552"/>
                    </a:cubicBezTo>
                    <a:cubicBezTo>
                      <a:pt x="7880" y="7066"/>
                      <a:pt x="4426" y="7919"/>
                      <a:pt x="1198" y="9364"/>
                    </a:cubicBezTo>
                    <a:cubicBezTo>
                      <a:pt x="801" y="9543"/>
                      <a:pt x="411" y="9730"/>
                      <a:pt x="25" y="9929"/>
                    </a:cubicBezTo>
                    <a:cubicBezTo>
                      <a:pt x="0" y="9943"/>
                      <a:pt x="16" y="9975"/>
                      <a:pt x="40" y="9975"/>
                    </a:cubicBezTo>
                    <a:cubicBezTo>
                      <a:pt x="44" y="9975"/>
                      <a:pt x="48" y="9974"/>
                      <a:pt x="52" y="9972"/>
                    </a:cubicBezTo>
                    <a:cubicBezTo>
                      <a:pt x="3295" y="8442"/>
                      <a:pt x="6730" y="7455"/>
                      <a:pt x="10261" y="6856"/>
                    </a:cubicBezTo>
                    <a:cubicBezTo>
                      <a:pt x="13955" y="6229"/>
                      <a:pt x="17706" y="6015"/>
                      <a:pt x="21444" y="5869"/>
                    </a:cubicBezTo>
                    <a:cubicBezTo>
                      <a:pt x="25307" y="5719"/>
                      <a:pt x="29178" y="5640"/>
                      <a:pt x="33028" y="5258"/>
                    </a:cubicBezTo>
                    <a:cubicBezTo>
                      <a:pt x="36630" y="4899"/>
                      <a:pt x="40203" y="4281"/>
                      <a:pt x="43715" y="3413"/>
                    </a:cubicBezTo>
                    <a:cubicBezTo>
                      <a:pt x="47154" y="2563"/>
                      <a:pt x="50534" y="1468"/>
                      <a:pt x="53819" y="139"/>
                    </a:cubicBezTo>
                    <a:lnTo>
                      <a:pt x="538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7" name="Google Shape;3227;p59"/>
          <p:cNvGrpSpPr/>
          <p:nvPr/>
        </p:nvGrpSpPr>
        <p:grpSpPr>
          <a:xfrm>
            <a:off x="6979125" y="1473725"/>
            <a:ext cx="1527500" cy="719225"/>
            <a:chOff x="5155200" y="1824900"/>
            <a:chExt cx="1527500" cy="719225"/>
          </a:xfrm>
        </p:grpSpPr>
        <p:sp>
          <p:nvSpPr>
            <p:cNvPr id="3228" name="Google Shape;3228;p59"/>
            <p:cNvSpPr/>
            <p:nvPr/>
          </p:nvSpPr>
          <p:spPr>
            <a:xfrm>
              <a:off x="5155200" y="1824900"/>
              <a:ext cx="1527500" cy="719225"/>
            </a:xfrm>
            <a:custGeom>
              <a:rect b="b" l="l" r="r" t="t"/>
              <a:pathLst>
                <a:path extrusionOk="0" h="28769" w="61100">
                  <a:moveTo>
                    <a:pt x="30906" y="0"/>
                  </a:moveTo>
                  <a:cubicBezTo>
                    <a:pt x="29515" y="0"/>
                    <a:pt x="28606" y="245"/>
                    <a:pt x="27907" y="734"/>
                  </a:cubicBezTo>
                  <a:cubicBezTo>
                    <a:pt x="26921" y="1421"/>
                    <a:pt x="26353" y="2592"/>
                    <a:pt x="25444" y="4235"/>
                  </a:cubicBezTo>
                  <a:cubicBezTo>
                    <a:pt x="24757" y="3873"/>
                    <a:pt x="23983" y="3697"/>
                    <a:pt x="23208" y="3697"/>
                  </a:cubicBezTo>
                  <a:cubicBezTo>
                    <a:pt x="22079" y="3697"/>
                    <a:pt x="20946" y="4072"/>
                    <a:pt x="20074" y="4794"/>
                  </a:cubicBezTo>
                  <a:cubicBezTo>
                    <a:pt x="18605" y="6011"/>
                    <a:pt x="17965" y="8142"/>
                    <a:pt x="18522" y="9966"/>
                  </a:cubicBezTo>
                  <a:cubicBezTo>
                    <a:pt x="18271" y="9915"/>
                    <a:pt x="18016" y="9890"/>
                    <a:pt x="17760" y="9890"/>
                  </a:cubicBezTo>
                  <a:cubicBezTo>
                    <a:pt x="16510" y="9890"/>
                    <a:pt x="15259" y="10485"/>
                    <a:pt x="14506" y="11486"/>
                  </a:cubicBezTo>
                  <a:cubicBezTo>
                    <a:pt x="13598" y="12693"/>
                    <a:pt x="13455" y="14429"/>
                    <a:pt x="14156" y="15768"/>
                  </a:cubicBezTo>
                  <a:cubicBezTo>
                    <a:pt x="13620" y="15610"/>
                    <a:pt x="13063" y="15534"/>
                    <a:pt x="12506" y="15534"/>
                  </a:cubicBezTo>
                  <a:cubicBezTo>
                    <a:pt x="10966" y="15534"/>
                    <a:pt x="9421" y="16118"/>
                    <a:pt x="8300" y="17181"/>
                  </a:cubicBezTo>
                  <a:cubicBezTo>
                    <a:pt x="6776" y="18629"/>
                    <a:pt x="6096" y="20908"/>
                    <a:pt x="6583" y="22954"/>
                  </a:cubicBezTo>
                  <a:cubicBezTo>
                    <a:pt x="5690" y="22754"/>
                    <a:pt x="4767" y="22555"/>
                    <a:pt x="3860" y="22555"/>
                  </a:cubicBezTo>
                  <a:cubicBezTo>
                    <a:pt x="3397" y="22555"/>
                    <a:pt x="2938" y="22607"/>
                    <a:pt x="2490" y="22737"/>
                  </a:cubicBezTo>
                  <a:cubicBezTo>
                    <a:pt x="1161" y="23121"/>
                    <a:pt x="0" y="24450"/>
                    <a:pt x="307" y="25797"/>
                  </a:cubicBezTo>
                  <a:cubicBezTo>
                    <a:pt x="685" y="27455"/>
                    <a:pt x="2766" y="27961"/>
                    <a:pt x="4461" y="28114"/>
                  </a:cubicBezTo>
                  <a:cubicBezTo>
                    <a:pt x="9279" y="28551"/>
                    <a:pt x="14116" y="28768"/>
                    <a:pt x="18954" y="28768"/>
                  </a:cubicBezTo>
                  <a:cubicBezTo>
                    <a:pt x="32297" y="28768"/>
                    <a:pt x="45640" y="27112"/>
                    <a:pt x="58574" y="23833"/>
                  </a:cubicBezTo>
                  <a:cubicBezTo>
                    <a:pt x="59238" y="23665"/>
                    <a:pt x="59958" y="23454"/>
                    <a:pt x="60347" y="22889"/>
                  </a:cubicBezTo>
                  <a:cubicBezTo>
                    <a:pt x="61099" y="21800"/>
                    <a:pt x="59934" y="20228"/>
                    <a:pt x="58618" y="20080"/>
                  </a:cubicBezTo>
                  <a:cubicBezTo>
                    <a:pt x="58506" y="20067"/>
                    <a:pt x="58394" y="20061"/>
                    <a:pt x="58283" y="20061"/>
                  </a:cubicBezTo>
                  <a:cubicBezTo>
                    <a:pt x="57095" y="20061"/>
                    <a:pt x="55979" y="20747"/>
                    <a:pt x="54965" y="21405"/>
                  </a:cubicBezTo>
                  <a:cubicBezTo>
                    <a:pt x="55433" y="20266"/>
                    <a:pt x="55244" y="18881"/>
                    <a:pt x="54488" y="17909"/>
                  </a:cubicBezTo>
                  <a:cubicBezTo>
                    <a:pt x="53827" y="17059"/>
                    <a:pt x="52757" y="16552"/>
                    <a:pt x="51683" y="16552"/>
                  </a:cubicBezTo>
                  <a:cubicBezTo>
                    <a:pt x="51527" y="16552"/>
                    <a:pt x="51371" y="16563"/>
                    <a:pt x="51216" y="16585"/>
                  </a:cubicBezTo>
                  <a:cubicBezTo>
                    <a:pt x="51521" y="14729"/>
                    <a:pt x="49746" y="12902"/>
                    <a:pt x="48059" y="12902"/>
                  </a:cubicBezTo>
                  <a:cubicBezTo>
                    <a:pt x="47349" y="12902"/>
                    <a:pt x="46654" y="13226"/>
                    <a:pt x="46137" y="14007"/>
                  </a:cubicBezTo>
                  <a:cubicBezTo>
                    <a:pt x="46303" y="12463"/>
                    <a:pt x="44915" y="10941"/>
                    <a:pt x="43368" y="10941"/>
                  </a:cubicBezTo>
                  <a:cubicBezTo>
                    <a:pt x="43340" y="10941"/>
                    <a:pt x="43312" y="10942"/>
                    <a:pt x="43284" y="10943"/>
                  </a:cubicBezTo>
                  <a:cubicBezTo>
                    <a:pt x="41703" y="10999"/>
                    <a:pt x="40374" y="12644"/>
                    <a:pt x="40655" y="14202"/>
                  </a:cubicBezTo>
                  <a:cubicBezTo>
                    <a:pt x="39768" y="12326"/>
                    <a:pt x="37700" y="11123"/>
                    <a:pt x="35641" y="11123"/>
                  </a:cubicBezTo>
                  <a:cubicBezTo>
                    <a:pt x="35153" y="11123"/>
                    <a:pt x="34666" y="11191"/>
                    <a:pt x="34195" y="11333"/>
                  </a:cubicBezTo>
                  <a:cubicBezTo>
                    <a:pt x="34928" y="10160"/>
                    <a:pt x="35394" y="8724"/>
                    <a:pt x="35025" y="7391"/>
                  </a:cubicBezTo>
                  <a:cubicBezTo>
                    <a:pt x="34706" y="6245"/>
                    <a:pt x="33602" y="5286"/>
                    <a:pt x="32455" y="5286"/>
                  </a:cubicBezTo>
                  <a:cubicBezTo>
                    <a:pt x="32269" y="5286"/>
                    <a:pt x="32081" y="5312"/>
                    <a:pt x="31895" y="5366"/>
                  </a:cubicBezTo>
                  <a:cubicBezTo>
                    <a:pt x="32800" y="4693"/>
                    <a:pt x="33276" y="3485"/>
                    <a:pt x="33071" y="2376"/>
                  </a:cubicBezTo>
                  <a:cubicBezTo>
                    <a:pt x="32868" y="1264"/>
                    <a:pt x="31992" y="306"/>
                    <a:pt x="3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9"/>
            <p:cNvSpPr/>
            <p:nvPr/>
          </p:nvSpPr>
          <p:spPr>
            <a:xfrm>
              <a:off x="5978250" y="2135300"/>
              <a:ext cx="172100" cy="63975"/>
            </a:xfrm>
            <a:custGeom>
              <a:rect b="b" l="l" r="r" t="t"/>
              <a:pathLst>
                <a:path extrusionOk="0" h="2559" w="6884">
                  <a:moveTo>
                    <a:pt x="2292" y="1"/>
                  </a:moveTo>
                  <a:cubicBezTo>
                    <a:pt x="2101" y="1"/>
                    <a:pt x="1910" y="10"/>
                    <a:pt x="1721" y="29"/>
                  </a:cubicBezTo>
                  <a:cubicBezTo>
                    <a:pt x="1136" y="90"/>
                    <a:pt x="573" y="208"/>
                    <a:pt x="24" y="424"/>
                  </a:cubicBezTo>
                  <a:cubicBezTo>
                    <a:pt x="0" y="435"/>
                    <a:pt x="6" y="470"/>
                    <a:pt x="28" y="470"/>
                  </a:cubicBezTo>
                  <a:cubicBezTo>
                    <a:pt x="31" y="470"/>
                    <a:pt x="34" y="470"/>
                    <a:pt x="37" y="469"/>
                  </a:cubicBezTo>
                  <a:cubicBezTo>
                    <a:pt x="684" y="258"/>
                    <a:pt x="1365" y="155"/>
                    <a:pt x="2045" y="155"/>
                  </a:cubicBezTo>
                  <a:cubicBezTo>
                    <a:pt x="3326" y="155"/>
                    <a:pt x="4607" y="522"/>
                    <a:pt x="5673" y="1237"/>
                  </a:cubicBezTo>
                  <a:cubicBezTo>
                    <a:pt x="5902" y="1391"/>
                    <a:pt x="6124" y="1560"/>
                    <a:pt x="6304" y="1770"/>
                  </a:cubicBezTo>
                  <a:cubicBezTo>
                    <a:pt x="6496" y="1992"/>
                    <a:pt x="6604" y="2232"/>
                    <a:pt x="6638" y="2525"/>
                  </a:cubicBezTo>
                  <a:cubicBezTo>
                    <a:pt x="6641" y="2546"/>
                    <a:pt x="6657" y="2558"/>
                    <a:pt x="6674" y="2558"/>
                  </a:cubicBezTo>
                  <a:cubicBezTo>
                    <a:pt x="6687" y="2558"/>
                    <a:pt x="6700" y="2551"/>
                    <a:pt x="6706" y="2533"/>
                  </a:cubicBezTo>
                  <a:cubicBezTo>
                    <a:pt x="6883" y="2048"/>
                    <a:pt x="6439" y="1568"/>
                    <a:pt x="6088" y="1293"/>
                  </a:cubicBezTo>
                  <a:cubicBezTo>
                    <a:pt x="5683" y="972"/>
                    <a:pt x="5228" y="715"/>
                    <a:pt x="4754" y="514"/>
                  </a:cubicBezTo>
                  <a:cubicBezTo>
                    <a:pt x="3984" y="183"/>
                    <a:pt x="313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9"/>
            <p:cNvSpPr/>
            <p:nvPr/>
          </p:nvSpPr>
          <p:spPr>
            <a:xfrm>
              <a:off x="6016825" y="2169600"/>
              <a:ext cx="73750" cy="31375"/>
            </a:xfrm>
            <a:custGeom>
              <a:rect b="b" l="l" r="r" t="t"/>
              <a:pathLst>
                <a:path extrusionOk="0" h="1255" w="2950">
                  <a:moveTo>
                    <a:pt x="39" y="0"/>
                  </a:moveTo>
                  <a:cubicBezTo>
                    <a:pt x="9" y="0"/>
                    <a:pt x="0" y="57"/>
                    <a:pt x="34" y="59"/>
                  </a:cubicBezTo>
                  <a:cubicBezTo>
                    <a:pt x="590" y="139"/>
                    <a:pt x="1143" y="283"/>
                    <a:pt x="1675" y="470"/>
                  </a:cubicBezTo>
                  <a:cubicBezTo>
                    <a:pt x="1920" y="556"/>
                    <a:pt x="2178" y="643"/>
                    <a:pt x="2402" y="771"/>
                  </a:cubicBezTo>
                  <a:cubicBezTo>
                    <a:pt x="2497" y="824"/>
                    <a:pt x="2593" y="886"/>
                    <a:pt x="2670" y="967"/>
                  </a:cubicBezTo>
                  <a:cubicBezTo>
                    <a:pt x="2747" y="1046"/>
                    <a:pt x="2790" y="1144"/>
                    <a:pt x="2835" y="1239"/>
                  </a:cubicBezTo>
                  <a:cubicBezTo>
                    <a:pt x="2840" y="1250"/>
                    <a:pt x="2850" y="1254"/>
                    <a:pt x="2861" y="1254"/>
                  </a:cubicBezTo>
                  <a:cubicBezTo>
                    <a:pt x="2875" y="1254"/>
                    <a:pt x="2890" y="1246"/>
                    <a:pt x="2894" y="1232"/>
                  </a:cubicBezTo>
                  <a:cubicBezTo>
                    <a:pt x="2950" y="1022"/>
                    <a:pt x="2770" y="839"/>
                    <a:pt x="2610" y="728"/>
                  </a:cubicBezTo>
                  <a:cubicBezTo>
                    <a:pt x="2389" y="575"/>
                    <a:pt x="2110" y="489"/>
                    <a:pt x="1861" y="404"/>
                  </a:cubicBezTo>
                  <a:cubicBezTo>
                    <a:pt x="1267" y="203"/>
                    <a:pt x="662" y="75"/>
                    <a:pt x="42" y="0"/>
                  </a:cubicBezTo>
                  <a:cubicBezTo>
                    <a:pt x="41" y="0"/>
                    <a:pt x="4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9"/>
            <p:cNvSpPr/>
            <p:nvPr/>
          </p:nvSpPr>
          <p:spPr>
            <a:xfrm>
              <a:off x="5910475" y="2001375"/>
              <a:ext cx="71000" cy="54375"/>
            </a:xfrm>
            <a:custGeom>
              <a:rect b="b" l="l" r="r" t="t"/>
              <a:pathLst>
                <a:path extrusionOk="0" h="2175" w="2840">
                  <a:moveTo>
                    <a:pt x="35" y="1"/>
                  </a:moveTo>
                  <a:cubicBezTo>
                    <a:pt x="0" y="1"/>
                    <a:pt x="2" y="53"/>
                    <a:pt x="36" y="54"/>
                  </a:cubicBezTo>
                  <a:cubicBezTo>
                    <a:pt x="664" y="92"/>
                    <a:pt x="1356" y="210"/>
                    <a:pt x="1872" y="595"/>
                  </a:cubicBezTo>
                  <a:cubicBezTo>
                    <a:pt x="2344" y="949"/>
                    <a:pt x="2609" y="1528"/>
                    <a:pt x="2501" y="2116"/>
                  </a:cubicBezTo>
                  <a:cubicBezTo>
                    <a:pt x="2495" y="2153"/>
                    <a:pt x="2521" y="2175"/>
                    <a:pt x="2548" y="2175"/>
                  </a:cubicBezTo>
                  <a:cubicBezTo>
                    <a:pt x="2566" y="2175"/>
                    <a:pt x="2584" y="2165"/>
                    <a:pt x="2594" y="2142"/>
                  </a:cubicBezTo>
                  <a:cubicBezTo>
                    <a:pt x="2840" y="1560"/>
                    <a:pt x="2471" y="888"/>
                    <a:pt x="2006" y="528"/>
                  </a:cubicBezTo>
                  <a:cubicBezTo>
                    <a:pt x="1447" y="95"/>
                    <a:pt x="721" y="24"/>
                    <a:pt x="36" y="1"/>
                  </a:cubicBezTo>
                  <a:cubicBezTo>
                    <a:pt x="36" y="1"/>
                    <a:pt x="3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9"/>
            <p:cNvSpPr/>
            <p:nvPr/>
          </p:nvSpPr>
          <p:spPr>
            <a:xfrm>
              <a:off x="5883625" y="1902200"/>
              <a:ext cx="50625" cy="34900"/>
            </a:xfrm>
            <a:custGeom>
              <a:rect b="b" l="l" r="r" t="t"/>
              <a:pathLst>
                <a:path extrusionOk="0" h="1396" w="2025">
                  <a:moveTo>
                    <a:pt x="101" y="1"/>
                  </a:moveTo>
                  <a:cubicBezTo>
                    <a:pt x="79" y="1"/>
                    <a:pt x="58" y="1"/>
                    <a:pt x="37" y="2"/>
                  </a:cubicBezTo>
                  <a:cubicBezTo>
                    <a:pt x="3" y="4"/>
                    <a:pt x="1" y="56"/>
                    <a:pt x="35" y="56"/>
                  </a:cubicBezTo>
                  <a:cubicBezTo>
                    <a:pt x="36" y="56"/>
                    <a:pt x="36" y="56"/>
                    <a:pt x="37" y="56"/>
                  </a:cubicBezTo>
                  <a:cubicBezTo>
                    <a:pt x="55" y="56"/>
                    <a:pt x="74" y="55"/>
                    <a:pt x="93" y="55"/>
                  </a:cubicBezTo>
                  <a:cubicBezTo>
                    <a:pt x="492" y="55"/>
                    <a:pt x="881" y="188"/>
                    <a:pt x="1210" y="418"/>
                  </a:cubicBezTo>
                  <a:cubicBezTo>
                    <a:pt x="1375" y="533"/>
                    <a:pt x="1524" y="676"/>
                    <a:pt x="1650" y="834"/>
                  </a:cubicBezTo>
                  <a:cubicBezTo>
                    <a:pt x="1717" y="919"/>
                    <a:pt x="1779" y="1010"/>
                    <a:pt x="1829" y="1107"/>
                  </a:cubicBezTo>
                  <a:cubicBezTo>
                    <a:pt x="1877" y="1196"/>
                    <a:pt x="1910" y="1297"/>
                    <a:pt x="1963" y="1382"/>
                  </a:cubicBezTo>
                  <a:cubicBezTo>
                    <a:pt x="1969" y="1391"/>
                    <a:pt x="1980" y="1396"/>
                    <a:pt x="1992" y="1396"/>
                  </a:cubicBezTo>
                  <a:cubicBezTo>
                    <a:pt x="2008" y="1396"/>
                    <a:pt x="2024" y="1386"/>
                    <a:pt x="2021" y="1366"/>
                  </a:cubicBezTo>
                  <a:cubicBezTo>
                    <a:pt x="1998" y="1166"/>
                    <a:pt x="1854" y="960"/>
                    <a:pt x="1733" y="806"/>
                  </a:cubicBezTo>
                  <a:cubicBezTo>
                    <a:pt x="1601" y="636"/>
                    <a:pt x="1444" y="490"/>
                    <a:pt x="1269" y="369"/>
                  </a:cubicBezTo>
                  <a:cubicBezTo>
                    <a:pt x="926" y="133"/>
                    <a:pt x="514"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9"/>
            <p:cNvSpPr/>
            <p:nvPr/>
          </p:nvSpPr>
          <p:spPr>
            <a:xfrm>
              <a:off x="6313825" y="2178025"/>
              <a:ext cx="98675" cy="34650"/>
            </a:xfrm>
            <a:custGeom>
              <a:rect b="b" l="l" r="r" t="t"/>
              <a:pathLst>
                <a:path extrusionOk="0" h="1386" w="3947">
                  <a:moveTo>
                    <a:pt x="1873" y="1"/>
                  </a:moveTo>
                  <a:cubicBezTo>
                    <a:pt x="1619" y="1"/>
                    <a:pt x="1362" y="34"/>
                    <a:pt x="1110" y="91"/>
                  </a:cubicBezTo>
                  <a:cubicBezTo>
                    <a:pt x="737" y="176"/>
                    <a:pt x="376" y="319"/>
                    <a:pt x="26" y="473"/>
                  </a:cubicBezTo>
                  <a:cubicBezTo>
                    <a:pt x="0" y="484"/>
                    <a:pt x="17" y="517"/>
                    <a:pt x="39" y="517"/>
                  </a:cubicBezTo>
                  <a:cubicBezTo>
                    <a:pt x="42" y="517"/>
                    <a:pt x="45" y="516"/>
                    <a:pt x="49" y="515"/>
                  </a:cubicBezTo>
                  <a:cubicBezTo>
                    <a:pt x="595" y="283"/>
                    <a:pt x="1196" y="102"/>
                    <a:pt x="1796" y="102"/>
                  </a:cubicBezTo>
                  <a:cubicBezTo>
                    <a:pt x="2006" y="102"/>
                    <a:pt x="2216" y="125"/>
                    <a:pt x="2423" y="175"/>
                  </a:cubicBezTo>
                  <a:cubicBezTo>
                    <a:pt x="2740" y="252"/>
                    <a:pt x="3045" y="394"/>
                    <a:pt x="3296" y="603"/>
                  </a:cubicBezTo>
                  <a:cubicBezTo>
                    <a:pt x="3419" y="706"/>
                    <a:pt x="3529" y="822"/>
                    <a:pt x="3625" y="953"/>
                  </a:cubicBezTo>
                  <a:cubicBezTo>
                    <a:pt x="3720" y="1085"/>
                    <a:pt x="3790" y="1222"/>
                    <a:pt x="3867" y="1365"/>
                  </a:cubicBezTo>
                  <a:cubicBezTo>
                    <a:pt x="3874" y="1379"/>
                    <a:pt x="3886" y="1385"/>
                    <a:pt x="3898" y="1385"/>
                  </a:cubicBezTo>
                  <a:cubicBezTo>
                    <a:pt x="3922" y="1385"/>
                    <a:pt x="3946" y="1362"/>
                    <a:pt x="3941" y="1334"/>
                  </a:cubicBezTo>
                  <a:cubicBezTo>
                    <a:pt x="3858" y="814"/>
                    <a:pt x="3358" y="415"/>
                    <a:pt x="2907" y="212"/>
                  </a:cubicBezTo>
                  <a:cubicBezTo>
                    <a:pt x="2576" y="64"/>
                    <a:pt x="2226" y="1"/>
                    <a:pt x="1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59"/>
          <p:cNvGrpSpPr/>
          <p:nvPr/>
        </p:nvGrpSpPr>
        <p:grpSpPr>
          <a:xfrm>
            <a:off x="265550" y="2081350"/>
            <a:ext cx="1195900" cy="541775"/>
            <a:chOff x="5595675" y="1084200"/>
            <a:chExt cx="1195900" cy="541775"/>
          </a:xfrm>
        </p:grpSpPr>
        <p:sp>
          <p:nvSpPr>
            <p:cNvPr id="3235" name="Google Shape;3235;p59"/>
            <p:cNvSpPr/>
            <p:nvPr/>
          </p:nvSpPr>
          <p:spPr>
            <a:xfrm>
              <a:off x="5595675" y="1084200"/>
              <a:ext cx="1195900" cy="541775"/>
            </a:xfrm>
            <a:custGeom>
              <a:rect b="b" l="l" r="r" t="t"/>
              <a:pathLst>
                <a:path extrusionOk="0" h="21671" w="47836">
                  <a:moveTo>
                    <a:pt x="20336" y="0"/>
                  </a:moveTo>
                  <a:cubicBezTo>
                    <a:pt x="18295" y="0"/>
                    <a:pt x="16141" y="1055"/>
                    <a:pt x="15259" y="2885"/>
                  </a:cubicBezTo>
                  <a:cubicBezTo>
                    <a:pt x="14804" y="3833"/>
                    <a:pt x="14701" y="4996"/>
                    <a:pt x="15198" y="5924"/>
                  </a:cubicBezTo>
                  <a:cubicBezTo>
                    <a:pt x="14931" y="5427"/>
                    <a:pt x="13726" y="5281"/>
                    <a:pt x="13199" y="5281"/>
                  </a:cubicBezTo>
                  <a:cubicBezTo>
                    <a:pt x="13181" y="5281"/>
                    <a:pt x="13163" y="5281"/>
                    <a:pt x="13147" y="5281"/>
                  </a:cubicBezTo>
                  <a:cubicBezTo>
                    <a:pt x="12644" y="5291"/>
                    <a:pt x="12197" y="5412"/>
                    <a:pt x="11794" y="5647"/>
                  </a:cubicBezTo>
                  <a:cubicBezTo>
                    <a:pt x="11599" y="5758"/>
                    <a:pt x="11417" y="5896"/>
                    <a:pt x="11241" y="6062"/>
                  </a:cubicBezTo>
                  <a:cubicBezTo>
                    <a:pt x="10258" y="6990"/>
                    <a:pt x="9803" y="8487"/>
                    <a:pt x="10199" y="9791"/>
                  </a:cubicBezTo>
                  <a:cubicBezTo>
                    <a:pt x="9841" y="9646"/>
                    <a:pt x="9457" y="9577"/>
                    <a:pt x="9072" y="9577"/>
                  </a:cubicBezTo>
                  <a:cubicBezTo>
                    <a:pt x="8132" y="9577"/>
                    <a:pt x="7187" y="9989"/>
                    <a:pt x="6593" y="10721"/>
                  </a:cubicBezTo>
                  <a:cubicBezTo>
                    <a:pt x="5757" y="11756"/>
                    <a:pt x="5688" y="13341"/>
                    <a:pt x="6433" y="14440"/>
                  </a:cubicBezTo>
                  <a:cubicBezTo>
                    <a:pt x="6241" y="14418"/>
                    <a:pt x="6048" y="14407"/>
                    <a:pt x="5856" y="14407"/>
                  </a:cubicBezTo>
                  <a:cubicBezTo>
                    <a:pt x="4172" y="14407"/>
                    <a:pt x="2496" y="15227"/>
                    <a:pt x="1490" y="16580"/>
                  </a:cubicBezTo>
                  <a:cubicBezTo>
                    <a:pt x="702" y="17638"/>
                    <a:pt x="0" y="19560"/>
                    <a:pt x="1050" y="20689"/>
                  </a:cubicBezTo>
                  <a:cubicBezTo>
                    <a:pt x="1828" y="21524"/>
                    <a:pt x="2869" y="21435"/>
                    <a:pt x="3903" y="21500"/>
                  </a:cubicBezTo>
                  <a:cubicBezTo>
                    <a:pt x="4703" y="21549"/>
                    <a:pt x="5421" y="21670"/>
                    <a:pt x="6218" y="21670"/>
                  </a:cubicBezTo>
                  <a:cubicBezTo>
                    <a:pt x="6330" y="21670"/>
                    <a:pt x="6443" y="21668"/>
                    <a:pt x="6558" y="21662"/>
                  </a:cubicBezTo>
                  <a:cubicBezTo>
                    <a:pt x="9111" y="21541"/>
                    <a:pt x="11663" y="21423"/>
                    <a:pt x="14213" y="21302"/>
                  </a:cubicBezTo>
                  <a:cubicBezTo>
                    <a:pt x="19316" y="21063"/>
                    <a:pt x="24419" y="20823"/>
                    <a:pt x="29522" y="20582"/>
                  </a:cubicBezTo>
                  <a:cubicBezTo>
                    <a:pt x="32408" y="20446"/>
                    <a:pt x="35293" y="20310"/>
                    <a:pt x="38178" y="20174"/>
                  </a:cubicBezTo>
                  <a:cubicBezTo>
                    <a:pt x="39645" y="20106"/>
                    <a:pt x="41113" y="20045"/>
                    <a:pt x="42581" y="19968"/>
                  </a:cubicBezTo>
                  <a:cubicBezTo>
                    <a:pt x="42734" y="19960"/>
                    <a:pt x="42887" y="19957"/>
                    <a:pt x="43039" y="19957"/>
                  </a:cubicBezTo>
                  <a:cubicBezTo>
                    <a:pt x="43381" y="19957"/>
                    <a:pt x="43722" y="19971"/>
                    <a:pt x="44059" y="19971"/>
                  </a:cubicBezTo>
                  <a:cubicBezTo>
                    <a:pt x="44805" y="19971"/>
                    <a:pt x="45535" y="19904"/>
                    <a:pt x="46218" y="19474"/>
                  </a:cubicBezTo>
                  <a:cubicBezTo>
                    <a:pt x="46781" y="19120"/>
                    <a:pt x="47262" y="18575"/>
                    <a:pt x="47522" y="17960"/>
                  </a:cubicBezTo>
                  <a:cubicBezTo>
                    <a:pt x="47836" y="17211"/>
                    <a:pt x="47490" y="16777"/>
                    <a:pt x="46978" y="16189"/>
                  </a:cubicBezTo>
                  <a:cubicBezTo>
                    <a:pt x="46195" y="15292"/>
                    <a:pt x="44919" y="14751"/>
                    <a:pt x="43691" y="14751"/>
                  </a:cubicBezTo>
                  <a:cubicBezTo>
                    <a:pt x="42755" y="14751"/>
                    <a:pt x="41847" y="15065"/>
                    <a:pt x="41204" y="15771"/>
                  </a:cubicBezTo>
                  <a:cubicBezTo>
                    <a:pt x="41682" y="15022"/>
                    <a:pt x="41401" y="13861"/>
                    <a:pt x="40636" y="13349"/>
                  </a:cubicBezTo>
                  <a:cubicBezTo>
                    <a:pt x="40276" y="13109"/>
                    <a:pt x="39853" y="12999"/>
                    <a:pt x="39423" y="12999"/>
                  </a:cubicBezTo>
                  <a:cubicBezTo>
                    <a:pt x="38823" y="12999"/>
                    <a:pt x="38210" y="13211"/>
                    <a:pt x="37727" y="13574"/>
                  </a:cubicBezTo>
                  <a:lnTo>
                    <a:pt x="37727" y="13574"/>
                  </a:lnTo>
                  <a:cubicBezTo>
                    <a:pt x="38439" y="12492"/>
                    <a:pt x="38549" y="10988"/>
                    <a:pt x="37844" y="9903"/>
                  </a:cubicBezTo>
                  <a:cubicBezTo>
                    <a:pt x="37349" y="9139"/>
                    <a:pt x="36433" y="8665"/>
                    <a:pt x="35538" y="8665"/>
                  </a:cubicBezTo>
                  <a:cubicBezTo>
                    <a:pt x="35158" y="8665"/>
                    <a:pt x="34782" y="8750"/>
                    <a:pt x="34442" y="8935"/>
                  </a:cubicBezTo>
                  <a:cubicBezTo>
                    <a:pt x="33304" y="9557"/>
                    <a:pt x="32930" y="11305"/>
                    <a:pt x="33823" y="12244"/>
                  </a:cubicBezTo>
                  <a:cubicBezTo>
                    <a:pt x="33354" y="12124"/>
                    <a:pt x="32871" y="12064"/>
                    <a:pt x="32387" y="12064"/>
                  </a:cubicBezTo>
                  <a:cubicBezTo>
                    <a:pt x="31676" y="12064"/>
                    <a:pt x="30964" y="12193"/>
                    <a:pt x="30300" y="12449"/>
                  </a:cubicBezTo>
                  <a:cubicBezTo>
                    <a:pt x="30049" y="11970"/>
                    <a:pt x="29508" y="11719"/>
                    <a:pt x="28973" y="11719"/>
                  </a:cubicBezTo>
                  <a:cubicBezTo>
                    <a:pt x="28524" y="11719"/>
                    <a:pt x="28080" y="11894"/>
                    <a:pt x="27812" y="12259"/>
                  </a:cubicBezTo>
                  <a:cubicBezTo>
                    <a:pt x="27763" y="11344"/>
                    <a:pt x="27100" y="10494"/>
                    <a:pt x="26227" y="10220"/>
                  </a:cubicBezTo>
                  <a:cubicBezTo>
                    <a:pt x="26019" y="10155"/>
                    <a:pt x="25802" y="10124"/>
                    <a:pt x="25585" y="10124"/>
                  </a:cubicBezTo>
                  <a:cubicBezTo>
                    <a:pt x="24916" y="10124"/>
                    <a:pt x="24245" y="10419"/>
                    <a:pt x="23813" y="10934"/>
                  </a:cubicBezTo>
                  <a:lnTo>
                    <a:pt x="23813" y="10934"/>
                  </a:lnTo>
                  <a:cubicBezTo>
                    <a:pt x="25259" y="9124"/>
                    <a:pt x="25939" y="6730"/>
                    <a:pt x="25696" y="4430"/>
                  </a:cubicBezTo>
                  <a:cubicBezTo>
                    <a:pt x="25474" y="2344"/>
                    <a:pt x="23657" y="661"/>
                    <a:pt x="21670" y="161"/>
                  </a:cubicBezTo>
                  <a:cubicBezTo>
                    <a:pt x="21241" y="53"/>
                    <a:pt x="20792" y="0"/>
                    <a:pt x="20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9"/>
            <p:cNvSpPr/>
            <p:nvPr/>
          </p:nvSpPr>
          <p:spPr>
            <a:xfrm>
              <a:off x="6007525" y="1127075"/>
              <a:ext cx="183325" cy="160800"/>
            </a:xfrm>
            <a:custGeom>
              <a:rect b="b" l="l" r="r" t="t"/>
              <a:pathLst>
                <a:path extrusionOk="0" h="6432" w="7333">
                  <a:moveTo>
                    <a:pt x="3403" y="1"/>
                  </a:moveTo>
                  <a:cubicBezTo>
                    <a:pt x="2597" y="1"/>
                    <a:pt x="1799" y="276"/>
                    <a:pt x="1162" y="878"/>
                  </a:cubicBezTo>
                  <a:cubicBezTo>
                    <a:pt x="484" y="1519"/>
                    <a:pt x="1" y="2506"/>
                    <a:pt x="154" y="3457"/>
                  </a:cubicBezTo>
                  <a:cubicBezTo>
                    <a:pt x="156" y="3470"/>
                    <a:pt x="167" y="3476"/>
                    <a:pt x="179" y="3476"/>
                  </a:cubicBezTo>
                  <a:cubicBezTo>
                    <a:pt x="193" y="3476"/>
                    <a:pt x="208" y="3466"/>
                    <a:pt x="208" y="3450"/>
                  </a:cubicBezTo>
                  <a:cubicBezTo>
                    <a:pt x="220" y="2595"/>
                    <a:pt x="520" y="1816"/>
                    <a:pt x="1119" y="1198"/>
                  </a:cubicBezTo>
                  <a:cubicBezTo>
                    <a:pt x="1704" y="597"/>
                    <a:pt x="2504" y="221"/>
                    <a:pt x="3346" y="211"/>
                  </a:cubicBezTo>
                  <a:cubicBezTo>
                    <a:pt x="3357" y="211"/>
                    <a:pt x="3368" y="211"/>
                    <a:pt x="3379" y="211"/>
                  </a:cubicBezTo>
                  <a:cubicBezTo>
                    <a:pt x="4215" y="211"/>
                    <a:pt x="5039" y="535"/>
                    <a:pt x="5685" y="1059"/>
                  </a:cubicBezTo>
                  <a:cubicBezTo>
                    <a:pt x="6378" y="1621"/>
                    <a:pt x="6833" y="2414"/>
                    <a:pt x="7013" y="3285"/>
                  </a:cubicBezTo>
                  <a:cubicBezTo>
                    <a:pt x="7120" y="3803"/>
                    <a:pt x="7131" y="4344"/>
                    <a:pt x="7052" y="4866"/>
                  </a:cubicBezTo>
                  <a:cubicBezTo>
                    <a:pt x="7013" y="5118"/>
                    <a:pt x="6954" y="5369"/>
                    <a:pt x="6882" y="5614"/>
                  </a:cubicBezTo>
                  <a:cubicBezTo>
                    <a:pt x="6803" y="5874"/>
                    <a:pt x="6682" y="6122"/>
                    <a:pt x="6605" y="6383"/>
                  </a:cubicBezTo>
                  <a:cubicBezTo>
                    <a:pt x="6597" y="6408"/>
                    <a:pt x="6620" y="6431"/>
                    <a:pt x="6643" y="6431"/>
                  </a:cubicBezTo>
                  <a:cubicBezTo>
                    <a:pt x="6652" y="6431"/>
                    <a:pt x="6660" y="6427"/>
                    <a:pt x="6667" y="6419"/>
                  </a:cubicBezTo>
                  <a:cubicBezTo>
                    <a:pt x="6961" y="6060"/>
                    <a:pt x="7112" y="5539"/>
                    <a:pt x="7203" y="5092"/>
                  </a:cubicBezTo>
                  <a:cubicBezTo>
                    <a:pt x="7306" y="4593"/>
                    <a:pt x="7333" y="4078"/>
                    <a:pt x="7271" y="3573"/>
                  </a:cubicBezTo>
                  <a:cubicBezTo>
                    <a:pt x="7157" y="2612"/>
                    <a:pt x="6739" y="1716"/>
                    <a:pt x="6029" y="1054"/>
                  </a:cubicBezTo>
                  <a:cubicBezTo>
                    <a:pt x="5306" y="379"/>
                    <a:pt x="4349" y="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9"/>
            <p:cNvSpPr/>
            <p:nvPr/>
          </p:nvSpPr>
          <p:spPr>
            <a:xfrm>
              <a:off x="6089325" y="1178725"/>
              <a:ext cx="52075" cy="77175"/>
            </a:xfrm>
            <a:custGeom>
              <a:rect b="b" l="l" r="r" t="t"/>
              <a:pathLst>
                <a:path extrusionOk="0" h="3087" w="2083">
                  <a:moveTo>
                    <a:pt x="73" y="0"/>
                  </a:moveTo>
                  <a:cubicBezTo>
                    <a:pt x="1" y="0"/>
                    <a:pt x="1" y="110"/>
                    <a:pt x="73" y="114"/>
                  </a:cubicBezTo>
                  <a:cubicBezTo>
                    <a:pt x="679" y="133"/>
                    <a:pt x="1174" y="568"/>
                    <a:pt x="1443" y="1088"/>
                  </a:cubicBezTo>
                  <a:cubicBezTo>
                    <a:pt x="1597" y="1384"/>
                    <a:pt x="1688" y="1711"/>
                    <a:pt x="1746" y="2039"/>
                  </a:cubicBezTo>
                  <a:cubicBezTo>
                    <a:pt x="1806" y="2372"/>
                    <a:pt x="1799" y="2728"/>
                    <a:pt x="1914" y="3049"/>
                  </a:cubicBezTo>
                  <a:cubicBezTo>
                    <a:pt x="1923" y="3073"/>
                    <a:pt x="1947" y="3087"/>
                    <a:pt x="1971" y="3087"/>
                  </a:cubicBezTo>
                  <a:cubicBezTo>
                    <a:pt x="1992" y="3087"/>
                    <a:pt x="2011" y="3076"/>
                    <a:pt x="2017" y="3049"/>
                  </a:cubicBezTo>
                  <a:cubicBezTo>
                    <a:pt x="2083" y="2695"/>
                    <a:pt x="2012" y="2307"/>
                    <a:pt x="1943" y="1956"/>
                  </a:cubicBezTo>
                  <a:cubicBezTo>
                    <a:pt x="1871" y="1594"/>
                    <a:pt x="1757" y="1232"/>
                    <a:pt x="1558" y="918"/>
                  </a:cubicBezTo>
                  <a:cubicBezTo>
                    <a:pt x="1234" y="410"/>
                    <a:pt x="697"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9"/>
            <p:cNvSpPr/>
            <p:nvPr/>
          </p:nvSpPr>
          <p:spPr>
            <a:xfrm>
              <a:off x="5897475" y="1262450"/>
              <a:ext cx="99500" cy="36425"/>
            </a:xfrm>
            <a:custGeom>
              <a:rect b="b" l="l" r="r" t="t"/>
              <a:pathLst>
                <a:path extrusionOk="0" h="1457" w="3980">
                  <a:moveTo>
                    <a:pt x="1515" y="1"/>
                  </a:moveTo>
                  <a:cubicBezTo>
                    <a:pt x="1003" y="1"/>
                    <a:pt x="494" y="132"/>
                    <a:pt x="50" y="393"/>
                  </a:cubicBezTo>
                  <a:cubicBezTo>
                    <a:pt x="1" y="423"/>
                    <a:pt x="32" y="487"/>
                    <a:pt x="79" y="487"/>
                  </a:cubicBezTo>
                  <a:cubicBezTo>
                    <a:pt x="87" y="487"/>
                    <a:pt x="94" y="486"/>
                    <a:pt x="102" y="482"/>
                  </a:cubicBezTo>
                  <a:cubicBezTo>
                    <a:pt x="523" y="293"/>
                    <a:pt x="980" y="188"/>
                    <a:pt x="1437" y="188"/>
                  </a:cubicBezTo>
                  <a:cubicBezTo>
                    <a:pt x="1734" y="188"/>
                    <a:pt x="2032" y="232"/>
                    <a:pt x="2320" y="327"/>
                  </a:cubicBezTo>
                  <a:cubicBezTo>
                    <a:pt x="2637" y="432"/>
                    <a:pt x="2936" y="592"/>
                    <a:pt x="3199" y="796"/>
                  </a:cubicBezTo>
                  <a:cubicBezTo>
                    <a:pt x="3330" y="900"/>
                    <a:pt x="3454" y="1013"/>
                    <a:pt x="3569" y="1134"/>
                  </a:cubicBezTo>
                  <a:cubicBezTo>
                    <a:pt x="3674" y="1243"/>
                    <a:pt x="3768" y="1370"/>
                    <a:pt x="3899" y="1449"/>
                  </a:cubicBezTo>
                  <a:cubicBezTo>
                    <a:pt x="3907" y="1454"/>
                    <a:pt x="3916" y="1457"/>
                    <a:pt x="3924" y="1457"/>
                  </a:cubicBezTo>
                  <a:cubicBezTo>
                    <a:pt x="3954" y="1457"/>
                    <a:pt x="3979" y="1424"/>
                    <a:pt x="3974" y="1391"/>
                  </a:cubicBezTo>
                  <a:cubicBezTo>
                    <a:pt x="3920" y="1080"/>
                    <a:pt x="3577" y="799"/>
                    <a:pt x="3338" y="619"/>
                  </a:cubicBezTo>
                  <a:cubicBezTo>
                    <a:pt x="3041" y="396"/>
                    <a:pt x="2706" y="224"/>
                    <a:pt x="2348" y="119"/>
                  </a:cubicBezTo>
                  <a:cubicBezTo>
                    <a:pt x="2077" y="40"/>
                    <a:pt x="1795" y="1"/>
                    <a:pt x="1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9"/>
            <p:cNvSpPr/>
            <p:nvPr/>
          </p:nvSpPr>
          <p:spPr>
            <a:xfrm>
              <a:off x="6172900" y="1379375"/>
              <a:ext cx="100450" cy="61275"/>
            </a:xfrm>
            <a:custGeom>
              <a:rect b="b" l="l" r="r" t="t"/>
              <a:pathLst>
                <a:path extrusionOk="0" h="2451" w="4018">
                  <a:moveTo>
                    <a:pt x="1663" y="1"/>
                  </a:moveTo>
                  <a:cubicBezTo>
                    <a:pt x="1063" y="1"/>
                    <a:pt x="464" y="235"/>
                    <a:pt x="31" y="665"/>
                  </a:cubicBezTo>
                  <a:cubicBezTo>
                    <a:pt x="1" y="696"/>
                    <a:pt x="29" y="738"/>
                    <a:pt x="61" y="738"/>
                  </a:cubicBezTo>
                  <a:cubicBezTo>
                    <a:pt x="71" y="738"/>
                    <a:pt x="81" y="734"/>
                    <a:pt x="90" y="725"/>
                  </a:cubicBezTo>
                  <a:cubicBezTo>
                    <a:pt x="496" y="362"/>
                    <a:pt x="1040" y="166"/>
                    <a:pt x="1582" y="166"/>
                  </a:cubicBezTo>
                  <a:cubicBezTo>
                    <a:pt x="1904" y="166"/>
                    <a:pt x="2225" y="235"/>
                    <a:pt x="2517" y="380"/>
                  </a:cubicBezTo>
                  <a:cubicBezTo>
                    <a:pt x="2898" y="567"/>
                    <a:pt x="3209" y="878"/>
                    <a:pt x="3421" y="1246"/>
                  </a:cubicBezTo>
                  <a:cubicBezTo>
                    <a:pt x="3522" y="1421"/>
                    <a:pt x="3598" y="1609"/>
                    <a:pt x="3647" y="1807"/>
                  </a:cubicBezTo>
                  <a:cubicBezTo>
                    <a:pt x="3697" y="2009"/>
                    <a:pt x="3703" y="2221"/>
                    <a:pt x="3768" y="2420"/>
                  </a:cubicBezTo>
                  <a:cubicBezTo>
                    <a:pt x="3775" y="2438"/>
                    <a:pt x="3796" y="2451"/>
                    <a:pt x="3815" y="2451"/>
                  </a:cubicBezTo>
                  <a:cubicBezTo>
                    <a:pt x="3828" y="2451"/>
                    <a:pt x="3840" y="2445"/>
                    <a:pt x="3846" y="2430"/>
                  </a:cubicBezTo>
                  <a:cubicBezTo>
                    <a:pt x="4017" y="2026"/>
                    <a:pt x="3804" y="1493"/>
                    <a:pt x="3601" y="1140"/>
                  </a:cubicBezTo>
                  <a:cubicBezTo>
                    <a:pt x="3369" y="737"/>
                    <a:pt x="3016" y="398"/>
                    <a:pt x="2592" y="203"/>
                  </a:cubicBezTo>
                  <a:cubicBezTo>
                    <a:pt x="2298" y="66"/>
                    <a:pt x="1980" y="1"/>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9"/>
            <p:cNvSpPr/>
            <p:nvPr/>
          </p:nvSpPr>
          <p:spPr>
            <a:xfrm>
              <a:off x="6210275" y="1419975"/>
              <a:ext cx="33175" cy="31600"/>
            </a:xfrm>
            <a:custGeom>
              <a:rect b="b" l="l" r="r" t="t"/>
              <a:pathLst>
                <a:path extrusionOk="0" h="1264" w="1327">
                  <a:moveTo>
                    <a:pt x="84" y="1"/>
                  </a:moveTo>
                  <a:cubicBezTo>
                    <a:pt x="24" y="1"/>
                    <a:pt x="1" y="93"/>
                    <a:pt x="67" y="106"/>
                  </a:cubicBezTo>
                  <a:cubicBezTo>
                    <a:pt x="354" y="162"/>
                    <a:pt x="613" y="307"/>
                    <a:pt x="816" y="516"/>
                  </a:cubicBezTo>
                  <a:cubicBezTo>
                    <a:pt x="916" y="619"/>
                    <a:pt x="999" y="737"/>
                    <a:pt x="1067" y="862"/>
                  </a:cubicBezTo>
                  <a:cubicBezTo>
                    <a:pt x="1100" y="927"/>
                    <a:pt x="1128" y="993"/>
                    <a:pt x="1151" y="1062"/>
                  </a:cubicBezTo>
                  <a:cubicBezTo>
                    <a:pt x="1172" y="1129"/>
                    <a:pt x="1187" y="1198"/>
                    <a:pt x="1233" y="1251"/>
                  </a:cubicBezTo>
                  <a:cubicBezTo>
                    <a:pt x="1240" y="1260"/>
                    <a:pt x="1250" y="1264"/>
                    <a:pt x="1259" y="1264"/>
                  </a:cubicBezTo>
                  <a:cubicBezTo>
                    <a:pt x="1277" y="1264"/>
                    <a:pt x="1295" y="1251"/>
                    <a:pt x="1300" y="1234"/>
                  </a:cubicBezTo>
                  <a:cubicBezTo>
                    <a:pt x="1326" y="1166"/>
                    <a:pt x="1299" y="1085"/>
                    <a:pt x="1273" y="1015"/>
                  </a:cubicBezTo>
                  <a:cubicBezTo>
                    <a:pt x="1247" y="941"/>
                    <a:pt x="1215" y="869"/>
                    <a:pt x="1178" y="802"/>
                  </a:cubicBezTo>
                  <a:cubicBezTo>
                    <a:pt x="1106" y="666"/>
                    <a:pt x="1012" y="542"/>
                    <a:pt x="903" y="431"/>
                  </a:cubicBezTo>
                  <a:cubicBezTo>
                    <a:pt x="682" y="212"/>
                    <a:pt x="401" y="57"/>
                    <a:pt x="96" y="2"/>
                  </a:cubicBezTo>
                  <a:cubicBezTo>
                    <a:pt x="92" y="1"/>
                    <a:pt x="88"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9"/>
            <p:cNvSpPr/>
            <p:nvPr/>
          </p:nvSpPr>
          <p:spPr>
            <a:xfrm>
              <a:off x="6346700" y="1427975"/>
              <a:ext cx="88375" cy="23225"/>
            </a:xfrm>
            <a:custGeom>
              <a:rect b="b" l="l" r="r" t="t"/>
              <a:pathLst>
                <a:path extrusionOk="0" h="929" w="3535">
                  <a:moveTo>
                    <a:pt x="2033" y="1"/>
                  </a:moveTo>
                  <a:cubicBezTo>
                    <a:pt x="1912" y="1"/>
                    <a:pt x="1791" y="9"/>
                    <a:pt x="1670" y="25"/>
                  </a:cubicBezTo>
                  <a:cubicBezTo>
                    <a:pt x="1050" y="108"/>
                    <a:pt x="434" y="414"/>
                    <a:pt x="17" y="886"/>
                  </a:cubicBezTo>
                  <a:cubicBezTo>
                    <a:pt x="1" y="905"/>
                    <a:pt x="17" y="929"/>
                    <a:pt x="36" y="929"/>
                  </a:cubicBezTo>
                  <a:cubicBezTo>
                    <a:pt x="42" y="929"/>
                    <a:pt x="48" y="927"/>
                    <a:pt x="53" y="922"/>
                  </a:cubicBezTo>
                  <a:cubicBezTo>
                    <a:pt x="542" y="541"/>
                    <a:pt x="1102" y="284"/>
                    <a:pt x="1727" y="241"/>
                  </a:cubicBezTo>
                  <a:cubicBezTo>
                    <a:pt x="1795" y="237"/>
                    <a:pt x="1862" y="235"/>
                    <a:pt x="1929" y="235"/>
                  </a:cubicBezTo>
                  <a:cubicBezTo>
                    <a:pt x="2157" y="235"/>
                    <a:pt x="2385" y="260"/>
                    <a:pt x="2606" y="313"/>
                  </a:cubicBezTo>
                  <a:cubicBezTo>
                    <a:pt x="2883" y="382"/>
                    <a:pt x="3154" y="562"/>
                    <a:pt x="3435" y="591"/>
                  </a:cubicBezTo>
                  <a:cubicBezTo>
                    <a:pt x="3437" y="591"/>
                    <a:pt x="3439" y="591"/>
                    <a:pt x="3441" y="591"/>
                  </a:cubicBezTo>
                  <a:cubicBezTo>
                    <a:pt x="3495" y="591"/>
                    <a:pt x="3534" y="517"/>
                    <a:pt x="3502" y="471"/>
                  </a:cubicBezTo>
                  <a:cubicBezTo>
                    <a:pt x="3328" y="231"/>
                    <a:pt x="2948" y="133"/>
                    <a:pt x="2673" y="72"/>
                  </a:cubicBezTo>
                  <a:cubicBezTo>
                    <a:pt x="2462" y="25"/>
                    <a:pt x="2248" y="1"/>
                    <a:pt x="2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9"/>
            <p:cNvSpPr/>
            <p:nvPr/>
          </p:nvSpPr>
          <p:spPr>
            <a:xfrm>
              <a:off x="6452575" y="1329075"/>
              <a:ext cx="57050" cy="51375"/>
            </a:xfrm>
            <a:custGeom>
              <a:rect b="b" l="l" r="r" t="t"/>
              <a:pathLst>
                <a:path extrusionOk="0" h="2055" w="2282">
                  <a:moveTo>
                    <a:pt x="1837" y="1"/>
                  </a:moveTo>
                  <a:cubicBezTo>
                    <a:pt x="1695" y="1"/>
                    <a:pt x="1552" y="25"/>
                    <a:pt x="1431" y="53"/>
                  </a:cubicBezTo>
                  <a:cubicBezTo>
                    <a:pt x="1148" y="120"/>
                    <a:pt x="881" y="259"/>
                    <a:pt x="662" y="448"/>
                  </a:cubicBezTo>
                  <a:cubicBezTo>
                    <a:pt x="217" y="831"/>
                    <a:pt x="1" y="1437"/>
                    <a:pt x="74" y="2017"/>
                  </a:cubicBezTo>
                  <a:cubicBezTo>
                    <a:pt x="77" y="2041"/>
                    <a:pt x="99" y="2054"/>
                    <a:pt x="118" y="2054"/>
                  </a:cubicBezTo>
                  <a:cubicBezTo>
                    <a:pt x="137" y="2054"/>
                    <a:pt x="155" y="2042"/>
                    <a:pt x="154" y="2017"/>
                  </a:cubicBezTo>
                  <a:cubicBezTo>
                    <a:pt x="118" y="1473"/>
                    <a:pt x="348" y="925"/>
                    <a:pt x="766" y="573"/>
                  </a:cubicBezTo>
                  <a:cubicBezTo>
                    <a:pt x="972" y="401"/>
                    <a:pt x="1221" y="288"/>
                    <a:pt x="1483" y="231"/>
                  </a:cubicBezTo>
                  <a:cubicBezTo>
                    <a:pt x="1616" y="202"/>
                    <a:pt x="1750" y="189"/>
                    <a:pt x="1887" y="187"/>
                  </a:cubicBezTo>
                  <a:cubicBezTo>
                    <a:pt x="1931" y="187"/>
                    <a:pt x="1975" y="188"/>
                    <a:pt x="2019" y="188"/>
                  </a:cubicBezTo>
                  <a:cubicBezTo>
                    <a:pt x="2098" y="188"/>
                    <a:pt x="2177" y="185"/>
                    <a:pt x="2256" y="169"/>
                  </a:cubicBezTo>
                  <a:cubicBezTo>
                    <a:pt x="2282" y="163"/>
                    <a:pt x="2277" y="130"/>
                    <a:pt x="2260" y="117"/>
                  </a:cubicBezTo>
                  <a:cubicBezTo>
                    <a:pt x="2144" y="30"/>
                    <a:pt x="1992" y="1"/>
                    <a:pt x="1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9"/>
            <p:cNvSpPr/>
            <p:nvPr/>
          </p:nvSpPr>
          <p:spPr>
            <a:xfrm>
              <a:off x="6477425" y="1354900"/>
              <a:ext cx="28425" cy="23375"/>
            </a:xfrm>
            <a:custGeom>
              <a:rect b="b" l="l" r="r" t="t"/>
              <a:pathLst>
                <a:path extrusionOk="0" h="935" w="1137">
                  <a:moveTo>
                    <a:pt x="944" y="1"/>
                  </a:moveTo>
                  <a:cubicBezTo>
                    <a:pt x="869" y="1"/>
                    <a:pt x="791" y="19"/>
                    <a:pt x="726" y="38"/>
                  </a:cubicBezTo>
                  <a:cubicBezTo>
                    <a:pt x="596" y="78"/>
                    <a:pt x="475" y="144"/>
                    <a:pt x="368" y="229"/>
                  </a:cubicBezTo>
                  <a:cubicBezTo>
                    <a:pt x="159" y="395"/>
                    <a:pt x="20" y="634"/>
                    <a:pt x="1" y="902"/>
                  </a:cubicBezTo>
                  <a:cubicBezTo>
                    <a:pt x="0" y="922"/>
                    <a:pt x="19" y="935"/>
                    <a:pt x="36" y="935"/>
                  </a:cubicBezTo>
                  <a:cubicBezTo>
                    <a:pt x="49" y="935"/>
                    <a:pt x="62" y="928"/>
                    <a:pt x="64" y="912"/>
                  </a:cubicBezTo>
                  <a:cubicBezTo>
                    <a:pt x="106" y="677"/>
                    <a:pt x="246" y="460"/>
                    <a:pt x="439" y="321"/>
                  </a:cubicBezTo>
                  <a:cubicBezTo>
                    <a:pt x="534" y="252"/>
                    <a:pt x="639" y="199"/>
                    <a:pt x="754" y="170"/>
                  </a:cubicBezTo>
                  <a:cubicBezTo>
                    <a:pt x="809" y="156"/>
                    <a:pt x="865" y="144"/>
                    <a:pt x="923" y="138"/>
                  </a:cubicBezTo>
                  <a:cubicBezTo>
                    <a:pt x="986" y="134"/>
                    <a:pt x="1040" y="134"/>
                    <a:pt x="1102" y="111"/>
                  </a:cubicBezTo>
                  <a:cubicBezTo>
                    <a:pt x="1130" y="100"/>
                    <a:pt x="1136" y="63"/>
                    <a:pt x="1109" y="45"/>
                  </a:cubicBezTo>
                  <a:cubicBezTo>
                    <a:pt x="1062" y="12"/>
                    <a:pt x="1004" y="1"/>
                    <a:pt x="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9"/>
            <p:cNvSpPr/>
            <p:nvPr/>
          </p:nvSpPr>
          <p:spPr>
            <a:xfrm>
              <a:off x="6552125" y="1439425"/>
              <a:ext cx="63675" cy="53775"/>
            </a:xfrm>
            <a:custGeom>
              <a:rect b="b" l="l" r="r" t="t"/>
              <a:pathLst>
                <a:path extrusionOk="0" h="2151" w="2547">
                  <a:moveTo>
                    <a:pt x="605" y="0"/>
                  </a:moveTo>
                  <a:cubicBezTo>
                    <a:pt x="425" y="0"/>
                    <a:pt x="244" y="16"/>
                    <a:pt x="72" y="45"/>
                  </a:cubicBezTo>
                  <a:cubicBezTo>
                    <a:pt x="0" y="56"/>
                    <a:pt x="27" y="157"/>
                    <a:pt x="92" y="157"/>
                  </a:cubicBezTo>
                  <a:cubicBezTo>
                    <a:pt x="95" y="157"/>
                    <a:pt x="98" y="157"/>
                    <a:pt x="102" y="156"/>
                  </a:cubicBezTo>
                  <a:cubicBezTo>
                    <a:pt x="239" y="136"/>
                    <a:pt x="380" y="126"/>
                    <a:pt x="521" y="126"/>
                  </a:cubicBezTo>
                  <a:cubicBezTo>
                    <a:pt x="1013" y="126"/>
                    <a:pt x="1513" y="256"/>
                    <a:pt x="1875" y="596"/>
                  </a:cubicBezTo>
                  <a:cubicBezTo>
                    <a:pt x="2077" y="784"/>
                    <a:pt x="2226" y="1022"/>
                    <a:pt x="2293" y="1291"/>
                  </a:cubicBezTo>
                  <a:cubicBezTo>
                    <a:pt x="2328" y="1425"/>
                    <a:pt x="2335" y="1558"/>
                    <a:pt x="2329" y="1696"/>
                  </a:cubicBezTo>
                  <a:cubicBezTo>
                    <a:pt x="2322" y="1833"/>
                    <a:pt x="2286" y="1963"/>
                    <a:pt x="2269" y="2098"/>
                  </a:cubicBezTo>
                  <a:cubicBezTo>
                    <a:pt x="2265" y="2125"/>
                    <a:pt x="2285" y="2150"/>
                    <a:pt x="2308" y="2150"/>
                  </a:cubicBezTo>
                  <a:cubicBezTo>
                    <a:pt x="2318" y="2150"/>
                    <a:pt x="2328" y="2147"/>
                    <a:pt x="2336" y="2137"/>
                  </a:cubicBezTo>
                  <a:cubicBezTo>
                    <a:pt x="2547" y="1930"/>
                    <a:pt x="2547" y="1574"/>
                    <a:pt x="2489" y="1302"/>
                  </a:cubicBezTo>
                  <a:cubicBezTo>
                    <a:pt x="2424" y="996"/>
                    <a:pt x="2259" y="701"/>
                    <a:pt x="2028" y="487"/>
                  </a:cubicBezTo>
                  <a:cubicBezTo>
                    <a:pt x="1646" y="133"/>
                    <a:pt x="1122"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9"/>
            <p:cNvSpPr/>
            <p:nvPr/>
          </p:nvSpPr>
          <p:spPr>
            <a:xfrm>
              <a:off x="6645300" y="1485075"/>
              <a:ext cx="86925" cy="24600"/>
            </a:xfrm>
            <a:custGeom>
              <a:rect b="b" l="l" r="r" t="t"/>
              <a:pathLst>
                <a:path extrusionOk="0" h="984" w="3477">
                  <a:moveTo>
                    <a:pt x="1850" y="0"/>
                  </a:moveTo>
                  <a:cubicBezTo>
                    <a:pt x="1195" y="0"/>
                    <a:pt x="552" y="215"/>
                    <a:pt x="27" y="611"/>
                  </a:cubicBezTo>
                  <a:cubicBezTo>
                    <a:pt x="1" y="630"/>
                    <a:pt x="15" y="668"/>
                    <a:pt x="41" y="668"/>
                  </a:cubicBezTo>
                  <a:cubicBezTo>
                    <a:pt x="46" y="668"/>
                    <a:pt x="52" y="666"/>
                    <a:pt x="57" y="663"/>
                  </a:cubicBezTo>
                  <a:cubicBezTo>
                    <a:pt x="571" y="356"/>
                    <a:pt x="1163" y="183"/>
                    <a:pt x="1762" y="183"/>
                  </a:cubicBezTo>
                  <a:cubicBezTo>
                    <a:pt x="1827" y="183"/>
                    <a:pt x="1892" y="185"/>
                    <a:pt x="1956" y="189"/>
                  </a:cubicBezTo>
                  <a:cubicBezTo>
                    <a:pt x="2239" y="207"/>
                    <a:pt x="2521" y="266"/>
                    <a:pt x="2773" y="396"/>
                  </a:cubicBezTo>
                  <a:cubicBezTo>
                    <a:pt x="3030" y="527"/>
                    <a:pt x="3174" y="720"/>
                    <a:pt x="3335" y="951"/>
                  </a:cubicBezTo>
                  <a:cubicBezTo>
                    <a:pt x="3350" y="973"/>
                    <a:pt x="3377" y="983"/>
                    <a:pt x="3403" y="983"/>
                  </a:cubicBezTo>
                  <a:cubicBezTo>
                    <a:pt x="3441" y="983"/>
                    <a:pt x="3476" y="960"/>
                    <a:pt x="3472" y="913"/>
                  </a:cubicBezTo>
                  <a:cubicBezTo>
                    <a:pt x="3419" y="311"/>
                    <a:pt x="2626" y="58"/>
                    <a:pt x="2125" y="13"/>
                  </a:cubicBezTo>
                  <a:cubicBezTo>
                    <a:pt x="2033" y="4"/>
                    <a:pt x="1942" y="0"/>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59"/>
          <p:cNvGrpSpPr/>
          <p:nvPr/>
        </p:nvGrpSpPr>
        <p:grpSpPr>
          <a:xfrm>
            <a:off x="8282525" y="2544125"/>
            <a:ext cx="1089150" cy="571075"/>
            <a:chOff x="6195700" y="3234125"/>
            <a:chExt cx="1089150" cy="571075"/>
          </a:xfrm>
        </p:grpSpPr>
        <p:sp>
          <p:nvSpPr>
            <p:cNvPr id="3247" name="Google Shape;3247;p59"/>
            <p:cNvSpPr/>
            <p:nvPr/>
          </p:nvSpPr>
          <p:spPr>
            <a:xfrm>
              <a:off x="6195700" y="3234125"/>
              <a:ext cx="1089150" cy="571075"/>
            </a:xfrm>
            <a:custGeom>
              <a:rect b="b" l="l" r="r" t="t"/>
              <a:pathLst>
                <a:path extrusionOk="0" h="22843" w="43566">
                  <a:moveTo>
                    <a:pt x="19248" y="1"/>
                  </a:moveTo>
                  <a:cubicBezTo>
                    <a:pt x="18477" y="1"/>
                    <a:pt x="17705" y="220"/>
                    <a:pt x="17067" y="654"/>
                  </a:cubicBezTo>
                  <a:cubicBezTo>
                    <a:pt x="15857" y="1477"/>
                    <a:pt x="15193" y="3032"/>
                    <a:pt x="15431" y="4475"/>
                  </a:cubicBezTo>
                  <a:cubicBezTo>
                    <a:pt x="15032" y="4202"/>
                    <a:pt x="14563" y="4076"/>
                    <a:pt x="14086" y="4076"/>
                  </a:cubicBezTo>
                  <a:cubicBezTo>
                    <a:pt x="13259" y="4076"/>
                    <a:pt x="12411" y="4454"/>
                    <a:pt x="11872" y="5095"/>
                  </a:cubicBezTo>
                  <a:cubicBezTo>
                    <a:pt x="11024" y="6105"/>
                    <a:pt x="10897" y="7599"/>
                    <a:pt x="11342" y="8841"/>
                  </a:cubicBezTo>
                  <a:cubicBezTo>
                    <a:pt x="11787" y="10084"/>
                    <a:pt x="12693" y="11263"/>
                    <a:pt x="13774" y="12023"/>
                  </a:cubicBezTo>
                  <a:cubicBezTo>
                    <a:pt x="13707" y="11998"/>
                    <a:pt x="13639" y="11986"/>
                    <a:pt x="13572" y="11986"/>
                  </a:cubicBezTo>
                  <a:cubicBezTo>
                    <a:pt x="13081" y="11986"/>
                    <a:pt x="12625" y="12607"/>
                    <a:pt x="12882" y="13062"/>
                  </a:cubicBezTo>
                  <a:cubicBezTo>
                    <a:pt x="12541" y="13022"/>
                    <a:pt x="12193" y="12999"/>
                    <a:pt x="11846" y="12999"/>
                  </a:cubicBezTo>
                  <a:cubicBezTo>
                    <a:pt x="10759" y="12999"/>
                    <a:pt x="9675" y="13224"/>
                    <a:pt x="8811" y="13859"/>
                  </a:cubicBezTo>
                  <a:cubicBezTo>
                    <a:pt x="7668" y="14696"/>
                    <a:pt x="7100" y="16413"/>
                    <a:pt x="7884" y="17593"/>
                  </a:cubicBezTo>
                  <a:cubicBezTo>
                    <a:pt x="7568" y="17478"/>
                    <a:pt x="7234" y="17423"/>
                    <a:pt x="6899" y="17423"/>
                  </a:cubicBezTo>
                  <a:cubicBezTo>
                    <a:pt x="6015" y="17423"/>
                    <a:pt x="5127" y="17807"/>
                    <a:pt x="4557" y="18486"/>
                  </a:cubicBezTo>
                  <a:cubicBezTo>
                    <a:pt x="3852" y="19334"/>
                    <a:pt x="2608" y="20057"/>
                    <a:pt x="3033" y="21369"/>
                  </a:cubicBezTo>
                  <a:cubicBezTo>
                    <a:pt x="2727" y="20894"/>
                    <a:pt x="2160" y="20614"/>
                    <a:pt x="1598" y="20614"/>
                  </a:cubicBezTo>
                  <a:cubicBezTo>
                    <a:pt x="1392" y="20614"/>
                    <a:pt x="1186" y="20652"/>
                    <a:pt x="995" y="20731"/>
                  </a:cubicBezTo>
                  <a:cubicBezTo>
                    <a:pt x="0" y="21143"/>
                    <a:pt x="2" y="21957"/>
                    <a:pt x="990" y="22510"/>
                  </a:cubicBezTo>
                  <a:cubicBezTo>
                    <a:pt x="1444" y="22765"/>
                    <a:pt x="2119" y="22842"/>
                    <a:pt x="2850" y="22842"/>
                  </a:cubicBezTo>
                  <a:cubicBezTo>
                    <a:pt x="3980" y="22842"/>
                    <a:pt x="5246" y="22657"/>
                    <a:pt x="6045" y="22657"/>
                  </a:cubicBezTo>
                  <a:cubicBezTo>
                    <a:pt x="6048" y="22657"/>
                    <a:pt x="6052" y="22657"/>
                    <a:pt x="6056" y="22657"/>
                  </a:cubicBezTo>
                  <a:cubicBezTo>
                    <a:pt x="7356" y="22662"/>
                    <a:pt x="8657" y="22664"/>
                    <a:pt x="9958" y="22664"/>
                  </a:cubicBezTo>
                  <a:cubicBezTo>
                    <a:pt x="12559" y="22664"/>
                    <a:pt x="15160" y="22656"/>
                    <a:pt x="17760" y="22640"/>
                  </a:cubicBezTo>
                  <a:cubicBezTo>
                    <a:pt x="25562" y="22593"/>
                    <a:pt x="33365" y="22476"/>
                    <a:pt x="41165" y="22290"/>
                  </a:cubicBezTo>
                  <a:cubicBezTo>
                    <a:pt x="41866" y="22274"/>
                    <a:pt x="42671" y="22205"/>
                    <a:pt x="43083" y="21639"/>
                  </a:cubicBezTo>
                  <a:cubicBezTo>
                    <a:pt x="43566" y="20976"/>
                    <a:pt x="43181" y="19975"/>
                    <a:pt x="42500" y="19517"/>
                  </a:cubicBezTo>
                  <a:cubicBezTo>
                    <a:pt x="42101" y="19249"/>
                    <a:pt x="41175" y="18955"/>
                    <a:pt x="40347" y="18955"/>
                  </a:cubicBezTo>
                  <a:cubicBezTo>
                    <a:pt x="39653" y="18955"/>
                    <a:pt x="39028" y="19161"/>
                    <a:pt x="38836" y="19760"/>
                  </a:cubicBezTo>
                  <a:cubicBezTo>
                    <a:pt x="39236" y="18508"/>
                    <a:pt x="39147" y="17036"/>
                    <a:pt x="38321" y="16006"/>
                  </a:cubicBezTo>
                  <a:cubicBezTo>
                    <a:pt x="37799" y="15353"/>
                    <a:pt x="36950" y="14960"/>
                    <a:pt x="36129" y="14960"/>
                  </a:cubicBezTo>
                  <a:cubicBezTo>
                    <a:pt x="35656" y="14960"/>
                    <a:pt x="35192" y="15090"/>
                    <a:pt x="34806" y="15376"/>
                  </a:cubicBezTo>
                  <a:cubicBezTo>
                    <a:pt x="35277" y="14010"/>
                    <a:pt x="34921" y="12394"/>
                    <a:pt x="33923" y="11349"/>
                  </a:cubicBezTo>
                  <a:cubicBezTo>
                    <a:pt x="33177" y="10572"/>
                    <a:pt x="32098" y="10138"/>
                    <a:pt x="31023" y="10138"/>
                  </a:cubicBezTo>
                  <a:cubicBezTo>
                    <a:pt x="30657" y="10138"/>
                    <a:pt x="30291" y="10189"/>
                    <a:pt x="29939" y="10293"/>
                  </a:cubicBezTo>
                  <a:cubicBezTo>
                    <a:pt x="30531" y="8947"/>
                    <a:pt x="30494" y="7341"/>
                    <a:pt x="29838" y="6024"/>
                  </a:cubicBezTo>
                  <a:cubicBezTo>
                    <a:pt x="29094" y="4531"/>
                    <a:pt x="27156" y="3168"/>
                    <a:pt x="25381" y="3168"/>
                  </a:cubicBezTo>
                  <a:cubicBezTo>
                    <a:pt x="24526" y="3168"/>
                    <a:pt x="23709" y="3484"/>
                    <a:pt x="23081" y="4253"/>
                  </a:cubicBezTo>
                  <a:cubicBezTo>
                    <a:pt x="23235" y="2798"/>
                    <a:pt x="22479" y="1284"/>
                    <a:pt x="21224" y="533"/>
                  </a:cubicBezTo>
                  <a:cubicBezTo>
                    <a:pt x="20631" y="177"/>
                    <a:pt x="19940" y="1"/>
                    <a:pt x="19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9"/>
            <p:cNvSpPr/>
            <p:nvPr/>
          </p:nvSpPr>
          <p:spPr>
            <a:xfrm>
              <a:off x="6511950" y="3369850"/>
              <a:ext cx="66400" cy="137425"/>
            </a:xfrm>
            <a:custGeom>
              <a:rect b="b" l="l" r="r" t="t"/>
              <a:pathLst>
                <a:path extrusionOk="0" h="5497" w="2656">
                  <a:moveTo>
                    <a:pt x="1411" y="0"/>
                  </a:moveTo>
                  <a:cubicBezTo>
                    <a:pt x="1404" y="0"/>
                    <a:pt x="1398" y="1"/>
                    <a:pt x="1390" y="4"/>
                  </a:cubicBezTo>
                  <a:cubicBezTo>
                    <a:pt x="340" y="455"/>
                    <a:pt x="0" y="1776"/>
                    <a:pt x="252" y="2807"/>
                  </a:cubicBezTo>
                  <a:cubicBezTo>
                    <a:pt x="552" y="4036"/>
                    <a:pt x="1507" y="4903"/>
                    <a:pt x="2579" y="5491"/>
                  </a:cubicBezTo>
                  <a:cubicBezTo>
                    <a:pt x="2586" y="5494"/>
                    <a:pt x="2593" y="5496"/>
                    <a:pt x="2599" y="5496"/>
                  </a:cubicBezTo>
                  <a:cubicBezTo>
                    <a:pt x="2634" y="5496"/>
                    <a:pt x="2656" y="5446"/>
                    <a:pt x="2619" y="5423"/>
                  </a:cubicBezTo>
                  <a:cubicBezTo>
                    <a:pt x="1664" y="4832"/>
                    <a:pt x="765" y="3994"/>
                    <a:pt x="454" y="2879"/>
                  </a:cubicBezTo>
                  <a:cubicBezTo>
                    <a:pt x="154" y="1810"/>
                    <a:pt x="519" y="718"/>
                    <a:pt x="1435" y="82"/>
                  </a:cubicBezTo>
                  <a:cubicBezTo>
                    <a:pt x="1477" y="54"/>
                    <a:pt x="1452" y="0"/>
                    <a:pt x="1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9"/>
            <p:cNvSpPr/>
            <p:nvPr/>
          </p:nvSpPr>
          <p:spPr>
            <a:xfrm>
              <a:off x="6565675" y="3387275"/>
              <a:ext cx="20025" cy="63525"/>
            </a:xfrm>
            <a:custGeom>
              <a:rect b="b" l="l" r="r" t="t"/>
              <a:pathLst>
                <a:path extrusionOk="0" h="2541" w="801">
                  <a:moveTo>
                    <a:pt x="315" y="0"/>
                  </a:moveTo>
                  <a:cubicBezTo>
                    <a:pt x="303" y="0"/>
                    <a:pt x="291" y="6"/>
                    <a:pt x="283" y="21"/>
                  </a:cubicBezTo>
                  <a:cubicBezTo>
                    <a:pt x="73" y="430"/>
                    <a:pt x="1" y="892"/>
                    <a:pt x="71" y="1346"/>
                  </a:cubicBezTo>
                  <a:cubicBezTo>
                    <a:pt x="107" y="1574"/>
                    <a:pt x="178" y="1794"/>
                    <a:pt x="280" y="2000"/>
                  </a:cubicBezTo>
                  <a:cubicBezTo>
                    <a:pt x="372" y="2182"/>
                    <a:pt x="512" y="2435"/>
                    <a:pt x="701" y="2533"/>
                  </a:cubicBezTo>
                  <a:cubicBezTo>
                    <a:pt x="710" y="2538"/>
                    <a:pt x="720" y="2541"/>
                    <a:pt x="729" y="2541"/>
                  </a:cubicBezTo>
                  <a:cubicBezTo>
                    <a:pt x="769" y="2541"/>
                    <a:pt x="801" y="2498"/>
                    <a:pt x="779" y="2457"/>
                  </a:cubicBezTo>
                  <a:cubicBezTo>
                    <a:pt x="733" y="2368"/>
                    <a:pt x="651" y="2290"/>
                    <a:pt x="590" y="2208"/>
                  </a:cubicBezTo>
                  <a:cubicBezTo>
                    <a:pt x="531" y="2128"/>
                    <a:pt x="476" y="2043"/>
                    <a:pt x="430" y="1955"/>
                  </a:cubicBezTo>
                  <a:cubicBezTo>
                    <a:pt x="326" y="1764"/>
                    <a:pt x="254" y="1556"/>
                    <a:pt x="211" y="1345"/>
                  </a:cubicBezTo>
                  <a:cubicBezTo>
                    <a:pt x="125" y="914"/>
                    <a:pt x="168" y="460"/>
                    <a:pt x="354" y="62"/>
                  </a:cubicBezTo>
                  <a:cubicBezTo>
                    <a:pt x="369" y="30"/>
                    <a:pt x="341"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9"/>
            <p:cNvSpPr/>
            <p:nvPr/>
          </p:nvSpPr>
          <p:spPr>
            <a:xfrm>
              <a:off x="6623275" y="3297350"/>
              <a:ext cx="97625" cy="61800"/>
            </a:xfrm>
            <a:custGeom>
              <a:rect b="b" l="l" r="r" t="t"/>
              <a:pathLst>
                <a:path extrusionOk="0" h="2472" w="3905">
                  <a:moveTo>
                    <a:pt x="2938" y="0"/>
                  </a:moveTo>
                  <a:cubicBezTo>
                    <a:pt x="2379" y="0"/>
                    <a:pt x="1802" y="187"/>
                    <a:pt x="1356" y="471"/>
                  </a:cubicBezTo>
                  <a:cubicBezTo>
                    <a:pt x="672" y="909"/>
                    <a:pt x="183" y="1616"/>
                    <a:pt x="9" y="2409"/>
                  </a:cubicBezTo>
                  <a:cubicBezTo>
                    <a:pt x="0" y="2446"/>
                    <a:pt x="31" y="2471"/>
                    <a:pt x="61" y="2471"/>
                  </a:cubicBezTo>
                  <a:cubicBezTo>
                    <a:pt x="80" y="2471"/>
                    <a:pt x="98" y="2461"/>
                    <a:pt x="104" y="2436"/>
                  </a:cubicBezTo>
                  <a:cubicBezTo>
                    <a:pt x="299" y="1687"/>
                    <a:pt x="780" y="1026"/>
                    <a:pt x="1448" y="629"/>
                  </a:cubicBezTo>
                  <a:cubicBezTo>
                    <a:pt x="1810" y="416"/>
                    <a:pt x="2213" y="289"/>
                    <a:pt x="2630" y="240"/>
                  </a:cubicBezTo>
                  <a:cubicBezTo>
                    <a:pt x="2741" y="228"/>
                    <a:pt x="2853" y="223"/>
                    <a:pt x="2964" y="223"/>
                  </a:cubicBezTo>
                  <a:cubicBezTo>
                    <a:pt x="3256" y="223"/>
                    <a:pt x="3547" y="259"/>
                    <a:pt x="3840" y="294"/>
                  </a:cubicBezTo>
                  <a:cubicBezTo>
                    <a:pt x="3841" y="294"/>
                    <a:pt x="3842" y="294"/>
                    <a:pt x="3843" y="294"/>
                  </a:cubicBezTo>
                  <a:cubicBezTo>
                    <a:pt x="3887" y="294"/>
                    <a:pt x="3904" y="226"/>
                    <a:pt x="3865" y="207"/>
                  </a:cubicBezTo>
                  <a:cubicBezTo>
                    <a:pt x="3581" y="63"/>
                    <a:pt x="3263" y="0"/>
                    <a:pt x="2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9"/>
            <p:cNvSpPr/>
            <p:nvPr/>
          </p:nvSpPr>
          <p:spPr>
            <a:xfrm>
              <a:off x="6420775" y="3588225"/>
              <a:ext cx="90725" cy="81950"/>
            </a:xfrm>
            <a:custGeom>
              <a:rect b="b" l="l" r="r" t="t"/>
              <a:pathLst>
                <a:path extrusionOk="0" h="3278" w="3629">
                  <a:moveTo>
                    <a:pt x="3198" y="1"/>
                  </a:moveTo>
                  <a:cubicBezTo>
                    <a:pt x="3110" y="1"/>
                    <a:pt x="3023" y="8"/>
                    <a:pt x="2944" y="13"/>
                  </a:cubicBezTo>
                  <a:cubicBezTo>
                    <a:pt x="2719" y="29"/>
                    <a:pt x="2497" y="72"/>
                    <a:pt x="2283" y="141"/>
                  </a:cubicBezTo>
                  <a:cubicBezTo>
                    <a:pt x="1848" y="275"/>
                    <a:pt x="1438" y="502"/>
                    <a:pt x="1093" y="801"/>
                  </a:cubicBezTo>
                  <a:cubicBezTo>
                    <a:pt x="397" y="1409"/>
                    <a:pt x="1" y="2314"/>
                    <a:pt x="6" y="3235"/>
                  </a:cubicBezTo>
                  <a:cubicBezTo>
                    <a:pt x="6" y="3263"/>
                    <a:pt x="28" y="3277"/>
                    <a:pt x="49" y="3277"/>
                  </a:cubicBezTo>
                  <a:cubicBezTo>
                    <a:pt x="71" y="3277"/>
                    <a:pt x="94" y="3263"/>
                    <a:pt x="94" y="3235"/>
                  </a:cubicBezTo>
                  <a:cubicBezTo>
                    <a:pt x="143" y="2365"/>
                    <a:pt x="545" y="1527"/>
                    <a:pt x="1211" y="963"/>
                  </a:cubicBezTo>
                  <a:cubicBezTo>
                    <a:pt x="1539" y="683"/>
                    <a:pt x="1930" y="480"/>
                    <a:pt x="2342" y="360"/>
                  </a:cubicBezTo>
                  <a:cubicBezTo>
                    <a:pt x="2548" y="301"/>
                    <a:pt x="2760" y="261"/>
                    <a:pt x="2971" y="238"/>
                  </a:cubicBezTo>
                  <a:cubicBezTo>
                    <a:pt x="3166" y="218"/>
                    <a:pt x="3386" y="250"/>
                    <a:pt x="3572" y="185"/>
                  </a:cubicBezTo>
                  <a:cubicBezTo>
                    <a:pt x="3618" y="167"/>
                    <a:pt x="3628" y="108"/>
                    <a:pt x="3587" y="84"/>
                  </a:cubicBezTo>
                  <a:cubicBezTo>
                    <a:pt x="3476" y="18"/>
                    <a:pt x="3336"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9"/>
            <p:cNvSpPr/>
            <p:nvPr/>
          </p:nvSpPr>
          <p:spPr>
            <a:xfrm>
              <a:off x="6477275" y="3632900"/>
              <a:ext cx="53850" cy="33550"/>
            </a:xfrm>
            <a:custGeom>
              <a:rect b="b" l="l" r="r" t="t"/>
              <a:pathLst>
                <a:path extrusionOk="0" h="1342" w="2154">
                  <a:moveTo>
                    <a:pt x="1855" y="0"/>
                  </a:moveTo>
                  <a:cubicBezTo>
                    <a:pt x="1516" y="0"/>
                    <a:pt x="1158" y="140"/>
                    <a:pt x="883" y="304"/>
                  </a:cubicBezTo>
                  <a:cubicBezTo>
                    <a:pt x="513" y="524"/>
                    <a:pt x="207" y="850"/>
                    <a:pt x="26" y="1240"/>
                  </a:cubicBezTo>
                  <a:cubicBezTo>
                    <a:pt x="1" y="1294"/>
                    <a:pt x="48" y="1342"/>
                    <a:pt x="91" y="1342"/>
                  </a:cubicBezTo>
                  <a:cubicBezTo>
                    <a:pt x="111" y="1342"/>
                    <a:pt x="130" y="1332"/>
                    <a:pt x="141" y="1308"/>
                  </a:cubicBezTo>
                  <a:cubicBezTo>
                    <a:pt x="311" y="938"/>
                    <a:pt x="589" y="635"/>
                    <a:pt x="938" y="429"/>
                  </a:cubicBezTo>
                  <a:cubicBezTo>
                    <a:pt x="1109" y="327"/>
                    <a:pt x="1294" y="250"/>
                    <a:pt x="1485" y="200"/>
                  </a:cubicBezTo>
                  <a:cubicBezTo>
                    <a:pt x="1685" y="150"/>
                    <a:pt x="1886" y="138"/>
                    <a:pt x="2089" y="115"/>
                  </a:cubicBezTo>
                  <a:cubicBezTo>
                    <a:pt x="2133" y="109"/>
                    <a:pt x="2154" y="40"/>
                    <a:pt x="2100" y="27"/>
                  </a:cubicBezTo>
                  <a:cubicBezTo>
                    <a:pt x="2021" y="9"/>
                    <a:pt x="1939" y="0"/>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9"/>
            <p:cNvSpPr/>
            <p:nvPr/>
          </p:nvSpPr>
          <p:spPr>
            <a:xfrm>
              <a:off x="6594075" y="3519150"/>
              <a:ext cx="44750" cy="54275"/>
            </a:xfrm>
            <a:custGeom>
              <a:rect b="b" l="l" r="r" t="t"/>
              <a:pathLst>
                <a:path extrusionOk="0" h="2171" w="1790">
                  <a:moveTo>
                    <a:pt x="1667" y="1"/>
                  </a:moveTo>
                  <a:cubicBezTo>
                    <a:pt x="1560" y="1"/>
                    <a:pt x="1445" y="56"/>
                    <a:pt x="1350" y="98"/>
                  </a:cubicBezTo>
                  <a:cubicBezTo>
                    <a:pt x="1243" y="148"/>
                    <a:pt x="1140" y="206"/>
                    <a:pt x="1042" y="272"/>
                  </a:cubicBezTo>
                  <a:cubicBezTo>
                    <a:pt x="836" y="412"/>
                    <a:pt x="653" y="588"/>
                    <a:pt x="500" y="784"/>
                  </a:cubicBezTo>
                  <a:cubicBezTo>
                    <a:pt x="199" y="1171"/>
                    <a:pt x="19" y="1634"/>
                    <a:pt x="1" y="2126"/>
                  </a:cubicBezTo>
                  <a:cubicBezTo>
                    <a:pt x="0" y="2156"/>
                    <a:pt x="21" y="2170"/>
                    <a:pt x="44" y="2170"/>
                  </a:cubicBezTo>
                  <a:cubicBezTo>
                    <a:pt x="67" y="2170"/>
                    <a:pt x="91" y="2155"/>
                    <a:pt x="94" y="2126"/>
                  </a:cubicBezTo>
                  <a:cubicBezTo>
                    <a:pt x="140" y="1665"/>
                    <a:pt x="342" y="1216"/>
                    <a:pt x="644" y="866"/>
                  </a:cubicBezTo>
                  <a:cubicBezTo>
                    <a:pt x="794" y="693"/>
                    <a:pt x="968" y="542"/>
                    <a:pt x="1160" y="415"/>
                  </a:cubicBezTo>
                  <a:cubicBezTo>
                    <a:pt x="1249" y="356"/>
                    <a:pt x="1344" y="304"/>
                    <a:pt x="1442" y="256"/>
                  </a:cubicBezTo>
                  <a:cubicBezTo>
                    <a:pt x="1542" y="212"/>
                    <a:pt x="1660" y="177"/>
                    <a:pt x="1743" y="105"/>
                  </a:cubicBezTo>
                  <a:cubicBezTo>
                    <a:pt x="1789" y="69"/>
                    <a:pt x="1748" y="10"/>
                    <a:pt x="1702" y="3"/>
                  </a:cubicBezTo>
                  <a:cubicBezTo>
                    <a:pt x="1690" y="1"/>
                    <a:pt x="1678"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9"/>
            <p:cNvSpPr/>
            <p:nvPr/>
          </p:nvSpPr>
          <p:spPr>
            <a:xfrm>
              <a:off x="6337350" y="3699050"/>
              <a:ext cx="48950" cy="60650"/>
            </a:xfrm>
            <a:custGeom>
              <a:rect b="b" l="l" r="r" t="t"/>
              <a:pathLst>
                <a:path extrusionOk="0" h="2426" w="1958">
                  <a:moveTo>
                    <a:pt x="1819" y="1"/>
                  </a:moveTo>
                  <a:cubicBezTo>
                    <a:pt x="1578" y="1"/>
                    <a:pt x="1339" y="113"/>
                    <a:pt x="1132" y="232"/>
                  </a:cubicBezTo>
                  <a:cubicBezTo>
                    <a:pt x="894" y="369"/>
                    <a:pt x="684" y="559"/>
                    <a:pt x="515" y="776"/>
                  </a:cubicBezTo>
                  <a:cubicBezTo>
                    <a:pt x="164" y="1227"/>
                    <a:pt x="1" y="1806"/>
                    <a:pt x="58" y="2373"/>
                  </a:cubicBezTo>
                  <a:cubicBezTo>
                    <a:pt x="62" y="2408"/>
                    <a:pt x="92" y="2425"/>
                    <a:pt x="119" y="2425"/>
                  </a:cubicBezTo>
                  <a:cubicBezTo>
                    <a:pt x="146" y="2425"/>
                    <a:pt x="172" y="2408"/>
                    <a:pt x="169" y="2373"/>
                  </a:cubicBezTo>
                  <a:cubicBezTo>
                    <a:pt x="129" y="1829"/>
                    <a:pt x="295" y="1277"/>
                    <a:pt x="648" y="856"/>
                  </a:cubicBezTo>
                  <a:cubicBezTo>
                    <a:pt x="811" y="665"/>
                    <a:pt x="1005" y="509"/>
                    <a:pt x="1221" y="384"/>
                  </a:cubicBezTo>
                  <a:cubicBezTo>
                    <a:pt x="1442" y="254"/>
                    <a:pt x="1689" y="193"/>
                    <a:pt x="1916" y="83"/>
                  </a:cubicBezTo>
                  <a:cubicBezTo>
                    <a:pt x="1957" y="62"/>
                    <a:pt x="1931" y="11"/>
                    <a:pt x="1895" y="5"/>
                  </a:cubicBezTo>
                  <a:cubicBezTo>
                    <a:pt x="1870" y="2"/>
                    <a:pt x="1844" y="1"/>
                    <a:pt x="1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59"/>
          <p:cNvGrpSpPr/>
          <p:nvPr/>
        </p:nvGrpSpPr>
        <p:grpSpPr>
          <a:xfrm>
            <a:off x="1226450" y="1473725"/>
            <a:ext cx="545475" cy="180275"/>
            <a:chOff x="6417800" y="2661150"/>
            <a:chExt cx="545475" cy="180275"/>
          </a:xfrm>
        </p:grpSpPr>
        <p:sp>
          <p:nvSpPr>
            <p:cNvPr id="3256" name="Google Shape;3256;p59"/>
            <p:cNvSpPr/>
            <p:nvPr/>
          </p:nvSpPr>
          <p:spPr>
            <a:xfrm>
              <a:off x="6417800" y="2661150"/>
              <a:ext cx="545475" cy="180275"/>
            </a:xfrm>
            <a:custGeom>
              <a:rect b="b" l="l" r="r" t="t"/>
              <a:pathLst>
                <a:path extrusionOk="0" h="7211" w="21819">
                  <a:moveTo>
                    <a:pt x="11622" y="0"/>
                  </a:moveTo>
                  <a:cubicBezTo>
                    <a:pt x="11361" y="0"/>
                    <a:pt x="11103" y="40"/>
                    <a:pt x="10858" y="121"/>
                  </a:cubicBezTo>
                  <a:cubicBezTo>
                    <a:pt x="9956" y="419"/>
                    <a:pt x="9280" y="1275"/>
                    <a:pt x="9192" y="2230"/>
                  </a:cubicBezTo>
                  <a:cubicBezTo>
                    <a:pt x="8836" y="1978"/>
                    <a:pt x="8403" y="1850"/>
                    <a:pt x="7975" y="1850"/>
                  </a:cubicBezTo>
                  <a:cubicBezTo>
                    <a:pt x="7609" y="1850"/>
                    <a:pt x="7247" y="1943"/>
                    <a:pt x="6940" y="2132"/>
                  </a:cubicBezTo>
                  <a:cubicBezTo>
                    <a:pt x="6274" y="2543"/>
                    <a:pt x="5909" y="3381"/>
                    <a:pt x="6050" y="4168"/>
                  </a:cubicBezTo>
                  <a:cubicBezTo>
                    <a:pt x="5606" y="3864"/>
                    <a:pt x="5131" y="3733"/>
                    <a:pt x="4653" y="3733"/>
                  </a:cubicBezTo>
                  <a:cubicBezTo>
                    <a:pt x="4263" y="3733"/>
                    <a:pt x="3871" y="3820"/>
                    <a:pt x="3492" y="3972"/>
                  </a:cubicBezTo>
                  <a:cubicBezTo>
                    <a:pt x="2818" y="4242"/>
                    <a:pt x="2109" y="4887"/>
                    <a:pt x="2160" y="5679"/>
                  </a:cubicBezTo>
                  <a:cubicBezTo>
                    <a:pt x="2160" y="5691"/>
                    <a:pt x="2161" y="5702"/>
                    <a:pt x="2157" y="5717"/>
                  </a:cubicBezTo>
                  <a:cubicBezTo>
                    <a:pt x="1947" y="5617"/>
                    <a:pt x="1717" y="5568"/>
                    <a:pt x="1488" y="5568"/>
                  </a:cubicBezTo>
                  <a:cubicBezTo>
                    <a:pt x="1277" y="5568"/>
                    <a:pt x="1066" y="5610"/>
                    <a:pt x="875" y="5695"/>
                  </a:cubicBezTo>
                  <a:cubicBezTo>
                    <a:pt x="563" y="5834"/>
                    <a:pt x="0" y="6244"/>
                    <a:pt x="137" y="6649"/>
                  </a:cubicBezTo>
                  <a:cubicBezTo>
                    <a:pt x="216" y="6884"/>
                    <a:pt x="455" y="7031"/>
                    <a:pt x="699" y="7073"/>
                  </a:cubicBezTo>
                  <a:cubicBezTo>
                    <a:pt x="988" y="7121"/>
                    <a:pt x="1297" y="7135"/>
                    <a:pt x="1610" y="7135"/>
                  </a:cubicBezTo>
                  <a:cubicBezTo>
                    <a:pt x="1997" y="7135"/>
                    <a:pt x="2388" y="7113"/>
                    <a:pt x="2750" y="7109"/>
                  </a:cubicBezTo>
                  <a:cubicBezTo>
                    <a:pt x="3733" y="7093"/>
                    <a:pt x="4716" y="7080"/>
                    <a:pt x="5700" y="7071"/>
                  </a:cubicBezTo>
                  <a:cubicBezTo>
                    <a:pt x="7666" y="7051"/>
                    <a:pt x="9633" y="7042"/>
                    <a:pt x="11601" y="7042"/>
                  </a:cubicBezTo>
                  <a:cubicBezTo>
                    <a:pt x="13202" y="7042"/>
                    <a:pt x="14802" y="7050"/>
                    <a:pt x="16401" y="7061"/>
                  </a:cubicBezTo>
                  <a:cubicBezTo>
                    <a:pt x="17253" y="7068"/>
                    <a:pt x="18106" y="7073"/>
                    <a:pt x="18960" y="7088"/>
                  </a:cubicBezTo>
                  <a:cubicBezTo>
                    <a:pt x="19341" y="7096"/>
                    <a:pt x="19771" y="7210"/>
                    <a:pt x="20175" y="7210"/>
                  </a:cubicBezTo>
                  <a:cubicBezTo>
                    <a:pt x="20428" y="7210"/>
                    <a:pt x="20672" y="7165"/>
                    <a:pt x="20885" y="7021"/>
                  </a:cubicBezTo>
                  <a:cubicBezTo>
                    <a:pt x="21819" y="6390"/>
                    <a:pt x="21137" y="5447"/>
                    <a:pt x="20518" y="4871"/>
                  </a:cubicBezTo>
                  <a:cubicBezTo>
                    <a:pt x="19928" y="4324"/>
                    <a:pt x="19114" y="4088"/>
                    <a:pt x="18323" y="4088"/>
                  </a:cubicBezTo>
                  <a:cubicBezTo>
                    <a:pt x="18223" y="4088"/>
                    <a:pt x="18123" y="4091"/>
                    <a:pt x="18024" y="4099"/>
                  </a:cubicBezTo>
                  <a:cubicBezTo>
                    <a:pt x="17655" y="4126"/>
                    <a:pt x="17240" y="4250"/>
                    <a:pt x="17110" y="4595"/>
                  </a:cubicBezTo>
                  <a:cubicBezTo>
                    <a:pt x="17126" y="3981"/>
                    <a:pt x="16687" y="3407"/>
                    <a:pt x="16110" y="3207"/>
                  </a:cubicBezTo>
                  <a:cubicBezTo>
                    <a:pt x="15903" y="3135"/>
                    <a:pt x="15685" y="3100"/>
                    <a:pt x="15466" y="3100"/>
                  </a:cubicBezTo>
                  <a:cubicBezTo>
                    <a:pt x="15346" y="3100"/>
                    <a:pt x="15227" y="3111"/>
                    <a:pt x="15109" y="3131"/>
                  </a:cubicBezTo>
                  <a:cubicBezTo>
                    <a:pt x="14941" y="3160"/>
                    <a:pt x="14222" y="3294"/>
                    <a:pt x="14158" y="3474"/>
                  </a:cubicBezTo>
                  <a:cubicBezTo>
                    <a:pt x="14472" y="2576"/>
                    <a:pt x="14216" y="1488"/>
                    <a:pt x="13530" y="791"/>
                  </a:cubicBezTo>
                  <a:cubicBezTo>
                    <a:pt x="13031" y="282"/>
                    <a:pt x="12320" y="0"/>
                    <a:pt x="11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9"/>
            <p:cNvSpPr/>
            <p:nvPr/>
          </p:nvSpPr>
          <p:spPr>
            <a:xfrm>
              <a:off x="6592725" y="2733700"/>
              <a:ext cx="35875" cy="33050"/>
            </a:xfrm>
            <a:custGeom>
              <a:rect b="b" l="l" r="r" t="t"/>
              <a:pathLst>
                <a:path extrusionOk="0" h="1322" w="1435">
                  <a:moveTo>
                    <a:pt x="1120" y="1"/>
                  </a:moveTo>
                  <a:cubicBezTo>
                    <a:pt x="1044" y="1"/>
                    <a:pt x="963" y="10"/>
                    <a:pt x="893" y="30"/>
                  </a:cubicBezTo>
                  <a:cubicBezTo>
                    <a:pt x="707" y="85"/>
                    <a:pt x="532" y="178"/>
                    <a:pt x="394" y="311"/>
                  </a:cubicBezTo>
                  <a:cubicBezTo>
                    <a:pt x="259" y="439"/>
                    <a:pt x="155" y="605"/>
                    <a:pt x="87" y="778"/>
                  </a:cubicBezTo>
                  <a:cubicBezTo>
                    <a:pt x="55" y="864"/>
                    <a:pt x="35" y="951"/>
                    <a:pt x="25" y="1043"/>
                  </a:cubicBezTo>
                  <a:cubicBezTo>
                    <a:pt x="14" y="1129"/>
                    <a:pt x="1" y="1226"/>
                    <a:pt x="43" y="1305"/>
                  </a:cubicBezTo>
                  <a:cubicBezTo>
                    <a:pt x="49" y="1316"/>
                    <a:pt x="60" y="1321"/>
                    <a:pt x="71" y="1321"/>
                  </a:cubicBezTo>
                  <a:cubicBezTo>
                    <a:pt x="80" y="1321"/>
                    <a:pt x="90" y="1317"/>
                    <a:pt x="94" y="1308"/>
                  </a:cubicBezTo>
                  <a:cubicBezTo>
                    <a:pt x="129" y="1237"/>
                    <a:pt x="129" y="1157"/>
                    <a:pt x="148" y="1080"/>
                  </a:cubicBezTo>
                  <a:cubicBezTo>
                    <a:pt x="165" y="1000"/>
                    <a:pt x="195" y="917"/>
                    <a:pt x="231" y="843"/>
                  </a:cubicBezTo>
                  <a:cubicBezTo>
                    <a:pt x="303" y="693"/>
                    <a:pt x="404" y="566"/>
                    <a:pt x="538" y="466"/>
                  </a:cubicBezTo>
                  <a:cubicBezTo>
                    <a:pt x="671" y="369"/>
                    <a:pt x="822" y="309"/>
                    <a:pt x="983" y="275"/>
                  </a:cubicBezTo>
                  <a:cubicBezTo>
                    <a:pt x="1063" y="259"/>
                    <a:pt x="1139" y="243"/>
                    <a:pt x="1218" y="232"/>
                  </a:cubicBezTo>
                  <a:cubicBezTo>
                    <a:pt x="1283" y="223"/>
                    <a:pt x="1387" y="209"/>
                    <a:pt x="1426" y="155"/>
                  </a:cubicBezTo>
                  <a:cubicBezTo>
                    <a:pt x="1434" y="145"/>
                    <a:pt x="1431" y="128"/>
                    <a:pt x="1424" y="113"/>
                  </a:cubicBezTo>
                  <a:cubicBezTo>
                    <a:pt x="1390" y="37"/>
                    <a:pt x="1246" y="8"/>
                    <a:pt x="1175" y="3"/>
                  </a:cubicBezTo>
                  <a:cubicBezTo>
                    <a:pt x="1157" y="1"/>
                    <a:pt x="1138"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9"/>
            <p:cNvSpPr/>
            <p:nvPr/>
          </p:nvSpPr>
          <p:spPr>
            <a:xfrm>
              <a:off x="6624550" y="2749425"/>
              <a:ext cx="22300" cy="10725"/>
            </a:xfrm>
            <a:custGeom>
              <a:rect b="b" l="l" r="r" t="t"/>
              <a:pathLst>
                <a:path extrusionOk="0" h="429" w="892">
                  <a:moveTo>
                    <a:pt x="730" y="0"/>
                  </a:moveTo>
                  <a:cubicBezTo>
                    <a:pt x="728" y="0"/>
                    <a:pt x="726" y="0"/>
                    <a:pt x="723" y="0"/>
                  </a:cubicBezTo>
                  <a:cubicBezTo>
                    <a:pt x="683" y="3"/>
                    <a:pt x="640" y="10"/>
                    <a:pt x="599" y="20"/>
                  </a:cubicBezTo>
                  <a:cubicBezTo>
                    <a:pt x="519" y="39"/>
                    <a:pt x="435" y="67"/>
                    <a:pt x="362" y="103"/>
                  </a:cubicBezTo>
                  <a:cubicBezTo>
                    <a:pt x="290" y="139"/>
                    <a:pt x="222" y="180"/>
                    <a:pt x="158" y="229"/>
                  </a:cubicBezTo>
                  <a:cubicBezTo>
                    <a:pt x="125" y="255"/>
                    <a:pt x="94" y="280"/>
                    <a:pt x="63" y="309"/>
                  </a:cubicBezTo>
                  <a:cubicBezTo>
                    <a:pt x="30" y="337"/>
                    <a:pt x="9" y="358"/>
                    <a:pt x="1" y="402"/>
                  </a:cubicBezTo>
                  <a:cubicBezTo>
                    <a:pt x="0" y="420"/>
                    <a:pt x="17" y="428"/>
                    <a:pt x="29" y="428"/>
                  </a:cubicBezTo>
                  <a:cubicBezTo>
                    <a:pt x="30" y="428"/>
                    <a:pt x="31" y="428"/>
                    <a:pt x="32" y="428"/>
                  </a:cubicBezTo>
                  <a:cubicBezTo>
                    <a:pt x="71" y="424"/>
                    <a:pt x="89" y="401"/>
                    <a:pt x="118" y="379"/>
                  </a:cubicBezTo>
                  <a:cubicBezTo>
                    <a:pt x="150" y="355"/>
                    <a:pt x="181" y="332"/>
                    <a:pt x="216" y="310"/>
                  </a:cubicBezTo>
                  <a:cubicBezTo>
                    <a:pt x="281" y="270"/>
                    <a:pt x="349" y="235"/>
                    <a:pt x="419" y="208"/>
                  </a:cubicBezTo>
                  <a:cubicBezTo>
                    <a:pt x="488" y="180"/>
                    <a:pt x="556" y="156"/>
                    <a:pt x="628" y="139"/>
                  </a:cubicBezTo>
                  <a:cubicBezTo>
                    <a:pt x="666" y="129"/>
                    <a:pt x="706" y="124"/>
                    <a:pt x="743" y="113"/>
                  </a:cubicBezTo>
                  <a:cubicBezTo>
                    <a:pt x="781" y="103"/>
                    <a:pt x="817" y="85"/>
                    <a:pt x="856" y="77"/>
                  </a:cubicBezTo>
                  <a:cubicBezTo>
                    <a:pt x="892" y="67"/>
                    <a:pt x="882" y="19"/>
                    <a:pt x="850" y="16"/>
                  </a:cubicBezTo>
                  <a:cubicBezTo>
                    <a:pt x="812" y="11"/>
                    <a:pt x="769" y="0"/>
                    <a:pt x="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9"/>
            <p:cNvSpPr/>
            <p:nvPr/>
          </p:nvSpPr>
          <p:spPr>
            <a:xfrm>
              <a:off x="6679900" y="2713525"/>
              <a:ext cx="54700" cy="15625"/>
            </a:xfrm>
            <a:custGeom>
              <a:rect b="b" l="l" r="r" t="t"/>
              <a:pathLst>
                <a:path extrusionOk="0" h="625" w="2188">
                  <a:moveTo>
                    <a:pt x="1245" y="0"/>
                  </a:moveTo>
                  <a:cubicBezTo>
                    <a:pt x="1190" y="0"/>
                    <a:pt x="1135" y="3"/>
                    <a:pt x="1081" y="9"/>
                  </a:cubicBezTo>
                  <a:cubicBezTo>
                    <a:pt x="676" y="50"/>
                    <a:pt x="276" y="236"/>
                    <a:pt x="26" y="556"/>
                  </a:cubicBezTo>
                  <a:cubicBezTo>
                    <a:pt x="1" y="588"/>
                    <a:pt x="36" y="625"/>
                    <a:pt x="70" y="625"/>
                  </a:cubicBezTo>
                  <a:cubicBezTo>
                    <a:pt x="80" y="625"/>
                    <a:pt x="90" y="621"/>
                    <a:pt x="98" y="614"/>
                  </a:cubicBezTo>
                  <a:cubicBezTo>
                    <a:pt x="376" y="375"/>
                    <a:pt x="718" y="245"/>
                    <a:pt x="1090" y="245"/>
                  </a:cubicBezTo>
                  <a:cubicBezTo>
                    <a:pt x="1098" y="245"/>
                    <a:pt x="1106" y="245"/>
                    <a:pt x="1114" y="245"/>
                  </a:cubicBezTo>
                  <a:cubicBezTo>
                    <a:pt x="1291" y="246"/>
                    <a:pt x="1467" y="272"/>
                    <a:pt x="1637" y="327"/>
                  </a:cubicBezTo>
                  <a:cubicBezTo>
                    <a:pt x="1726" y="356"/>
                    <a:pt x="1814" y="385"/>
                    <a:pt x="1899" y="426"/>
                  </a:cubicBezTo>
                  <a:cubicBezTo>
                    <a:pt x="1961" y="456"/>
                    <a:pt x="2033" y="487"/>
                    <a:pt x="2102" y="487"/>
                  </a:cubicBezTo>
                  <a:cubicBezTo>
                    <a:pt x="2117" y="487"/>
                    <a:pt x="2131" y="486"/>
                    <a:pt x="2146" y="483"/>
                  </a:cubicBezTo>
                  <a:cubicBezTo>
                    <a:pt x="2166" y="480"/>
                    <a:pt x="2187" y="455"/>
                    <a:pt x="2186" y="432"/>
                  </a:cubicBezTo>
                  <a:cubicBezTo>
                    <a:pt x="2160" y="238"/>
                    <a:pt x="1885" y="127"/>
                    <a:pt x="1722" y="73"/>
                  </a:cubicBezTo>
                  <a:cubicBezTo>
                    <a:pt x="1569" y="24"/>
                    <a:pt x="1406" y="0"/>
                    <a:pt x="1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9"/>
            <p:cNvSpPr/>
            <p:nvPr/>
          </p:nvSpPr>
          <p:spPr>
            <a:xfrm>
              <a:off x="6767900" y="2775275"/>
              <a:ext cx="50100" cy="14250"/>
            </a:xfrm>
            <a:custGeom>
              <a:rect b="b" l="l" r="r" t="t"/>
              <a:pathLst>
                <a:path extrusionOk="0" h="570" w="2004">
                  <a:moveTo>
                    <a:pt x="914" y="0"/>
                  </a:moveTo>
                  <a:cubicBezTo>
                    <a:pt x="763" y="0"/>
                    <a:pt x="610" y="23"/>
                    <a:pt x="467" y="64"/>
                  </a:cubicBezTo>
                  <a:cubicBezTo>
                    <a:pt x="316" y="107"/>
                    <a:pt x="118" y="169"/>
                    <a:pt x="20" y="298"/>
                  </a:cubicBezTo>
                  <a:cubicBezTo>
                    <a:pt x="0" y="323"/>
                    <a:pt x="27" y="356"/>
                    <a:pt x="55" y="356"/>
                  </a:cubicBezTo>
                  <a:cubicBezTo>
                    <a:pt x="58" y="356"/>
                    <a:pt x="61" y="356"/>
                    <a:pt x="63" y="355"/>
                  </a:cubicBezTo>
                  <a:cubicBezTo>
                    <a:pt x="133" y="338"/>
                    <a:pt x="200" y="296"/>
                    <a:pt x="267" y="269"/>
                  </a:cubicBezTo>
                  <a:cubicBezTo>
                    <a:pt x="342" y="238"/>
                    <a:pt x="424" y="215"/>
                    <a:pt x="503" y="198"/>
                  </a:cubicBezTo>
                  <a:cubicBezTo>
                    <a:pt x="592" y="181"/>
                    <a:pt x="681" y="174"/>
                    <a:pt x="771" y="174"/>
                  </a:cubicBezTo>
                  <a:cubicBezTo>
                    <a:pt x="842" y="174"/>
                    <a:pt x="914" y="178"/>
                    <a:pt x="986" y="187"/>
                  </a:cubicBezTo>
                  <a:cubicBezTo>
                    <a:pt x="1140" y="204"/>
                    <a:pt x="1295" y="246"/>
                    <a:pt x="1439" y="310"/>
                  </a:cubicBezTo>
                  <a:cubicBezTo>
                    <a:pt x="1513" y="342"/>
                    <a:pt x="1583" y="384"/>
                    <a:pt x="1651" y="427"/>
                  </a:cubicBezTo>
                  <a:cubicBezTo>
                    <a:pt x="1725" y="472"/>
                    <a:pt x="1800" y="512"/>
                    <a:pt x="1872" y="557"/>
                  </a:cubicBezTo>
                  <a:cubicBezTo>
                    <a:pt x="1887" y="566"/>
                    <a:pt x="1901" y="570"/>
                    <a:pt x="1914" y="570"/>
                  </a:cubicBezTo>
                  <a:cubicBezTo>
                    <a:pt x="1971" y="570"/>
                    <a:pt x="2004" y="494"/>
                    <a:pt x="1965" y="440"/>
                  </a:cubicBezTo>
                  <a:cubicBezTo>
                    <a:pt x="1908" y="365"/>
                    <a:pt x="1853" y="305"/>
                    <a:pt x="1774" y="251"/>
                  </a:cubicBezTo>
                  <a:cubicBezTo>
                    <a:pt x="1694" y="197"/>
                    <a:pt x="1609" y="158"/>
                    <a:pt x="1522" y="122"/>
                  </a:cubicBezTo>
                  <a:cubicBezTo>
                    <a:pt x="1353" y="53"/>
                    <a:pt x="1169" y="14"/>
                    <a:pt x="987" y="2"/>
                  </a:cubicBezTo>
                  <a:cubicBezTo>
                    <a:pt x="963" y="1"/>
                    <a:pt x="939"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9"/>
            <p:cNvSpPr/>
            <p:nvPr/>
          </p:nvSpPr>
          <p:spPr>
            <a:xfrm>
              <a:off x="6517675" y="2782300"/>
              <a:ext cx="39350" cy="19625"/>
            </a:xfrm>
            <a:custGeom>
              <a:rect b="b" l="l" r="r" t="t"/>
              <a:pathLst>
                <a:path extrusionOk="0" h="785" w="1574">
                  <a:moveTo>
                    <a:pt x="1163" y="1"/>
                  </a:moveTo>
                  <a:cubicBezTo>
                    <a:pt x="1141" y="1"/>
                    <a:pt x="1119" y="1"/>
                    <a:pt x="1097" y="2"/>
                  </a:cubicBezTo>
                  <a:cubicBezTo>
                    <a:pt x="938" y="12"/>
                    <a:pt x="772" y="42"/>
                    <a:pt x="631" y="110"/>
                  </a:cubicBezTo>
                  <a:cubicBezTo>
                    <a:pt x="369" y="238"/>
                    <a:pt x="103" y="442"/>
                    <a:pt x="9" y="733"/>
                  </a:cubicBezTo>
                  <a:cubicBezTo>
                    <a:pt x="0" y="757"/>
                    <a:pt x="26" y="784"/>
                    <a:pt x="50" y="784"/>
                  </a:cubicBezTo>
                  <a:cubicBezTo>
                    <a:pt x="59" y="784"/>
                    <a:pt x="67" y="780"/>
                    <a:pt x="74" y="771"/>
                  </a:cubicBezTo>
                  <a:cubicBezTo>
                    <a:pt x="160" y="663"/>
                    <a:pt x="244" y="564"/>
                    <a:pt x="355" y="478"/>
                  </a:cubicBezTo>
                  <a:cubicBezTo>
                    <a:pt x="457" y="397"/>
                    <a:pt x="578" y="326"/>
                    <a:pt x="703" y="289"/>
                  </a:cubicBezTo>
                  <a:cubicBezTo>
                    <a:pt x="832" y="251"/>
                    <a:pt x="957" y="218"/>
                    <a:pt x="1094" y="217"/>
                  </a:cubicBezTo>
                  <a:cubicBezTo>
                    <a:pt x="1102" y="217"/>
                    <a:pt x="1110" y="217"/>
                    <a:pt x="1119" y="217"/>
                  </a:cubicBezTo>
                  <a:cubicBezTo>
                    <a:pt x="1178" y="217"/>
                    <a:pt x="1236" y="221"/>
                    <a:pt x="1294" y="231"/>
                  </a:cubicBezTo>
                  <a:cubicBezTo>
                    <a:pt x="1330" y="237"/>
                    <a:pt x="1366" y="250"/>
                    <a:pt x="1402" y="251"/>
                  </a:cubicBezTo>
                  <a:cubicBezTo>
                    <a:pt x="1404" y="251"/>
                    <a:pt x="1406" y="251"/>
                    <a:pt x="1408" y="251"/>
                  </a:cubicBezTo>
                  <a:cubicBezTo>
                    <a:pt x="1445" y="251"/>
                    <a:pt x="1474" y="238"/>
                    <a:pt x="1509" y="225"/>
                  </a:cubicBezTo>
                  <a:cubicBezTo>
                    <a:pt x="1559" y="211"/>
                    <a:pt x="1574" y="158"/>
                    <a:pt x="1539" y="116"/>
                  </a:cubicBezTo>
                  <a:cubicBezTo>
                    <a:pt x="1510" y="81"/>
                    <a:pt x="1487" y="50"/>
                    <a:pt x="1444" y="34"/>
                  </a:cubicBezTo>
                  <a:cubicBezTo>
                    <a:pt x="1404" y="18"/>
                    <a:pt x="1357" y="15"/>
                    <a:pt x="1316" y="9"/>
                  </a:cubicBezTo>
                  <a:cubicBezTo>
                    <a:pt x="1265" y="3"/>
                    <a:pt x="1214" y="1"/>
                    <a:pt x="1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5" name="Shape 3265"/>
        <p:cNvGrpSpPr/>
        <p:nvPr/>
      </p:nvGrpSpPr>
      <p:grpSpPr>
        <a:xfrm>
          <a:off x="0" y="0"/>
          <a:ext cx="0" cy="0"/>
          <a:chOff x="0" y="0"/>
          <a:chExt cx="0" cy="0"/>
        </a:xfrm>
      </p:grpSpPr>
      <p:sp>
        <p:nvSpPr>
          <p:cNvPr id="3266" name="Google Shape;3266;p60"/>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pyrrhonism</a:t>
            </a:r>
            <a:endParaRPr/>
          </a:p>
        </p:txBody>
      </p:sp>
      <p:sp>
        <p:nvSpPr>
          <p:cNvPr id="3267" name="Google Shape;3267;p60"/>
          <p:cNvSpPr txBox="1"/>
          <p:nvPr/>
        </p:nvSpPr>
        <p:spPr>
          <a:xfrm>
            <a:off x="720000" y="2632475"/>
            <a:ext cx="23364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The modes of agrippa</a:t>
            </a:r>
            <a:endParaRPr b="1" sz="2500">
              <a:solidFill>
                <a:srgbClr val="682101"/>
              </a:solidFill>
              <a:latin typeface="Bahiana"/>
              <a:ea typeface="Bahiana"/>
              <a:cs typeface="Bahiana"/>
              <a:sym typeface="Bahiana"/>
            </a:endParaRPr>
          </a:p>
        </p:txBody>
      </p:sp>
      <p:sp>
        <p:nvSpPr>
          <p:cNvPr id="3268" name="Google Shape;3268;p60"/>
          <p:cNvSpPr txBox="1"/>
          <p:nvPr/>
        </p:nvSpPr>
        <p:spPr>
          <a:xfrm>
            <a:off x="720000" y="3015275"/>
            <a:ext cx="2336400" cy="81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F28422"/>
                </a:solidFill>
                <a:latin typeface="Overpass"/>
                <a:ea typeface="Overpass"/>
                <a:cs typeface="Overpass"/>
                <a:sym typeface="Overpass"/>
              </a:rPr>
              <a:t>Saturn</a:t>
            </a:r>
            <a:r>
              <a:rPr b="1" lang="en">
                <a:solidFill>
                  <a:srgbClr val="682101"/>
                </a:solidFill>
                <a:latin typeface="Overpass Light"/>
                <a:ea typeface="Overpass Light"/>
                <a:cs typeface="Overpass Light"/>
                <a:sym typeface="Overpass Light"/>
              </a:rPr>
              <a:t> </a:t>
            </a:r>
            <a:r>
              <a:rPr lang="en">
                <a:solidFill>
                  <a:srgbClr val="682101"/>
                </a:solidFill>
                <a:latin typeface="Overpass Light"/>
                <a:ea typeface="Overpass Light"/>
                <a:cs typeface="Overpass Light"/>
                <a:sym typeface="Overpass Light"/>
              </a:rPr>
              <a:t>is a gas giant and has rings. It's mostly composed of hydrogen</a:t>
            </a:r>
            <a:endParaRPr>
              <a:solidFill>
                <a:srgbClr val="682101"/>
              </a:solidFill>
              <a:latin typeface="Overpass Light"/>
              <a:ea typeface="Overpass Light"/>
              <a:cs typeface="Overpass Light"/>
              <a:sym typeface="Overpass Light"/>
            </a:endParaRPr>
          </a:p>
        </p:txBody>
      </p:sp>
      <p:sp>
        <p:nvSpPr>
          <p:cNvPr id="3269" name="Google Shape;3269;p60"/>
          <p:cNvSpPr txBox="1"/>
          <p:nvPr/>
        </p:nvSpPr>
        <p:spPr>
          <a:xfrm>
            <a:off x="4327850" y="1254325"/>
            <a:ext cx="40962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dissent</a:t>
            </a:r>
            <a:endParaRPr b="1" sz="2500">
              <a:solidFill>
                <a:srgbClr val="682101"/>
              </a:solidFill>
              <a:latin typeface="Bahiana"/>
              <a:ea typeface="Bahiana"/>
              <a:cs typeface="Bahiana"/>
              <a:sym typeface="Bahiana"/>
            </a:endParaRPr>
          </a:p>
        </p:txBody>
      </p:sp>
      <p:sp>
        <p:nvSpPr>
          <p:cNvPr id="3270" name="Google Shape;3270;p60"/>
          <p:cNvSpPr txBox="1"/>
          <p:nvPr/>
        </p:nvSpPr>
        <p:spPr>
          <a:xfrm>
            <a:off x="4327850" y="1571204"/>
            <a:ext cx="40962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2"/>
                </a:solidFill>
                <a:latin typeface="Overpass"/>
                <a:ea typeface="Overpass"/>
                <a:cs typeface="Overpass"/>
                <a:sym typeface="Overpass"/>
              </a:rPr>
              <a:t>Mercury</a:t>
            </a:r>
            <a:r>
              <a:rPr lang="en">
                <a:solidFill>
                  <a:schemeClr val="dk1"/>
                </a:solidFill>
                <a:latin typeface="Overpass Light"/>
                <a:ea typeface="Overpass Light"/>
                <a:cs typeface="Overpass Light"/>
                <a:sym typeface="Overpass Light"/>
              </a:rPr>
              <a:t> is the closest planet to the Sun</a:t>
            </a:r>
            <a:endParaRPr>
              <a:solidFill>
                <a:schemeClr val="dk1"/>
              </a:solidFill>
              <a:latin typeface="Overpass Light"/>
              <a:ea typeface="Overpass Light"/>
              <a:cs typeface="Overpass Light"/>
              <a:sym typeface="Overpass Light"/>
            </a:endParaRPr>
          </a:p>
        </p:txBody>
      </p:sp>
      <p:sp>
        <p:nvSpPr>
          <p:cNvPr id="3271" name="Google Shape;3271;p60"/>
          <p:cNvSpPr txBox="1"/>
          <p:nvPr/>
        </p:nvSpPr>
        <p:spPr>
          <a:xfrm>
            <a:off x="4327850" y="3898721"/>
            <a:ext cx="40962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assumption</a:t>
            </a:r>
            <a:endParaRPr b="1" sz="2500">
              <a:solidFill>
                <a:srgbClr val="682101"/>
              </a:solidFill>
              <a:latin typeface="Bahiana"/>
              <a:ea typeface="Bahiana"/>
              <a:cs typeface="Bahiana"/>
              <a:sym typeface="Bahiana"/>
            </a:endParaRPr>
          </a:p>
        </p:txBody>
      </p:sp>
      <p:sp>
        <p:nvSpPr>
          <p:cNvPr id="3272" name="Google Shape;3272;p60"/>
          <p:cNvSpPr txBox="1"/>
          <p:nvPr/>
        </p:nvSpPr>
        <p:spPr>
          <a:xfrm>
            <a:off x="4327850" y="4215601"/>
            <a:ext cx="40962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Overpass Light"/>
                <a:ea typeface="Overpass Light"/>
                <a:cs typeface="Overpass Light"/>
                <a:sym typeface="Overpass Light"/>
              </a:rPr>
              <a:t>Despite being red, </a:t>
            </a:r>
            <a:r>
              <a:rPr b="1" lang="en">
                <a:solidFill>
                  <a:schemeClr val="lt2"/>
                </a:solidFill>
                <a:latin typeface="Overpass"/>
                <a:ea typeface="Overpass"/>
                <a:cs typeface="Overpass"/>
                <a:sym typeface="Overpass"/>
              </a:rPr>
              <a:t>Mars</a:t>
            </a:r>
            <a:r>
              <a:rPr lang="en">
                <a:solidFill>
                  <a:schemeClr val="dk1"/>
                </a:solidFill>
                <a:latin typeface="Overpass Light"/>
                <a:ea typeface="Overpass Light"/>
                <a:cs typeface="Overpass Light"/>
                <a:sym typeface="Overpass Light"/>
              </a:rPr>
              <a:t> is actually a cold place</a:t>
            </a:r>
            <a:endParaRPr>
              <a:solidFill>
                <a:schemeClr val="dk1"/>
              </a:solidFill>
              <a:latin typeface="Overpass Light"/>
              <a:ea typeface="Overpass Light"/>
              <a:cs typeface="Overpass Light"/>
              <a:sym typeface="Overpass Light"/>
            </a:endParaRPr>
          </a:p>
        </p:txBody>
      </p:sp>
      <p:sp>
        <p:nvSpPr>
          <p:cNvPr id="3273" name="Google Shape;3273;p60"/>
          <p:cNvSpPr txBox="1"/>
          <p:nvPr/>
        </p:nvSpPr>
        <p:spPr>
          <a:xfrm>
            <a:off x="4327850" y="3017256"/>
            <a:ext cx="40962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relation</a:t>
            </a:r>
            <a:endParaRPr b="1" sz="2500">
              <a:solidFill>
                <a:srgbClr val="682101"/>
              </a:solidFill>
              <a:latin typeface="Bahiana"/>
              <a:ea typeface="Bahiana"/>
              <a:cs typeface="Bahiana"/>
              <a:sym typeface="Bahiana"/>
            </a:endParaRPr>
          </a:p>
        </p:txBody>
      </p:sp>
      <p:sp>
        <p:nvSpPr>
          <p:cNvPr id="3274" name="Google Shape;3274;p60"/>
          <p:cNvSpPr txBox="1"/>
          <p:nvPr/>
        </p:nvSpPr>
        <p:spPr>
          <a:xfrm>
            <a:off x="4327850" y="3334135"/>
            <a:ext cx="40962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2"/>
                </a:solidFill>
                <a:latin typeface="Overpass"/>
                <a:ea typeface="Overpass"/>
                <a:cs typeface="Overpass"/>
                <a:sym typeface="Overpass"/>
              </a:rPr>
              <a:t>Earth</a:t>
            </a:r>
            <a:r>
              <a:rPr lang="en">
                <a:solidFill>
                  <a:schemeClr val="dk1"/>
                </a:solidFill>
                <a:latin typeface="Overpass Light"/>
                <a:ea typeface="Overpass Light"/>
                <a:cs typeface="Overpass Light"/>
                <a:sym typeface="Overpass Light"/>
              </a:rPr>
              <a:t> is the third planet from the Sun</a:t>
            </a:r>
            <a:endParaRPr>
              <a:solidFill>
                <a:schemeClr val="dk1"/>
              </a:solidFill>
              <a:latin typeface="Overpass Light"/>
              <a:ea typeface="Overpass Light"/>
              <a:cs typeface="Overpass Light"/>
              <a:sym typeface="Overpass Light"/>
            </a:endParaRPr>
          </a:p>
        </p:txBody>
      </p:sp>
      <p:sp>
        <p:nvSpPr>
          <p:cNvPr id="3275" name="Google Shape;3275;p60"/>
          <p:cNvSpPr txBox="1"/>
          <p:nvPr/>
        </p:nvSpPr>
        <p:spPr>
          <a:xfrm>
            <a:off x="4327850" y="2135790"/>
            <a:ext cx="40962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Progress ad infinitum</a:t>
            </a:r>
            <a:endParaRPr b="1" sz="2500">
              <a:solidFill>
                <a:srgbClr val="682101"/>
              </a:solidFill>
              <a:latin typeface="Bahiana"/>
              <a:ea typeface="Bahiana"/>
              <a:cs typeface="Bahiana"/>
              <a:sym typeface="Bahiana"/>
            </a:endParaRPr>
          </a:p>
        </p:txBody>
      </p:sp>
      <p:sp>
        <p:nvSpPr>
          <p:cNvPr id="3276" name="Google Shape;3276;p60"/>
          <p:cNvSpPr txBox="1"/>
          <p:nvPr/>
        </p:nvSpPr>
        <p:spPr>
          <a:xfrm>
            <a:off x="4327850" y="2452670"/>
            <a:ext cx="40962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2"/>
                </a:solidFill>
                <a:latin typeface="Overpass"/>
                <a:ea typeface="Overpass"/>
                <a:cs typeface="Overpass"/>
                <a:sym typeface="Overpass"/>
              </a:rPr>
              <a:t>Venus</a:t>
            </a:r>
            <a:r>
              <a:rPr lang="en">
                <a:solidFill>
                  <a:schemeClr val="dk1"/>
                </a:solidFill>
                <a:latin typeface="Overpass Light"/>
                <a:ea typeface="Overpass Light"/>
                <a:cs typeface="Overpass Light"/>
                <a:sym typeface="Overpass Light"/>
              </a:rPr>
              <a:t> has a beautiful name and is a hot planet</a:t>
            </a:r>
            <a:endParaRPr>
              <a:solidFill>
                <a:schemeClr val="dk1"/>
              </a:solidFill>
              <a:latin typeface="Overpass Light"/>
              <a:ea typeface="Overpass Light"/>
              <a:cs typeface="Overpass Light"/>
              <a:sym typeface="Overpass Light"/>
            </a:endParaRPr>
          </a:p>
        </p:txBody>
      </p:sp>
      <p:sp>
        <p:nvSpPr>
          <p:cNvPr id="3277" name="Google Shape;3277;p60"/>
          <p:cNvSpPr/>
          <p:nvPr/>
        </p:nvSpPr>
        <p:spPr>
          <a:xfrm>
            <a:off x="3659074" y="1322250"/>
            <a:ext cx="571800" cy="5715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ahiana"/>
                <a:ea typeface="Bahiana"/>
                <a:cs typeface="Bahiana"/>
                <a:sym typeface="Bahiana"/>
              </a:rPr>
              <a:t>#</a:t>
            </a:r>
            <a:r>
              <a:rPr b="1" lang="en" sz="2000">
                <a:solidFill>
                  <a:schemeClr val="accent1"/>
                </a:solidFill>
                <a:latin typeface="Bahiana"/>
                <a:ea typeface="Bahiana"/>
                <a:cs typeface="Bahiana"/>
                <a:sym typeface="Bahiana"/>
              </a:rPr>
              <a:t>1</a:t>
            </a:r>
            <a:endParaRPr b="1" sz="2000">
              <a:solidFill>
                <a:schemeClr val="accent1"/>
              </a:solidFill>
              <a:latin typeface="Bahiana"/>
              <a:ea typeface="Bahiana"/>
              <a:cs typeface="Bahiana"/>
              <a:sym typeface="Bahiana"/>
            </a:endParaRPr>
          </a:p>
        </p:txBody>
      </p:sp>
      <p:sp>
        <p:nvSpPr>
          <p:cNvPr id="3278" name="Google Shape;3278;p60"/>
          <p:cNvSpPr/>
          <p:nvPr/>
        </p:nvSpPr>
        <p:spPr>
          <a:xfrm>
            <a:off x="3659074" y="3943625"/>
            <a:ext cx="571800" cy="5715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ahiana"/>
                <a:ea typeface="Bahiana"/>
                <a:cs typeface="Bahiana"/>
                <a:sym typeface="Bahiana"/>
              </a:rPr>
              <a:t>#4</a:t>
            </a:r>
            <a:endParaRPr b="1" sz="2000">
              <a:solidFill>
                <a:schemeClr val="accent1"/>
              </a:solidFill>
              <a:latin typeface="Bahiana"/>
              <a:ea typeface="Bahiana"/>
              <a:cs typeface="Bahiana"/>
              <a:sym typeface="Bahiana"/>
            </a:endParaRPr>
          </a:p>
        </p:txBody>
      </p:sp>
      <p:sp>
        <p:nvSpPr>
          <p:cNvPr id="3279" name="Google Shape;3279;p60"/>
          <p:cNvSpPr/>
          <p:nvPr/>
        </p:nvSpPr>
        <p:spPr>
          <a:xfrm>
            <a:off x="3659074" y="3069833"/>
            <a:ext cx="571800" cy="5715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ahiana"/>
                <a:ea typeface="Bahiana"/>
                <a:cs typeface="Bahiana"/>
                <a:sym typeface="Bahiana"/>
              </a:rPr>
              <a:t>#3</a:t>
            </a:r>
            <a:endParaRPr b="1" sz="2000">
              <a:solidFill>
                <a:schemeClr val="accent1"/>
              </a:solidFill>
              <a:latin typeface="Bahiana"/>
              <a:ea typeface="Bahiana"/>
              <a:cs typeface="Bahiana"/>
              <a:sym typeface="Bahiana"/>
            </a:endParaRPr>
          </a:p>
        </p:txBody>
      </p:sp>
      <p:sp>
        <p:nvSpPr>
          <p:cNvPr id="3280" name="Google Shape;3280;p60"/>
          <p:cNvSpPr/>
          <p:nvPr/>
        </p:nvSpPr>
        <p:spPr>
          <a:xfrm>
            <a:off x="3659074" y="2196042"/>
            <a:ext cx="571800" cy="5715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ahiana"/>
                <a:ea typeface="Bahiana"/>
                <a:cs typeface="Bahiana"/>
                <a:sym typeface="Bahiana"/>
              </a:rPr>
              <a:t>#2</a:t>
            </a:r>
            <a:endParaRPr b="1" sz="2000">
              <a:solidFill>
                <a:schemeClr val="accent1"/>
              </a:solidFill>
              <a:latin typeface="Bahiana"/>
              <a:ea typeface="Bahiana"/>
              <a:cs typeface="Bahiana"/>
              <a:sym typeface="Bahiana"/>
            </a:endParaRPr>
          </a:p>
        </p:txBody>
      </p:sp>
      <p:cxnSp>
        <p:nvCxnSpPr>
          <p:cNvPr id="3281" name="Google Shape;3281;p60"/>
          <p:cNvCxnSpPr>
            <a:stCxn id="3267" idx="3"/>
            <a:endCxn id="3277" idx="2"/>
          </p:cNvCxnSpPr>
          <p:nvPr/>
        </p:nvCxnSpPr>
        <p:spPr>
          <a:xfrm flipH="1" rot="10800000">
            <a:off x="3056400" y="1608125"/>
            <a:ext cx="602700" cy="1245000"/>
          </a:xfrm>
          <a:prstGeom prst="curvedConnector3">
            <a:avLst>
              <a:gd fmla="val 49998" name="adj1"/>
            </a:avLst>
          </a:prstGeom>
          <a:noFill/>
          <a:ln cap="flat" cmpd="sng" w="9525">
            <a:solidFill>
              <a:srgbClr val="A13A02"/>
            </a:solidFill>
            <a:prstDash val="solid"/>
            <a:round/>
            <a:headEnd len="med" w="med" type="none"/>
            <a:tailEnd len="med" w="med" type="oval"/>
          </a:ln>
        </p:spPr>
      </p:cxnSp>
      <p:cxnSp>
        <p:nvCxnSpPr>
          <p:cNvPr id="3282" name="Google Shape;3282;p60"/>
          <p:cNvCxnSpPr>
            <a:stCxn id="3267" idx="3"/>
            <a:endCxn id="3278" idx="2"/>
          </p:cNvCxnSpPr>
          <p:nvPr/>
        </p:nvCxnSpPr>
        <p:spPr>
          <a:xfrm>
            <a:off x="3056400" y="2853125"/>
            <a:ext cx="602700" cy="1376400"/>
          </a:xfrm>
          <a:prstGeom prst="curvedConnector3">
            <a:avLst>
              <a:gd fmla="val 49998" name="adj1"/>
            </a:avLst>
          </a:prstGeom>
          <a:noFill/>
          <a:ln cap="flat" cmpd="sng" w="9525">
            <a:solidFill>
              <a:srgbClr val="A13A02"/>
            </a:solidFill>
            <a:prstDash val="solid"/>
            <a:round/>
            <a:headEnd len="med" w="med" type="none"/>
            <a:tailEnd len="med" w="med" type="oval"/>
          </a:ln>
        </p:spPr>
      </p:cxnSp>
      <p:cxnSp>
        <p:nvCxnSpPr>
          <p:cNvPr id="3283" name="Google Shape;3283;p60"/>
          <p:cNvCxnSpPr>
            <a:stCxn id="3267" idx="3"/>
            <a:endCxn id="3279" idx="2"/>
          </p:cNvCxnSpPr>
          <p:nvPr/>
        </p:nvCxnSpPr>
        <p:spPr>
          <a:xfrm>
            <a:off x="3056400" y="2853125"/>
            <a:ext cx="602700" cy="502500"/>
          </a:xfrm>
          <a:prstGeom prst="curvedConnector3">
            <a:avLst>
              <a:gd fmla="val 49998" name="adj1"/>
            </a:avLst>
          </a:prstGeom>
          <a:noFill/>
          <a:ln cap="flat" cmpd="sng" w="9525">
            <a:solidFill>
              <a:srgbClr val="A13A02"/>
            </a:solidFill>
            <a:prstDash val="solid"/>
            <a:round/>
            <a:headEnd len="med" w="med" type="none"/>
            <a:tailEnd len="med" w="med" type="oval"/>
          </a:ln>
        </p:spPr>
      </p:cxnSp>
      <p:cxnSp>
        <p:nvCxnSpPr>
          <p:cNvPr id="3284" name="Google Shape;3284;p60"/>
          <p:cNvCxnSpPr>
            <a:stCxn id="3267" idx="3"/>
            <a:endCxn id="3280" idx="2"/>
          </p:cNvCxnSpPr>
          <p:nvPr/>
        </p:nvCxnSpPr>
        <p:spPr>
          <a:xfrm flipH="1" rot="10800000">
            <a:off x="3056400" y="2481725"/>
            <a:ext cx="602700" cy="371400"/>
          </a:xfrm>
          <a:prstGeom prst="curvedConnector3">
            <a:avLst>
              <a:gd fmla="val 49998" name="adj1"/>
            </a:avLst>
          </a:prstGeom>
          <a:noFill/>
          <a:ln cap="flat" cmpd="sng" w="9525">
            <a:solidFill>
              <a:srgbClr val="A13A02"/>
            </a:solidFill>
            <a:prstDash val="solid"/>
            <a:round/>
            <a:headEnd len="med" w="med" type="none"/>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8" name="Shape 3288"/>
        <p:cNvGrpSpPr/>
        <p:nvPr/>
      </p:nvGrpSpPr>
      <p:grpSpPr>
        <a:xfrm>
          <a:off x="0" y="0"/>
          <a:ext cx="0" cy="0"/>
          <a:chOff x="0" y="0"/>
          <a:chExt cx="0" cy="0"/>
        </a:xfrm>
      </p:grpSpPr>
      <p:sp>
        <p:nvSpPr>
          <p:cNvPr id="3289" name="Google Shape;3289;p61"/>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epicureanism</a:t>
            </a:r>
            <a:endParaRPr/>
          </a:p>
        </p:txBody>
      </p:sp>
      <p:sp>
        <p:nvSpPr>
          <p:cNvPr id="3290" name="Google Shape;3290;p61"/>
          <p:cNvSpPr txBox="1"/>
          <p:nvPr>
            <p:ph idx="2" type="title"/>
          </p:nvPr>
        </p:nvSpPr>
        <p:spPr>
          <a:xfrm>
            <a:off x="720000" y="1902925"/>
            <a:ext cx="23055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307 bc</a:t>
            </a:r>
            <a:endParaRPr/>
          </a:p>
        </p:txBody>
      </p:sp>
      <p:sp>
        <p:nvSpPr>
          <p:cNvPr id="3291" name="Google Shape;3291;p61"/>
          <p:cNvSpPr txBox="1"/>
          <p:nvPr>
            <p:ph idx="1" type="subTitle"/>
          </p:nvPr>
        </p:nvSpPr>
        <p:spPr>
          <a:xfrm>
            <a:off x="720000" y="2232300"/>
            <a:ext cx="23055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Earth</a:t>
            </a:r>
            <a:r>
              <a:rPr b="1" lang="en"/>
              <a:t> </a:t>
            </a:r>
            <a:r>
              <a:rPr lang="en"/>
              <a:t>is the third planet from the Sun</a:t>
            </a:r>
            <a:endParaRPr/>
          </a:p>
        </p:txBody>
      </p:sp>
      <p:sp>
        <p:nvSpPr>
          <p:cNvPr id="3292" name="Google Shape;3292;p61"/>
          <p:cNvSpPr txBox="1"/>
          <p:nvPr>
            <p:ph idx="3" type="title"/>
          </p:nvPr>
        </p:nvSpPr>
        <p:spPr>
          <a:xfrm>
            <a:off x="3419271" y="1902925"/>
            <a:ext cx="23055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epicurus</a:t>
            </a:r>
            <a:endParaRPr/>
          </a:p>
        </p:txBody>
      </p:sp>
      <p:sp>
        <p:nvSpPr>
          <p:cNvPr id="3293" name="Google Shape;3293;p61"/>
          <p:cNvSpPr txBox="1"/>
          <p:nvPr>
            <p:ph idx="4" type="subTitle"/>
          </p:nvPr>
        </p:nvSpPr>
        <p:spPr>
          <a:xfrm>
            <a:off x="3419275" y="2232300"/>
            <a:ext cx="23055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a:t>
            </a:r>
            <a:r>
              <a:rPr b="1" lang="en">
                <a:solidFill>
                  <a:schemeClr val="lt2"/>
                </a:solidFill>
                <a:latin typeface="Overpass"/>
                <a:ea typeface="Overpass"/>
                <a:cs typeface="Overpass"/>
                <a:sym typeface="Overpass"/>
              </a:rPr>
              <a:t>Mars</a:t>
            </a:r>
            <a:r>
              <a:rPr b="1" lang="en"/>
              <a:t> </a:t>
            </a:r>
            <a:r>
              <a:rPr lang="en"/>
              <a:t>is actually a cold place</a:t>
            </a:r>
            <a:endParaRPr/>
          </a:p>
        </p:txBody>
      </p:sp>
      <p:sp>
        <p:nvSpPr>
          <p:cNvPr id="3294" name="Google Shape;3294;p61"/>
          <p:cNvSpPr txBox="1"/>
          <p:nvPr>
            <p:ph idx="5" type="title"/>
          </p:nvPr>
        </p:nvSpPr>
        <p:spPr>
          <a:xfrm>
            <a:off x="720000" y="3648925"/>
            <a:ext cx="23055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Opponent: stoicism</a:t>
            </a:r>
            <a:endParaRPr/>
          </a:p>
        </p:txBody>
      </p:sp>
      <p:sp>
        <p:nvSpPr>
          <p:cNvPr id="3295" name="Google Shape;3295;p61"/>
          <p:cNvSpPr txBox="1"/>
          <p:nvPr>
            <p:ph idx="6" type="subTitle"/>
          </p:nvPr>
        </p:nvSpPr>
        <p:spPr>
          <a:xfrm>
            <a:off x="720000" y="3978325"/>
            <a:ext cx="23055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Saturn</a:t>
            </a:r>
            <a:r>
              <a:rPr b="1" lang="en"/>
              <a:t> </a:t>
            </a:r>
            <a:r>
              <a:rPr lang="en"/>
              <a:t>is a gas giant and has several rings</a:t>
            </a:r>
            <a:endParaRPr/>
          </a:p>
        </p:txBody>
      </p:sp>
      <p:sp>
        <p:nvSpPr>
          <p:cNvPr id="3296" name="Google Shape;3296;p61"/>
          <p:cNvSpPr txBox="1"/>
          <p:nvPr>
            <p:ph idx="7" type="title"/>
          </p:nvPr>
        </p:nvSpPr>
        <p:spPr>
          <a:xfrm>
            <a:off x="3419271" y="3648925"/>
            <a:ext cx="23055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writings</a:t>
            </a:r>
            <a:endParaRPr/>
          </a:p>
        </p:txBody>
      </p:sp>
      <p:sp>
        <p:nvSpPr>
          <p:cNvPr id="3297" name="Google Shape;3297;p61"/>
          <p:cNvSpPr txBox="1"/>
          <p:nvPr>
            <p:ph idx="8" type="subTitle"/>
          </p:nvPr>
        </p:nvSpPr>
        <p:spPr>
          <a:xfrm>
            <a:off x="3419271" y="3978325"/>
            <a:ext cx="23055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Neptune</a:t>
            </a:r>
            <a:r>
              <a:rPr b="1" lang="en"/>
              <a:t> </a:t>
            </a:r>
            <a:r>
              <a:rPr lang="en"/>
              <a:t>is the farthest planet from the Sun</a:t>
            </a:r>
            <a:endParaRPr/>
          </a:p>
        </p:txBody>
      </p:sp>
      <p:sp>
        <p:nvSpPr>
          <p:cNvPr id="3298" name="Google Shape;3298;p61"/>
          <p:cNvSpPr txBox="1"/>
          <p:nvPr>
            <p:ph idx="9" type="title"/>
          </p:nvPr>
        </p:nvSpPr>
        <p:spPr>
          <a:xfrm>
            <a:off x="6118549" y="1902925"/>
            <a:ext cx="23055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Challenge to platonism</a:t>
            </a:r>
            <a:endParaRPr/>
          </a:p>
        </p:txBody>
      </p:sp>
      <p:sp>
        <p:nvSpPr>
          <p:cNvPr id="3299" name="Google Shape;3299;p61"/>
          <p:cNvSpPr txBox="1"/>
          <p:nvPr>
            <p:ph idx="13" type="subTitle"/>
          </p:nvPr>
        </p:nvSpPr>
        <p:spPr>
          <a:xfrm>
            <a:off x="6118550" y="2232300"/>
            <a:ext cx="23055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Jupiter</a:t>
            </a:r>
            <a:r>
              <a:rPr b="1" lang="en"/>
              <a:t> </a:t>
            </a:r>
            <a:r>
              <a:rPr lang="en"/>
              <a:t>is the biggest planet in the Solar System</a:t>
            </a:r>
            <a:endParaRPr/>
          </a:p>
        </p:txBody>
      </p:sp>
      <p:sp>
        <p:nvSpPr>
          <p:cNvPr id="3300" name="Google Shape;3300;p61"/>
          <p:cNvSpPr txBox="1"/>
          <p:nvPr>
            <p:ph idx="14" type="title"/>
          </p:nvPr>
        </p:nvSpPr>
        <p:spPr>
          <a:xfrm>
            <a:off x="6118549" y="3648925"/>
            <a:ext cx="23055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System of philosophy</a:t>
            </a:r>
            <a:endParaRPr/>
          </a:p>
        </p:txBody>
      </p:sp>
      <p:sp>
        <p:nvSpPr>
          <p:cNvPr id="3301" name="Google Shape;3301;p61"/>
          <p:cNvSpPr txBox="1"/>
          <p:nvPr>
            <p:ph idx="15" type="subTitle"/>
          </p:nvPr>
        </p:nvSpPr>
        <p:spPr>
          <a:xfrm>
            <a:off x="6118550" y="3978325"/>
            <a:ext cx="23055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a:t>
            </a:r>
            <a:r>
              <a:rPr b="1" lang="en">
                <a:solidFill>
                  <a:schemeClr val="lt2"/>
                </a:solidFill>
                <a:latin typeface="Overpass"/>
                <a:ea typeface="Overpass"/>
                <a:cs typeface="Overpass"/>
                <a:sym typeface="Overpass"/>
              </a:rPr>
              <a:t>Sun</a:t>
            </a:r>
            <a:r>
              <a:rPr b="1" lang="en"/>
              <a:t> </a:t>
            </a:r>
            <a:r>
              <a:rPr lang="en"/>
              <a:t>is the star at the center of the Solar System</a:t>
            </a:r>
            <a:endParaRPr/>
          </a:p>
        </p:txBody>
      </p:sp>
      <p:sp>
        <p:nvSpPr>
          <p:cNvPr id="3302" name="Google Shape;3302;p61"/>
          <p:cNvSpPr/>
          <p:nvPr/>
        </p:nvSpPr>
        <p:spPr>
          <a:xfrm>
            <a:off x="1535401" y="1228225"/>
            <a:ext cx="674700" cy="674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1"/>
          <p:cNvSpPr/>
          <p:nvPr/>
        </p:nvSpPr>
        <p:spPr>
          <a:xfrm>
            <a:off x="4234676" y="1228225"/>
            <a:ext cx="674700" cy="674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1"/>
          <p:cNvSpPr/>
          <p:nvPr/>
        </p:nvSpPr>
        <p:spPr>
          <a:xfrm>
            <a:off x="6933951" y="1228225"/>
            <a:ext cx="674700" cy="674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1"/>
          <p:cNvSpPr/>
          <p:nvPr/>
        </p:nvSpPr>
        <p:spPr>
          <a:xfrm>
            <a:off x="1535401" y="2974225"/>
            <a:ext cx="674700" cy="674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1"/>
          <p:cNvSpPr/>
          <p:nvPr/>
        </p:nvSpPr>
        <p:spPr>
          <a:xfrm>
            <a:off x="4234676" y="2974225"/>
            <a:ext cx="674700" cy="674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1"/>
          <p:cNvSpPr/>
          <p:nvPr/>
        </p:nvSpPr>
        <p:spPr>
          <a:xfrm>
            <a:off x="6933951" y="2974225"/>
            <a:ext cx="674700" cy="674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8" name="Google Shape;3308;p61"/>
          <p:cNvGrpSpPr/>
          <p:nvPr/>
        </p:nvGrpSpPr>
        <p:grpSpPr>
          <a:xfrm>
            <a:off x="7126697" y="3150044"/>
            <a:ext cx="240358" cy="323055"/>
            <a:chOff x="6164809" y="2702686"/>
            <a:chExt cx="280105" cy="376478"/>
          </a:xfrm>
        </p:grpSpPr>
        <p:sp>
          <p:nvSpPr>
            <p:cNvPr id="3309" name="Google Shape;3309;p61"/>
            <p:cNvSpPr/>
            <p:nvPr/>
          </p:nvSpPr>
          <p:spPr>
            <a:xfrm>
              <a:off x="6164809" y="2939018"/>
              <a:ext cx="280105" cy="140145"/>
            </a:xfrm>
            <a:custGeom>
              <a:rect b="b" l="l" r="r" t="t"/>
              <a:pathLst>
                <a:path extrusionOk="0" h="5286" w="10565">
                  <a:moveTo>
                    <a:pt x="5283" y="0"/>
                  </a:moveTo>
                  <a:cubicBezTo>
                    <a:pt x="2466" y="0"/>
                    <a:pt x="166" y="2205"/>
                    <a:pt x="7" y="4982"/>
                  </a:cubicBezTo>
                  <a:cubicBezTo>
                    <a:pt x="0" y="5146"/>
                    <a:pt x="129" y="5286"/>
                    <a:pt x="293" y="5286"/>
                  </a:cubicBezTo>
                  <a:lnTo>
                    <a:pt x="2069" y="5286"/>
                  </a:lnTo>
                  <a:lnTo>
                    <a:pt x="2285" y="4999"/>
                  </a:lnTo>
                  <a:lnTo>
                    <a:pt x="2497" y="5286"/>
                  </a:lnTo>
                  <a:lnTo>
                    <a:pt x="8067" y="5286"/>
                  </a:lnTo>
                  <a:lnTo>
                    <a:pt x="8280" y="4999"/>
                  </a:lnTo>
                  <a:lnTo>
                    <a:pt x="8495" y="5286"/>
                  </a:lnTo>
                  <a:lnTo>
                    <a:pt x="10271" y="5286"/>
                  </a:lnTo>
                  <a:cubicBezTo>
                    <a:pt x="10435" y="5286"/>
                    <a:pt x="10564" y="5146"/>
                    <a:pt x="10560" y="4982"/>
                  </a:cubicBezTo>
                  <a:cubicBezTo>
                    <a:pt x="10402" y="2205"/>
                    <a:pt x="8100" y="0"/>
                    <a:pt x="5283" y="0"/>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1"/>
            <p:cNvSpPr/>
            <p:nvPr/>
          </p:nvSpPr>
          <p:spPr>
            <a:xfrm>
              <a:off x="6219610" y="3058324"/>
              <a:ext cx="11427" cy="20839"/>
            </a:xfrm>
            <a:custGeom>
              <a:rect b="b" l="l" r="r" t="t"/>
              <a:pathLst>
                <a:path extrusionOk="0" h="786" w="431">
                  <a:moveTo>
                    <a:pt x="217" y="0"/>
                  </a:moveTo>
                  <a:cubicBezTo>
                    <a:pt x="216" y="0"/>
                    <a:pt x="214" y="0"/>
                    <a:pt x="213" y="0"/>
                  </a:cubicBezTo>
                  <a:cubicBezTo>
                    <a:pt x="98" y="0"/>
                    <a:pt x="0" y="94"/>
                    <a:pt x="0" y="213"/>
                  </a:cubicBezTo>
                  <a:lnTo>
                    <a:pt x="0" y="786"/>
                  </a:lnTo>
                  <a:lnTo>
                    <a:pt x="430" y="786"/>
                  </a:lnTo>
                  <a:lnTo>
                    <a:pt x="430" y="213"/>
                  </a:lnTo>
                  <a:cubicBezTo>
                    <a:pt x="430" y="95"/>
                    <a:pt x="335" y="0"/>
                    <a:pt x="217" y="0"/>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1"/>
            <p:cNvSpPr/>
            <p:nvPr/>
          </p:nvSpPr>
          <p:spPr>
            <a:xfrm>
              <a:off x="6378605" y="3058324"/>
              <a:ext cx="11427" cy="20839"/>
            </a:xfrm>
            <a:custGeom>
              <a:rect b="b" l="l" r="r" t="t"/>
              <a:pathLst>
                <a:path extrusionOk="0" h="786" w="431">
                  <a:moveTo>
                    <a:pt x="217" y="0"/>
                  </a:moveTo>
                  <a:cubicBezTo>
                    <a:pt x="216" y="0"/>
                    <a:pt x="215" y="0"/>
                    <a:pt x="213" y="0"/>
                  </a:cubicBezTo>
                  <a:cubicBezTo>
                    <a:pt x="98" y="0"/>
                    <a:pt x="0" y="94"/>
                    <a:pt x="0" y="213"/>
                  </a:cubicBezTo>
                  <a:lnTo>
                    <a:pt x="0" y="786"/>
                  </a:lnTo>
                  <a:lnTo>
                    <a:pt x="431" y="786"/>
                  </a:lnTo>
                  <a:lnTo>
                    <a:pt x="431" y="213"/>
                  </a:lnTo>
                  <a:cubicBezTo>
                    <a:pt x="431" y="95"/>
                    <a:pt x="335" y="0"/>
                    <a:pt x="217" y="0"/>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1"/>
            <p:cNvSpPr/>
            <p:nvPr/>
          </p:nvSpPr>
          <p:spPr>
            <a:xfrm>
              <a:off x="6239468" y="2702686"/>
              <a:ext cx="198897" cy="328675"/>
            </a:xfrm>
            <a:custGeom>
              <a:rect b="b" l="l" r="r" t="t"/>
              <a:pathLst>
                <a:path extrusionOk="0" h="12397" w="7502">
                  <a:moveTo>
                    <a:pt x="2503" y="0"/>
                  </a:moveTo>
                  <a:cubicBezTo>
                    <a:pt x="2199" y="0"/>
                    <a:pt x="1922" y="96"/>
                    <a:pt x="1720" y="247"/>
                  </a:cubicBezTo>
                  <a:cubicBezTo>
                    <a:pt x="1686" y="273"/>
                    <a:pt x="1647" y="289"/>
                    <a:pt x="1609" y="302"/>
                  </a:cubicBezTo>
                  <a:cubicBezTo>
                    <a:pt x="1" y="2154"/>
                    <a:pt x="939" y="4239"/>
                    <a:pt x="2531" y="5581"/>
                  </a:cubicBezTo>
                  <a:cubicBezTo>
                    <a:pt x="1737" y="5991"/>
                    <a:pt x="1116" y="6565"/>
                    <a:pt x="857" y="7282"/>
                  </a:cubicBezTo>
                  <a:cubicBezTo>
                    <a:pt x="289" y="8839"/>
                    <a:pt x="957" y="11554"/>
                    <a:pt x="3130" y="12396"/>
                  </a:cubicBezTo>
                  <a:cubicBezTo>
                    <a:pt x="3179" y="12368"/>
                    <a:pt x="3223" y="12334"/>
                    <a:pt x="3268" y="12299"/>
                  </a:cubicBezTo>
                  <a:cubicBezTo>
                    <a:pt x="3327" y="12252"/>
                    <a:pt x="3404" y="12226"/>
                    <a:pt x="3481" y="12226"/>
                  </a:cubicBezTo>
                  <a:cubicBezTo>
                    <a:pt x="3520" y="12226"/>
                    <a:pt x="3559" y="12232"/>
                    <a:pt x="3596" y="12246"/>
                  </a:cubicBezTo>
                  <a:cubicBezTo>
                    <a:pt x="3732" y="12296"/>
                    <a:pt x="3880" y="12323"/>
                    <a:pt x="4030" y="12323"/>
                  </a:cubicBezTo>
                  <a:cubicBezTo>
                    <a:pt x="4188" y="12323"/>
                    <a:pt x="4348" y="12294"/>
                    <a:pt x="4499" y="12232"/>
                  </a:cubicBezTo>
                  <a:cubicBezTo>
                    <a:pt x="4754" y="12130"/>
                    <a:pt x="4940" y="11955"/>
                    <a:pt x="5047" y="11751"/>
                  </a:cubicBezTo>
                  <a:cubicBezTo>
                    <a:pt x="5091" y="11667"/>
                    <a:pt x="5180" y="11607"/>
                    <a:pt x="5284" y="11596"/>
                  </a:cubicBezTo>
                  <a:cubicBezTo>
                    <a:pt x="5550" y="11565"/>
                    <a:pt x="5803" y="11452"/>
                    <a:pt x="5991" y="11259"/>
                  </a:cubicBezTo>
                  <a:cubicBezTo>
                    <a:pt x="6233" y="11010"/>
                    <a:pt x="6302" y="10686"/>
                    <a:pt x="6213" y="10394"/>
                  </a:cubicBezTo>
                  <a:cubicBezTo>
                    <a:pt x="6173" y="10269"/>
                    <a:pt x="6255" y="10141"/>
                    <a:pt x="6391" y="10092"/>
                  </a:cubicBezTo>
                  <a:cubicBezTo>
                    <a:pt x="6794" y="9948"/>
                    <a:pt x="7080" y="9604"/>
                    <a:pt x="7080" y="9203"/>
                  </a:cubicBezTo>
                  <a:cubicBezTo>
                    <a:pt x="7080" y="9041"/>
                    <a:pt x="7036" y="8892"/>
                    <a:pt x="6956" y="8759"/>
                  </a:cubicBezTo>
                  <a:cubicBezTo>
                    <a:pt x="6894" y="8659"/>
                    <a:pt x="6921" y="8535"/>
                    <a:pt x="7014" y="8457"/>
                  </a:cubicBezTo>
                  <a:cubicBezTo>
                    <a:pt x="7227" y="8282"/>
                    <a:pt x="7358" y="8036"/>
                    <a:pt x="7358" y="7761"/>
                  </a:cubicBezTo>
                  <a:cubicBezTo>
                    <a:pt x="7360" y="7448"/>
                    <a:pt x="7191" y="7171"/>
                    <a:pt x="6925" y="6996"/>
                  </a:cubicBezTo>
                  <a:cubicBezTo>
                    <a:pt x="6861" y="6954"/>
                    <a:pt x="6963" y="6060"/>
                    <a:pt x="6872" y="5432"/>
                  </a:cubicBezTo>
                  <a:cubicBezTo>
                    <a:pt x="6938" y="5335"/>
                    <a:pt x="6998" y="5275"/>
                    <a:pt x="7038" y="5268"/>
                  </a:cubicBezTo>
                  <a:cubicBezTo>
                    <a:pt x="7043" y="5250"/>
                    <a:pt x="7047" y="5235"/>
                    <a:pt x="7054" y="5233"/>
                  </a:cubicBezTo>
                  <a:cubicBezTo>
                    <a:pt x="7324" y="5066"/>
                    <a:pt x="7502" y="4809"/>
                    <a:pt x="7502" y="4514"/>
                  </a:cubicBezTo>
                  <a:cubicBezTo>
                    <a:pt x="7502" y="4257"/>
                    <a:pt x="7367" y="4026"/>
                    <a:pt x="7147" y="3860"/>
                  </a:cubicBezTo>
                  <a:cubicBezTo>
                    <a:pt x="7049" y="3789"/>
                    <a:pt x="7025" y="3671"/>
                    <a:pt x="7087" y="3578"/>
                  </a:cubicBezTo>
                  <a:cubicBezTo>
                    <a:pt x="7169" y="3454"/>
                    <a:pt x="7216" y="3312"/>
                    <a:pt x="7216" y="3161"/>
                  </a:cubicBezTo>
                  <a:cubicBezTo>
                    <a:pt x="7216" y="2784"/>
                    <a:pt x="6923" y="2460"/>
                    <a:pt x="6504" y="2327"/>
                  </a:cubicBezTo>
                  <a:cubicBezTo>
                    <a:pt x="6362" y="2280"/>
                    <a:pt x="6280" y="2161"/>
                    <a:pt x="6322" y="2041"/>
                  </a:cubicBezTo>
                  <a:cubicBezTo>
                    <a:pt x="6413" y="1766"/>
                    <a:pt x="6340" y="1462"/>
                    <a:pt x="6093" y="1229"/>
                  </a:cubicBezTo>
                  <a:cubicBezTo>
                    <a:pt x="5903" y="1050"/>
                    <a:pt x="5641" y="943"/>
                    <a:pt x="5368" y="912"/>
                  </a:cubicBezTo>
                  <a:cubicBezTo>
                    <a:pt x="5260" y="901"/>
                    <a:pt x="5164" y="845"/>
                    <a:pt x="5120" y="766"/>
                  </a:cubicBezTo>
                  <a:cubicBezTo>
                    <a:pt x="5013" y="573"/>
                    <a:pt x="4818" y="409"/>
                    <a:pt x="4559" y="311"/>
                  </a:cubicBezTo>
                  <a:cubicBezTo>
                    <a:pt x="4402" y="253"/>
                    <a:pt x="4238" y="226"/>
                    <a:pt x="4076" y="226"/>
                  </a:cubicBezTo>
                  <a:cubicBezTo>
                    <a:pt x="3921" y="226"/>
                    <a:pt x="3768" y="251"/>
                    <a:pt x="3627" y="298"/>
                  </a:cubicBezTo>
                  <a:cubicBezTo>
                    <a:pt x="3588" y="310"/>
                    <a:pt x="3548" y="316"/>
                    <a:pt x="3509" y="316"/>
                  </a:cubicBezTo>
                  <a:cubicBezTo>
                    <a:pt x="3428" y="316"/>
                    <a:pt x="3349" y="291"/>
                    <a:pt x="3288" y="247"/>
                  </a:cubicBezTo>
                  <a:cubicBezTo>
                    <a:pt x="3084" y="96"/>
                    <a:pt x="2806" y="0"/>
                    <a:pt x="25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1"/>
            <p:cNvSpPr/>
            <p:nvPr/>
          </p:nvSpPr>
          <p:spPr>
            <a:xfrm>
              <a:off x="6173319" y="2708651"/>
              <a:ext cx="197757" cy="327058"/>
            </a:xfrm>
            <a:custGeom>
              <a:rect b="b" l="l" r="r" t="t"/>
              <a:pathLst>
                <a:path extrusionOk="0" h="12336" w="7459">
                  <a:moveTo>
                    <a:pt x="3432" y="0"/>
                  </a:moveTo>
                  <a:cubicBezTo>
                    <a:pt x="3269" y="0"/>
                    <a:pt x="3104" y="28"/>
                    <a:pt x="2946" y="86"/>
                  </a:cubicBezTo>
                  <a:cubicBezTo>
                    <a:pt x="2687" y="184"/>
                    <a:pt x="2491" y="348"/>
                    <a:pt x="2385" y="541"/>
                  </a:cubicBezTo>
                  <a:cubicBezTo>
                    <a:pt x="2338" y="623"/>
                    <a:pt x="2247" y="678"/>
                    <a:pt x="2137" y="689"/>
                  </a:cubicBezTo>
                  <a:cubicBezTo>
                    <a:pt x="1864" y="716"/>
                    <a:pt x="1602" y="825"/>
                    <a:pt x="1411" y="1004"/>
                  </a:cubicBezTo>
                  <a:cubicBezTo>
                    <a:pt x="1161" y="1237"/>
                    <a:pt x="1090" y="1543"/>
                    <a:pt x="1183" y="1816"/>
                  </a:cubicBezTo>
                  <a:cubicBezTo>
                    <a:pt x="1223" y="1933"/>
                    <a:pt x="1143" y="2055"/>
                    <a:pt x="1001" y="2102"/>
                  </a:cubicBezTo>
                  <a:cubicBezTo>
                    <a:pt x="582" y="2237"/>
                    <a:pt x="289" y="2559"/>
                    <a:pt x="289" y="2936"/>
                  </a:cubicBezTo>
                  <a:cubicBezTo>
                    <a:pt x="289" y="3087"/>
                    <a:pt x="336" y="3229"/>
                    <a:pt x="415" y="3353"/>
                  </a:cubicBezTo>
                  <a:cubicBezTo>
                    <a:pt x="478" y="3446"/>
                    <a:pt x="451" y="3564"/>
                    <a:pt x="356" y="3635"/>
                  </a:cubicBezTo>
                  <a:cubicBezTo>
                    <a:pt x="136" y="3799"/>
                    <a:pt x="1" y="4032"/>
                    <a:pt x="1" y="4289"/>
                  </a:cubicBezTo>
                  <a:cubicBezTo>
                    <a:pt x="1" y="4582"/>
                    <a:pt x="174" y="4841"/>
                    <a:pt x="449" y="5008"/>
                  </a:cubicBezTo>
                  <a:cubicBezTo>
                    <a:pt x="524" y="5052"/>
                    <a:pt x="367" y="6201"/>
                    <a:pt x="571" y="6751"/>
                  </a:cubicBezTo>
                  <a:cubicBezTo>
                    <a:pt x="571" y="6760"/>
                    <a:pt x="571" y="6769"/>
                    <a:pt x="573" y="6773"/>
                  </a:cubicBezTo>
                  <a:cubicBezTo>
                    <a:pt x="313" y="6948"/>
                    <a:pt x="145" y="7225"/>
                    <a:pt x="145" y="7534"/>
                  </a:cubicBezTo>
                  <a:cubicBezTo>
                    <a:pt x="145" y="7809"/>
                    <a:pt x="278" y="8055"/>
                    <a:pt x="489" y="8230"/>
                  </a:cubicBezTo>
                  <a:cubicBezTo>
                    <a:pt x="582" y="8308"/>
                    <a:pt x="606" y="8432"/>
                    <a:pt x="546" y="8532"/>
                  </a:cubicBezTo>
                  <a:cubicBezTo>
                    <a:pt x="466" y="8665"/>
                    <a:pt x="422" y="8813"/>
                    <a:pt x="422" y="8975"/>
                  </a:cubicBezTo>
                  <a:cubicBezTo>
                    <a:pt x="422" y="9377"/>
                    <a:pt x="706" y="9721"/>
                    <a:pt x="1112" y="9865"/>
                  </a:cubicBezTo>
                  <a:cubicBezTo>
                    <a:pt x="1249" y="9916"/>
                    <a:pt x="1327" y="10042"/>
                    <a:pt x="1289" y="10166"/>
                  </a:cubicBezTo>
                  <a:cubicBezTo>
                    <a:pt x="1201" y="10459"/>
                    <a:pt x="1269" y="10783"/>
                    <a:pt x="1511" y="11031"/>
                  </a:cubicBezTo>
                  <a:cubicBezTo>
                    <a:pt x="1695" y="11224"/>
                    <a:pt x="1950" y="11337"/>
                    <a:pt x="2219" y="11369"/>
                  </a:cubicBezTo>
                  <a:cubicBezTo>
                    <a:pt x="2323" y="11380"/>
                    <a:pt x="2414" y="11439"/>
                    <a:pt x="2456" y="11524"/>
                  </a:cubicBezTo>
                  <a:cubicBezTo>
                    <a:pt x="2562" y="11728"/>
                    <a:pt x="2751" y="11903"/>
                    <a:pt x="3002" y="12005"/>
                  </a:cubicBezTo>
                  <a:cubicBezTo>
                    <a:pt x="3154" y="12066"/>
                    <a:pt x="3314" y="12096"/>
                    <a:pt x="3472" y="12096"/>
                  </a:cubicBezTo>
                  <a:cubicBezTo>
                    <a:pt x="3622" y="12096"/>
                    <a:pt x="3770" y="12069"/>
                    <a:pt x="3906" y="12018"/>
                  </a:cubicBezTo>
                  <a:cubicBezTo>
                    <a:pt x="3943" y="12005"/>
                    <a:pt x="3982" y="11999"/>
                    <a:pt x="4021" y="11999"/>
                  </a:cubicBezTo>
                  <a:cubicBezTo>
                    <a:pt x="4097" y="11999"/>
                    <a:pt x="4173" y="12024"/>
                    <a:pt x="4232" y="12072"/>
                  </a:cubicBezTo>
                  <a:cubicBezTo>
                    <a:pt x="4432" y="12236"/>
                    <a:pt x="4703" y="12336"/>
                    <a:pt x="4995" y="12336"/>
                  </a:cubicBezTo>
                  <a:cubicBezTo>
                    <a:pt x="5228" y="12336"/>
                    <a:pt x="5441" y="12273"/>
                    <a:pt x="5619" y="12169"/>
                  </a:cubicBezTo>
                  <a:cubicBezTo>
                    <a:pt x="4381" y="10847"/>
                    <a:pt x="3866" y="9113"/>
                    <a:pt x="4432" y="7556"/>
                  </a:cubicBezTo>
                  <a:lnTo>
                    <a:pt x="4474" y="7447"/>
                  </a:lnTo>
                  <a:cubicBezTo>
                    <a:pt x="4490" y="7448"/>
                    <a:pt x="4505" y="7448"/>
                    <a:pt x="4520" y="7448"/>
                  </a:cubicBezTo>
                  <a:cubicBezTo>
                    <a:pt x="6866" y="7448"/>
                    <a:pt x="7458" y="4231"/>
                    <a:pt x="5911" y="4178"/>
                  </a:cubicBezTo>
                  <a:cubicBezTo>
                    <a:pt x="4332" y="3191"/>
                    <a:pt x="3277" y="1559"/>
                    <a:pt x="4106" y="79"/>
                  </a:cubicBezTo>
                  <a:lnTo>
                    <a:pt x="4106" y="79"/>
                  </a:lnTo>
                  <a:cubicBezTo>
                    <a:pt x="4074" y="89"/>
                    <a:pt x="4040" y="94"/>
                    <a:pt x="4006" y="94"/>
                  </a:cubicBezTo>
                  <a:cubicBezTo>
                    <a:pt x="3963" y="94"/>
                    <a:pt x="3920" y="86"/>
                    <a:pt x="3878" y="73"/>
                  </a:cubicBezTo>
                  <a:cubicBezTo>
                    <a:pt x="3737" y="25"/>
                    <a:pt x="3586" y="0"/>
                    <a:pt x="3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1"/>
            <p:cNvSpPr/>
            <p:nvPr/>
          </p:nvSpPr>
          <p:spPr>
            <a:xfrm>
              <a:off x="6262162" y="2759370"/>
              <a:ext cx="149451" cy="196431"/>
            </a:xfrm>
            <a:custGeom>
              <a:rect b="b" l="l" r="r" t="t"/>
              <a:pathLst>
                <a:path extrusionOk="0" h="7409" w="5637">
                  <a:moveTo>
                    <a:pt x="1647" y="1"/>
                  </a:moveTo>
                  <a:cubicBezTo>
                    <a:pt x="1534" y="1"/>
                    <a:pt x="1420" y="3"/>
                    <a:pt x="1310" y="14"/>
                  </a:cubicBezTo>
                  <a:cubicBezTo>
                    <a:pt x="254" y="763"/>
                    <a:pt x="1" y="1584"/>
                    <a:pt x="1" y="2465"/>
                  </a:cubicBezTo>
                  <a:cubicBezTo>
                    <a:pt x="1" y="3736"/>
                    <a:pt x="531" y="5632"/>
                    <a:pt x="1935" y="5825"/>
                  </a:cubicBezTo>
                  <a:cubicBezTo>
                    <a:pt x="2733" y="5929"/>
                    <a:pt x="3363" y="6444"/>
                    <a:pt x="3485" y="7098"/>
                  </a:cubicBezTo>
                  <a:lnTo>
                    <a:pt x="4120" y="7408"/>
                  </a:lnTo>
                  <a:cubicBezTo>
                    <a:pt x="5044" y="6645"/>
                    <a:pt x="5637" y="5470"/>
                    <a:pt x="5637" y="4150"/>
                  </a:cubicBezTo>
                  <a:cubicBezTo>
                    <a:pt x="5637" y="1857"/>
                    <a:pt x="3851" y="1"/>
                    <a:pt x="1647" y="1"/>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1"/>
            <p:cNvSpPr/>
            <p:nvPr/>
          </p:nvSpPr>
          <p:spPr>
            <a:xfrm>
              <a:off x="6200150" y="2759847"/>
              <a:ext cx="113447" cy="208839"/>
            </a:xfrm>
            <a:custGeom>
              <a:rect b="b" l="l" r="r" t="t"/>
              <a:pathLst>
                <a:path extrusionOk="0" h="7877" w="4279">
                  <a:moveTo>
                    <a:pt x="3651" y="0"/>
                  </a:moveTo>
                  <a:lnTo>
                    <a:pt x="3651" y="0"/>
                  </a:lnTo>
                  <a:cubicBezTo>
                    <a:pt x="1606" y="178"/>
                    <a:pt x="0" y="1959"/>
                    <a:pt x="0" y="4132"/>
                  </a:cubicBezTo>
                  <a:cubicBezTo>
                    <a:pt x="0" y="5782"/>
                    <a:pt x="925" y="7209"/>
                    <a:pt x="2267" y="7876"/>
                  </a:cubicBezTo>
                  <a:cubicBezTo>
                    <a:pt x="2182" y="7701"/>
                    <a:pt x="2134" y="7510"/>
                    <a:pt x="2134" y="7311"/>
                  </a:cubicBezTo>
                  <a:cubicBezTo>
                    <a:pt x="2134" y="6470"/>
                    <a:pt x="2965" y="5791"/>
                    <a:pt x="3992" y="5791"/>
                  </a:cubicBezTo>
                  <a:cubicBezTo>
                    <a:pt x="4090" y="5791"/>
                    <a:pt x="4183" y="5796"/>
                    <a:pt x="4278" y="5807"/>
                  </a:cubicBezTo>
                  <a:cubicBezTo>
                    <a:pt x="3495" y="4886"/>
                    <a:pt x="3027" y="3720"/>
                    <a:pt x="3027" y="2447"/>
                  </a:cubicBezTo>
                  <a:cubicBezTo>
                    <a:pt x="3027" y="1566"/>
                    <a:pt x="3252" y="730"/>
                    <a:pt x="3651" y="0"/>
                  </a:cubicBezTo>
                  <a:close/>
                </a:path>
              </a:pathLst>
            </a:custGeom>
            <a:solidFill>
              <a:srgbClr val="F2B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1"/>
            <p:cNvSpPr/>
            <p:nvPr/>
          </p:nvSpPr>
          <p:spPr>
            <a:xfrm>
              <a:off x="6383431" y="2828700"/>
              <a:ext cx="56472" cy="71584"/>
            </a:xfrm>
            <a:custGeom>
              <a:rect b="b" l="l" r="r" t="t"/>
              <a:pathLst>
                <a:path extrusionOk="0" h="2700" w="2130">
                  <a:moveTo>
                    <a:pt x="1065" y="0"/>
                  </a:moveTo>
                  <a:cubicBezTo>
                    <a:pt x="477" y="0"/>
                    <a:pt x="0" y="604"/>
                    <a:pt x="0" y="1349"/>
                  </a:cubicBezTo>
                  <a:cubicBezTo>
                    <a:pt x="0" y="2096"/>
                    <a:pt x="477" y="2700"/>
                    <a:pt x="1065" y="2700"/>
                  </a:cubicBezTo>
                  <a:cubicBezTo>
                    <a:pt x="1653" y="2700"/>
                    <a:pt x="2129" y="2096"/>
                    <a:pt x="2129" y="1349"/>
                  </a:cubicBezTo>
                  <a:cubicBezTo>
                    <a:pt x="2129" y="604"/>
                    <a:pt x="1653" y="0"/>
                    <a:pt x="1065" y="0"/>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1"/>
            <p:cNvSpPr/>
            <p:nvPr/>
          </p:nvSpPr>
          <p:spPr>
            <a:xfrm>
              <a:off x="6171914" y="2828700"/>
              <a:ext cx="56472" cy="71584"/>
            </a:xfrm>
            <a:custGeom>
              <a:rect b="b" l="l" r="r" t="t"/>
              <a:pathLst>
                <a:path extrusionOk="0" h="2700" w="2130">
                  <a:moveTo>
                    <a:pt x="1065" y="0"/>
                  </a:moveTo>
                  <a:cubicBezTo>
                    <a:pt x="477" y="0"/>
                    <a:pt x="0" y="604"/>
                    <a:pt x="0" y="1349"/>
                  </a:cubicBezTo>
                  <a:cubicBezTo>
                    <a:pt x="0" y="2096"/>
                    <a:pt x="477" y="2700"/>
                    <a:pt x="1065" y="2700"/>
                  </a:cubicBezTo>
                  <a:cubicBezTo>
                    <a:pt x="1653" y="2700"/>
                    <a:pt x="2130" y="2096"/>
                    <a:pt x="2130" y="1349"/>
                  </a:cubicBezTo>
                  <a:cubicBezTo>
                    <a:pt x="2130" y="604"/>
                    <a:pt x="1653" y="0"/>
                    <a:pt x="1065" y="0"/>
                  </a:cubicBezTo>
                  <a:close/>
                </a:path>
              </a:pathLst>
            </a:custGeom>
            <a:solidFill>
              <a:srgbClr val="F2B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1"/>
            <p:cNvSpPr/>
            <p:nvPr/>
          </p:nvSpPr>
          <p:spPr>
            <a:xfrm>
              <a:off x="6214254" y="2912188"/>
              <a:ext cx="183440" cy="59998"/>
            </a:xfrm>
            <a:custGeom>
              <a:rect b="b" l="l" r="r" t="t"/>
              <a:pathLst>
                <a:path extrusionOk="0" h="2263" w="6919">
                  <a:moveTo>
                    <a:pt x="4183" y="1"/>
                  </a:moveTo>
                  <a:cubicBezTo>
                    <a:pt x="3847" y="1"/>
                    <a:pt x="3564" y="75"/>
                    <a:pt x="3458" y="103"/>
                  </a:cubicBezTo>
                  <a:cubicBezTo>
                    <a:pt x="3352" y="77"/>
                    <a:pt x="3067" y="3"/>
                    <a:pt x="2730" y="3"/>
                  </a:cubicBezTo>
                  <a:cubicBezTo>
                    <a:pt x="2292" y="3"/>
                    <a:pt x="1767" y="128"/>
                    <a:pt x="1433" y="649"/>
                  </a:cubicBezTo>
                  <a:cubicBezTo>
                    <a:pt x="1165" y="1068"/>
                    <a:pt x="646" y="1420"/>
                    <a:pt x="231" y="1644"/>
                  </a:cubicBezTo>
                  <a:cubicBezTo>
                    <a:pt x="0" y="1769"/>
                    <a:pt x="45" y="2112"/>
                    <a:pt x="300" y="2174"/>
                  </a:cubicBezTo>
                  <a:cubicBezTo>
                    <a:pt x="342" y="2186"/>
                    <a:pt x="386" y="2194"/>
                    <a:pt x="431" y="2201"/>
                  </a:cubicBezTo>
                  <a:cubicBezTo>
                    <a:pt x="613" y="2238"/>
                    <a:pt x="823" y="2262"/>
                    <a:pt x="1048" y="2262"/>
                  </a:cubicBezTo>
                  <a:cubicBezTo>
                    <a:pt x="1458" y="2262"/>
                    <a:pt x="1915" y="2182"/>
                    <a:pt x="2345" y="1955"/>
                  </a:cubicBezTo>
                  <a:cubicBezTo>
                    <a:pt x="2642" y="1789"/>
                    <a:pt x="2864" y="1600"/>
                    <a:pt x="3030" y="1411"/>
                  </a:cubicBezTo>
                  <a:cubicBezTo>
                    <a:pt x="3142" y="1282"/>
                    <a:pt x="3300" y="1217"/>
                    <a:pt x="3458" y="1217"/>
                  </a:cubicBezTo>
                  <a:cubicBezTo>
                    <a:pt x="3616" y="1217"/>
                    <a:pt x="3774" y="1282"/>
                    <a:pt x="3886" y="1411"/>
                  </a:cubicBezTo>
                  <a:cubicBezTo>
                    <a:pt x="4050" y="1600"/>
                    <a:pt x="4272" y="1789"/>
                    <a:pt x="4571" y="1955"/>
                  </a:cubicBezTo>
                  <a:cubicBezTo>
                    <a:pt x="5001" y="2182"/>
                    <a:pt x="5459" y="2262"/>
                    <a:pt x="5868" y="2262"/>
                  </a:cubicBezTo>
                  <a:cubicBezTo>
                    <a:pt x="6094" y="2262"/>
                    <a:pt x="6304" y="2238"/>
                    <a:pt x="6488" y="2201"/>
                  </a:cubicBezTo>
                  <a:cubicBezTo>
                    <a:pt x="6532" y="2194"/>
                    <a:pt x="6576" y="2186"/>
                    <a:pt x="6619" y="2174"/>
                  </a:cubicBezTo>
                  <a:cubicBezTo>
                    <a:pt x="6874" y="2112"/>
                    <a:pt x="6918" y="1769"/>
                    <a:pt x="6687" y="1644"/>
                  </a:cubicBezTo>
                  <a:cubicBezTo>
                    <a:pt x="6268" y="1420"/>
                    <a:pt x="5749" y="1070"/>
                    <a:pt x="5481" y="649"/>
                  </a:cubicBezTo>
                  <a:cubicBezTo>
                    <a:pt x="5147" y="127"/>
                    <a:pt x="4621" y="1"/>
                    <a:pt x="4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1"/>
            <p:cNvSpPr/>
            <p:nvPr/>
          </p:nvSpPr>
          <p:spPr>
            <a:xfrm>
              <a:off x="6214254" y="2900867"/>
              <a:ext cx="183307" cy="59971"/>
            </a:xfrm>
            <a:custGeom>
              <a:rect b="b" l="l" r="r" t="t"/>
              <a:pathLst>
                <a:path extrusionOk="0" h="2262" w="6914">
                  <a:moveTo>
                    <a:pt x="4186" y="1"/>
                  </a:moveTo>
                  <a:cubicBezTo>
                    <a:pt x="3904" y="1"/>
                    <a:pt x="3659" y="53"/>
                    <a:pt x="3525" y="86"/>
                  </a:cubicBezTo>
                  <a:cubicBezTo>
                    <a:pt x="3501" y="92"/>
                    <a:pt x="3479" y="95"/>
                    <a:pt x="3457" y="95"/>
                  </a:cubicBezTo>
                  <a:cubicBezTo>
                    <a:pt x="3435" y="95"/>
                    <a:pt x="3414" y="92"/>
                    <a:pt x="3392" y="86"/>
                  </a:cubicBezTo>
                  <a:cubicBezTo>
                    <a:pt x="3258" y="54"/>
                    <a:pt x="3014" y="2"/>
                    <a:pt x="2734" y="2"/>
                  </a:cubicBezTo>
                  <a:cubicBezTo>
                    <a:pt x="2296" y="2"/>
                    <a:pt x="1768" y="128"/>
                    <a:pt x="1433" y="650"/>
                  </a:cubicBezTo>
                  <a:cubicBezTo>
                    <a:pt x="1165" y="1067"/>
                    <a:pt x="648" y="1419"/>
                    <a:pt x="231" y="1646"/>
                  </a:cubicBezTo>
                  <a:cubicBezTo>
                    <a:pt x="0" y="1770"/>
                    <a:pt x="45" y="2114"/>
                    <a:pt x="300" y="2173"/>
                  </a:cubicBezTo>
                  <a:cubicBezTo>
                    <a:pt x="342" y="2184"/>
                    <a:pt x="386" y="2193"/>
                    <a:pt x="428" y="2202"/>
                  </a:cubicBezTo>
                  <a:cubicBezTo>
                    <a:pt x="611" y="2238"/>
                    <a:pt x="820" y="2262"/>
                    <a:pt x="1045" y="2262"/>
                  </a:cubicBezTo>
                  <a:cubicBezTo>
                    <a:pt x="1455" y="2262"/>
                    <a:pt x="1914" y="2183"/>
                    <a:pt x="2345" y="1956"/>
                  </a:cubicBezTo>
                  <a:cubicBezTo>
                    <a:pt x="2775" y="1714"/>
                    <a:pt x="3048" y="1430"/>
                    <a:pt x="3216" y="1160"/>
                  </a:cubicBezTo>
                  <a:cubicBezTo>
                    <a:pt x="3272" y="1071"/>
                    <a:pt x="3364" y="1027"/>
                    <a:pt x="3457" y="1027"/>
                  </a:cubicBezTo>
                  <a:cubicBezTo>
                    <a:pt x="3550" y="1027"/>
                    <a:pt x="3642" y="1071"/>
                    <a:pt x="3698" y="1160"/>
                  </a:cubicBezTo>
                  <a:cubicBezTo>
                    <a:pt x="3866" y="1430"/>
                    <a:pt x="4139" y="1714"/>
                    <a:pt x="4569" y="1956"/>
                  </a:cubicBezTo>
                  <a:cubicBezTo>
                    <a:pt x="5000" y="2183"/>
                    <a:pt x="5459" y="2262"/>
                    <a:pt x="5869" y="2262"/>
                  </a:cubicBezTo>
                  <a:cubicBezTo>
                    <a:pt x="6093" y="2262"/>
                    <a:pt x="6302" y="2238"/>
                    <a:pt x="6483" y="2202"/>
                  </a:cubicBezTo>
                  <a:cubicBezTo>
                    <a:pt x="6528" y="2193"/>
                    <a:pt x="6572" y="2184"/>
                    <a:pt x="6614" y="2173"/>
                  </a:cubicBezTo>
                  <a:cubicBezTo>
                    <a:pt x="6869" y="2114"/>
                    <a:pt x="6914" y="1770"/>
                    <a:pt x="6683" y="1646"/>
                  </a:cubicBezTo>
                  <a:cubicBezTo>
                    <a:pt x="6268" y="1419"/>
                    <a:pt x="5749" y="1067"/>
                    <a:pt x="5481" y="650"/>
                  </a:cubicBezTo>
                  <a:cubicBezTo>
                    <a:pt x="5147" y="127"/>
                    <a:pt x="4623" y="1"/>
                    <a:pt x="41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1"/>
            <p:cNvSpPr/>
            <p:nvPr/>
          </p:nvSpPr>
          <p:spPr>
            <a:xfrm>
              <a:off x="6251876" y="2804998"/>
              <a:ext cx="108065" cy="68243"/>
            </a:xfrm>
            <a:custGeom>
              <a:rect b="b" l="l" r="r" t="t"/>
              <a:pathLst>
                <a:path extrusionOk="0" h="2574" w="4076">
                  <a:moveTo>
                    <a:pt x="2039" y="1"/>
                  </a:moveTo>
                  <a:cubicBezTo>
                    <a:pt x="1187" y="1"/>
                    <a:pt x="553" y="522"/>
                    <a:pt x="203" y="899"/>
                  </a:cubicBezTo>
                  <a:cubicBezTo>
                    <a:pt x="1" y="1118"/>
                    <a:pt x="1" y="1456"/>
                    <a:pt x="203" y="1675"/>
                  </a:cubicBezTo>
                  <a:cubicBezTo>
                    <a:pt x="553" y="2057"/>
                    <a:pt x="1187" y="2573"/>
                    <a:pt x="2039" y="2573"/>
                  </a:cubicBezTo>
                  <a:cubicBezTo>
                    <a:pt x="2889" y="2573"/>
                    <a:pt x="3525" y="2052"/>
                    <a:pt x="3873" y="1675"/>
                  </a:cubicBezTo>
                  <a:cubicBezTo>
                    <a:pt x="4075" y="1456"/>
                    <a:pt x="4075" y="1118"/>
                    <a:pt x="3873" y="899"/>
                  </a:cubicBezTo>
                  <a:cubicBezTo>
                    <a:pt x="3525" y="520"/>
                    <a:pt x="2889" y="1"/>
                    <a:pt x="20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1"/>
            <p:cNvSpPr/>
            <p:nvPr/>
          </p:nvSpPr>
          <p:spPr>
            <a:xfrm>
              <a:off x="6279343" y="2804998"/>
              <a:ext cx="53131" cy="68243"/>
            </a:xfrm>
            <a:custGeom>
              <a:rect b="b" l="l" r="r" t="t"/>
              <a:pathLst>
                <a:path extrusionOk="0" h="2574" w="2004">
                  <a:moveTo>
                    <a:pt x="1003" y="1"/>
                  </a:moveTo>
                  <a:cubicBezTo>
                    <a:pt x="449" y="1"/>
                    <a:pt x="1" y="577"/>
                    <a:pt x="1" y="1287"/>
                  </a:cubicBezTo>
                  <a:cubicBezTo>
                    <a:pt x="1" y="1999"/>
                    <a:pt x="449" y="2573"/>
                    <a:pt x="1003" y="2573"/>
                  </a:cubicBezTo>
                  <a:cubicBezTo>
                    <a:pt x="1555" y="2573"/>
                    <a:pt x="2003" y="1999"/>
                    <a:pt x="2003" y="1287"/>
                  </a:cubicBezTo>
                  <a:cubicBezTo>
                    <a:pt x="2003" y="577"/>
                    <a:pt x="1555" y="1"/>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61"/>
          <p:cNvGrpSpPr/>
          <p:nvPr/>
        </p:nvGrpSpPr>
        <p:grpSpPr>
          <a:xfrm>
            <a:off x="4410500" y="3150102"/>
            <a:ext cx="323055" cy="322942"/>
            <a:chOff x="5424367" y="2702739"/>
            <a:chExt cx="376478" cy="376345"/>
          </a:xfrm>
        </p:grpSpPr>
        <p:sp>
          <p:nvSpPr>
            <p:cNvPr id="3323" name="Google Shape;3323;p61"/>
            <p:cNvSpPr/>
            <p:nvPr/>
          </p:nvSpPr>
          <p:spPr>
            <a:xfrm>
              <a:off x="5563134" y="2711806"/>
              <a:ext cx="199957" cy="328967"/>
            </a:xfrm>
            <a:custGeom>
              <a:rect b="b" l="l" r="r" t="t"/>
              <a:pathLst>
                <a:path extrusionOk="0" h="12408" w="7542">
                  <a:moveTo>
                    <a:pt x="2595" y="0"/>
                  </a:moveTo>
                  <a:cubicBezTo>
                    <a:pt x="683" y="1145"/>
                    <a:pt x="0" y="3103"/>
                    <a:pt x="0" y="5066"/>
                  </a:cubicBezTo>
                  <a:cubicBezTo>
                    <a:pt x="0" y="8627"/>
                    <a:pt x="2842" y="12408"/>
                    <a:pt x="6429" y="12408"/>
                  </a:cubicBezTo>
                  <a:cubicBezTo>
                    <a:pt x="6647" y="12408"/>
                    <a:pt x="6868" y="12394"/>
                    <a:pt x="7091" y="12365"/>
                  </a:cubicBezTo>
                  <a:cubicBezTo>
                    <a:pt x="7284" y="11108"/>
                    <a:pt x="7413" y="9846"/>
                    <a:pt x="7475" y="8586"/>
                  </a:cubicBezTo>
                  <a:cubicBezTo>
                    <a:pt x="7481" y="8473"/>
                    <a:pt x="7419" y="8368"/>
                    <a:pt x="7317" y="8317"/>
                  </a:cubicBezTo>
                  <a:lnTo>
                    <a:pt x="6650" y="7983"/>
                  </a:lnTo>
                  <a:cubicBezTo>
                    <a:pt x="6543" y="7929"/>
                    <a:pt x="6543" y="7781"/>
                    <a:pt x="6650" y="7727"/>
                  </a:cubicBezTo>
                  <a:lnTo>
                    <a:pt x="7362" y="7370"/>
                  </a:lnTo>
                  <a:cubicBezTo>
                    <a:pt x="7457" y="7324"/>
                    <a:pt x="7519" y="7226"/>
                    <a:pt x="7519" y="7118"/>
                  </a:cubicBezTo>
                  <a:cubicBezTo>
                    <a:pt x="7541" y="4946"/>
                    <a:pt x="7370" y="2773"/>
                    <a:pt x="7007" y="601"/>
                  </a:cubicBezTo>
                  <a:cubicBezTo>
                    <a:pt x="5538" y="251"/>
                    <a:pt x="4066" y="51"/>
                    <a:pt x="2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1"/>
            <p:cNvSpPr/>
            <p:nvPr/>
          </p:nvSpPr>
          <p:spPr>
            <a:xfrm>
              <a:off x="5462572" y="2711939"/>
              <a:ext cx="288562" cy="358104"/>
            </a:xfrm>
            <a:custGeom>
              <a:rect b="b" l="l" r="r" t="t"/>
              <a:pathLst>
                <a:path extrusionOk="0" h="13507" w="10884">
                  <a:moveTo>
                    <a:pt x="5655" y="1"/>
                  </a:moveTo>
                  <a:cubicBezTo>
                    <a:pt x="3943" y="1"/>
                    <a:pt x="2229" y="205"/>
                    <a:pt x="517" y="614"/>
                  </a:cubicBezTo>
                  <a:cubicBezTo>
                    <a:pt x="234" y="2311"/>
                    <a:pt x="67" y="4005"/>
                    <a:pt x="18" y="5698"/>
                  </a:cubicBezTo>
                  <a:cubicBezTo>
                    <a:pt x="16" y="5808"/>
                    <a:pt x="76" y="5913"/>
                    <a:pt x="176" y="5961"/>
                  </a:cubicBezTo>
                  <a:lnTo>
                    <a:pt x="875" y="6312"/>
                  </a:lnTo>
                  <a:cubicBezTo>
                    <a:pt x="981" y="6363"/>
                    <a:pt x="981" y="6514"/>
                    <a:pt x="875" y="6567"/>
                  </a:cubicBezTo>
                  <a:lnTo>
                    <a:pt x="163" y="6922"/>
                  </a:lnTo>
                  <a:cubicBezTo>
                    <a:pt x="65" y="6968"/>
                    <a:pt x="1" y="7070"/>
                    <a:pt x="5" y="7179"/>
                  </a:cubicBezTo>
                  <a:cubicBezTo>
                    <a:pt x="27" y="9084"/>
                    <a:pt x="198" y="10989"/>
                    <a:pt x="517" y="12892"/>
                  </a:cubicBezTo>
                  <a:cubicBezTo>
                    <a:pt x="2232" y="13302"/>
                    <a:pt x="3946" y="13506"/>
                    <a:pt x="5659" y="13506"/>
                  </a:cubicBezTo>
                  <a:cubicBezTo>
                    <a:pt x="7373" y="13506"/>
                    <a:pt x="9086" y="13302"/>
                    <a:pt x="10800" y="12892"/>
                  </a:cubicBezTo>
                  <a:cubicBezTo>
                    <a:pt x="10831" y="12722"/>
                    <a:pt x="10857" y="12546"/>
                    <a:pt x="10884" y="12376"/>
                  </a:cubicBezTo>
                  <a:cubicBezTo>
                    <a:pt x="7216" y="11961"/>
                    <a:pt x="4366" y="8851"/>
                    <a:pt x="4366" y="5076"/>
                  </a:cubicBezTo>
                  <a:cubicBezTo>
                    <a:pt x="4366" y="3116"/>
                    <a:pt x="5135" y="1330"/>
                    <a:pt x="6388" y="13"/>
                  </a:cubicBezTo>
                  <a:cubicBezTo>
                    <a:pt x="6144" y="5"/>
                    <a:pt x="5899" y="1"/>
                    <a:pt x="56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1"/>
            <p:cNvSpPr/>
            <p:nvPr/>
          </p:nvSpPr>
          <p:spPr>
            <a:xfrm>
              <a:off x="5519839" y="2900443"/>
              <a:ext cx="185561" cy="11321"/>
            </a:xfrm>
            <a:custGeom>
              <a:rect b="b" l="l" r="r" t="t"/>
              <a:pathLst>
                <a:path extrusionOk="0" h="427" w="6999">
                  <a:moveTo>
                    <a:pt x="214" y="0"/>
                  </a:moveTo>
                  <a:cubicBezTo>
                    <a:pt x="99" y="0"/>
                    <a:pt x="1" y="93"/>
                    <a:pt x="1" y="213"/>
                  </a:cubicBezTo>
                  <a:cubicBezTo>
                    <a:pt x="1" y="331"/>
                    <a:pt x="96" y="426"/>
                    <a:pt x="214" y="426"/>
                  </a:cubicBezTo>
                  <a:lnTo>
                    <a:pt x="6783" y="426"/>
                  </a:lnTo>
                  <a:cubicBezTo>
                    <a:pt x="6901" y="426"/>
                    <a:pt x="6998" y="331"/>
                    <a:pt x="6996" y="213"/>
                  </a:cubicBezTo>
                  <a:cubicBezTo>
                    <a:pt x="6996" y="98"/>
                    <a:pt x="6901" y="0"/>
                    <a:pt x="6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1"/>
            <p:cNvSpPr/>
            <p:nvPr/>
          </p:nvSpPr>
          <p:spPr>
            <a:xfrm>
              <a:off x="5550143" y="2870165"/>
              <a:ext cx="124980" cy="11294"/>
            </a:xfrm>
            <a:custGeom>
              <a:rect b="b" l="l" r="r" t="t"/>
              <a:pathLst>
                <a:path extrusionOk="0" h="426" w="4714">
                  <a:moveTo>
                    <a:pt x="213" y="0"/>
                  </a:moveTo>
                  <a:cubicBezTo>
                    <a:pt x="98" y="0"/>
                    <a:pt x="0" y="93"/>
                    <a:pt x="0" y="213"/>
                  </a:cubicBezTo>
                  <a:cubicBezTo>
                    <a:pt x="0" y="331"/>
                    <a:pt x="96" y="426"/>
                    <a:pt x="213" y="426"/>
                  </a:cubicBezTo>
                  <a:lnTo>
                    <a:pt x="4498" y="426"/>
                  </a:lnTo>
                  <a:cubicBezTo>
                    <a:pt x="4616" y="426"/>
                    <a:pt x="4713" y="331"/>
                    <a:pt x="4711" y="213"/>
                  </a:cubicBezTo>
                  <a:cubicBezTo>
                    <a:pt x="4711" y="98"/>
                    <a:pt x="4616" y="0"/>
                    <a:pt x="44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1"/>
            <p:cNvSpPr/>
            <p:nvPr/>
          </p:nvSpPr>
          <p:spPr>
            <a:xfrm>
              <a:off x="5500962" y="2807304"/>
              <a:ext cx="223315" cy="34069"/>
            </a:xfrm>
            <a:custGeom>
              <a:rect b="b" l="l" r="r" t="t"/>
              <a:pathLst>
                <a:path extrusionOk="0" h="1285" w="8423">
                  <a:moveTo>
                    <a:pt x="500" y="0"/>
                  </a:moveTo>
                  <a:cubicBezTo>
                    <a:pt x="225" y="0"/>
                    <a:pt x="1" y="224"/>
                    <a:pt x="1" y="499"/>
                  </a:cubicBezTo>
                  <a:lnTo>
                    <a:pt x="1" y="1071"/>
                  </a:lnTo>
                  <a:cubicBezTo>
                    <a:pt x="1" y="1187"/>
                    <a:pt x="96" y="1284"/>
                    <a:pt x="214" y="1284"/>
                  </a:cubicBezTo>
                  <a:cubicBezTo>
                    <a:pt x="329" y="1284"/>
                    <a:pt x="427" y="1189"/>
                    <a:pt x="427" y="1071"/>
                  </a:cubicBezTo>
                  <a:lnTo>
                    <a:pt x="427" y="499"/>
                  </a:lnTo>
                  <a:cubicBezTo>
                    <a:pt x="427" y="461"/>
                    <a:pt x="460" y="428"/>
                    <a:pt x="500" y="428"/>
                  </a:cubicBezTo>
                  <a:lnTo>
                    <a:pt x="1070" y="428"/>
                  </a:lnTo>
                  <a:cubicBezTo>
                    <a:pt x="1110" y="428"/>
                    <a:pt x="1143" y="461"/>
                    <a:pt x="1143" y="499"/>
                  </a:cubicBezTo>
                  <a:lnTo>
                    <a:pt x="1143" y="785"/>
                  </a:lnTo>
                  <a:cubicBezTo>
                    <a:pt x="1143" y="1060"/>
                    <a:pt x="1367" y="1284"/>
                    <a:pt x="1642" y="1284"/>
                  </a:cubicBezTo>
                  <a:lnTo>
                    <a:pt x="2212" y="1284"/>
                  </a:lnTo>
                  <a:cubicBezTo>
                    <a:pt x="2487" y="1284"/>
                    <a:pt x="2711" y="1060"/>
                    <a:pt x="2711" y="785"/>
                  </a:cubicBezTo>
                  <a:lnTo>
                    <a:pt x="2711" y="499"/>
                  </a:lnTo>
                  <a:cubicBezTo>
                    <a:pt x="2711" y="461"/>
                    <a:pt x="2745" y="428"/>
                    <a:pt x="2784" y="428"/>
                  </a:cubicBezTo>
                  <a:lnTo>
                    <a:pt x="3354" y="428"/>
                  </a:lnTo>
                  <a:cubicBezTo>
                    <a:pt x="3394" y="428"/>
                    <a:pt x="3428" y="461"/>
                    <a:pt x="3428" y="499"/>
                  </a:cubicBezTo>
                  <a:lnTo>
                    <a:pt x="3428" y="785"/>
                  </a:lnTo>
                  <a:cubicBezTo>
                    <a:pt x="3428" y="1060"/>
                    <a:pt x="3652" y="1284"/>
                    <a:pt x="3927" y="1284"/>
                  </a:cubicBezTo>
                  <a:lnTo>
                    <a:pt x="4497" y="1284"/>
                  </a:lnTo>
                  <a:cubicBezTo>
                    <a:pt x="4772" y="1284"/>
                    <a:pt x="4996" y="1060"/>
                    <a:pt x="4996" y="785"/>
                  </a:cubicBezTo>
                  <a:lnTo>
                    <a:pt x="4996" y="499"/>
                  </a:lnTo>
                  <a:cubicBezTo>
                    <a:pt x="4996" y="461"/>
                    <a:pt x="5029" y="428"/>
                    <a:pt x="5069" y="428"/>
                  </a:cubicBezTo>
                  <a:lnTo>
                    <a:pt x="5639" y="428"/>
                  </a:lnTo>
                  <a:cubicBezTo>
                    <a:pt x="5679" y="428"/>
                    <a:pt x="5712" y="461"/>
                    <a:pt x="5712" y="499"/>
                  </a:cubicBezTo>
                  <a:lnTo>
                    <a:pt x="5712" y="785"/>
                  </a:lnTo>
                  <a:cubicBezTo>
                    <a:pt x="5712" y="1060"/>
                    <a:pt x="5936" y="1284"/>
                    <a:pt x="6211" y="1284"/>
                  </a:cubicBezTo>
                  <a:lnTo>
                    <a:pt x="6781" y="1284"/>
                  </a:lnTo>
                  <a:cubicBezTo>
                    <a:pt x="7056" y="1284"/>
                    <a:pt x="7280" y="1060"/>
                    <a:pt x="7280" y="785"/>
                  </a:cubicBezTo>
                  <a:lnTo>
                    <a:pt x="7280" y="499"/>
                  </a:lnTo>
                  <a:cubicBezTo>
                    <a:pt x="7280" y="461"/>
                    <a:pt x="7313" y="428"/>
                    <a:pt x="7353" y="428"/>
                  </a:cubicBezTo>
                  <a:lnTo>
                    <a:pt x="7923" y="428"/>
                  </a:lnTo>
                  <a:cubicBezTo>
                    <a:pt x="7963" y="428"/>
                    <a:pt x="7997" y="461"/>
                    <a:pt x="7997" y="499"/>
                  </a:cubicBezTo>
                  <a:lnTo>
                    <a:pt x="7997" y="1071"/>
                  </a:lnTo>
                  <a:cubicBezTo>
                    <a:pt x="7997" y="1187"/>
                    <a:pt x="8090" y="1284"/>
                    <a:pt x="8210" y="1284"/>
                  </a:cubicBezTo>
                  <a:cubicBezTo>
                    <a:pt x="8329" y="1284"/>
                    <a:pt x="8422" y="1187"/>
                    <a:pt x="8422" y="1071"/>
                  </a:cubicBezTo>
                  <a:lnTo>
                    <a:pt x="8422" y="499"/>
                  </a:lnTo>
                  <a:cubicBezTo>
                    <a:pt x="8422" y="224"/>
                    <a:pt x="8198" y="0"/>
                    <a:pt x="7923" y="0"/>
                  </a:cubicBezTo>
                  <a:lnTo>
                    <a:pt x="7353" y="0"/>
                  </a:lnTo>
                  <a:cubicBezTo>
                    <a:pt x="7078" y="0"/>
                    <a:pt x="6854" y="224"/>
                    <a:pt x="6854" y="499"/>
                  </a:cubicBezTo>
                  <a:lnTo>
                    <a:pt x="6854" y="785"/>
                  </a:lnTo>
                  <a:cubicBezTo>
                    <a:pt x="6854" y="823"/>
                    <a:pt x="6821" y="856"/>
                    <a:pt x="6781" y="856"/>
                  </a:cubicBezTo>
                  <a:lnTo>
                    <a:pt x="6211" y="856"/>
                  </a:lnTo>
                  <a:cubicBezTo>
                    <a:pt x="6171" y="856"/>
                    <a:pt x="6138" y="823"/>
                    <a:pt x="6138" y="785"/>
                  </a:cubicBezTo>
                  <a:lnTo>
                    <a:pt x="6138" y="499"/>
                  </a:lnTo>
                  <a:cubicBezTo>
                    <a:pt x="6138" y="224"/>
                    <a:pt x="5914" y="0"/>
                    <a:pt x="5639" y="0"/>
                  </a:cubicBezTo>
                  <a:lnTo>
                    <a:pt x="5069" y="0"/>
                  </a:lnTo>
                  <a:cubicBezTo>
                    <a:pt x="4794" y="0"/>
                    <a:pt x="4570" y="224"/>
                    <a:pt x="4570" y="499"/>
                  </a:cubicBezTo>
                  <a:lnTo>
                    <a:pt x="4570" y="785"/>
                  </a:lnTo>
                  <a:cubicBezTo>
                    <a:pt x="4570" y="823"/>
                    <a:pt x="4537" y="856"/>
                    <a:pt x="4497" y="856"/>
                  </a:cubicBezTo>
                  <a:lnTo>
                    <a:pt x="3927" y="856"/>
                  </a:lnTo>
                  <a:cubicBezTo>
                    <a:pt x="3887" y="856"/>
                    <a:pt x="3854" y="823"/>
                    <a:pt x="3854" y="785"/>
                  </a:cubicBezTo>
                  <a:lnTo>
                    <a:pt x="3854" y="499"/>
                  </a:lnTo>
                  <a:cubicBezTo>
                    <a:pt x="3854" y="224"/>
                    <a:pt x="3629" y="0"/>
                    <a:pt x="3354" y="0"/>
                  </a:cubicBezTo>
                  <a:lnTo>
                    <a:pt x="2784" y="0"/>
                  </a:lnTo>
                  <a:cubicBezTo>
                    <a:pt x="2509" y="0"/>
                    <a:pt x="2285" y="224"/>
                    <a:pt x="2285" y="499"/>
                  </a:cubicBezTo>
                  <a:lnTo>
                    <a:pt x="2285" y="785"/>
                  </a:lnTo>
                  <a:cubicBezTo>
                    <a:pt x="2285" y="823"/>
                    <a:pt x="2252" y="856"/>
                    <a:pt x="2212" y="856"/>
                  </a:cubicBezTo>
                  <a:lnTo>
                    <a:pt x="1642" y="856"/>
                  </a:lnTo>
                  <a:cubicBezTo>
                    <a:pt x="1602" y="856"/>
                    <a:pt x="1569" y="823"/>
                    <a:pt x="1569" y="785"/>
                  </a:cubicBezTo>
                  <a:lnTo>
                    <a:pt x="1569" y="499"/>
                  </a:lnTo>
                  <a:cubicBezTo>
                    <a:pt x="1569" y="224"/>
                    <a:pt x="1345" y="0"/>
                    <a:pt x="10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1"/>
            <p:cNvSpPr/>
            <p:nvPr/>
          </p:nvSpPr>
          <p:spPr>
            <a:xfrm>
              <a:off x="5500962" y="2944771"/>
              <a:ext cx="223315" cy="34016"/>
            </a:xfrm>
            <a:custGeom>
              <a:rect b="b" l="l" r="r" t="t"/>
              <a:pathLst>
                <a:path extrusionOk="0" h="1283" w="8423">
                  <a:moveTo>
                    <a:pt x="500" y="1"/>
                  </a:moveTo>
                  <a:cubicBezTo>
                    <a:pt x="225" y="1"/>
                    <a:pt x="1" y="225"/>
                    <a:pt x="1" y="500"/>
                  </a:cubicBezTo>
                  <a:lnTo>
                    <a:pt x="1" y="1070"/>
                  </a:lnTo>
                  <a:cubicBezTo>
                    <a:pt x="1" y="1187"/>
                    <a:pt x="96" y="1283"/>
                    <a:pt x="214" y="1283"/>
                  </a:cubicBezTo>
                  <a:cubicBezTo>
                    <a:pt x="329" y="1283"/>
                    <a:pt x="427" y="1189"/>
                    <a:pt x="427" y="1070"/>
                  </a:cubicBezTo>
                  <a:lnTo>
                    <a:pt x="427" y="500"/>
                  </a:lnTo>
                  <a:cubicBezTo>
                    <a:pt x="427" y="460"/>
                    <a:pt x="460" y="426"/>
                    <a:pt x="500" y="426"/>
                  </a:cubicBezTo>
                  <a:lnTo>
                    <a:pt x="1070" y="426"/>
                  </a:lnTo>
                  <a:cubicBezTo>
                    <a:pt x="1110" y="426"/>
                    <a:pt x="1143" y="460"/>
                    <a:pt x="1143" y="500"/>
                  </a:cubicBezTo>
                  <a:lnTo>
                    <a:pt x="1143" y="784"/>
                  </a:lnTo>
                  <a:cubicBezTo>
                    <a:pt x="1143" y="1059"/>
                    <a:pt x="1367" y="1283"/>
                    <a:pt x="1642" y="1283"/>
                  </a:cubicBezTo>
                  <a:lnTo>
                    <a:pt x="2212" y="1283"/>
                  </a:lnTo>
                  <a:cubicBezTo>
                    <a:pt x="2487" y="1283"/>
                    <a:pt x="2711" y="1059"/>
                    <a:pt x="2711" y="784"/>
                  </a:cubicBezTo>
                  <a:lnTo>
                    <a:pt x="2711" y="500"/>
                  </a:lnTo>
                  <a:cubicBezTo>
                    <a:pt x="2711" y="460"/>
                    <a:pt x="2745" y="426"/>
                    <a:pt x="2784" y="426"/>
                  </a:cubicBezTo>
                  <a:lnTo>
                    <a:pt x="3354" y="426"/>
                  </a:lnTo>
                  <a:cubicBezTo>
                    <a:pt x="3394" y="426"/>
                    <a:pt x="3428" y="460"/>
                    <a:pt x="3428" y="500"/>
                  </a:cubicBezTo>
                  <a:lnTo>
                    <a:pt x="3428" y="784"/>
                  </a:lnTo>
                  <a:cubicBezTo>
                    <a:pt x="3428" y="1059"/>
                    <a:pt x="3652" y="1283"/>
                    <a:pt x="3927" y="1283"/>
                  </a:cubicBezTo>
                  <a:lnTo>
                    <a:pt x="4497" y="1283"/>
                  </a:lnTo>
                  <a:cubicBezTo>
                    <a:pt x="4772" y="1283"/>
                    <a:pt x="4996" y="1059"/>
                    <a:pt x="4996" y="784"/>
                  </a:cubicBezTo>
                  <a:lnTo>
                    <a:pt x="4996" y="500"/>
                  </a:lnTo>
                  <a:cubicBezTo>
                    <a:pt x="4996" y="460"/>
                    <a:pt x="5029" y="426"/>
                    <a:pt x="5069" y="426"/>
                  </a:cubicBezTo>
                  <a:lnTo>
                    <a:pt x="5639" y="426"/>
                  </a:lnTo>
                  <a:cubicBezTo>
                    <a:pt x="5679" y="426"/>
                    <a:pt x="5712" y="460"/>
                    <a:pt x="5712" y="500"/>
                  </a:cubicBezTo>
                  <a:lnTo>
                    <a:pt x="5712" y="784"/>
                  </a:lnTo>
                  <a:cubicBezTo>
                    <a:pt x="5712" y="1059"/>
                    <a:pt x="5936" y="1283"/>
                    <a:pt x="6211" y="1283"/>
                  </a:cubicBezTo>
                  <a:lnTo>
                    <a:pt x="6781" y="1283"/>
                  </a:lnTo>
                  <a:cubicBezTo>
                    <a:pt x="7056" y="1283"/>
                    <a:pt x="7280" y="1059"/>
                    <a:pt x="7280" y="784"/>
                  </a:cubicBezTo>
                  <a:lnTo>
                    <a:pt x="7280" y="500"/>
                  </a:lnTo>
                  <a:cubicBezTo>
                    <a:pt x="7280" y="460"/>
                    <a:pt x="7313" y="426"/>
                    <a:pt x="7353" y="426"/>
                  </a:cubicBezTo>
                  <a:lnTo>
                    <a:pt x="7923" y="426"/>
                  </a:lnTo>
                  <a:cubicBezTo>
                    <a:pt x="7963" y="426"/>
                    <a:pt x="7997" y="460"/>
                    <a:pt x="7997" y="500"/>
                  </a:cubicBezTo>
                  <a:lnTo>
                    <a:pt x="7997" y="1070"/>
                  </a:lnTo>
                  <a:cubicBezTo>
                    <a:pt x="7997" y="1187"/>
                    <a:pt x="8090" y="1283"/>
                    <a:pt x="8210" y="1283"/>
                  </a:cubicBezTo>
                  <a:cubicBezTo>
                    <a:pt x="8329" y="1283"/>
                    <a:pt x="8422" y="1187"/>
                    <a:pt x="8422" y="1070"/>
                  </a:cubicBezTo>
                  <a:lnTo>
                    <a:pt x="8422" y="500"/>
                  </a:lnTo>
                  <a:cubicBezTo>
                    <a:pt x="8422" y="225"/>
                    <a:pt x="8198" y="1"/>
                    <a:pt x="7923" y="1"/>
                  </a:cubicBezTo>
                  <a:lnTo>
                    <a:pt x="7353" y="1"/>
                  </a:lnTo>
                  <a:cubicBezTo>
                    <a:pt x="7078" y="1"/>
                    <a:pt x="6854" y="225"/>
                    <a:pt x="6854" y="500"/>
                  </a:cubicBezTo>
                  <a:lnTo>
                    <a:pt x="6854" y="784"/>
                  </a:lnTo>
                  <a:cubicBezTo>
                    <a:pt x="6854" y="823"/>
                    <a:pt x="6821" y="857"/>
                    <a:pt x="6781" y="857"/>
                  </a:cubicBezTo>
                  <a:lnTo>
                    <a:pt x="6211" y="857"/>
                  </a:lnTo>
                  <a:cubicBezTo>
                    <a:pt x="6171" y="857"/>
                    <a:pt x="6138" y="823"/>
                    <a:pt x="6138" y="784"/>
                  </a:cubicBezTo>
                  <a:lnTo>
                    <a:pt x="6138" y="500"/>
                  </a:lnTo>
                  <a:cubicBezTo>
                    <a:pt x="6138" y="225"/>
                    <a:pt x="5914" y="1"/>
                    <a:pt x="5639" y="1"/>
                  </a:cubicBezTo>
                  <a:lnTo>
                    <a:pt x="5069" y="1"/>
                  </a:lnTo>
                  <a:cubicBezTo>
                    <a:pt x="4794" y="1"/>
                    <a:pt x="4570" y="225"/>
                    <a:pt x="4570" y="500"/>
                  </a:cubicBezTo>
                  <a:lnTo>
                    <a:pt x="4570" y="784"/>
                  </a:lnTo>
                  <a:cubicBezTo>
                    <a:pt x="4570" y="823"/>
                    <a:pt x="4537" y="857"/>
                    <a:pt x="4497" y="857"/>
                  </a:cubicBezTo>
                  <a:lnTo>
                    <a:pt x="3927" y="857"/>
                  </a:lnTo>
                  <a:cubicBezTo>
                    <a:pt x="3887" y="857"/>
                    <a:pt x="3854" y="823"/>
                    <a:pt x="3854" y="784"/>
                  </a:cubicBezTo>
                  <a:lnTo>
                    <a:pt x="3854" y="500"/>
                  </a:lnTo>
                  <a:cubicBezTo>
                    <a:pt x="3854" y="225"/>
                    <a:pt x="3629" y="1"/>
                    <a:pt x="3354" y="1"/>
                  </a:cubicBezTo>
                  <a:lnTo>
                    <a:pt x="2784" y="1"/>
                  </a:lnTo>
                  <a:cubicBezTo>
                    <a:pt x="2509" y="1"/>
                    <a:pt x="2285" y="225"/>
                    <a:pt x="2285" y="500"/>
                  </a:cubicBezTo>
                  <a:lnTo>
                    <a:pt x="2285" y="784"/>
                  </a:lnTo>
                  <a:cubicBezTo>
                    <a:pt x="2285" y="823"/>
                    <a:pt x="2252" y="857"/>
                    <a:pt x="2212" y="857"/>
                  </a:cubicBezTo>
                  <a:lnTo>
                    <a:pt x="1642" y="857"/>
                  </a:lnTo>
                  <a:cubicBezTo>
                    <a:pt x="1602" y="857"/>
                    <a:pt x="1569" y="823"/>
                    <a:pt x="1569" y="784"/>
                  </a:cubicBezTo>
                  <a:lnTo>
                    <a:pt x="1569" y="500"/>
                  </a:lnTo>
                  <a:cubicBezTo>
                    <a:pt x="1569" y="225"/>
                    <a:pt x="1345" y="1"/>
                    <a:pt x="10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1"/>
            <p:cNvSpPr/>
            <p:nvPr/>
          </p:nvSpPr>
          <p:spPr>
            <a:xfrm>
              <a:off x="5424367" y="2723498"/>
              <a:ext cx="376478" cy="37966"/>
            </a:xfrm>
            <a:custGeom>
              <a:rect b="b" l="l" r="r" t="t"/>
              <a:pathLst>
                <a:path extrusionOk="0" h="1432" w="14200">
                  <a:moveTo>
                    <a:pt x="716" y="1"/>
                  </a:moveTo>
                  <a:cubicBezTo>
                    <a:pt x="322" y="1"/>
                    <a:pt x="0" y="320"/>
                    <a:pt x="0" y="715"/>
                  </a:cubicBezTo>
                  <a:cubicBezTo>
                    <a:pt x="0" y="1110"/>
                    <a:pt x="319" y="1431"/>
                    <a:pt x="716" y="1431"/>
                  </a:cubicBezTo>
                  <a:lnTo>
                    <a:pt x="13483" y="1431"/>
                  </a:lnTo>
                  <a:cubicBezTo>
                    <a:pt x="13878" y="1431"/>
                    <a:pt x="14199" y="1112"/>
                    <a:pt x="14199" y="715"/>
                  </a:cubicBezTo>
                  <a:cubicBezTo>
                    <a:pt x="14199" y="322"/>
                    <a:pt x="13880" y="1"/>
                    <a:pt x="13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1"/>
            <p:cNvSpPr/>
            <p:nvPr/>
          </p:nvSpPr>
          <p:spPr>
            <a:xfrm>
              <a:off x="5581242" y="2702739"/>
              <a:ext cx="191712" cy="79538"/>
            </a:xfrm>
            <a:custGeom>
              <a:rect b="b" l="l" r="r" t="t"/>
              <a:pathLst>
                <a:path extrusionOk="0" h="3000" w="7231">
                  <a:moveTo>
                    <a:pt x="1003" y="1"/>
                  </a:moveTo>
                  <a:cubicBezTo>
                    <a:pt x="907" y="1"/>
                    <a:pt x="811" y="1"/>
                    <a:pt x="715" y="1"/>
                  </a:cubicBezTo>
                  <a:cubicBezTo>
                    <a:pt x="169" y="342"/>
                    <a:pt x="0" y="542"/>
                    <a:pt x="0" y="828"/>
                  </a:cubicBezTo>
                  <a:cubicBezTo>
                    <a:pt x="0" y="1680"/>
                    <a:pt x="511" y="2427"/>
                    <a:pt x="1713" y="2999"/>
                  </a:cubicBezTo>
                  <a:cubicBezTo>
                    <a:pt x="3310" y="2995"/>
                    <a:pt x="4904" y="2975"/>
                    <a:pt x="6499" y="2937"/>
                  </a:cubicBezTo>
                  <a:cubicBezTo>
                    <a:pt x="6747" y="2933"/>
                    <a:pt x="6965" y="2766"/>
                    <a:pt x="7033" y="2525"/>
                  </a:cubicBezTo>
                  <a:cubicBezTo>
                    <a:pt x="7231" y="1844"/>
                    <a:pt x="7231" y="1158"/>
                    <a:pt x="7033" y="475"/>
                  </a:cubicBezTo>
                  <a:cubicBezTo>
                    <a:pt x="6967" y="238"/>
                    <a:pt x="6747" y="67"/>
                    <a:pt x="6499" y="63"/>
                  </a:cubicBezTo>
                  <a:cubicBezTo>
                    <a:pt x="4668" y="21"/>
                    <a:pt x="2834" y="1"/>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1"/>
            <p:cNvSpPr/>
            <p:nvPr/>
          </p:nvSpPr>
          <p:spPr>
            <a:xfrm>
              <a:off x="5452232" y="2702792"/>
              <a:ext cx="174426" cy="79484"/>
            </a:xfrm>
            <a:custGeom>
              <a:rect b="b" l="l" r="r" t="t"/>
              <a:pathLst>
                <a:path extrusionOk="0" h="2998" w="6579">
                  <a:moveTo>
                    <a:pt x="5578" y="1"/>
                  </a:moveTo>
                  <a:lnTo>
                    <a:pt x="5578" y="1"/>
                  </a:lnTo>
                  <a:cubicBezTo>
                    <a:pt x="3962" y="3"/>
                    <a:pt x="2349" y="23"/>
                    <a:pt x="732" y="61"/>
                  </a:cubicBezTo>
                  <a:cubicBezTo>
                    <a:pt x="484" y="67"/>
                    <a:pt x="266" y="234"/>
                    <a:pt x="198" y="473"/>
                  </a:cubicBezTo>
                  <a:cubicBezTo>
                    <a:pt x="0" y="1156"/>
                    <a:pt x="0" y="1842"/>
                    <a:pt x="198" y="2523"/>
                  </a:cubicBezTo>
                  <a:cubicBezTo>
                    <a:pt x="264" y="2762"/>
                    <a:pt x="484" y="2931"/>
                    <a:pt x="732" y="2935"/>
                  </a:cubicBezTo>
                  <a:cubicBezTo>
                    <a:pt x="2518" y="2976"/>
                    <a:pt x="4304" y="2998"/>
                    <a:pt x="6088" y="2998"/>
                  </a:cubicBezTo>
                  <a:cubicBezTo>
                    <a:pt x="6252" y="2998"/>
                    <a:pt x="6415" y="2998"/>
                    <a:pt x="6579" y="2997"/>
                  </a:cubicBezTo>
                  <a:cubicBezTo>
                    <a:pt x="5876" y="2445"/>
                    <a:pt x="5436" y="1678"/>
                    <a:pt x="5434" y="828"/>
                  </a:cubicBezTo>
                  <a:cubicBezTo>
                    <a:pt x="5434" y="540"/>
                    <a:pt x="5485" y="263"/>
                    <a:pt x="5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1"/>
            <p:cNvSpPr/>
            <p:nvPr/>
          </p:nvSpPr>
          <p:spPr>
            <a:xfrm>
              <a:off x="5424367" y="3020385"/>
              <a:ext cx="376478" cy="37966"/>
            </a:xfrm>
            <a:custGeom>
              <a:rect b="b" l="l" r="r" t="t"/>
              <a:pathLst>
                <a:path extrusionOk="0" h="1432" w="14200">
                  <a:moveTo>
                    <a:pt x="716" y="1"/>
                  </a:moveTo>
                  <a:cubicBezTo>
                    <a:pt x="322" y="1"/>
                    <a:pt x="0" y="320"/>
                    <a:pt x="0" y="715"/>
                  </a:cubicBezTo>
                  <a:cubicBezTo>
                    <a:pt x="0" y="1110"/>
                    <a:pt x="319" y="1431"/>
                    <a:pt x="716" y="1431"/>
                  </a:cubicBezTo>
                  <a:lnTo>
                    <a:pt x="13483" y="1431"/>
                  </a:lnTo>
                  <a:cubicBezTo>
                    <a:pt x="13878" y="1429"/>
                    <a:pt x="14199" y="1110"/>
                    <a:pt x="14199" y="715"/>
                  </a:cubicBezTo>
                  <a:cubicBezTo>
                    <a:pt x="14199" y="322"/>
                    <a:pt x="13880" y="1"/>
                    <a:pt x="13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1"/>
            <p:cNvSpPr/>
            <p:nvPr/>
          </p:nvSpPr>
          <p:spPr>
            <a:xfrm>
              <a:off x="5581242" y="2999573"/>
              <a:ext cx="191712" cy="79484"/>
            </a:xfrm>
            <a:custGeom>
              <a:rect b="b" l="l" r="r" t="t"/>
              <a:pathLst>
                <a:path extrusionOk="0" h="2998" w="7231">
                  <a:moveTo>
                    <a:pt x="1033" y="1"/>
                  </a:moveTo>
                  <a:cubicBezTo>
                    <a:pt x="927" y="1"/>
                    <a:pt x="821" y="1"/>
                    <a:pt x="715" y="1"/>
                  </a:cubicBezTo>
                  <a:cubicBezTo>
                    <a:pt x="169" y="342"/>
                    <a:pt x="0" y="542"/>
                    <a:pt x="0" y="828"/>
                  </a:cubicBezTo>
                  <a:cubicBezTo>
                    <a:pt x="0" y="1677"/>
                    <a:pt x="511" y="2427"/>
                    <a:pt x="1713" y="2997"/>
                  </a:cubicBezTo>
                  <a:cubicBezTo>
                    <a:pt x="3310" y="2995"/>
                    <a:pt x="4904" y="2973"/>
                    <a:pt x="6499" y="2937"/>
                  </a:cubicBezTo>
                  <a:cubicBezTo>
                    <a:pt x="6747" y="2931"/>
                    <a:pt x="6965" y="2764"/>
                    <a:pt x="7033" y="2525"/>
                  </a:cubicBezTo>
                  <a:cubicBezTo>
                    <a:pt x="7231" y="1842"/>
                    <a:pt x="7231" y="1161"/>
                    <a:pt x="7033" y="475"/>
                  </a:cubicBezTo>
                  <a:cubicBezTo>
                    <a:pt x="6967" y="236"/>
                    <a:pt x="6747" y="67"/>
                    <a:pt x="6499" y="61"/>
                  </a:cubicBezTo>
                  <a:cubicBezTo>
                    <a:pt x="4678" y="19"/>
                    <a:pt x="2854" y="1"/>
                    <a:pt x="1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1"/>
            <p:cNvSpPr/>
            <p:nvPr/>
          </p:nvSpPr>
          <p:spPr>
            <a:xfrm>
              <a:off x="5452232" y="2999573"/>
              <a:ext cx="174426" cy="79511"/>
            </a:xfrm>
            <a:custGeom>
              <a:rect b="b" l="l" r="r" t="t"/>
              <a:pathLst>
                <a:path extrusionOk="0" h="2999" w="6579">
                  <a:moveTo>
                    <a:pt x="5578" y="1"/>
                  </a:moveTo>
                  <a:lnTo>
                    <a:pt x="5578" y="1"/>
                  </a:lnTo>
                  <a:cubicBezTo>
                    <a:pt x="3962" y="3"/>
                    <a:pt x="2349" y="23"/>
                    <a:pt x="732" y="63"/>
                  </a:cubicBezTo>
                  <a:cubicBezTo>
                    <a:pt x="484" y="67"/>
                    <a:pt x="266" y="234"/>
                    <a:pt x="198" y="475"/>
                  </a:cubicBezTo>
                  <a:cubicBezTo>
                    <a:pt x="0" y="1156"/>
                    <a:pt x="0" y="1842"/>
                    <a:pt x="198" y="2525"/>
                  </a:cubicBezTo>
                  <a:cubicBezTo>
                    <a:pt x="264" y="2762"/>
                    <a:pt x="484" y="2931"/>
                    <a:pt x="732" y="2937"/>
                  </a:cubicBezTo>
                  <a:cubicBezTo>
                    <a:pt x="2454" y="2976"/>
                    <a:pt x="4175" y="2998"/>
                    <a:pt x="5895" y="2998"/>
                  </a:cubicBezTo>
                  <a:cubicBezTo>
                    <a:pt x="6123" y="2998"/>
                    <a:pt x="6351" y="2998"/>
                    <a:pt x="6579" y="2997"/>
                  </a:cubicBezTo>
                  <a:cubicBezTo>
                    <a:pt x="5876" y="2447"/>
                    <a:pt x="5436" y="1677"/>
                    <a:pt x="5434" y="830"/>
                  </a:cubicBezTo>
                  <a:cubicBezTo>
                    <a:pt x="5434" y="542"/>
                    <a:pt x="5485" y="265"/>
                    <a:pt x="5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5" name="Google Shape;3335;p61"/>
          <p:cNvGrpSpPr/>
          <p:nvPr/>
        </p:nvGrpSpPr>
        <p:grpSpPr>
          <a:xfrm>
            <a:off x="1710076" y="3150067"/>
            <a:ext cx="325330" cy="323033"/>
            <a:chOff x="3346450" y="3335142"/>
            <a:chExt cx="379129" cy="376451"/>
          </a:xfrm>
        </p:grpSpPr>
        <p:sp>
          <p:nvSpPr>
            <p:cNvPr id="3336" name="Google Shape;3336;p61"/>
            <p:cNvSpPr/>
            <p:nvPr/>
          </p:nvSpPr>
          <p:spPr>
            <a:xfrm>
              <a:off x="3346450" y="3458425"/>
              <a:ext cx="254653" cy="253168"/>
            </a:xfrm>
            <a:custGeom>
              <a:rect b="b" l="l" r="r" t="t"/>
              <a:pathLst>
                <a:path extrusionOk="0" h="9549" w="9605">
                  <a:moveTo>
                    <a:pt x="9604" y="0"/>
                  </a:moveTo>
                  <a:lnTo>
                    <a:pt x="8495" y="96"/>
                  </a:lnTo>
                  <a:lnTo>
                    <a:pt x="7455" y="1138"/>
                  </a:lnTo>
                  <a:lnTo>
                    <a:pt x="7022" y="2256"/>
                  </a:lnTo>
                  <a:lnTo>
                    <a:pt x="5842" y="2755"/>
                  </a:lnTo>
                  <a:lnTo>
                    <a:pt x="222" y="8373"/>
                  </a:lnTo>
                  <a:cubicBezTo>
                    <a:pt x="0" y="8595"/>
                    <a:pt x="0" y="8956"/>
                    <a:pt x="222" y="9178"/>
                  </a:cubicBezTo>
                  <a:lnTo>
                    <a:pt x="424" y="9382"/>
                  </a:lnTo>
                  <a:cubicBezTo>
                    <a:pt x="535" y="9493"/>
                    <a:pt x="681" y="9548"/>
                    <a:pt x="828" y="9548"/>
                  </a:cubicBezTo>
                  <a:cubicBezTo>
                    <a:pt x="974" y="9548"/>
                    <a:pt x="1120" y="9493"/>
                    <a:pt x="1231" y="9382"/>
                  </a:cubicBezTo>
                  <a:lnTo>
                    <a:pt x="6852" y="3764"/>
                  </a:lnTo>
                  <a:lnTo>
                    <a:pt x="7344" y="2690"/>
                  </a:lnTo>
                  <a:lnTo>
                    <a:pt x="8464" y="2147"/>
                  </a:lnTo>
                  <a:lnTo>
                    <a:pt x="9504" y="1109"/>
                  </a:lnTo>
                  <a:lnTo>
                    <a:pt x="96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1"/>
            <p:cNvSpPr/>
            <p:nvPr/>
          </p:nvSpPr>
          <p:spPr>
            <a:xfrm>
              <a:off x="3501151" y="3488569"/>
              <a:ext cx="69595" cy="69595"/>
            </a:xfrm>
            <a:custGeom>
              <a:rect b="b" l="l" r="r" t="t"/>
              <a:pathLst>
                <a:path extrusionOk="0" h="2625" w="2625">
                  <a:moveTo>
                    <a:pt x="1613" y="1"/>
                  </a:moveTo>
                  <a:lnTo>
                    <a:pt x="1" y="1616"/>
                  </a:lnTo>
                  <a:lnTo>
                    <a:pt x="1010" y="2625"/>
                  </a:lnTo>
                  <a:lnTo>
                    <a:pt x="2625" y="1010"/>
                  </a:lnTo>
                  <a:lnTo>
                    <a:pt x="16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1"/>
            <p:cNvSpPr/>
            <p:nvPr/>
          </p:nvSpPr>
          <p:spPr>
            <a:xfrm>
              <a:off x="3596596" y="3352931"/>
              <a:ext cx="125086" cy="129063"/>
            </a:xfrm>
            <a:custGeom>
              <a:rect b="b" l="l" r="r" t="t"/>
              <a:pathLst>
                <a:path extrusionOk="0" h="4868" w="4718">
                  <a:moveTo>
                    <a:pt x="4094" y="0"/>
                  </a:moveTo>
                  <a:cubicBezTo>
                    <a:pt x="3363" y="0"/>
                    <a:pt x="2378" y="523"/>
                    <a:pt x="1633" y="1267"/>
                  </a:cubicBezTo>
                  <a:cubicBezTo>
                    <a:pt x="637" y="2265"/>
                    <a:pt x="0" y="4862"/>
                    <a:pt x="0" y="4862"/>
                  </a:cubicBezTo>
                  <a:cubicBezTo>
                    <a:pt x="4" y="4865"/>
                    <a:pt x="10" y="4867"/>
                    <a:pt x="18" y="4867"/>
                  </a:cubicBezTo>
                  <a:cubicBezTo>
                    <a:pt x="88" y="4867"/>
                    <a:pt x="311" y="4753"/>
                    <a:pt x="375" y="4753"/>
                  </a:cubicBezTo>
                  <a:cubicBezTo>
                    <a:pt x="383" y="4753"/>
                    <a:pt x="389" y="4755"/>
                    <a:pt x="391" y="4760"/>
                  </a:cubicBezTo>
                  <a:lnTo>
                    <a:pt x="1294" y="3857"/>
                  </a:lnTo>
                  <a:cubicBezTo>
                    <a:pt x="1400" y="3753"/>
                    <a:pt x="1535" y="3695"/>
                    <a:pt x="1682" y="3691"/>
                  </a:cubicBezTo>
                  <a:cubicBezTo>
                    <a:pt x="2214" y="3669"/>
                    <a:pt x="2866" y="3496"/>
                    <a:pt x="3443" y="2919"/>
                  </a:cubicBezTo>
                  <a:cubicBezTo>
                    <a:pt x="4197" y="2165"/>
                    <a:pt x="4554" y="989"/>
                    <a:pt x="4718" y="182"/>
                  </a:cubicBezTo>
                  <a:cubicBezTo>
                    <a:pt x="4549" y="57"/>
                    <a:pt x="4336" y="0"/>
                    <a:pt x="4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1"/>
            <p:cNvSpPr/>
            <p:nvPr/>
          </p:nvSpPr>
          <p:spPr>
            <a:xfrm>
              <a:off x="3562898" y="3335142"/>
              <a:ext cx="161806" cy="160136"/>
            </a:xfrm>
            <a:custGeom>
              <a:rect b="b" l="l" r="r" t="t"/>
              <a:pathLst>
                <a:path extrusionOk="0" h="6040" w="6103">
                  <a:moveTo>
                    <a:pt x="5799" y="1"/>
                  </a:moveTo>
                  <a:cubicBezTo>
                    <a:pt x="5786" y="1"/>
                    <a:pt x="5772" y="2"/>
                    <a:pt x="5758" y="4"/>
                  </a:cubicBezTo>
                  <a:cubicBezTo>
                    <a:pt x="5044" y="103"/>
                    <a:pt x="3441" y="425"/>
                    <a:pt x="2496" y="1368"/>
                  </a:cubicBezTo>
                  <a:cubicBezTo>
                    <a:pt x="1919" y="1944"/>
                    <a:pt x="1748" y="2594"/>
                    <a:pt x="1724" y="3126"/>
                  </a:cubicBezTo>
                  <a:cubicBezTo>
                    <a:pt x="1719" y="3275"/>
                    <a:pt x="1662" y="3410"/>
                    <a:pt x="1558" y="3515"/>
                  </a:cubicBezTo>
                  <a:lnTo>
                    <a:pt x="655" y="4419"/>
                  </a:lnTo>
                  <a:cubicBezTo>
                    <a:pt x="597" y="4392"/>
                    <a:pt x="535" y="4378"/>
                    <a:pt x="472" y="4378"/>
                  </a:cubicBezTo>
                  <a:cubicBezTo>
                    <a:pt x="362" y="4378"/>
                    <a:pt x="252" y="4420"/>
                    <a:pt x="167" y="4502"/>
                  </a:cubicBezTo>
                  <a:cubicBezTo>
                    <a:pt x="1" y="4668"/>
                    <a:pt x="1" y="4941"/>
                    <a:pt x="167" y="5107"/>
                  </a:cubicBezTo>
                  <a:lnTo>
                    <a:pt x="974" y="5914"/>
                  </a:lnTo>
                  <a:cubicBezTo>
                    <a:pt x="1057" y="5998"/>
                    <a:pt x="1167" y="6039"/>
                    <a:pt x="1276" y="6039"/>
                  </a:cubicBezTo>
                  <a:cubicBezTo>
                    <a:pt x="1385" y="6039"/>
                    <a:pt x="1494" y="5998"/>
                    <a:pt x="1578" y="5914"/>
                  </a:cubicBezTo>
                  <a:cubicBezTo>
                    <a:pt x="1744" y="5748"/>
                    <a:pt x="1744" y="5475"/>
                    <a:pt x="1578" y="5309"/>
                  </a:cubicBezTo>
                  <a:lnTo>
                    <a:pt x="1564" y="5296"/>
                  </a:lnTo>
                  <a:cubicBezTo>
                    <a:pt x="1538" y="4448"/>
                    <a:pt x="2116" y="3157"/>
                    <a:pt x="3112" y="2162"/>
                  </a:cubicBezTo>
                  <a:cubicBezTo>
                    <a:pt x="4007" y="1267"/>
                    <a:pt x="5010" y="839"/>
                    <a:pt x="5758" y="839"/>
                  </a:cubicBezTo>
                  <a:cubicBezTo>
                    <a:pt x="5837" y="839"/>
                    <a:pt x="5914" y="844"/>
                    <a:pt x="5987" y="853"/>
                  </a:cubicBezTo>
                  <a:cubicBezTo>
                    <a:pt x="6029" y="651"/>
                    <a:pt x="6056" y="472"/>
                    <a:pt x="6078" y="327"/>
                  </a:cubicBezTo>
                  <a:cubicBezTo>
                    <a:pt x="6102" y="153"/>
                    <a:pt x="5969" y="1"/>
                    <a:pt x="57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1"/>
            <p:cNvSpPr/>
            <p:nvPr/>
          </p:nvSpPr>
          <p:spPr>
            <a:xfrm>
              <a:off x="3470926" y="3458292"/>
              <a:ext cx="254653" cy="253168"/>
            </a:xfrm>
            <a:custGeom>
              <a:rect b="b" l="l" r="r" t="t"/>
              <a:pathLst>
                <a:path extrusionOk="0" h="9549" w="9605">
                  <a:moveTo>
                    <a:pt x="1" y="1"/>
                  </a:moveTo>
                  <a:lnTo>
                    <a:pt x="101" y="1110"/>
                  </a:lnTo>
                  <a:lnTo>
                    <a:pt x="8373" y="9383"/>
                  </a:lnTo>
                  <a:cubicBezTo>
                    <a:pt x="8484" y="9493"/>
                    <a:pt x="8631" y="9549"/>
                    <a:pt x="8777" y="9549"/>
                  </a:cubicBezTo>
                  <a:cubicBezTo>
                    <a:pt x="8923" y="9549"/>
                    <a:pt x="9070" y="9493"/>
                    <a:pt x="9181" y="9383"/>
                  </a:cubicBezTo>
                  <a:lnTo>
                    <a:pt x="9383" y="9181"/>
                  </a:lnTo>
                  <a:cubicBezTo>
                    <a:pt x="9604" y="8959"/>
                    <a:pt x="9604" y="8595"/>
                    <a:pt x="9383" y="8373"/>
                  </a:cubicBezTo>
                  <a:lnTo>
                    <a:pt x="1110" y="10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1"/>
            <p:cNvSpPr/>
            <p:nvPr/>
          </p:nvSpPr>
          <p:spPr>
            <a:xfrm>
              <a:off x="3357082" y="3337634"/>
              <a:ext cx="138448" cy="125112"/>
            </a:xfrm>
            <a:custGeom>
              <a:rect b="b" l="l" r="r" t="t"/>
              <a:pathLst>
                <a:path extrusionOk="0" h="4719" w="5222">
                  <a:moveTo>
                    <a:pt x="507" y="1"/>
                  </a:moveTo>
                  <a:cubicBezTo>
                    <a:pt x="1" y="679"/>
                    <a:pt x="600" y="2094"/>
                    <a:pt x="1589" y="3086"/>
                  </a:cubicBezTo>
                  <a:cubicBezTo>
                    <a:pt x="2587" y="4082"/>
                    <a:pt x="5186" y="4718"/>
                    <a:pt x="5186" y="4718"/>
                  </a:cubicBezTo>
                  <a:cubicBezTo>
                    <a:pt x="5222" y="4683"/>
                    <a:pt x="5042" y="4348"/>
                    <a:pt x="5082" y="4328"/>
                  </a:cubicBezTo>
                  <a:lnTo>
                    <a:pt x="4179" y="3425"/>
                  </a:lnTo>
                  <a:cubicBezTo>
                    <a:pt x="4077" y="3319"/>
                    <a:pt x="4018" y="3183"/>
                    <a:pt x="4013" y="3037"/>
                  </a:cubicBezTo>
                  <a:cubicBezTo>
                    <a:pt x="3991" y="2505"/>
                    <a:pt x="3818" y="1853"/>
                    <a:pt x="3241" y="1276"/>
                  </a:cubicBezTo>
                  <a:cubicBezTo>
                    <a:pt x="2487" y="522"/>
                    <a:pt x="1312" y="165"/>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1"/>
            <p:cNvSpPr/>
            <p:nvPr/>
          </p:nvSpPr>
          <p:spPr>
            <a:xfrm>
              <a:off x="3347325" y="3335248"/>
              <a:ext cx="161726" cy="160136"/>
            </a:xfrm>
            <a:custGeom>
              <a:rect b="b" l="l" r="r" t="t"/>
              <a:pathLst>
                <a:path extrusionOk="0" h="6040" w="6100">
                  <a:moveTo>
                    <a:pt x="300" y="0"/>
                  </a:moveTo>
                  <a:cubicBezTo>
                    <a:pt x="133" y="0"/>
                    <a:pt x="1" y="151"/>
                    <a:pt x="23" y="323"/>
                  </a:cubicBezTo>
                  <a:cubicBezTo>
                    <a:pt x="123" y="1038"/>
                    <a:pt x="444" y="2641"/>
                    <a:pt x="1387" y="3586"/>
                  </a:cubicBezTo>
                  <a:cubicBezTo>
                    <a:pt x="1964" y="4163"/>
                    <a:pt x="2616" y="4336"/>
                    <a:pt x="3146" y="4358"/>
                  </a:cubicBezTo>
                  <a:cubicBezTo>
                    <a:pt x="3294" y="4362"/>
                    <a:pt x="3430" y="4420"/>
                    <a:pt x="3534" y="4524"/>
                  </a:cubicBezTo>
                  <a:lnTo>
                    <a:pt x="4439" y="5427"/>
                  </a:lnTo>
                  <a:cubicBezTo>
                    <a:pt x="4363" y="5584"/>
                    <a:pt x="4392" y="5782"/>
                    <a:pt x="4521" y="5915"/>
                  </a:cubicBezTo>
                  <a:cubicBezTo>
                    <a:pt x="4604" y="5998"/>
                    <a:pt x="4714" y="6040"/>
                    <a:pt x="4824" y="6040"/>
                  </a:cubicBezTo>
                  <a:cubicBezTo>
                    <a:pt x="4933" y="6040"/>
                    <a:pt x="5043" y="5998"/>
                    <a:pt x="5126" y="5915"/>
                  </a:cubicBezTo>
                  <a:lnTo>
                    <a:pt x="5934" y="5107"/>
                  </a:lnTo>
                  <a:cubicBezTo>
                    <a:pt x="6100" y="4941"/>
                    <a:pt x="6100" y="4671"/>
                    <a:pt x="5934" y="4504"/>
                  </a:cubicBezTo>
                  <a:cubicBezTo>
                    <a:pt x="5850" y="4421"/>
                    <a:pt x="5741" y="4379"/>
                    <a:pt x="5631" y="4379"/>
                  </a:cubicBezTo>
                  <a:cubicBezTo>
                    <a:pt x="5521" y="4379"/>
                    <a:pt x="5411" y="4421"/>
                    <a:pt x="5328" y="4504"/>
                  </a:cubicBezTo>
                  <a:lnTo>
                    <a:pt x="5315" y="4518"/>
                  </a:lnTo>
                  <a:cubicBezTo>
                    <a:pt x="5295" y="4518"/>
                    <a:pt x="5274" y="4519"/>
                    <a:pt x="5254" y="4519"/>
                  </a:cubicBezTo>
                  <a:cubicBezTo>
                    <a:pt x="4409" y="4519"/>
                    <a:pt x="3153" y="3942"/>
                    <a:pt x="2181" y="2972"/>
                  </a:cubicBezTo>
                  <a:cubicBezTo>
                    <a:pt x="1192" y="1980"/>
                    <a:pt x="773" y="858"/>
                    <a:pt x="872" y="95"/>
                  </a:cubicBezTo>
                  <a:cubicBezTo>
                    <a:pt x="671" y="55"/>
                    <a:pt x="491" y="26"/>
                    <a:pt x="347" y="4"/>
                  </a:cubicBezTo>
                  <a:cubicBezTo>
                    <a:pt x="331" y="1"/>
                    <a:pt x="315" y="0"/>
                    <a:pt x="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61"/>
          <p:cNvGrpSpPr/>
          <p:nvPr/>
        </p:nvGrpSpPr>
        <p:grpSpPr>
          <a:xfrm>
            <a:off x="7109645" y="1404044"/>
            <a:ext cx="323306" cy="323055"/>
            <a:chOff x="3347855" y="2702686"/>
            <a:chExt cx="376769" cy="376478"/>
          </a:xfrm>
        </p:grpSpPr>
        <p:sp>
          <p:nvSpPr>
            <p:cNvPr id="3344" name="Google Shape;3344;p61"/>
            <p:cNvSpPr/>
            <p:nvPr/>
          </p:nvSpPr>
          <p:spPr>
            <a:xfrm>
              <a:off x="3458890" y="2880770"/>
              <a:ext cx="74235" cy="100854"/>
            </a:xfrm>
            <a:custGeom>
              <a:rect b="b" l="l" r="r" t="t"/>
              <a:pathLst>
                <a:path extrusionOk="0" h="3804" w="2800">
                  <a:moveTo>
                    <a:pt x="242" y="0"/>
                  </a:moveTo>
                  <a:cubicBezTo>
                    <a:pt x="200" y="0"/>
                    <a:pt x="159" y="12"/>
                    <a:pt x="122" y="37"/>
                  </a:cubicBezTo>
                  <a:cubicBezTo>
                    <a:pt x="27" y="104"/>
                    <a:pt x="0" y="237"/>
                    <a:pt x="67" y="334"/>
                  </a:cubicBezTo>
                  <a:lnTo>
                    <a:pt x="2380" y="3708"/>
                  </a:lnTo>
                  <a:cubicBezTo>
                    <a:pt x="2422" y="3770"/>
                    <a:pt x="2489" y="3803"/>
                    <a:pt x="2557" y="3803"/>
                  </a:cubicBezTo>
                  <a:cubicBezTo>
                    <a:pt x="2599" y="3803"/>
                    <a:pt x="2639" y="3792"/>
                    <a:pt x="2677" y="3763"/>
                  </a:cubicBezTo>
                  <a:cubicBezTo>
                    <a:pt x="2772" y="3697"/>
                    <a:pt x="2799" y="3564"/>
                    <a:pt x="2733" y="3468"/>
                  </a:cubicBezTo>
                  <a:lnTo>
                    <a:pt x="419" y="92"/>
                  </a:lnTo>
                  <a:cubicBezTo>
                    <a:pt x="378" y="33"/>
                    <a:pt x="310" y="0"/>
                    <a:pt x="2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1"/>
            <p:cNvSpPr/>
            <p:nvPr/>
          </p:nvSpPr>
          <p:spPr>
            <a:xfrm>
              <a:off x="3578726" y="2878437"/>
              <a:ext cx="62702" cy="103187"/>
            </a:xfrm>
            <a:custGeom>
              <a:rect b="b" l="l" r="r" t="t"/>
              <a:pathLst>
                <a:path extrusionOk="0" h="3892" w="2365">
                  <a:moveTo>
                    <a:pt x="2118" y="1"/>
                  </a:moveTo>
                  <a:cubicBezTo>
                    <a:pt x="2042" y="1"/>
                    <a:pt x="1968" y="42"/>
                    <a:pt x="1930" y="114"/>
                  </a:cubicBezTo>
                  <a:lnTo>
                    <a:pt x="58" y="3574"/>
                  </a:lnTo>
                  <a:cubicBezTo>
                    <a:pt x="0" y="3680"/>
                    <a:pt x="38" y="3811"/>
                    <a:pt x="144" y="3867"/>
                  </a:cubicBezTo>
                  <a:cubicBezTo>
                    <a:pt x="178" y="3882"/>
                    <a:pt x="213" y="3891"/>
                    <a:pt x="246" y="3891"/>
                  </a:cubicBezTo>
                  <a:cubicBezTo>
                    <a:pt x="322" y="3891"/>
                    <a:pt x="397" y="3851"/>
                    <a:pt x="435" y="3780"/>
                  </a:cubicBezTo>
                  <a:lnTo>
                    <a:pt x="2307" y="320"/>
                  </a:lnTo>
                  <a:cubicBezTo>
                    <a:pt x="2365" y="214"/>
                    <a:pt x="2327" y="83"/>
                    <a:pt x="2220" y="27"/>
                  </a:cubicBezTo>
                  <a:cubicBezTo>
                    <a:pt x="2188" y="9"/>
                    <a:pt x="2153" y="1"/>
                    <a:pt x="2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1"/>
            <p:cNvSpPr/>
            <p:nvPr/>
          </p:nvSpPr>
          <p:spPr>
            <a:xfrm>
              <a:off x="3543491" y="2702686"/>
              <a:ext cx="22854" cy="303038"/>
            </a:xfrm>
            <a:custGeom>
              <a:rect b="b" l="l" r="r" t="t"/>
              <a:pathLst>
                <a:path extrusionOk="0" h="11430" w="862">
                  <a:moveTo>
                    <a:pt x="431" y="0"/>
                  </a:moveTo>
                  <a:cubicBezTo>
                    <a:pt x="191" y="0"/>
                    <a:pt x="1" y="193"/>
                    <a:pt x="1" y="431"/>
                  </a:cubicBezTo>
                  <a:lnTo>
                    <a:pt x="1" y="10999"/>
                  </a:lnTo>
                  <a:cubicBezTo>
                    <a:pt x="1" y="11234"/>
                    <a:pt x="191" y="11429"/>
                    <a:pt x="431" y="11429"/>
                  </a:cubicBezTo>
                  <a:cubicBezTo>
                    <a:pt x="668" y="11427"/>
                    <a:pt x="861" y="11234"/>
                    <a:pt x="861" y="10999"/>
                  </a:cubicBezTo>
                  <a:lnTo>
                    <a:pt x="861" y="431"/>
                  </a:lnTo>
                  <a:cubicBezTo>
                    <a:pt x="861" y="196"/>
                    <a:pt x="668" y="0"/>
                    <a:pt x="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1"/>
            <p:cNvSpPr/>
            <p:nvPr/>
          </p:nvSpPr>
          <p:spPr>
            <a:xfrm>
              <a:off x="3505923" y="2752900"/>
              <a:ext cx="141736" cy="139217"/>
            </a:xfrm>
            <a:custGeom>
              <a:rect b="b" l="l" r="r" t="t"/>
              <a:pathLst>
                <a:path extrusionOk="0" h="5251" w="5346">
                  <a:moveTo>
                    <a:pt x="511" y="1"/>
                  </a:moveTo>
                  <a:cubicBezTo>
                    <a:pt x="366" y="420"/>
                    <a:pt x="0" y="1362"/>
                    <a:pt x="0" y="1837"/>
                  </a:cubicBezTo>
                  <a:cubicBezTo>
                    <a:pt x="0" y="3321"/>
                    <a:pt x="448" y="4738"/>
                    <a:pt x="2212" y="5250"/>
                  </a:cubicBezTo>
                  <a:lnTo>
                    <a:pt x="4997" y="5250"/>
                  </a:lnTo>
                  <a:cubicBezTo>
                    <a:pt x="5210" y="5250"/>
                    <a:pt x="5346" y="5024"/>
                    <a:pt x="5250" y="4833"/>
                  </a:cubicBezTo>
                  <a:cubicBezTo>
                    <a:pt x="4625" y="3618"/>
                    <a:pt x="4529" y="2427"/>
                    <a:pt x="5020" y="1256"/>
                  </a:cubicBezTo>
                  <a:lnTo>
                    <a:pt x="5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1"/>
            <p:cNvSpPr/>
            <p:nvPr/>
          </p:nvSpPr>
          <p:spPr>
            <a:xfrm>
              <a:off x="3433597" y="2733096"/>
              <a:ext cx="216581" cy="158969"/>
            </a:xfrm>
            <a:custGeom>
              <a:rect b="b" l="l" r="r" t="t"/>
              <a:pathLst>
                <a:path extrusionOk="0" h="5996" w="8169">
                  <a:moveTo>
                    <a:pt x="786" y="0"/>
                  </a:moveTo>
                  <a:cubicBezTo>
                    <a:pt x="23" y="1936"/>
                    <a:pt x="0" y="3873"/>
                    <a:pt x="715" y="5811"/>
                  </a:cubicBezTo>
                  <a:cubicBezTo>
                    <a:pt x="754" y="5924"/>
                    <a:pt x="863" y="5995"/>
                    <a:pt x="983" y="5995"/>
                  </a:cubicBezTo>
                  <a:lnTo>
                    <a:pt x="4935" y="5995"/>
                  </a:lnTo>
                  <a:cubicBezTo>
                    <a:pt x="3928" y="5634"/>
                    <a:pt x="3079" y="4389"/>
                    <a:pt x="2968" y="2985"/>
                  </a:cubicBezTo>
                  <a:cubicBezTo>
                    <a:pt x="2899" y="2144"/>
                    <a:pt x="3575" y="1454"/>
                    <a:pt x="4387" y="1454"/>
                  </a:cubicBezTo>
                  <a:cubicBezTo>
                    <a:pt x="4468" y="1454"/>
                    <a:pt x="4549" y="1461"/>
                    <a:pt x="4631" y="1475"/>
                  </a:cubicBezTo>
                  <a:lnTo>
                    <a:pt x="7745" y="2001"/>
                  </a:lnTo>
                  <a:cubicBezTo>
                    <a:pt x="7856" y="1735"/>
                    <a:pt x="7996" y="1468"/>
                    <a:pt x="8169" y="1204"/>
                  </a:cubicBezTo>
                  <a:lnTo>
                    <a:pt x="7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1"/>
            <p:cNvSpPr/>
            <p:nvPr/>
          </p:nvSpPr>
          <p:spPr>
            <a:xfrm>
              <a:off x="3437653" y="2719097"/>
              <a:ext cx="225886" cy="58195"/>
            </a:xfrm>
            <a:custGeom>
              <a:rect b="b" l="l" r="r" t="t"/>
              <a:pathLst>
                <a:path extrusionOk="0" h="2195" w="8520">
                  <a:moveTo>
                    <a:pt x="463" y="0"/>
                  </a:moveTo>
                  <a:cubicBezTo>
                    <a:pt x="260" y="0"/>
                    <a:pt x="80" y="146"/>
                    <a:pt x="43" y="353"/>
                  </a:cubicBezTo>
                  <a:cubicBezTo>
                    <a:pt x="0" y="586"/>
                    <a:pt x="156" y="808"/>
                    <a:pt x="389" y="850"/>
                  </a:cubicBezTo>
                  <a:lnTo>
                    <a:pt x="7983" y="2187"/>
                  </a:lnTo>
                  <a:cubicBezTo>
                    <a:pt x="8008" y="2192"/>
                    <a:pt x="8034" y="2194"/>
                    <a:pt x="8059" y="2194"/>
                  </a:cubicBezTo>
                  <a:cubicBezTo>
                    <a:pt x="8262" y="2194"/>
                    <a:pt x="8442" y="2048"/>
                    <a:pt x="8477" y="1841"/>
                  </a:cubicBezTo>
                  <a:cubicBezTo>
                    <a:pt x="8519" y="1608"/>
                    <a:pt x="8364" y="1386"/>
                    <a:pt x="8131" y="1344"/>
                  </a:cubicBezTo>
                  <a:lnTo>
                    <a:pt x="539" y="7"/>
                  </a:lnTo>
                  <a:cubicBezTo>
                    <a:pt x="514" y="2"/>
                    <a:pt x="488"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1"/>
            <p:cNvSpPr/>
            <p:nvPr/>
          </p:nvSpPr>
          <p:spPr>
            <a:xfrm>
              <a:off x="3457299" y="2911737"/>
              <a:ext cx="267326" cy="167426"/>
            </a:xfrm>
            <a:custGeom>
              <a:rect b="b" l="l" r="r" t="t"/>
              <a:pathLst>
                <a:path extrusionOk="0" h="6315" w="10083">
                  <a:moveTo>
                    <a:pt x="8548" y="0"/>
                  </a:moveTo>
                  <a:cubicBezTo>
                    <a:pt x="8151" y="0"/>
                    <a:pt x="7832" y="322"/>
                    <a:pt x="7832" y="717"/>
                  </a:cubicBezTo>
                  <a:cubicBezTo>
                    <a:pt x="7832" y="1003"/>
                    <a:pt x="7998" y="1249"/>
                    <a:pt x="8242" y="1362"/>
                  </a:cubicBezTo>
                  <a:cubicBezTo>
                    <a:pt x="7887" y="1956"/>
                    <a:pt x="6767" y="2030"/>
                    <a:pt x="3538" y="2030"/>
                  </a:cubicBezTo>
                  <a:lnTo>
                    <a:pt x="1728" y="2030"/>
                  </a:lnTo>
                  <a:cubicBezTo>
                    <a:pt x="681" y="3158"/>
                    <a:pt x="0" y="3050"/>
                    <a:pt x="0" y="3391"/>
                  </a:cubicBezTo>
                  <a:cubicBezTo>
                    <a:pt x="0" y="4711"/>
                    <a:pt x="1300" y="5796"/>
                    <a:pt x="3502" y="6315"/>
                  </a:cubicBezTo>
                  <a:lnTo>
                    <a:pt x="9584" y="6315"/>
                  </a:lnTo>
                  <a:cubicBezTo>
                    <a:pt x="9830" y="6315"/>
                    <a:pt x="10045" y="6128"/>
                    <a:pt x="10063" y="5882"/>
                  </a:cubicBezTo>
                  <a:cubicBezTo>
                    <a:pt x="10083" y="5640"/>
                    <a:pt x="9919" y="5427"/>
                    <a:pt x="9686" y="5379"/>
                  </a:cubicBezTo>
                  <a:lnTo>
                    <a:pt x="9027" y="5254"/>
                  </a:lnTo>
                  <a:cubicBezTo>
                    <a:pt x="8495" y="5155"/>
                    <a:pt x="8109" y="4689"/>
                    <a:pt x="8109" y="4148"/>
                  </a:cubicBezTo>
                  <a:cubicBezTo>
                    <a:pt x="8109" y="4017"/>
                    <a:pt x="8131" y="3888"/>
                    <a:pt x="8175" y="3766"/>
                  </a:cubicBezTo>
                  <a:cubicBezTo>
                    <a:pt x="8220" y="3644"/>
                    <a:pt x="8286" y="3529"/>
                    <a:pt x="8368" y="3427"/>
                  </a:cubicBezTo>
                  <a:lnTo>
                    <a:pt x="8581" y="3174"/>
                  </a:lnTo>
                  <a:cubicBezTo>
                    <a:pt x="9174" y="2462"/>
                    <a:pt x="9420" y="1526"/>
                    <a:pt x="9253" y="617"/>
                  </a:cubicBezTo>
                  <a:cubicBezTo>
                    <a:pt x="9207" y="269"/>
                    <a:pt x="8907" y="0"/>
                    <a:pt x="8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1"/>
            <p:cNvSpPr/>
            <p:nvPr/>
          </p:nvSpPr>
          <p:spPr>
            <a:xfrm>
              <a:off x="3347855" y="2889758"/>
              <a:ext cx="202370" cy="189405"/>
            </a:xfrm>
            <a:custGeom>
              <a:rect b="b" l="l" r="r" t="t"/>
              <a:pathLst>
                <a:path extrusionOk="0" h="7144" w="7633">
                  <a:moveTo>
                    <a:pt x="1721" y="1"/>
                  </a:moveTo>
                  <a:cubicBezTo>
                    <a:pt x="1713" y="1"/>
                    <a:pt x="1705" y="1"/>
                    <a:pt x="1697" y="2"/>
                  </a:cubicBezTo>
                  <a:cubicBezTo>
                    <a:pt x="1682" y="2"/>
                    <a:pt x="1671" y="4"/>
                    <a:pt x="1657" y="4"/>
                  </a:cubicBezTo>
                  <a:cubicBezTo>
                    <a:pt x="717" y="75"/>
                    <a:pt x="1" y="880"/>
                    <a:pt x="1" y="1825"/>
                  </a:cubicBezTo>
                  <a:lnTo>
                    <a:pt x="1" y="2433"/>
                  </a:lnTo>
                  <a:cubicBezTo>
                    <a:pt x="1" y="3812"/>
                    <a:pt x="502" y="5147"/>
                    <a:pt x="1409" y="6185"/>
                  </a:cubicBezTo>
                  <a:cubicBezTo>
                    <a:pt x="1671" y="6492"/>
                    <a:pt x="1999" y="6729"/>
                    <a:pt x="2356" y="6893"/>
                  </a:cubicBezTo>
                  <a:cubicBezTo>
                    <a:pt x="2718" y="7055"/>
                    <a:pt x="3110" y="7144"/>
                    <a:pt x="3512" y="7144"/>
                  </a:cubicBezTo>
                  <a:lnTo>
                    <a:pt x="7633" y="7144"/>
                  </a:lnTo>
                  <a:cubicBezTo>
                    <a:pt x="6459" y="6352"/>
                    <a:pt x="5714" y="5172"/>
                    <a:pt x="5714" y="3854"/>
                  </a:cubicBezTo>
                  <a:cubicBezTo>
                    <a:pt x="5714" y="3513"/>
                    <a:pt x="5763" y="3180"/>
                    <a:pt x="5858" y="2863"/>
                  </a:cubicBezTo>
                  <a:lnTo>
                    <a:pt x="1999" y="2863"/>
                  </a:lnTo>
                  <a:cubicBezTo>
                    <a:pt x="1524" y="2863"/>
                    <a:pt x="1143" y="2479"/>
                    <a:pt x="1143" y="2005"/>
                  </a:cubicBezTo>
                  <a:lnTo>
                    <a:pt x="1143" y="1838"/>
                  </a:lnTo>
                  <a:cubicBezTo>
                    <a:pt x="1143" y="1646"/>
                    <a:pt x="1301" y="1500"/>
                    <a:pt x="1479" y="1500"/>
                  </a:cubicBezTo>
                  <a:cubicBezTo>
                    <a:pt x="1519" y="1500"/>
                    <a:pt x="1560" y="1508"/>
                    <a:pt x="1600" y="1523"/>
                  </a:cubicBezTo>
                  <a:cubicBezTo>
                    <a:pt x="1602" y="1523"/>
                    <a:pt x="1604" y="1526"/>
                    <a:pt x="1609" y="1526"/>
                  </a:cubicBezTo>
                  <a:cubicBezTo>
                    <a:pt x="1644" y="1539"/>
                    <a:pt x="1680" y="1545"/>
                    <a:pt x="1714" y="1545"/>
                  </a:cubicBezTo>
                  <a:cubicBezTo>
                    <a:pt x="1866" y="1545"/>
                    <a:pt x="1999" y="1428"/>
                    <a:pt x="1999" y="1262"/>
                  </a:cubicBezTo>
                  <a:lnTo>
                    <a:pt x="1999" y="284"/>
                  </a:lnTo>
                  <a:cubicBezTo>
                    <a:pt x="1999" y="125"/>
                    <a:pt x="1876" y="1"/>
                    <a:pt x="17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1"/>
            <p:cNvSpPr/>
            <p:nvPr/>
          </p:nvSpPr>
          <p:spPr>
            <a:xfrm>
              <a:off x="3578143" y="3007977"/>
              <a:ext cx="72459" cy="40776"/>
            </a:xfrm>
            <a:custGeom>
              <a:rect b="b" l="l" r="r" t="t"/>
              <a:pathLst>
                <a:path extrusionOk="0" h="1538" w="2733">
                  <a:moveTo>
                    <a:pt x="1366" y="1"/>
                  </a:moveTo>
                  <a:cubicBezTo>
                    <a:pt x="767" y="1"/>
                    <a:pt x="333" y="345"/>
                    <a:pt x="109" y="571"/>
                  </a:cubicBezTo>
                  <a:cubicBezTo>
                    <a:pt x="0" y="680"/>
                    <a:pt x="0" y="857"/>
                    <a:pt x="109" y="968"/>
                  </a:cubicBezTo>
                  <a:cubicBezTo>
                    <a:pt x="333" y="1194"/>
                    <a:pt x="767" y="1538"/>
                    <a:pt x="1366" y="1538"/>
                  </a:cubicBezTo>
                  <a:cubicBezTo>
                    <a:pt x="1965" y="1538"/>
                    <a:pt x="2400" y="1194"/>
                    <a:pt x="2626" y="968"/>
                  </a:cubicBezTo>
                  <a:cubicBezTo>
                    <a:pt x="2733" y="859"/>
                    <a:pt x="2733" y="682"/>
                    <a:pt x="2626" y="571"/>
                  </a:cubicBezTo>
                  <a:cubicBezTo>
                    <a:pt x="2400" y="340"/>
                    <a:pt x="1965"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1"/>
            <p:cNvSpPr/>
            <p:nvPr/>
          </p:nvSpPr>
          <p:spPr>
            <a:xfrm>
              <a:off x="3602932" y="3016938"/>
              <a:ext cx="22854" cy="22827"/>
            </a:xfrm>
            <a:custGeom>
              <a:rect b="b" l="l" r="r" t="t"/>
              <a:pathLst>
                <a:path extrusionOk="0" h="861" w="862">
                  <a:moveTo>
                    <a:pt x="431" y="0"/>
                  </a:moveTo>
                  <a:cubicBezTo>
                    <a:pt x="194" y="0"/>
                    <a:pt x="1" y="193"/>
                    <a:pt x="1" y="430"/>
                  </a:cubicBezTo>
                  <a:cubicBezTo>
                    <a:pt x="1" y="668"/>
                    <a:pt x="194" y="861"/>
                    <a:pt x="431" y="861"/>
                  </a:cubicBezTo>
                  <a:cubicBezTo>
                    <a:pt x="669" y="861"/>
                    <a:pt x="862" y="668"/>
                    <a:pt x="862" y="430"/>
                  </a:cubicBezTo>
                  <a:cubicBezTo>
                    <a:pt x="862" y="193"/>
                    <a:pt x="669"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1"/>
            <p:cNvSpPr/>
            <p:nvPr/>
          </p:nvSpPr>
          <p:spPr>
            <a:xfrm>
              <a:off x="3375190" y="2984779"/>
              <a:ext cx="179145" cy="49287"/>
            </a:xfrm>
            <a:custGeom>
              <a:rect b="b" l="l" r="r" t="t"/>
              <a:pathLst>
                <a:path extrusionOk="0" h="1859" w="6757">
                  <a:moveTo>
                    <a:pt x="242" y="1"/>
                  </a:moveTo>
                  <a:cubicBezTo>
                    <a:pt x="211" y="1"/>
                    <a:pt x="180" y="8"/>
                    <a:pt x="150" y="22"/>
                  </a:cubicBezTo>
                  <a:cubicBezTo>
                    <a:pt x="45" y="71"/>
                    <a:pt x="1" y="202"/>
                    <a:pt x="50" y="306"/>
                  </a:cubicBezTo>
                  <a:cubicBezTo>
                    <a:pt x="150" y="514"/>
                    <a:pt x="267" y="714"/>
                    <a:pt x="396" y="905"/>
                  </a:cubicBezTo>
                  <a:cubicBezTo>
                    <a:pt x="806" y="1501"/>
                    <a:pt x="1485" y="1858"/>
                    <a:pt x="2219" y="1858"/>
                  </a:cubicBezTo>
                  <a:lnTo>
                    <a:pt x="6539" y="1858"/>
                  </a:lnTo>
                  <a:cubicBezTo>
                    <a:pt x="6659" y="1858"/>
                    <a:pt x="6757" y="1763"/>
                    <a:pt x="6750" y="1646"/>
                  </a:cubicBezTo>
                  <a:cubicBezTo>
                    <a:pt x="6750" y="1528"/>
                    <a:pt x="6657" y="1433"/>
                    <a:pt x="6537" y="1433"/>
                  </a:cubicBezTo>
                  <a:lnTo>
                    <a:pt x="2214" y="1433"/>
                  </a:lnTo>
                  <a:cubicBezTo>
                    <a:pt x="1627" y="1433"/>
                    <a:pt x="1079" y="1146"/>
                    <a:pt x="748" y="665"/>
                  </a:cubicBezTo>
                  <a:cubicBezTo>
                    <a:pt x="629" y="492"/>
                    <a:pt x="524" y="310"/>
                    <a:pt x="436" y="122"/>
                  </a:cubicBezTo>
                  <a:cubicBezTo>
                    <a:pt x="399" y="45"/>
                    <a:pt x="322" y="1"/>
                    <a:pt x="242" y="1"/>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61"/>
          <p:cNvGrpSpPr/>
          <p:nvPr/>
        </p:nvGrpSpPr>
        <p:grpSpPr>
          <a:xfrm>
            <a:off x="4410535" y="1404081"/>
            <a:ext cx="322987" cy="322994"/>
            <a:chOff x="2655588" y="2702758"/>
            <a:chExt cx="376398" cy="376406"/>
          </a:xfrm>
        </p:grpSpPr>
        <p:sp>
          <p:nvSpPr>
            <p:cNvPr id="3356" name="Google Shape;3356;p61"/>
            <p:cNvSpPr/>
            <p:nvPr/>
          </p:nvSpPr>
          <p:spPr>
            <a:xfrm>
              <a:off x="2658875" y="2879975"/>
              <a:ext cx="209184" cy="199188"/>
            </a:xfrm>
            <a:custGeom>
              <a:rect b="b" l="l" r="r" t="t"/>
              <a:pathLst>
                <a:path extrusionOk="0" h="7513" w="7890">
                  <a:moveTo>
                    <a:pt x="7856" y="0"/>
                  </a:moveTo>
                  <a:lnTo>
                    <a:pt x="3886" y="12"/>
                  </a:lnTo>
                  <a:lnTo>
                    <a:pt x="105" y="7091"/>
                  </a:lnTo>
                  <a:cubicBezTo>
                    <a:pt x="0" y="7282"/>
                    <a:pt x="140" y="7513"/>
                    <a:pt x="355" y="7513"/>
                  </a:cubicBezTo>
                  <a:lnTo>
                    <a:pt x="1165" y="7513"/>
                  </a:lnTo>
                  <a:lnTo>
                    <a:pt x="7889" y="6084"/>
                  </a:lnTo>
                  <a:lnTo>
                    <a:pt x="78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1"/>
            <p:cNvSpPr/>
            <p:nvPr/>
          </p:nvSpPr>
          <p:spPr>
            <a:xfrm>
              <a:off x="2770254" y="2879975"/>
              <a:ext cx="97805" cy="199188"/>
            </a:xfrm>
            <a:custGeom>
              <a:rect b="b" l="l" r="r" t="t"/>
              <a:pathLst>
                <a:path extrusionOk="0" h="7513" w="3689">
                  <a:moveTo>
                    <a:pt x="3655" y="0"/>
                  </a:moveTo>
                  <a:lnTo>
                    <a:pt x="3001" y="5"/>
                  </a:lnTo>
                  <a:lnTo>
                    <a:pt x="0" y="5621"/>
                  </a:lnTo>
                  <a:lnTo>
                    <a:pt x="3688" y="7513"/>
                  </a:lnTo>
                  <a:lnTo>
                    <a:pt x="3688" y="7513"/>
                  </a:lnTo>
                  <a:lnTo>
                    <a:pt x="3655" y="0"/>
                  </a:ln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1"/>
            <p:cNvSpPr/>
            <p:nvPr/>
          </p:nvSpPr>
          <p:spPr>
            <a:xfrm>
              <a:off x="2965704" y="2792476"/>
              <a:ext cx="22774" cy="22854"/>
            </a:xfrm>
            <a:custGeom>
              <a:rect b="b" l="l" r="r" t="t"/>
              <a:pathLst>
                <a:path extrusionOk="0" h="862" w="859">
                  <a:moveTo>
                    <a:pt x="428" y="1"/>
                  </a:moveTo>
                  <a:cubicBezTo>
                    <a:pt x="191" y="1"/>
                    <a:pt x="0" y="194"/>
                    <a:pt x="0" y="431"/>
                  </a:cubicBezTo>
                  <a:cubicBezTo>
                    <a:pt x="0" y="668"/>
                    <a:pt x="191" y="861"/>
                    <a:pt x="428" y="861"/>
                  </a:cubicBezTo>
                  <a:cubicBezTo>
                    <a:pt x="668" y="861"/>
                    <a:pt x="859" y="668"/>
                    <a:pt x="859" y="431"/>
                  </a:cubicBezTo>
                  <a:cubicBezTo>
                    <a:pt x="859" y="194"/>
                    <a:pt x="668" y="1"/>
                    <a:pt x="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1"/>
            <p:cNvSpPr/>
            <p:nvPr/>
          </p:nvSpPr>
          <p:spPr>
            <a:xfrm>
              <a:off x="2851860" y="2889387"/>
              <a:ext cx="176838" cy="189776"/>
            </a:xfrm>
            <a:custGeom>
              <a:rect b="b" l="l" r="r" t="t"/>
              <a:pathLst>
                <a:path extrusionOk="0" h="7158" w="6670">
                  <a:moveTo>
                    <a:pt x="2125" y="0"/>
                  </a:moveTo>
                  <a:cubicBezTo>
                    <a:pt x="806" y="743"/>
                    <a:pt x="1" y="1919"/>
                    <a:pt x="1" y="3150"/>
                  </a:cubicBezTo>
                  <a:cubicBezTo>
                    <a:pt x="1" y="4920"/>
                    <a:pt x="1280" y="6632"/>
                    <a:pt x="3441" y="7158"/>
                  </a:cubicBezTo>
                  <a:lnTo>
                    <a:pt x="6317" y="7158"/>
                  </a:lnTo>
                  <a:cubicBezTo>
                    <a:pt x="6535" y="7158"/>
                    <a:pt x="6670" y="6927"/>
                    <a:pt x="6568" y="6736"/>
                  </a:cubicBezTo>
                  <a:lnTo>
                    <a:pt x="29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1"/>
            <p:cNvSpPr/>
            <p:nvPr/>
          </p:nvSpPr>
          <p:spPr>
            <a:xfrm>
              <a:off x="2770175" y="2889387"/>
              <a:ext cx="172915" cy="189776"/>
            </a:xfrm>
            <a:custGeom>
              <a:rect b="b" l="l" r="r" t="t"/>
              <a:pathLst>
                <a:path extrusionOk="0" h="7158" w="6522">
                  <a:moveTo>
                    <a:pt x="3459" y="0"/>
                  </a:moveTo>
                  <a:lnTo>
                    <a:pt x="1" y="6029"/>
                  </a:lnTo>
                  <a:lnTo>
                    <a:pt x="1820" y="7158"/>
                  </a:lnTo>
                  <a:lnTo>
                    <a:pt x="6522" y="7158"/>
                  </a:lnTo>
                  <a:cubicBezTo>
                    <a:pt x="4911" y="6443"/>
                    <a:pt x="3796" y="4920"/>
                    <a:pt x="3791" y="3150"/>
                  </a:cubicBezTo>
                  <a:cubicBezTo>
                    <a:pt x="3791" y="1919"/>
                    <a:pt x="4330" y="805"/>
                    <a:pt x="5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1"/>
            <p:cNvSpPr/>
            <p:nvPr/>
          </p:nvSpPr>
          <p:spPr>
            <a:xfrm>
              <a:off x="2760471" y="2946892"/>
              <a:ext cx="22801" cy="22774"/>
            </a:xfrm>
            <a:custGeom>
              <a:rect b="b" l="l" r="r" t="t"/>
              <a:pathLst>
                <a:path extrusionOk="0" h="859" w="860">
                  <a:moveTo>
                    <a:pt x="431" y="0"/>
                  </a:moveTo>
                  <a:cubicBezTo>
                    <a:pt x="192" y="0"/>
                    <a:pt x="1" y="191"/>
                    <a:pt x="1" y="431"/>
                  </a:cubicBezTo>
                  <a:cubicBezTo>
                    <a:pt x="1" y="668"/>
                    <a:pt x="192" y="859"/>
                    <a:pt x="431" y="859"/>
                  </a:cubicBezTo>
                  <a:cubicBezTo>
                    <a:pt x="668" y="859"/>
                    <a:pt x="859" y="668"/>
                    <a:pt x="859" y="431"/>
                  </a:cubicBezTo>
                  <a:cubicBezTo>
                    <a:pt x="859" y="191"/>
                    <a:pt x="668"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1"/>
            <p:cNvSpPr/>
            <p:nvPr/>
          </p:nvSpPr>
          <p:spPr>
            <a:xfrm>
              <a:off x="2689683" y="2750030"/>
              <a:ext cx="22774" cy="22774"/>
            </a:xfrm>
            <a:custGeom>
              <a:rect b="b" l="l" r="r" t="t"/>
              <a:pathLst>
                <a:path extrusionOk="0" h="859" w="859">
                  <a:moveTo>
                    <a:pt x="431" y="0"/>
                  </a:moveTo>
                  <a:cubicBezTo>
                    <a:pt x="193" y="0"/>
                    <a:pt x="1" y="191"/>
                    <a:pt x="1" y="431"/>
                  </a:cubicBezTo>
                  <a:cubicBezTo>
                    <a:pt x="1" y="668"/>
                    <a:pt x="193" y="859"/>
                    <a:pt x="431" y="859"/>
                  </a:cubicBezTo>
                  <a:cubicBezTo>
                    <a:pt x="668" y="859"/>
                    <a:pt x="859" y="668"/>
                    <a:pt x="859" y="431"/>
                  </a:cubicBezTo>
                  <a:cubicBezTo>
                    <a:pt x="859" y="191"/>
                    <a:pt x="668"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1"/>
            <p:cNvSpPr/>
            <p:nvPr/>
          </p:nvSpPr>
          <p:spPr>
            <a:xfrm>
              <a:off x="2828688" y="2775084"/>
              <a:ext cx="30304" cy="79591"/>
            </a:xfrm>
            <a:custGeom>
              <a:rect b="b" l="l" r="r" t="t"/>
              <a:pathLst>
                <a:path extrusionOk="0" h="3002" w="1143">
                  <a:moveTo>
                    <a:pt x="571" y="0"/>
                  </a:moveTo>
                  <a:lnTo>
                    <a:pt x="1" y="431"/>
                  </a:lnTo>
                  <a:lnTo>
                    <a:pt x="1" y="3001"/>
                  </a:lnTo>
                  <a:lnTo>
                    <a:pt x="1143" y="3001"/>
                  </a:lnTo>
                  <a:lnTo>
                    <a:pt x="1143" y="431"/>
                  </a:lnTo>
                  <a:lnTo>
                    <a:pt x="5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1"/>
            <p:cNvSpPr/>
            <p:nvPr/>
          </p:nvSpPr>
          <p:spPr>
            <a:xfrm>
              <a:off x="2828688" y="2763665"/>
              <a:ext cx="30304" cy="22721"/>
            </a:xfrm>
            <a:custGeom>
              <a:rect b="b" l="l" r="r" t="t"/>
              <a:pathLst>
                <a:path extrusionOk="0" h="857" w="1143">
                  <a:moveTo>
                    <a:pt x="1" y="0"/>
                  </a:moveTo>
                  <a:lnTo>
                    <a:pt x="1" y="857"/>
                  </a:lnTo>
                  <a:lnTo>
                    <a:pt x="1143" y="857"/>
                  </a:lnTo>
                  <a:lnTo>
                    <a:pt x="1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1"/>
            <p:cNvSpPr/>
            <p:nvPr/>
          </p:nvSpPr>
          <p:spPr>
            <a:xfrm>
              <a:off x="2764315" y="2775084"/>
              <a:ext cx="30304" cy="79591"/>
            </a:xfrm>
            <a:custGeom>
              <a:rect b="b" l="l" r="r" t="t"/>
              <a:pathLst>
                <a:path extrusionOk="0" h="3002" w="1143">
                  <a:moveTo>
                    <a:pt x="570" y="0"/>
                  </a:moveTo>
                  <a:lnTo>
                    <a:pt x="0" y="431"/>
                  </a:lnTo>
                  <a:lnTo>
                    <a:pt x="0" y="3001"/>
                  </a:lnTo>
                  <a:lnTo>
                    <a:pt x="1142" y="3001"/>
                  </a:lnTo>
                  <a:lnTo>
                    <a:pt x="1142" y="431"/>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1"/>
            <p:cNvSpPr/>
            <p:nvPr/>
          </p:nvSpPr>
          <p:spPr>
            <a:xfrm>
              <a:off x="2764315" y="2763665"/>
              <a:ext cx="30304" cy="22721"/>
            </a:xfrm>
            <a:custGeom>
              <a:rect b="b" l="l" r="r" t="t"/>
              <a:pathLst>
                <a:path extrusionOk="0" h="857" w="1143">
                  <a:moveTo>
                    <a:pt x="0" y="0"/>
                  </a:moveTo>
                  <a:lnTo>
                    <a:pt x="0" y="857"/>
                  </a:lnTo>
                  <a:lnTo>
                    <a:pt x="1142" y="857"/>
                  </a:lnTo>
                  <a:lnTo>
                    <a:pt x="1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1"/>
            <p:cNvSpPr/>
            <p:nvPr/>
          </p:nvSpPr>
          <p:spPr>
            <a:xfrm>
              <a:off x="2893034" y="2775084"/>
              <a:ext cx="30304" cy="79591"/>
            </a:xfrm>
            <a:custGeom>
              <a:rect b="b" l="l" r="r" t="t"/>
              <a:pathLst>
                <a:path extrusionOk="0" h="3002" w="1143">
                  <a:moveTo>
                    <a:pt x="570" y="0"/>
                  </a:moveTo>
                  <a:lnTo>
                    <a:pt x="0" y="431"/>
                  </a:lnTo>
                  <a:lnTo>
                    <a:pt x="0" y="3001"/>
                  </a:lnTo>
                  <a:lnTo>
                    <a:pt x="1142" y="3001"/>
                  </a:lnTo>
                  <a:lnTo>
                    <a:pt x="1142" y="431"/>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1"/>
            <p:cNvSpPr/>
            <p:nvPr/>
          </p:nvSpPr>
          <p:spPr>
            <a:xfrm>
              <a:off x="2893034" y="2763665"/>
              <a:ext cx="30304" cy="22721"/>
            </a:xfrm>
            <a:custGeom>
              <a:rect b="b" l="l" r="r" t="t"/>
              <a:pathLst>
                <a:path extrusionOk="0" h="857" w="1143">
                  <a:moveTo>
                    <a:pt x="0" y="0"/>
                  </a:moveTo>
                  <a:lnTo>
                    <a:pt x="0" y="857"/>
                  </a:lnTo>
                  <a:lnTo>
                    <a:pt x="1142" y="857"/>
                  </a:lnTo>
                  <a:lnTo>
                    <a:pt x="1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1"/>
            <p:cNvSpPr/>
            <p:nvPr/>
          </p:nvSpPr>
          <p:spPr>
            <a:xfrm>
              <a:off x="2802865" y="2702758"/>
              <a:ext cx="136645" cy="68588"/>
            </a:xfrm>
            <a:custGeom>
              <a:rect b="b" l="l" r="r" t="t"/>
              <a:pathLst>
                <a:path extrusionOk="0" h="2587" w="5154">
                  <a:moveTo>
                    <a:pt x="1545" y="0"/>
                  </a:moveTo>
                  <a:cubicBezTo>
                    <a:pt x="1320" y="0"/>
                    <a:pt x="1096" y="67"/>
                    <a:pt x="901" y="200"/>
                  </a:cubicBezTo>
                  <a:lnTo>
                    <a:pt x="547" y="442"/>
                  </a:lnTo>
                  <a:cubicBezTo>
                    <a:pt x="218" y="768"/>
                    <a:pt x="1" y="1218"/>
                    <a:pt x="1" y="1515"/>
                  </a:cubicBezTo>
                  <a:cubicBezTo>
                    <a:pt x="1" y="2007"/>
                    <a:pt x="176" y="2298"/>
                    <a:pt x="919" y="2586"/>
                  </a:cubicBezTo>
                  <a:lnTo>
                    <a:pt x="4761" y="2586"/>
                  </a:lnTo>
                  <a:cubicBezTo>
                    <a:pt x="5042" y="2586"/>
                    <a:pt x="5153" y="2223"/>
                    <a:pt x="4923" y="2063"/>
                  </a:cubicBezTo>
                  <a:lnTo>
                    <a:pt x="2188" y="200"/>
                  </a:lnTo>
                  <a:cubicBezTo>
                    <a:pt x="1994" y="67"/>
                    <a:pt x="1769" y="0"/>
                    <a:pt x="1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1"/>
            <p:cNvSpPr/>
            <p:nvPr/>
          </p:nvSpPr>
          <p:spPr>
            <a:xfrm>
              <a:off x="2748143" y="2714378"/>
              <a:ext cx="79113" cy="56843"/>
            </a:xfrm>
            <a:custGeom>
              <a:rect b="b" l="l" r="r" t="t"/>
              <a:pathLst>
                <a:path extrusionOk="0" h="2144" w="2984">
                  <a:moveTo>
                    <a:pt x="2611" y="1"/>
                  </a:moveTo>
                  <a:lnTo>
                    <a:pt x="233" y="1622"/>
                  </a:lnTo>
                  <a:cubicBezTo>
                    <a:pt x="0" y="1782"/>
                    <a:pt x="113" y="2143"/>
                    <a:pt x="393" y="2143"/>
                  </a:cubicBezTo>
                  <a:lnTo>
                    <a:pt x="2983" y="2143"/>
                  </a:lnTo>
                  <a:cubicBezTo>
                    <a:pt x="2608" y="1780"/>
                    <a:pt x="2387" y="1329"/>
                    <a:pt x="2384" y="835"/>
                  </a:cubicBezTo>
                  <a:cubicBezTo>
                    <a:pt x="2384" y="540"/>
                    <a:pt x="2464" y="258"/>
                    <a:pt x="26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1"/>
            <p:cNvSpPr/>
            <p:nvPr/>
          </p:nvSpPr>
          <p:spPr>
            <a:xfrm>
              <a:off x="2793532" y="2837581"/>
              <a:ext cx="148735" cy="34122"/>
            </a:xfrm>
            <a:custGeom>
              <a:rect b="b" l="l" r="r" t="t"/>
              <a:pathLst>
                <a:path extrusionOk="0" h="1287" w="5610">
                  <a:moveTo>
                    <a:pt x="830" y="0"/>
                  </a:moveTo>
                  <a:cubicBezTo>
                    <a:pt x="0" y="522"/>
                    <a:pt x="493" y="1129"/>
                    <a:pt x="1331" y="1287"/>
                  </a:cubicBezTo>
                  <a:lnTo>
                    <a:pt x="5609" y="1287"/>
                  </a:lnTo>
                  <a:lnTo>
                    <a:pt x="5609" y="570"/>
                  </a:lnTo>
                  <a:cubicBezTo>
                    <a:pt x="5609" y="258"/>
                    <a:pt x="5354" y="0"/>
                    <a:pt x="5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1"/>
            <p:cNvSpPr/>
            <p:nvPr/>
          </p:nvSpPr>
          <p:spPr>
            <a:xfrm>
              <a:off x="2745438" y="2837581"/>
              <a:ext cx="83408" cy="34122"/>
            </a:xfrm>
            <a:custGeom>
              <a:rect b="b" l="l" r="r" t="t"/>
              <a:pathLst>
                <a:path extrusionOk="0" h="1287" w="3146">
                  <a:moveTo>
                    <a:pt x="570" y="0"/>
                  </a:moveTo>
                  <a:cubicBezTo>
                    <a:pt x="255" y="0"/>
                    <a:pt x="0" y="255"/>
                    <a:pt x="0" y="570"/>
                  </a:cubicBezTo>
                  <a:lnTo>
                    <a:pt x="0" y="1287"/>
                  </a:lnTo>
                  <a:lnTo>
                    <a:pt x="3145" y="1287"/>
                  </a:lnTo>
                  <a:cubicBezTo>
                    <a:pt x="2697" y="1165"/>
                    <a:pt x="2395" y="577"/>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1"/>
            <p:cNvSpPr/>
            <p:nvPr/>
          </p:nvSpPr>
          <p:spPr>
            <a:xfrm>
              <a:off x="2817393" y="2867859"/>
              <a:ext cx="132456" cy="30304"/>
            </a:xfrm>
            <a:custGeom>
              <a:rect b="b" l="l" r="r" t="t"/>
              <a:pathLst>
                <a:path extrusionOk="0" h="1143" w="4996">
                  <a:moveTo>
                    <a:pt x="511" y="1"/>
                  </a:moveTo>
                  <a:cubicBezTo>
                    <a:pt x="1" y="418"/>
                    <a:pt x="260" y="868"/>
                    <a:pt x="1050" y="1143"/>
                  </a:cubicBezTo>
                  <a:lnTo>
                    <a:pt x="4996" y="1143"/>
                  </a:lnTo>
                  <a:lnTo>
                    <a:pt x="49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1"/>
            <p:cNvSpPr/>
            <p:nvPr/>
          </p:nvSpPr>
          <p:spPr>
            <a:xfrm>
              <a:off x="2737776" y="2867859"/>
              <a:ext cx="107455" cy="30304"/>
            </a:xfrm>
            <a:custGeom>
              <a:rect b="b" l="l" r="r" t="t"/>
              <a:pathLst>
                <a:path extrusionOk="0" h="1143" w="4053">
                  <a:moveTo>
                    <a:pt x="1" y="1"/>
                  </a:moveTo>
                  <a:lnTo>
                    <a:pt x="1" y="1143"/>
                  </a:lnTo>
                  <a:lnTo>
                    <a:pt x="4053" y="1143"/>
                  </a:lnTo>
                  <a:cubicBezTo>
                    <a:pt x="3631" y="870"/>
                    <a:pt x="3445" y="418"/>
                    <a:pt x="35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1"/>
            <p:cNvSpPr/>
            <p:nvPr/>
          </p:nvSpPr>
          <p:spPr>
            <a:xfrm>
              <a:off x="2689736" y="2992573"/>
              <a:ext cx="128745" cy="86590"/>
            </a:xfrm>
            <a:custGeom>
              <a:rect b="b" l="l" r="r" t="t"/>
              <a:pathLst>
                <a:path extrusionOk="0" h="3266" w="4856">
                  <a:moveTo>
                    <a:pt x="2428" y="1"/>
                  </a:moveTo>
                  <a:cubicBezTo>
                    <a:pt x="2032" y="1"/>
                    <a:pt x="1635" y="203"/>
                    <a:pt x="1420" y="606"/>
                  </a:cubicBezTo>
                  <a:lnTo>
                    <a:pt x="1" y="3266"/>
                  </a:lnTo>
                  <a:lnTo>
                    <a:pt x="4856" y="3266"/>
                  </a:lnTo>
                  <a:lnTo>
                    <a:pt x="3436" y="606"/>
                  </a:lnTo>
                  <a:cubicBezTo>
                    <a:pt x="3221" y="203"/>
                    <a:pt x="2825" y="1"/>
                    <a:pt x="24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1"/>
            <p:cNvSpPr/>
            <p:nvPr/>
          </p:nvSpPr>
          <p:spPr>
            <a:xfrm>
              <a:off x="2847909" y="2890156"/>
              <a:ext cx="37966" cy="37939"/>
            </a:xfrm>
            <a:custGeom>
              <a:rect b="b" l="l" r="r" t="t"/>
              <a:pathLst>
                <a:path extrusionOk="0" h="1431" w="1432">
                  <a:moveTo>
                    <a:pt x="717" y="0"/>
                  </a:moveTo>
                  <a:cubicBezTo>
                    <a:pt x="323" y="0"/>
                    <a:pt x="1" y="320"/>
                    <a:pt x="1" y="714"/>
                  </a:cubicBezTo>
                  <a:cubicBezTo>
                    <a:pt x="1" y="1109"/>
                    <a:pt x="323" y="1431"/>
                    <a:pt x="717" y="1431"/>
                  </a:cubicBezTo>
                  <a:cubicBezTo>
                    <a:pt x="1112" y="1431"/>
                    <a:pt x="1431" y="1109"/>
                    <a:pt x="1431" y="714"/>
                  </a:cubicBezTo>
                  <a:cubicBezTo>
                    <a:pt x="1431" y="320"/>
                    <a:pt x="1112"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1"/>
            <p:cNvSpPr/>
            <p:nvPr/>
          </p:nvSpPr>
          <p:spPr>
            <a:xfrm>
              <a:off x="2705855" y="2832571"/>
              <a:ext cx="122567" cy="96187"/>
            </a:xfrm>
            <a:custGeom>
              <a:rect b="b" l="l" r="r" t="t"/>
              <a:pathLst>
                <a:path extrusionOk="0" h="3628" w="4623">
                  <a:moveTo>
                    <a:pt x="1537" y="1"/>
                  </a:moveTo>
                  <a:cubicBezTo>
                    <a:pt x="1440" y="1"/>
                    <a:pt x="1342" y="10"/>
                    <a:pt x="1251" y="25"/>
                  </a:cubicBezTo>
                  <a:cubicBezTo>
                    <a:pt x="606" y="637"/>
                    <a:pt x="0" y="1414"/>
                    <a:pt x="0" y="1813"/>
                  </a:cubicBezTo>
                  <a:cubicBezTo>
                    <a:pt x="0" y="2798"/>
                    <a:pt x="941" y="3339"/>
                    <a:pt x="2351" y="3627"/>
                  </a:cubicBezTo>
                  <a:lnTo>
                    <a:pt x="3190" y="3627"/>
                  </a:lnTo>
                  <a:cubicBezTo>
                    <a:pt x="3192" y="3627"/>
                    <a:pt x="3195" y="3627"/>
                    <a:pt x="3197" y="3627"/>
                  </a:cubicBezTo>
                  <a:cubicBezTo>
                    <a:pt x="3585" y="3627"/>
                    <a:pt x="3968" y="3452"/>
                    <a:pt x="4221" y="3117"/>
                  </a:cubicBezTo>
                  <a:cubicBezTo>
                    <a:pt x="4623" y="2587"/>
                    <a:pt x="4547" y="1828"/>
                    <a:pt x="4055" y="1385"/>
                  </a:cubicBezTo>
                  <a:cubicBezTo>
                    <a:pt x="3846" y="1199"/>
                    <a:pt x="3593" y="1092"/>
                    <a:pt x="3338" y="1065"/>
                  </a:cubicBezTo>
                  <a:cubicBezTo>
                    <a:pt x="3152" y="1043"/>
                    <a:pt x="2986" y="939"/>
                    <a:pt x="2893" y="777"/>
                  </a:cubicBezTo>
                  <a:cubicBezTo>
                    <a:pt x="2620" y="314"/>
                    <a:pt x="211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1"/>
            <p:cNvSpPr/>
            <p:nvPr/>
          </p:nvSpPr>
          <p:spPr>
            <a:xfrm>
              <a:off x="2655588" y="2833286"/>
              <a:ext cx="112625" cy="95525"/>
            </a:xfrm>
            <a:custGeom>
              <a:rect b="b" l="l" r="r" t="t"/>
              <a:pathLst>
                <a:path extrusionOk="0" h="3603" w="4248">
                  <a:moveTo>
                    <a:pt x="3141" y="0"/>
                  </a:moveTo>
                  <a:lnTo>
                    <a:pt x="3141" y="0"/>
                  </a:lnTo>
                  <a:cubicBezTo>
                    <a:pt x="2757" y="74"/>
                    <a:pt x="2420" y="284"/>
                    <a:pt x="2187" y="582"/>
                  </a:cubicBezTo>
                  <a:cubicBezTo>
                    <a:pt x="2136" y="650"/>
                    <a:pt x="2052" y="690"/>
                    <a:pt x="1965" y="692"/>
                  </a:cubicBezTo>
                  <a:cubicBezTo>
                    <a:pt x="1686" y="697"/>
                    <a:pt x="1406" y="797"/>
                    <a:pt x="1173" y="992"/>
                  </a:cubicBezTo>
                  <a:cubicBezTo>
                    <a:pt x="938" y="1189"/>
                    <a:pt x="790" y="1451"/>
                    <a:pt x="739" y="1730"/>
                  </a:cubicBezTo>
                  <a:cubicBezTo>
                    <a:pt x="721" y="1828"/>
                    <a:pt x="652" y="1910"/>
                    <a:pt x="561" y="1941"/>
                  </a:cubicBezTo>
                  <a:cubicBezTo>
                    <a:pt x="233" y="2063"/>
                    <a:pt x="0" y="2378"/>
                    <a:pt x="0" y="2746"/>
                  </a:cubicBezTo>
                  <a:cubicBezTo>
                    <a:pt x="0" y="2981"/>
                    <a:pt x="98" y="3196"/>
                    <a:pt x="253" y="3352"/>
                  </a:cubicBezTo>
                  <a:cubicBezTo>
                    <a:pt x="408" y="3505"/>
                    <a:pt x="623" y="3602"/>
                    <a:pt x="861" y="3602"/>
                  </a:cubicBezTo>
                  <a:lnTo>
                    <a:pt x="4247" y="3602"/>
                  </a:lnTo>
                  <a:cubicBezTo>
                    <a:pt x="3425" y="3006"/>
                    <a:pt x="2901" y="2123"/>
                    <a:pt x="2897" y="1138"/>
                  </a:cubicBezTo>
                  <a:cubicBezTo>
                    <a:pt x="2897" y="739"/>
                    <a:pt x="2983" y="358"/>
                    <a:pt x="3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1"/>
            <p:cNvSpPr/>
            <p:nvPr/>
          </p:nvSpPr>
          <p:spPr>
            <a:xfrm>
              <a:off x="2915967" y="2840570"/>
              <a:ext cx="116019" cy="90646"/>
            </a:xfrm>
            <a:custGeom>
              <a:rect b="b" l="l" r="r" t="t"/>
              <a:pathLst>
                <a:path extrusionOk="0" h="3419" w="4376">
                  <a:moveTo>
                    <a:pt x="2640" y="0"/>
                  </a:moveTo>
                  <a:cubicBezTo>
                    <a:pt x="2489" y="0"/>
                    <a:pt x="2338" y="33"/>
                    <a:pt x="2202" y="103"/>
                  </a:cubicBezTo>
                  <a:cubicBezTo>
                    <a:pt x="2069" y="170"/>
                    <a:pt x="1963" y="263"/>
                    <a:pt x="1876" y="371"/>
                  </a:cubicBezTo>
                  <a:cubicBezTo>
                    <a:pt x="1774" y="502"/>
                    <a:pt x="1619" y="573"/>
                    <a:pt x="1455" y="582"/>
                  </a:cubicBezTo>
                  <a:cubicBezTo>
                    <a:pt x="0" y="1755"/>
                    <a:pt x="1120" y="3124"/>
                    <a:pt x="2336" y="3419"/>
                  </a:cubicBezTo>
                  <a:lnTo>
                    <a:pt x="3234" y="3419"/>
                  </a:lnTo>
                  <a:cubicBezTo>
                    <a:pt x="3866" y="3419"/>
                    <a:pt x="4376" y="2909"/>
                    <a:pt x="4376" y="2277"/>
                  </a:cubicBezTo>
                  <a:cubicBezTo>
                    <a:pt x="4376" y="2066"/>
                    <a:pt x="4318" y="1866"/>
                    <a:pt x="4219" y="1696"/>
                  </a:cubicBezTo>
                  <a:cubicBezTo>
                    <a:pt x="4119" y="1525"/>
                    <a:pt x="3975" y="1383"/>
                    <a:pt x="3804" y="1283"/>
                  </a:cubicBezTo>
                  <a:cubicBezTo>
                    <a:pt x="3711" y="1234"/>
                    <a:pt x="3655" y="1134"/>
                    <a:pt x="3662" y="1032"/>
                  </a:cubicBezTo>
                  <a:cubicBezTo>
                    <a:pt x="3671" y="835"/>
                    <a:pt x="3620" y="635"/>
                    <a:pt x="3507" y="456"/>
                  </a:cubicBezTo>
                  <a:cubicBezTo>
                    <a:pt x="3323" y="166"/>
                    <a:pt x="2980" y="0"/>
                    <a:pt x="26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1"/>
            <p:cNvSpPr/>
            <p:nvPr/>
          </p:nvSpPr>
          <p:spPr>
            <a:xfrm>
              <a:off x="2908146" y="2855371"/>
              <a:ext cx="69754" cy="75720"/>
            </a:xfrm>
            <a:custGeom>
              <a:rect b="b" l="l" r="r" t="t"/>
              <a:pathLst>
                <a:path extrusionOk="0" h="2856" w="2631">
                  <a:moveTo>
                    <a:pt x="1444" y="0"/>
                  </a:moveTo>
                  <a:cubicBezTo>
                    <a:pt x="1425" y="0"/>
                    <a:pt x="1407" y="0"/>
                    <a:pt x="1388" y="1"/>
                  </a:cubicBezTo>
                  <a:cubicBezTo>
                    <a:pt x="623" y="24"/>
                    <a:pt x="7" y="658"/>
                    <a:pt x="2" y="1423"/>
                  </a:cubicBezTo>
                  <a:cubicBezTo>
                    <a:pt x="0" y="2215"/>
                    <a:pt x="641" y="2856"/>
                    <a:pt x="1431" y="2856"/>
                  </a:cubicBezTo>
                  <a:lnTo>
                    <a:pt x="2631" y="2856"/>
                  </a:lnTo>
                  <a:cubicBezTo>
                    <a:pt x="1810" y="2470"/>
                    <a:pt x="898" y="1055"/>
                    <a:pt x="1752" y="19"/>
                  </a:cubicBezTo>
                  <a:lnTo>
                    <a:pt x="1752" y="19"/>
                  </a:lnTo>
                  <a:cubicBezTo>
                    <a:pt x="1742" y="20"/>
                    <a:pt x="1731" y="21"/>
                    <a:pt x="1720" y="21"/>
                  </a:cubicBezTo>
                  <a:cubicBezTo>
                    <a:pt x="1694" y="21"/>
                    <a:pt x="1666" y="18"/>
                    <a:pt x="1639" y="15"/>
                  </a:cubicBezTo>
                  <a:cubicBezTo>
                    <a:pt x="1576" y="6"/>
                    <a:pt x="1511" y="0"/>
                    <a:pt x="1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61"/>
          <p:cNvGrpSpPr/>
          <p:nvPr/>
        </p:nvGrpSpPr>
        <p:grpSpPr>
          <a:xfrm>
            <a:off x="1693917" y="1404044"/>
            <a:ext cx="340482" cy="323055"/>
            <a:chOff x="1261004" y="2702686"/>
            <a:chExt cx="396786" cy="376477"/>
          </a:xfrm>
        </p:grpSpPr>
        <p:sp>
          <p:nvSpPr>
            <p:cNvPr id="3382" name="Google Shape;3382;p61"/>
            <p:cNvSpPr/>
            <p:nvPr/>
          </p:nvSpPr>
          <p:spPr>
            <a:xfrm>
              <a:off x="1453723" y="2703163"/>
              <a:ext cx="11427" cy="359297"/>
            </a:xfrm>
            <a:custGeom>
              <a:rect b="b" l="l" r="r" t="t"/>
              <a:pathLst>
                <a:path extrusionOk="0" h="13552" w="431">
                  <a:moveTo>
                    <a:pt x="215" y="0"/>
                  </a:moveTo>
                  <a:cubicBezTo>
                    <a:pt x="95" y="0"/>
                    <a:pt x="0" y="96"/>
                    <a:pt x="0" y="213"/>
                  </a:cubicBezTo>
                  <a:lnTo>
                    <a:pt x="0" y="13339"/>
                  </a:lnTo>
                  <a:cubicBezTo>
                    <a:pt x="0" y="13456"/>
                    <a:pt x="98" y="13552"/>
                    <a:pt x="215" y="13552"/>
                  </a:cubicBezTo>
                  <a:cubicBezTo>
                    <a:pt x="331" y="13552"/>
                    <a:pt x="428" y="13454"/>
                    <a:pt x="428" y="13339"/>
                  </a:cubicBezTo>
                  <a:lnTo>
                    <a:pt x="428" y="213"/>
                  </a:lnTo>
                  <a:cubicBezTo>
                    <a:pt x="430" y="93"/>
                    <a:pt x="333" y="0"/>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1"/>
            <p:cNvSpPr/>
            <p:nvPr/>
          </p:nvSpPr>
          <p:spPr>
            <a:xfrm>
              <a:off x="1484000" y="2710746"/>
              <a:ext cx="11427" cy="359297"/>
            </a:xfrm>
            <a:custGeom>
              <a:rect b="b" l="l" r="r" t="t"/>
              <a:pathLst>
                <a:path extrusionOk="0" h="13552" w="431">
                  <a:moveTo>
                    <a:pt x="213" y="0"/>
                  </a:moveTo>
                  <a:cubicBezTo>
                    <a:pt x="96" y="0"/>
                    <a:pt x="0" y="96"/>
                    <a:pt x="0" y="213"/>
                  </a:cubicBezTo>
                  <a:lnTo>
                    <a:pt x="0" y="13337"/>
                  </a:lnTo>
                  <a:cubicBezTo>
                    <a:pt x="0" y="13456"/>
                    <a:pt x="98" y="13552"/>
                    <a:pt x="213" y="13552"/>
                  </a:cubicBezTo>
                  <a:cubicBezTo>
                    <a:pt x="331" y="13552"/>
                    <a:pt x="428" y="13454"/>
                    <a:pt x="428" y="13337"/>
                  </a:cubicBezTo>
                  <a:lnTo>
                    <a:pt x="428" y="213"/>
                  </a:lnTo>
                  <a:cubicBezTo>
                    <a:pt x="431" y="93"/>
                    <a:pt x="333" y="0"/>
                    <a:pt x="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1"/>
            <p:cNvSpPr/>
            <p:nvPr/>
          </p:nvSpPr>
          <p:spPr>
            <a:xfrm>
              <a:off x="1423419" y="2710746"/>
              <a:ext cx="11374" cy="359297"/>
            </a:xfrm>
            <a:custGeom>
              <a:rect b="b" l="l" r="r" t="t"/>
              <a:pathLst>
                <a:path extrusionOk="0" h="13552" w="429">
                  <a:moveTo>
                    <a:pt x="216" y="0"/>
                  </a:moveTo>
                  <a:cubicBezTo>
                    <a:pt x="96" y="0"/>
                    <a:pt x="1" y="96"/>
                    <a:pt x="1" y="213"/>
                  </a:cubicBezTo>
                  <a:lnTo>
                    <a:pt x="1" y="13337"/>
                  </a:lnTo>
                  <a:cubicBezTo>
                    <a:pt x="1" y="13456"/>
                    <a:pt x="98" y="13552"/>
                    <a:pt x="216" y="13552"/>
                  </a:cubicBezTo>
                  <a:cubicBezTo>
                    <a:pt x="331" y="13552"/>
                    <a:pt x="429" y="13454"/>
                    <a:pt x="429" y="13337"/>
                  </a:cubicBezTo>
                  <a:lnTo>
                    <a:pt x="429" y="213"/>
                  </a:lnTo>
                  <a:cubicBezTo>
                    <a:pt x="429" y="93"/>
                    <a:pt x="334" y="0"/>
                    <a:pt x="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1"/>
            <p:cNvSpPr/>
            <p:nvPr/>
          </p:nvSpPr>
          <p:spPr>
            <a:xfrm>
              <a:off x="1514277" y="2718275"/>
              <a:ext cx="11427" cy="344185"/>
            </a:xfrm>
            <a:custGeom>
              <a:rect b="b" l="l" r="r" t="t"/>
              <a:pathLst>
                <a:path extrusionOk="0" h="12982" w="431">
                  <a:moveTo>
                    <a:pt x="216" y="0"/>
                  </a:moveTo>
                  <a:cubicBezTo>
                    <a:pt x="96" y="0"/>
                    <a:pt x="1" y="98"/>
                    <a:pt x="1" y="215"/>
                  </a:cubicBezTo>
                  <a:lnTo>
                    <a:pt x="1" y="12769"/>
                  </a:lnTo>
                  <a:cubicBezTo>
                    <a:pt x="1" y="12886"/>
                    <a:pt x="98" y="12982"/>
                    <a:pt x="216" y="12982"/>
                  </a:cubicBezTo>
                  <a:cubicBezTo>
                    <a:pt x="331" y="12982"/>
                    <a:pt x="429" y="12884"/>
                    <a:pt x="429" y="12769"/>
                  </a:cubicBezTo>
                  <a:lnTo>
                    <a:pt x="429" y="215"/>
                  </a:lnTo>
                  <a:cubicBezTo>
                    <a:pt x="431" y="96"/>
                    <a:pt x="333" y="0"/>
                    <a:pt x="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1"/>
            <p:cNvSpPr/>
            <p:nvPr/>
          </p:nvSpPr>
          <p:spPr>
            <a:xfrm>
              <a:off x="1393142" y="2718275"/>
              <a:ext cx="11374" cy="344185"/>
            </a:xfrm>
            <a:custGeom>
              <a:rect b="b" l="l" r="r" t="t"/>
              <a:pathLst>
                <a:path extrusionOk="0" h="12982" w="429">
                  <a:moveTo>
                    <a:pt x="216" y="0"/>
                  </a:moveTo>
                  <a:cubicBezTo>
                    <a:pt x="96" y="0"/>
                    <a:pt x="1" y="98"/>
                    <a:pt x="1" y="215"/>
                  </a:cubicBezTo>
                  <a:lnTo>
                    <a:pt x="1" y="12769"/>
                  </a:lnTo>
                  <a:cubicBezTo>
                    <a:pt x="1" y="12886"/>
                    <a:pt x="98" y="12982"/>
                    <a:pt x="216" y="12982"/>
                  </a:cubicBezTo>
                  <a:cubicBezTo>
                    <a:pt x="331" y="12982"/>
                    <a:pt x="429" y="12884"/>
                    <a:pt x="429" y="12769"/>
                  </a:cubicBezTo>
                  <a:lnTo>
                    <a:pt x="429" y="215"/>
                  </a:lnTo>
                  <a:cubicBezTo>
                    <a:pt x="429" y="96"/>
                    <a:pt x="333" y="0"/>
                    <a:pt x="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1"/>
            <p:cNvSpPr/>
            <p:nvPr/>
          </p:nvSpPr>
          <p:spPr>
            <a:xfrm>
              <a:off x="1433547" y="2960043"/>
              <a:ext cx="177369" cy="46980"/>
            </a:xfrm>
            <a:custGeom>
              <a:rect b="b" l="l" r="r" t="t"/>
              <a:pathLst>
                <a:path extrusionOk="0" h="1772" w="6690">
                  <a:moveTo>
                    <a:pt x="1002" y="1"/>
                  </a:moveTo>
                  <a:cubicBezTo>
                    <a:pt x="925" y="1"/>
                    <a:pt x="847" y="1"/>
                    <a:pt x="770" y="1"/>
                  </a:cubicBezTo>
                  <a:cubicBezTo>
                    <a:pt x="688" y="50"/>
                    <a:pt x="0" y="1478"/>
                    <a:pt x="2143" y="1771"/>
                  </a:cubicBezTo>
                  <a:cubicBezTo>
                    <a:pt x="3183" y="1747"/>
                    <a:pt x="4221" y="1691"/>
                    <a:pt x="5261" y="1605"/>
                  </a:cubicBezTo>
                  <a:cubicBezTo>
                    <a:pt x="6690" y="1128"/>
                    <a:pt x="6690" y="651"/>
                    <a:pt x="5261" y="179"/>
                  </a:cubicBezTo>
                  <a:cubicBezTo>
                    <a:pt x="3841" y="59"/>
                    <a:pt x="2422" y="1"/>
                    <a:pt x="10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1"/>
            <p:cNvSpPr/>
            <p:nvPr/>
          </p:nvSpPr>
          <p:spPr>
            <a:xfrm>
              <a:off x="1308010" y="2959937"/>
              <a:ext cx="182353" cy="47378"/>
            </a:xfrm>
            <a:custGeom>
              <a:rect b="b" l="l" r="r" t="t"/>
              <a:pathLst>
                <a:path extrusionOk="0" h="1787" w="6878">
                  <a:moveTo>
                    <a:pt x="5505" y="1"/>
                  </a:moveTo>
                  <a:lnTo>
                    <a:pt x="5505" y="1"/>
                  </a:lnTo>
                  <a:cubicBezTo>
                    <a:pt x="4148" y="8"/>
                    <a:pt x="2786" y="65"/>
                    <a:pt x="1426" y="178"/>
                  </a:cubicBezTo>
                  <a:cubicBezTo>
                    <a:pt x="0" y="655"/>
                    <a:pt x="0" y="1130"/>
                    <a:pt x="1426" y="1607"/>
                  </a:cubicBezTo>
                  <a:cubicBezTo>
                    <a:pt x="2850" y="1727"/>
                    <a:pt x="4276" y="1787"/>
                    <a:pt x="5701" y="1787"/>
                  </a:cubicBezTo>
                  <a:cubicBezTo>
                    <a:pt x="6093" y="1787"/>
                    <a:pt x="6486" y="1782"/>
                    <a:pt x="6878" y="1773"/>
                  </a:cubicBezTo>
                  <a:cubicBezTo>
                    <a:pt x="6046" y="1414"/>
                    <a:pt x="5501" y="806"/>
                    <a:pt x="5501" y="118"/>
                  </a:cubicBezTo>
                  <a:cubicBezTo>
                    <a:pt x="5501" y="78"/>
                    <a:pt x="5503" y="41"/>
                    <a:pt x="5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1"/>
            <p:cNvSpPr/>
            <p:nvPr/>
          </p:nvSpPr>
          <p:spPr>
            <a:xfrm>
              <a:off x="1434899" y="2736542"/>
              <a:ext cx="176016" cy="26513"/>
            </a:xfrm>
            <a:custGeom>
              <a:rect b="b" l="l" r="r" t="t"/>
              <a:pathLst>
                <a:path extrusionOk="0" h="1000" w="6639">
                  <a:moveTo>
                    <a:pt x="333" y="1"/>
                  </a:moveTo>
                  <a:cubicBezTo>
                    <a:pt x="147" y="161"/>
                    <a:pt x="0" y="207"/>
                    <a:pt x="0" y="311"/>
                  </a:cubicBezTo>
                  <a:cubicBezTo>
                    <a:pt x="0" y="555"/>
                    <a:pt x="74" y="766"/>
                    <a:pt x="528" y="999"/>
                  </a:cubicBezTo>
                  <a:lnTo>
                    <a:pt x="6639" y="999"/>
                  </a:lnTo>
                  <a:lnTo>
                    <a:pt x="66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1"/>
            <p:cNvSpPr/>
            <p:nvPr/>
          </p:nvSpPr>
          <p:spPr>
            <a:xfrm>
              <a:off x="1308010" y="2736436"/>
              <a:ext cx="140914" cy="26539"/>
            </a:xfrm>
            <a:custGeom>
              <a:rect b="b" l="l" r="r" t="t"/>
              <a:pathLst>
                <a:path extrusionOk="0" h="1001" w="5315">
                  <a:moveTo>
                    <a:pt x="0" y="1"/>
                  </a:moveTo>
                  <a:lnTo>
                    <a:pt x="0" y="1001"/>
                  </a:lnTo>
                  <a:lnTo>
                    <a:pt x="5314" y="1001"/>
                  </a:lnTo>
                  <a:cubicBezTo>
                    <a:pt x="5159" y="790"/>
                    <a:pt x="5072" y="557"/>
                    <a:pt x="5075" y="311"/>
                  </a:cubicBezTo>
                  <a:cubicBezTo>
                    <a:pt x="5075" y="207"/>
                    <a:pt x="5092" y="100"/>
                    <a:pt x="5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1"/>
            <p:cNvSpPr/>
            <p:nvPr/>
          </p:nvSpPr>
          <p:spPr>
            <a:xfrm>
              <a:off x="1423366" y="2702686"/>
              <a:ext cx="234424" cy="373959"/>
            </a:xfrm>
            <a:custGeom>
              <a:rect b="b" l="l" r="r" t="t"/>
              <a:pathLst>
                <a:path extrusionOk="0" h="14105" w="8842">
                  <a:moveTo>
                    <a:pt x="6677" y="0"/>
                  </a:moveTo>
                  <a:cubicBezTo>
                    <a:pt x="5690" y="0"/>
                    <a:pt x="4891" y="799"/>
                    <a:pt x="4891" y="1786"/>
                  </a:cubicBezTo>
                  <a:cubicBezTo>
                    <a:pt x="4891" y="2702"/>
                    <a:pt x="5492" y="4478"/>
                    <a:pt x="5987" y="6122"/>
                  </a:cubicBezTo>
                  <a:cubicBezTo>
                    <a:pt x="6359" y="7584"/>
                    <a:pt x="5825" y="9169"/>
                    <a:pt x="4612" y="10103"/>
                  </a:cubicBezTo>
                  <a:cubicBezTo>
                    <a:pt x="3680" y="10822"/>
                    <a:pt x="2538" y="11212"/>
                    <a:pt x="1362" y="11212"/>
                  </a:cubicBezTo>
                  <a:lnTo>
                    <a:pt x="1247" y="11212"/>
                  </a:lnTo>
                  <a:cubicBezTo>
                    <a:pt x="526" y="11809"/>
                    <a:pt x="1" y="12192"/>
                    <a:pt x="220" y="12698"/>
                  </a:cubicBezTo>
                  <a:cubicBezTo>
                    <a:pt x="458" y="13246"/>
                    <a:pt x="1223" y="13949"/>
                    <a:pt x="2598" y="14104"/>
                  </a:cubicBezTo>
                  <a:cubicBezTo>
                    <a:pt x="3177" y="14015"/>
                    <a:pt x="3747" y="13867"/>
                    <a:pt x="4292" y="13658"/>
                  </a:cubicBezTo>
                  <a:cubicBezTo>
                    <a:pt x="5217" y="13304"/>
                    <a:pt x="6084" y="12780"/>
                    <a:pt x="6834" y="12106"/>
                  </a:cubicBezTo>
                  <a:cubicBezTo>
                    <a:pt x="8316" y="10784"/>
                    <a:pt x="8841" y="8690"/>
                    <a:pt x="8171" y="6818"/>
                  </a:cubicBezTo>
                  <a:cubicBezTo>
                    <a:pt x="7431" y="4762"/>
                    <a:pt x="6934" y="3853"/>
                    <a:pt x="6612" y="2777"/>
                  </a:cubicBezTo>
                  <a:lnTo>
                    <a:pt x="6612" y="2777"/>
                  </a:lnTo>
                  <a:cubicBezTo>
                    <a:pt x="6801" y="2901"/>
                    <a:pt x="7029" y="2977"/>
                    <a:pt x="7273" y="2977"/>
                  </a:cubicBezTo>
                  <a:cubicBezTo>
                    <a:pt x="7930" y="2977"/>
                    <a:pt x="8462" y="2442"/>
                    <a:pt x="8462" y="1786"/>
                  </a:cubicBezTo>
                  <a:cubicBezTo>
                    <a:pt x="8462" y="799"/>
                    <a:pt x="7664" y="0"/>
                    <a:pt x="6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1"/>
            <p:cNvSpPr/>
            <p:nvPr/>
          </p:nvSpPr>
          <p:spPr>
            <a:xfrm>
              <a:off x="1261004" y="2702792"/>
              <a:ext cx="231189" cy="376371"/>
            </a:xfrm>
            <a:custGeom>
              <a:rect b="b" l="l" r="r" t="t"/>
              <a:pathLst>
                <a:path extrusionOk="0" h="14196" w="8720">
                  <a:moveTo>
                    <a:pt x="2175" y="1"/>
                  </a:moveTo>
                  <a:cubicBezTo>
                    <a:pt x="1188" y="1"/>
                    <a:pt x="389" y="799"/>
                    <a:pt x="389" y="1786"/>
                  </a:cubicBezTo>
                  <a:cubicBezTo>
                    <a:pt x="389" y="2443"/>
                    <a:pt x="921" y="2975"/>
                    <a:pt x="1578" y="2975"/>
                  </a:cubicBezTo>
                  <a:cubicBezTo>
                    <a:pt x="1822" y="2975"/>
                    <a:pt x="2050" y="2902"/>
                    <a:pt x="2239" y="2776"/>
                  </a:cubicBezTo>
                  <a:lnTo>
                    <a:pt x="2239" y="2776"/>
                  </a:lnTo>
                  <a:cubicBezTo>
                    <a:pt x="1908" y="3851"/>
                    <a:pt x="1412" y="4761"/>
                    <a:pt x="675" y="6814"/>
                  </a:cubicBezTo>
                  <a:cubicBezTo>
                    <a:pt x="1" y="8684"/>
                    <a:pt x="531" y="10776"/>
                    <a:pt x="2010" y="12102"/>
                  </a:cubicBezTo>
                  <a:cubicBezTo>
                    <a:pt x="3516" y="13448"/>
                    <a:pt x="5466" y="14196"/>
                    <a:pt x="7484" y="14196"/>
                  </a:cubicBezTo>
                  <a:cubicBezTo>
                    <a:pt x="7899" y="14196"/>
                    <a:pt x="8311" y="14162"/>
                    <a:pt x="8720" y="14100"/>
                  </a:cubicBezTo>
                  <a:cubicBezTo>
                    <a:pt x="8132" y="13814"/>
                    <a:pt x="7688" y="13397"/>
                    <a:pt x="7455" y="12849"/>
                  </a:cubicBezTo>
                  <a:cubicBezTo>
                    <a:pt x="7236" y="12346"/>
                    <a:pt x="7220" y="11782"/>
                    <a:pt x="7373" y="11208"/>
                  </a:cubicBezTo>
                  <a:cubicBezTo>
                    <a:pt x="6236" y="11184"/>
                    <a:pt x="5138" y="10796"/>
                    <a:pt x="4237" y="10099"/>
                  </a:cubicBezTo>
                  <a:cubicBezTo>
                    <a:pt x="3020" y="9165"/>
                    <a:pt x="2487" y="7580"/>
                    <a:pt x="2862" y="6118"/>
                  </a:cubicBezTo>
                  <a:cubicBezTo>
                    <a:pt x="3354" y="4474"/>
                    <a:pt x="3958" y="2698"/>
                    <a:pt x="3958" y="1782"/>
                  </a:cubicBezTo>
                  <a:cubicBezTo>
                    <a:pt x="3958" y="1290"/>
                    <a:pt x="3758" y="846"/>
                    <a:pt x="3437" y="522"/>
                  </a:cubicBezTo>
                  <a:cubicBezTo>
                    <a:pt x="3115" y="201"/>
                    <a:pt x="2667" y="1"/>
                    <a:pt x="2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6" name="Shape 3396"/>
        <p:cNvGrpSpPr/>
        <p:nvPr/>
      </p:nvGrpSpPr>
      <p:grpSpPr>
        <a:xfrm>
          <a:off x="0" y="0"/>
          <a:ext cx="0" cy="0"/>
          <a:chOff x="0" y="0"/>
          <a:chExt cx="0" cy="0"/>
        </a:xfrm>
      </p:grpSpPr>
      <p:sp>
        <p:nvSpPr>
          <p:cNvPr id="3397" name="Google Shape;3397;p62"/>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The philosopher’s</a:t>
            </a:r>
            <a:r>
              <a:rPr lang="en"/>
              <a:t> search for truth</a:t>
            </a:r>
            <a:endParaRPr/>
          </a:p>
        </p:txBody>
      </p:sp>
      <p:sp>
        <p:nvSpPr>
          <p:cNvPr id="3398" name="Google Shape;3398;p62"/>
          <p:cNvSpPr txBox="1"/>
          <p:nvPr/>
        </p:nvSpPr>
        <p:spPr>
          <a:xfrm>
            <a:off x="720000" y="1532875"/>
            <a:ext cx="7704000" cy="62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682101"/>
                </a:solidFill>
                <a:latin typeface="Overpass Light"/>
                <a:ea typeface="Overpass Light"/>
                <a:cs typeface="Overpass Light"/>
                <a:sym typeface="Overpass Light"/>
              </a:rPr>
              <a:t>The universe (earth, sky and sea) is organized in an orderly way and bound by absolute and immutable laws, and people can understand these laws through logic and reason</a:t>
            </a:r>
            <a:endParaRPr>
              <a:solidFill>
                <a:srgbClr val="682101"/>
              </a:solidFill>
              <a:latin typeface="Overpass Light"/>
              <a:ea typeface="Overpass Light"/>
              <a:cs typeface="Overpass Light"/>
              <a:sym typeface="Overpass Light"/>
            </a:endParaRPr>
          </a:p>
        </p:txBody>
      </p:sp>
      <p:sp>
        <p:nvSpPr>
          <p:cNvPr id="3399" name="Google Shape;3399;p62"/>
          <p:cNvSpPr txBox="1"/>
          <p:nvPr/>
        </p:nvSpPr>
        <p:spPr>
          <a:xfrm>
            <a:off x="720000" y="1203500"/>
            <a:ext cx="7704000" cy="414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Remember, All greek philosophers believed in the following:</a:t>
            </a:r>
            <a:endParaRPr b="1" sz="2500">
              <a:solidFill>
                <a:srgbClr val="682101"/>
              </a:solidFill>
              <a:latin typeface="Bahiana"/>
              <a:ea typeface="Bahiana"/>
              <a:cs typeface="Bahiana"/>
              <a:sym typeface="Bahiana"/>
            </a:endParaRPr>
          </a:p>
        </p:txBody>
      </p:sp>
      <p:graphicFrame>
        <p:nvGraphicFramePr>
          <p:cNvPr id="3400" name="Google Shape;3400;p62"/>
          <p:cNvGraphicFramePr/>
          <p:nvPr/>
        </p:nvGraphicFramePr>
        <p:xfrm>
          <a:off x="720000" y="2250075"/>
          <a:ext cx="3000000" cy="3000000"/>
        </p:xfrm>
        <a:graphic>
          <a:graphicData uri="http://schemas.openxmlformats.org/drawingml/2006/table">
            <a:tbl>
              <a:tblPr>
                <a:noFill/>
                <a:tableStyleId>{96524877-6F27-48A3-B51B-2195CD4B78AA}</a:tableStyleId>
              </a:tblPr>
              <a:tblGrid>
                <a:gridCol w="1926000"/>
                <a:gridCol w="1926000"/>
                <a:gridCol w="1926000"/>
                <a:gridCol w="1926000"/>
              </a:tblGrid>
              <a:tr h="757200">
                <a:tc>
                  <a:txBody>
                    <a:bodyPr/>
                    <a:lstStyle/>
                    <a:p>
                      <a:pPr indent="0" lvl="0" marL="0" rtl="0" algn="ctr">
                        <a:spcBef>
                          <a:spcPts val="0"/>
                        </a:spcBef>
                        <a:spcAft>
                          <a:spcPts val="0"/>
                        </a:spcAft>
                        <a:buNone/>
                      </a:pPr>
                      <a:r>
                        <a:t/>
                      </a:r>
                      <a:endParaRPr b="1" sz="2500">
                        <a:solidFill>
                          <a:schemeClr val="lt2"/>
                        </a:solidFill>
                        <a:latin typeface="Bahiana"/>
                        <a:ea typeface="Bahiana"/>
                        <a:cs typeface="Bahiana"/>
                        <a:sym typeface="Bahiana"/>
                      </a:endParaRPr>
                    </a:p>
                  </a:txBody>
                  <a:tcPr marT="91425" marB="91425" marR="91425" marL="91425" anchor="ctr">
                    <a:lnL cap="flat" cmpd="sng" w="9525">
                      <a:solidFill>
                        <a:schemeClr val="dk1">
                          <a:alpha val="0"/>
                        </a:schemeClr>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alpha val="0"/>
                        </a:schemeClr>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b="1" lang="en" sz="2500">
                          <a:solidFill>
                            <a:schemeClr val="lt2"/>
                          </a:solidFill>
                          <a:latin typeface="Bahiana"/>
                          <a:ea typeface="Bahiana"/>
                          <a:cs typeface="Bahiana"/>
                          <a:sym typeface="Bahiana"/>
                        </a:rPr>
                        <a:t>Stoicism</a:t>
                      </a:r>
                      <a:endParaRPr b="1" sz="2500">
                        <a:solidFill>
                          <a:schemeClr val="lt2"/>
                        </a:solidFill>
                        <a:latin typeface="Bahiana"/>
                        <a:ea typeface="Bahiana"/>
                        <a:cs typeface="Bahiana"/>
                        <a:sym typeface="Bahiana"/>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alpha val="0"/>
                        </a:schemeClr>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b="1" lang="en" sz="2500">
                          <a:solidFill>
                            <a:schemeClr val="lt2"/>
                          </a:solidFill>
                          <a:latin typeface="Bahiana"/>
                          <a:ea typeface="Bahiana"/>
                          <a:cs typeface="Bahiana"/>
                          <a:sym typeface="Bahiana"/>
                        </a:rPr>
                        <a:t>platonism</a:t>
                      </a:r>
                      <a:endParaRPr b="1" sz="2500">
                        <a:solidFill>
                          <a:schemeClr val="lt2"/>
                        </a:solidFill>
                        <a:latin typeface="Bahiana"/>
                        <a:ea typeface="Bahiana"/>
                        <a:cs typeface="Bahiana"/>
                        <a:sym typeface="Bahiana"/>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alpha val="0"/>
                        </a:schemeClr>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b="1" lang="en" sz="2500">
                          <a:solidFill>
                            <a:schemeClr val="lt2"/>
                          </a:solidFill>
                          <a:latin typeface="Bahiana"/>
                          <a:ea typeface="Bahiana"/>
                          <a:cs typeface="Bahiana"/>
                          <a:sym typeface="Bahiana"/>
                        </a:rPr>
                        <a:t>neoplatonism</a:t>
                      </a:r>
                      <a:endParaRPr b="1" sz="2500">
                        <a:solidFill>
                          <a:schemeClr val="lt2"/>
                        </a:solidFill>
                        <a:latin typeface="Bahiana"/>
                        <a:ea typeface="Bahiana"/>
                        <a:cs typeface="Bahiana"/>
                        <a:sym typeface="Bahiana"/>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alpha val="0"/>
                        </a:schemeClr>
                      </a:solidFill>
                      <a:prstDash val="dot"/>
                      <a:round/>
                      <a:headEnd len="sm" w="sm" type="none"/>
                      <a:tailEnd len="sm" w="sm" type="none"/>
                    </a:lnR>
                    <a:lnT cap="flat" cmpd="sng" w="9525">
                      <a:solidFill>
                        <a:schemeClr val="dk1">
                          <a:alpha val="0"/>
                        </a:schemeClr>
                      </a:solidFill>
                      <a:prstDash val="dot"/>
                      <a:round/>
                      <a:headEnd len="sm" w="sm" type="none"/>
                      <a:tailEnd len="sm" w="sm" type="none"/>
                    </a:lnT>
                    <a:lnB cap="flat" cmpd="sng" w="9525">
                      <a:solidFill>
                        <a:schemeClr val="dk1"/>
                      </a:solidFill>
                      <a:prstDash val="dot"/>
                      <a:round/>
                      <a:headEnd len="sm" w="sm" type="none"/>
                      <a:tailEnd len="sm" w="sm" type="none"/>
                    </a:lnB>
                  </a:tcPr>
                </a:tc>
              </a:tr>
              <a:tr h="532075">
                <a:tc>
                  <a:txBody>
                    <a:bodyPr/>
                    <a:lstStyle/>
                    <a:p>
                      <a:pPr indent="0" lvl="0" marL="0" rtl="0" algn="ctr">
                        <a:spcBef>
                          <a:spcPts val="0"/>
                        </a:spcBef>
                        <a:spcAft>
                          <a:spcPts val="0"/>
                        </a:spcAft>
                        <a:buNone/>
                      </a:pPr>
                      <a:r>
                        <a:rPr b="1" lang="en">
                          <a:solidFill>
                            <a:schemeClr val="dk1"/>
                          </a:solidFill>
                          <a:latin typeface="Overpass"/>
                          <a:ea typeface="Overpass"/>
                          <a:cs typeface="Overpass"/>
                          <a:sym typeface="Overpass"/>
                        </a:rPr>
                        <a:t>Dates</a:t>
                      </a:r>
                      <a:endParaRPr b="1">
                        <a:solidFill>
                          <a:schemeClr val="dk1"/>
                        </a:solidFill>
                        <a:latin typeface="Overpass"/>
                        <a:ea typeface="Overpass"/>
                        <a:cs typeface="Overpass"/>
                        <a:sym typeface="Overpass"/>
                      </a:endParaRPr>
                    </a:p>
                  </a:txBody>
                  <a:tcPr marT="91425" marB="91425" marR="91425" marL="91425" anchor="ctr">
                    <a:lnL cap="flat" cmpd="sng" w="9525">
                      <a:solidFill>
                        <a:schemeClr val="dk1">
                          <a:alpha val="0"/>
                        </a:schemeClr>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alpha val="0"/>
                        </a:schemeClr>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r>
              <a:tr h="532075">
                <a:tc>
                  <a:txBody>
                    <a:bodyPr/>
                    <a:lstStyle/>
                    <a:p>
                      <a:pPr indent="0" lvl="0" marL="0" rtl="0" algn="ctr">
                        <a:spcBef>
                          <a:spcPts val="0"/>
                        </a:spcBef>
                        <a:spcAft>
                          <a:spcPts val="0"/>
                        </a:spcAft>
                        <a:buNone/>
                      </a:pPr>
                      <a:r>
                        <a:rPr b="1" lang="en">
                          <a:solidFill>
                            <a:schemeClr val="dk1"/>
                          </a:solidFill>
                          <a:latin typeface="Overpass"/>
                          <a:ea typeface="Overpass"/>
                          <a:cs typeface="Overpass"/>
                          <a:sym typeface="Overpass"/>
                        </a:rPr>
                        <a:t>Major beliefs</a:t>
                      </a:r>
                      <a:endParaRPr b="1">
                        <a:solidFill>
                          <a:schemeClr val="dk1"/>
                        </a:solidFill>
                        <a:latin typeface="Overpass"/>
                        <a:ea typeface="Overpass"/>
                        <a:cs typeface="Overpass"/>
                        <a:sym typeface="Overpass"/>
                      </a:endParaRPr>
                    </a:p>
                  </a:txBody>
                  <a:tcPr marT="91425" marB="91425" marR="91425" marL="91425" anchor="ctr">
                    <a:lnL cap="flat" cmpd="sng" w="9525">
                      <a:solidFill>
                        <a:schemeClr val="dk1">
                          <a:alpha val="0"/>
                        </a:schemeClr>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alpha val="0"/>
                        </a:schemeClr>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solidFill>
                      <a:prstDash val="dot"/>
                      <a:round/>
                      <a:headEnd len="sm" w="sm" type="none"/>
                      <a:tailEnd len="sm" w="sm" type="none"/>
                    </a:lnB>
                  </a:tcPr>
                </a:tc>
              </a:tr>
              <a:tr h="532075">
                <a:tc>
                  <a:txBody>
                    <a:bodyPr/>
                    <a:lstStyle/>
                    <a:p>
                      <a:pPr indent="0" lvl="0" marL="0" rtl="0" algn="ctr">
                        <a:spcBef>
                          <a:spcPts val="0"/>
                        </a:spcBef>
                        <a:spcAft>
                          <a:spcPts val="0"/>
                        </a:spcAft>
                        <a:buNone/>
                      </a:pPr>
                      <a:r>
                        <a:rPr b="1" lang="en">
                          <a:solidFill>
                            <a:schemeClr val="dk1"/>
                          </a:solidFill>
                          <a:latin typeface="Overpass"/>
                          <a:ea typeface="Overpass"/>
                          <a:cs typeface="Overpass"/>
                          <a:sym typeface="Overpass"/>
                        </a:rPr>
                        <a:t>Fate</a:t>
                      </a:r>
                      <a:endParaRPr b="1">
                        <a:solidFill>
                          <a:schemeClr val="dk1"/>
                        </a:solidFill>
                        <a:latin typeface="Overpass"/>
                        <a:ea typeface="Overpass"/>
                        <a:cs typeface="Overpass"/>
                        <a:sym typeface="Overpass"/>
                      </a:endParaRPr>
                    </a:p>
                  </a:txBody>
                  <a:tcPr marT="91425" marB="91425" marR="91425" marL="91425" anchor="ctr">
                    <a:lnL cap="flat" cmpd="sng" w="9525">
                      <a:solidFill>
                        <a:schemeClr val="dk1">
                          <a:alpha val="0"/>
                        </a:schemeClr>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Write the answer here</a:t>
                      </a:r>
                      <a:endParaRPr>
                        <a:solidFill>
                          <a:schemeClr val="dk1"/>
                        </a:solidFill>
                        <a:latin typeface="Overpass Light"/>
                        <a:ea typeface="Overpass Light"/>
                        <a:cs typeface="Overpass Light"/>
                        <a:sym typeface="Overpass Light"/>
                      </a:endParaRPr>
                    </a:p>
                  </a:txBody>
                  <a:tcPr marT="91425" marB="91425" marR="91425" marL="91425" anchor="ctr">
                    <a:lnL cap="flat" cmpd="sng" w="9525">
                      <a:solidFill>
                        <a:schemeClr val="dk1"/>
                      </a:solidFill>
                      <a:prstDash val="dot"/>
                      <a:round/>
                      <a:headEnd len="sm" w="sm" type="none"/>
                      <a:tailEnd len="sm" w="sm" type="none"/>
                    </a:lnL>
                    <a:lnR cap="flat" cmpd="sng" w="9525">
                      <a:solidFill>
                        <a:schemeClr val="dk1">
                          <a:alpha val="0"/>
                        </a:schemeClr>
                      </a:solidFill>
                      <a:prstDash val="dot"/>
                      <a:round/>
                      <a:headEnd len="sm" w="sm" type="none"/>
                      <a:tailEnd len="sm" w="sm" type="none"/>
                    </a:lnR>
                    <a:lnT cap="flat" cmpd="sng" w="9525">
                      <a:solidFill>
                        <a:schemeClr val="dk1"/>
                      </a:solidFill>
                      <a:prstDash val="dot"/>
                      <a:round/>
                      <a:headEnd len="sm" w="sm" type="none"/>
                      <a:tailEnd len="sm" w="sm" type="none"/>
                    </a:lnT>
                    <a:lnB cap="flat" cmpd="sng" w="9525">
                      <a:solidFill>
                        <a:schemeClr val="dk1">
                          <a:alpha val="0"/>
                        </a:schemeClr>
                      </a:solidFill>
                      <a:prstDash val="dot"/>
                      <a:round/>
                      <a:headEnd len="sm" w="sm" type="none"/>
                      <a:tailEnd len="sm" w="sm" type="none"/>
                    </a:lnB>
                  </a:tcPr>
                </a:tc>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404" name="Shape 3404"/>
        <p:cNvGrpSpPr/>
        <p:nvPr/>
      </p:nvGrpSpPr>
      <p:grpSpPr>
        <a:xfrm>
          <a:off x="0" y="0"/>
          <a:ext cx="0" cy="0"/>
          <a:chOff x="0" y="0"/>
          <a:chExt cx="0" cy="0"/>
        </a:xfrm>
      </p:grpSpPr>
      <p:sp>
        <p:nvSpPr>
          <p:cNvPr id="3405" name="Google Shape;3405;p63"/>
          <p:cNvSpPr txBox="1"/>
          <p:nvPr>
            <p:ph type="title"/>
          </p:nvPr>
        </p:nvSpPr>
        <p:spPr>
          <a:xfrm>
            <a:off x="720000" y="2247075"/>
            <a:ext cx="4050000" cy="160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A PICture</a:t>
            </a:r>
            <a:r>
              <a:rPr lang="en"/>
              <a:t> is </a:t>
            </a:r>
            <a:r>
              <a:rPr lang="en"/>
              <a:t>worth a thousand words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9" name="Shape 3409"/>
        <p:cNvGrpSpPr/>
        <p:nvPr/>
      </p:nvGrpSpPr>
      <p:grpSpPr>
        <a:xfrm>
          <a:off x="0" y="0"/>
          <a:ext cx="0" cy="0"/>
          <a:chOff x="0" y="0"/>
          <a:chExt cx="0" cy="0"/>
        </a:xfrm>
      </p:grpSpPr>
      <p:sp>
        <p:nvSpPr>
          <p:cNvPr id="3410" name="Google Shape;3410;p64"/>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Pop</a:t>
            </a:r>
            <a:r>
              <a:rPr lang="en"/>
              <a:t> quiz</a:t>
            </a:r>
            <a:endParaRPr/>
          </a:p>
        </p:txBody>
      </p:sp>
      <p:sp>
        <p:nvSpPr>
          <p:cNvPr id="3411" name="Google Shape;3411;p64"/>
          <p:cNvSpPr txBox="1"/>
          <p:nvPr/>
        </p:nvSpPr>
        <p:spPr>
          <a:xfrm>
            <a:off x="1382650" y="1869338"/>
            <a:ext cx="70413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The first Greeks to question the false gods were the philosophers</a:t>
            </a:r>
            <a:endParaRPr b="1" sz="2500">
              <a:solidFill>
                <a:srgbClr val="682101"/>
              </a:solidFill>
              <a:latin typeface="Bahiana"/>
              <a:ea typeface="Bahiana"/>
              <a:cs typeface="Bahiana"/>
              <a:sym typeface="Bahiana"/>
            </a:endParaRPr>
          </a:p>
        </p:txBody>
      </p:sp>
      <p:sp>
        <p:nvSpPr>
          <p:cNvPr id="3412" name="Google Shape;3412;p64"/>
          <p:cNvSpPr txBox="1"/>
          <p:nvPr/>
        </p:nvSpPr>
        <p:spPr>
          <a:xfrm>
            <a:off x="1382650" y="2262415"/>
            <a:ext cx="70413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Overpass Light"/>
                <a:ea typeface="Overpass Light"/>
                <a:cs typeface="Overpass Light"/>
                <a:sym typeface="Overpass Light"/>
              </a:rPr>
              <a:t>Write your justification if needed</a:t>
            </a:r>
            <a:endParaRPr>
              <a:solidFill>
                <a:schemeClr val="dk1"/>
              </a:solidFill>
              <a:latin typeface="Overpass Light"/>
              <a:ea typeface="Overpass Light"/>
              <a:cs typeface="Overpass Light"/>
              <a:sym typeface="Overpass Light"/>
            </a:endParaRPr>
          </a:p>
        </p:txBody>
      </p:sp>
      <p:sp>
        <p:nvSpPr>
          <p:cNvPr id="3413" name="Google Shape;3413;p64"/>
          <p:cNvSpPr/>
          <p:nvPr/>
        </p:nvSpPr>
        <p:spPr>
          <a:xfrm>
            <a:off x="719999" y="1974075"/>
            <a:ext cx="571800" cy="5715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ahiana"/>
                <a:ea typeface="Bahiana"/>
                <a:cs typeface="Bahiana"/>
                <a:sym typeface="Bahiana"/>
              </a:rPr>
              <a:t>?</a:t>
            </a:r>
            <a:endParaRPr b="1" sz="2000">
              <a:solidFill>
                <a:schemeClr val="accent1"/>
              </a:solidFill>
              <a:latin typeface="Bahiana"/>
              <a:ea typeface="Bahiana"/>
              <a:cs typeface="Bahiana"/>
              <a:sym typeface="Bahiana"/>
            </a:endParaRPr>
          </a:p>
        </p:txBody>
      </p:sp>
      <p:sp>
        <p:nvSpPr>
          <p:cNvPr id="3414" name="Google Shape;3414;p64"/>
          <p:cNvSpPr txBox="1"/>
          <p:nvPr/>
        </p:nvSpPr>
        <p:spPr>
          <a:xfrm>
            <a:off x="720000" y="1215650"/>
            <a:ext cx="7704000" cy="65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rgbClr val="F28422"/>
                </a:solidFill>
                <a:latin typeface="Overpass"/>
                <a:ea typeface="Overpass"/>
                <a:cs typeface="Overpass"/>
                <a:sym typeface="Overpass"/>
              </a:rPr>
              <a:t>Instructions:</a:t>
            </a:r>
            <a:r>
              <a:rPr b="1" lang="en">
                <a:solidFill>
                  <a:srgbClr val="682101"/>
                </a:solidFill>
                <a:latin typeface="Overpass Light"/>
                <a:ea typeface="Overpass Light"/>
                <a:cs typeface="Overpass Light"/>
                <a:sym typeface="Overpass Light"/>
              </a:rPr>
              <a:t> </a:t>
            </a:r>
            <a:r>
              <a:rPr lang="en">
                <a:solidFill>
                  <a:srgbClr val="682101"/>
                </a:solidFill>
                <a:latin typeface="Overpass Light"/>
                <a:ea typeface="Overpass Light"/>
                <a:cs typeface="Overpass Light"/>
                <a:sym typeface="Overpass Light"/>
              </a:rPr>
              <a:t>write in the circle </a:t>
            </a:r>
            <a:r>
              <a:rPr b="1" lang="en">
                <a:solidFill>
                  <a:srgbClr val="682101"/>
                </a:solidFill>
                <a:latin typeface="Overpass"/>
                <a:ea typeface="Overpass"/>
                <a:cs typeface="Overpass"/>
                <a:sym typeface="Overpass"/>
              </a:rPr>
              <a:t>“T”</a:t>
            </a:r>
            <a:r>
              <a:rPr lang="en">
                <a:solidFill>
                  <a:srgbClr val="682101"/>
                </a:solidFill>
                <a:latin typeface="Overpass Light"/>
                <a:ea typeface="Overpass Light"/>
                <a:cs typeface="Overpass Light"/>
                <a:sym typeface="Overpass Light"/>
              </a:rPr>
              <a:t> if the statement is true or </a:t>
            </a:r>
            <a:r>
              <a:rPr b="1" lang="en">
                <a:solidFill>
                  <a:srgbClr val="682101"/>
                </a:solidFill>
                <a:latin typeface="Overpass"/>
                <a:ea typeface="Overpass"/>
                <a:cs typeface="Overpass"/>
                <a:sym typeface="Overpass"/>
              </a:rPr>
              <a:t>“F”</a:t>
            </a:r>
            <a:r>
              <a:rPr lang="en">
                <a:solidFill>
                  <a:srgbClr val="682101"/>
                </a:solidFill>
                <a:latin typeface="Overpass Light"/>
                <a:ea typeface="Overpass Light"/>
                <a:cs typeface="Overpass Light"/>
                <a:sym typeface="Overpass Light"/>
              </a:rPr>
              <a:t> if it is false. If the answer is false, justify your answer by filling in the blank</a:t>
            </a:r>
            <a:endParaRPr>
              <a:solidFill>
                <a:srgbClr val="682101"/>
              </a:solidFill>
              <a:latin typeface="Overpass Light"/>
              <a:ea typeface="Overpass Light"/>
              <a:cs typeface="Overpass Light"/>
              <a:sym typeface="Overpass Light"/>
            </a:endParaRPr>
          </a:p>
        </p:txBody>
      </p:sp>
      <p:sp>
        <p:nvSpPr>
          <p:cNvPr id="3415" name="Google Shape;3415;p64"/>
          <p:cNvSpPr txBox="1"/>
          <p:nvPr/>
        </p:nvSpPr>
        <p:spPr>
          <a:xfrm>
            <a:off x="1382650" y="3822513"/>
            <a:ext cx="70413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Socrates is the first philosopher to insist ON morality</a:t>
            </a:r>
            <a:endParaRPr b="1" sz="2500">
              <a:solidFill>
                <a:srgbClr val="682101"/>
              </a:solidFill>
              <a:latin typeface="Bahiana"/>
              <a:ea typeface="Bahiana"/>
              <a:cs typeface="Bahiana"/>
              <a:sym typeface="Bahiana"/>
            </a:endParaRPr>
          </a:p>
        </p:txBody>
      </p:sp>
      <p:sp>
        <p:nvSpPr>
          <p:cNvPr id="3416" name="Google Shape;3416;p64"/>
          <p:cNvSpPr txBox="1"/>
          <p:nvPr/>
        </p:nvSpPr>
        <p:spPr>
          <a:xfrm>
            <a:off x="1382650" y="4215590"/>
            <a:ext cx="70413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Overpass Light"/>
                <a:ea typeface="Overpass Light"/>
                <a:cs typeface="Overpass Light"/>
                <a:sym typeface="Overpass Light"/>
              </a:rPr>
              <a:t>Write your justification if needed</a:t>
            </a:r>
            <a:endParaRPr>
              <a:solidFill>
                <a:schemeClr val="dk1"/>
              </a:solidFill>
              <a:latin typeface="Overpass Light"/>
              <a:ea typeface="Overpass Light"/>
              <a:cs typeface="Overpass Light"/>
              <a:sym typeface="Overpass Light"/>
            </a:endParaRPr>
          </a:p>
        </p:txBody>
      </p:sp>
      <p:sp>
        <p:nvSpPr>
          <p:cNvPr id="3417" name="Google Shape;3417;p64"/>
          <p:cNvSpPr/>
          <p:nvPr/>
        </p:nvSpPr>
        <p:spPr>
          <a:xfrm>
            <a:off x="719999" y="3927250"/>
            <a:ext cx="571800" cy="5715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ahiana"/>
                <a:ea typeface="Bahiana"/>
                <a:cs typeface="Bahiana"/>
                <a:sym typeface="Bahiana"/>
              </a:rPr>
              <a:t>?</a:t>
            </a:r>
            <a:endParaRPr b="1" sz="2000">
              <a:solidFill>
                <a:schemeClr val="accent1"/>
              </a:solidFill>
              <a:latin typeface="Bahiana"/>
              <a:ea typeface="Bahiana"/>
              <a:cs typeface="Bahiana"/>
              <a:sym typeface="Bahiana"/>
            </a:endParaRPr>
          </a:p>
        </p:txBody>
      </p:sp>
      <p:sp>
        <p:nvSpPr>
          <p:cNvPr id="3418" name="Google Shape;3418;p64"/>
          <p:cNvSpPr txBox="1"/>
          <p:nvPr/>
        </p:nvSpPr>
        <p:spPr>
          <a:xfrm>
            <a:off x="1382650" y="2845925"/>
            <a:ext cx="70413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Xenophanes spoke for philosophers in general</a:t>
            </a:r>
            <a:endParaRPr b="1" sz="2500">
              <a:solidFill>
                <a:srgbClr val="682101"/>
              </a:solidFill>
              <a:latin typeface="Bahiana"/>
              <a:ea typeface="Bahiana"/>
              <a:cs typeface="Bahiana"/>
              <a:sym typeface="Bahiana"/>
            </a:endParaRPr>
          </a:p>
        </p:txBody>
      </p:sp>
      <p:sp>
        <p:nvSpPr>
          <p:cNvPr id="3419" name="Google Shape;3419;p64"/>
          <p:cNvSpPr txBox="1"/>
          <p:nvPr/>
        </p:nvSpPr>
        <p:spPr>
          <a:xfrm>
            <a:off x="1382650" y="3239002"/>
            <a:ext cx="70413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Overpass Light"/>
                <a:ea typeface="Overpass Light"/>
                <a:cs typeface="Overpass Light"/>
                <a:sym typeface="Overpass Light"/>
              </a:rPr>
              <a:t>Write your justification if needed</a:t>
            </a:r>
            <a:endParaRPr>
              <a:solidFill>
                <a:schemeClr val="dk1"/>
              </a:solidFill>
              <a:latin typeface="Overpass Light"/>
              <a:ea typeface="Overpass Light"/>
              <a:cs typeface="Overpass Light"/>
              <a:sym typeface="Overpass Light"/>
            </a:endParaRPr>
          </a:p>
        </p:txBody>
      </p:sp>
      <p:sp>
        <p:nvSpPr>
          <p:cNvPr id="3420" name="Google Shape;3420;p64"/>
          <p:cNvSpPr/>
          <p:nvPr/>
        </p:nvSpPr>
        <p:spPr>
          <a:xfrm>
            <a:off x="719999" y="2950663"/>
            <a:ext cx="571800" cy="5715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ahiana"/>
                <a:ea typeface="Bahiana"/>
                <a:cs typeface="Bahiana"/>
                <a:sym typeface="Bahiana"/>
              </a:rPr>
              <a:t>?</a:t>
            </a:r>
            <a:endParaRPr b="1" sz="2000">
              <a:solidFill>
                <a:schemeClr val="accent1"/>
              </a:solidFill>
              <a:latin typeface="Bahiana"/>
              <a:ea typeface="Bahiana"/>
              <a:cs typeface="Bahiana"/>
              <a:sym typeface="Bahiana"/>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4" name="Shape 3424"/>
        <p:cNvGrpSpPr/>
        <p:nvPr/>
      </p:nvGrpSpPr>
      <p:grpSpPr>
        <a:xfrm>
          <a:off x="0" y="0"/>
          <a:ext cx="0" cy="0"/>
          <a:chOff x="0" y="0"/>
          <a:chExt cx="0" cy="0"/>
        </a:xfrm>
      </p:grpSpPr>
      <p:sp>
        <p:nvSpPr>
          <p:cNvPr id="3425" name="Google Shape;3425;p65"/>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Our</a:t>
            </a:r>
            <a:r>
              <a:rPr lang="en"/>
              <a:t> teACHERS</a:t>
            </a:r>
            <a:endParaRPr/>
          </a:p>
        </p:txBody>
      </p:sp>
      <p:pic>
        <p:nvPicPr>
          <p:cNvPr id="3426" name="Google Shape;3426;p65"/>
          <p:cNvPicPr preferRelativeResize="0"/>
          <p:nvPr/>
        </p:nvPicPr>
        <p:blipFill rotWithShape="1">
          <a:blip r:embed="rId3">
            <a:alphaModFix/>
          </a:blip>
          <a:srcRect b="0" l="27652" r="5569" t="0"/>
          <a:stretch/>
        </p:blipFill>
        <p:spPr>
          <a:xfrm>
            <a:off x="1404226" y="1231150"/>
            <a:ext cx="2362500" cy="2362500"/>
          </a:xfrm>
          <a:prstGeom prst="ellipse">
            <a:avLst/>
          </a:prstGeom>
          <a:noFill/>
          <a:ln cap="flat" cmpd="sng" w="9525">
            <a:solidFill>
              <a:schemeClr val="lt1"/>
            </a:solidFill>
            <a:prstDash val="dot"/>
            <a:round/>
            <a:headEnd len="sm" w="sm" type="none"/>
            <a:tailEnd len="sm" w="sm" type="none"/>
          </a:ln>
        </p:spPr>
      </p:pic>
      <p:sp>
        <p:nvSpPr>
          <p:cNvPr id="3427" name="Google Shape;3427;p65"/>
          <p:cNvSpPr txBox="1"/>
          <p:nvPr/>
        </p:nvSpPr>
        <p:spPr>
          <a:xfrm>
            <a:off x="1404100" y="3731475"/>
            <a:ext cx="2362500" cy="435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Carson williams</a:t>
            </a:r>
            <a:endParaRPr b="1" sz="2500">
              <a:solidFill>
                <a:srgbClr val="682101"/>
              </a:solidFill>
              <a:latin typeface="Bahiana"/>
              <a:ea typeface="Bahiana"/>
              <a:cs typeface="Bahiana"/>
              <a:sym typeface="Bahiana"/>
            </a:endParaRPr>
          </a:p>
        </p:txBody>
      </p:sp>
      <p:sp>
        <p:nvSpPr>
          <p:cNvPr id="3428" name="Google Shape;3428;p65"/>
          <p:cNvSpPr txBox="1"/>
          <p:nvPr/>
        </p:nvSpPr>
        <p:spPr>
          <a:xfrm>
            <a:off x="1404125" y="4032000"/>
            <a:ext cx="2362500" cy="57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You can speak a bit about this person here</a:t>
            </a:r>
            <a:endParaRPr>
              <a:solidFill>
                <a:schemeClr val="dk1"/>
              </a:solidFill>
              <a:latin typeface="Overpass Light"/>
              <a:ea typeface="Overpass Light"/>
              <a:cs typeface="Overpass Light"/>
              <a:sym typeface="Overpass Light"/>
            </a:endParaRPr>
          </a:p>
        </p:txBody>
      </p:sp>
      <p:sp>
        <p:nvSpPr>
          <p:cNvPr id="3429" name="Google Shape;3429;p65"/>
          <p:cNvSpPr/>
          <p:nvPr/>
        </p:nvSpPr>
        <p:spPr>
          <a:xfrm>
            <a:off x="2099616" y="2759776"/>
            <a:ext cx="971700" cy="971700"/>
          </a:xfrm>
          <a:prstGeom prst="ellipse">
            <a:avLst/>
          </a:prstGeom>
          <a:solidFill>
            <a:schemeClr val="accent3"/>
          </a:solid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30" name="Google Shape;3430;p65"/>
          <p:cNvPicPr preferRelativeResize="0"/>
          <p:nvPr/>
        </p:nvPicPr>
        <p:blipFill rotWithShape="1">
          <a:blip r:embed="rId4">
            <a:alphaModFix/>
          </a:blip>
          <a:srcRect b="-2179" l="32606" r="673" t="2180"/>
          <a:stretch/>
        </p:blipFill>
        <p:spPr>
          <a:xfrm>
            <a:off x="5377401" y="1231150"/>
            <a:ext cx="2362500" cy="2362500"/>
          </a:xfrm>
          <a:prstGeom prst="ellipse">
            <a:avLst/>
          </a:prstGeom>
          <a:noFill/>
          <a:ln cap="flat" cmpd="sng" w="9525">
            <a:solidFill>
              <a:schemeClr val="lt1"/>
            </a:solidFill>
            <a:prstDash val="dot"/>
            <a:round/>
            <a:headEnd len="sm" w="sm" type="none"/>
            <a:tailEnd len="sm" w="sm" type="none"/>
          </a:ln>
        </p:spPr>
      </p:pic>
      <p:sp>
        <p:nvSpPr>
          <p:cNvPr id="3431" name="Google Shape;3431;p65"/>
          <p:cNvSpPr txBox="1"/>
          <p:nvPr/>
        </p:nvSpPr>
        <p:spPr>
          <a:xfrm>
            <a:off x="5377388" y="3731475"/>
            <a:ext cx="2362500" cy="435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MAisie fourgent</a:t>
            </a:r>
            <a:endParaRPr b="1" sz="2500">
              <a:solidFill>
                <a:srgbClr val="682101"/>
              </a:solidFill>
              <a:latin typeface="Bahiana"/>
              <a:ea typeface="Bahiana"/>
              <a:cs typeface="Bahiana"/>
              <a:sym typeface="Bahiana"/>
            </a:endParaRPr>
          </a:p>
        </p:txBody>
      </p:sp>
      <p:sp>
        <p:nvSpPr>
          <p:cNvPr id="3432" name="Google Shape;3432;p65"/>
          <p:cNvSpPr txBox="1"/>
          <p:nvPr/>
        </p:nvSpPr>
        <p:spPr>
          <a:xfrm>
            <a:off x="5377413" y="4032000"/>
            <a:ext cx="2362500" cy="57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You can speak a bit about this person here</a:t>
            </a:r>
            <a:endParaRPr>
              <a:solidFill>
                <a:schemeClr val="dk1"/>
              </a:solidFill>
              <a:latin typeface="Overpass Light"/>
              <a:ea typeface="Overpass Light"/>
              <a:cs typeface="Overpass Light"/>
              <a:sym typeface="Overpass Light"/>
            </a:endParaRPr>
          </a:p>
        </p:txBody>
      </p:sp>
      <p:sp>
        <p:nvSpPr>
          <p:cNvPr id="3433" name="Google Shape;3433;p65"/>
          <p:cNvSpPr/>
          <p:nvPr/>
        </p:nvSpPr>
        <p:spPr>
          <a:xfrm>
            <a:off x="6072791" y="2759776"/>
            <a:ext cx="971700" cy="971700"/>
          </a:xfrm>
          <a:prstGeom prst="ellipse">
            <a:avLst/>
          </a:prstGeom>
          <a:solidFill>
            <a:schemeClr val="accent3"/>
          </a:solid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4" name="Google Shape;3434;p65"/>
          <p:cNvGrpSpPr/>
          <p:nvPr/>
        </p:nvGrpSpPr>
        <p:grpSpPr>
          <a:xfrm>
            <a:off x="2397100" y="3057509"/>
            <a:ext cx="376743" cy="376239"/>
            <a:chOff x="6116450" y="3335221"/>
            <a:chExt cx="376743" cy="376239"/>
          </a:xfrm>
        </p:grpSpPr>
        <p:sp>
          <p:nvSpPr>
            <p:cNvPr id="3435" name="Google Shape;3435;p65"/>
            <p:cNvSpPr/>
            <p:nvPr/>
          </p:nvSpPr>
          <p:spPr>
            <a:xfrm>
              <a:off x="6116450" y="3571368"/>
              <a:ext cx="277771" cy="140092"/>
            </a:xfrm>
            <a:custGeom>
              <a:rect b="b" l="l" r="r" t="t"/>
              <a:pathLst>
                <a:path extrusionOk="0" h="5284" w="10477">
                  <a:moveTo>
                    <a:pt x="5286" y="1"/>
                  </a:moveTo>
                  <a:cubicBezTo>
                    <a:pt x="2469" y="1"/>
                    <a:pt x="167" y="2205"/>
                    <a:pt x="10" y="4982"/>
                  </a:cubicBezTo>
                  <a:cubicBezTo>
                    <a:pt x="1" y="5146"/>
                    <a:pt x="132" y="5284"/>
                    <a:pt x="296" y="5284"/>
                  </a:cubicBezTo>
                  <a:lnTo>
                    <a:pt x="2072" y="5284"/>
                  </a:lnTo>
                  <a:lnTo>
                    <a:pt x="2285" y="5000"/>
                  </a:lnTo>
                  <a:lnTo>
                    <a:pt x="2501" y="5284"/>
                  </a:lnTo>
                  <a:lnTo>
                    <a:pt x="8070" y="5284"/>
                  </a:lnTo>
                  <a:lnTo>
                    <a:pt x="8283" y="5000"/>
                  </a:lnTo>
                  <a:lnTo>
                    <a:pt x="8496" y="5284"/>
                  </a:lnTo>
                  <a:lnTo>
                    <a:pt x="9576" y="5284"/>
                  </a:lnTo>
                  <a:cubicBezTo>
                    <a:pt x="10146" y="5051"/>
                    <a:pt x="10476" y="4164"/>
                    <a:pt x="10310" y="3647"/>
                  </a:cubicBezTo>
                  <a:cubicBezTo>
                    <a:pt x="9622" y="1531"/>
                    <a:pt x="7631" y="1"/>
                    <a:pt x="5286"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5"/>
            <p:cNvSpPr/>
            <p:nvPr/>
          </p:nvSpPr>
          <p:spPr>
            <a:xfrm>
              <a:off x="6171278" y="3690674"/>
              <a:ext cx="11374" cy="20786"/>
            </a:xfrm>
            <a:custGeom>
              <a:rect b="b" l="l" r="r" t="t"/>
              <a:pathLst>
                <a:path extrusionOk="0" h="784" w="429">
                  <a:moveTo>
                    <a:pt x="213" y="1"/>
                  </a:moveTo>
                  <a:cubicBezTo>
                    <a:pt x="95" y="1"/>
                    <a:pt x="0" y="94"/>
                    <a:pt x="0" y="214"/>
                  </a:cubicBezTo>
                  <a:lnTo>
                    <a:pt x="0" y="784"/>
                  </a:lnTo>
                  <a:lnTo>
                    <a:pt x="428" y="784"/>
                  </a:lnTo>
                  <a:lnTo>
                    <a:pt x="428" y="214"/>
                  </a:lnTo>
                  <a:cubicBezTo>
                    <a:pt x="428" y="96"/>
                    <a:pt x="335" y="1"/>
                    <a:pt x="213"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5"/>
            <p:cNvSpPr/>
            <p:nvPr/>
          </p:nvSpPr>
          <p:spPr>
            <a:xfrm>
              <a:off x="6330326" y="3690674"/>
              <a:ext cx="11374" cy="20786"/>
            </a:xfrm>
            <a:custGeom>
              <a:rect b="b" l="l" r="r" t="t"/>
              <a:pathLst>
                <a:path extrusionOk="0" h="784" w="429">
                  <a:moveTo>
                    <a:pt x="213" y="1"/>
                  </a:moveTo>
                  <a:cubicBezTo>
                    <a:pt x="96" y="1"/>
                    <a:pt x="1" y="94"/>
                    <a:pt x="1" y="214"/>
                  </a:cubicBezTo>
                  <a:lnTo>
                    <a:pt x="1" y="784"/>
                  </a:lnTo>
                  <a:lnTo>
                    <a:pt x="429" y="784"/>
                  </a:lnTo>
                  <a:lnTo>
                    <a:pt x="429" y="214"/>
                  </a:lnTo>
                  <a:cubicBezTo>
                    <a:pt x="429" y="96"/>
                    <a:pt x="333" y="1"/>
                    <a:pt x="213"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5"/>
            <p:cNvSpPr/>
            <p:nvPr/>
          </p:nvSpPr>
          <p:spPr>
            <a:xfrm>
              <a:off x="6370307" y="3668059"/>
              <a:ext cx="26327" cy="43401"/>
            </a:xfrm>
            <a:custGeom>
              <a:rect b="b" l="l" r="r" t="t"/>
              <a:pathLst>
                <a:path extrusionOk="0" h="1637" w="993">
                  <a:moveTo>
                    <a:pt x="730" y="0"/>
                  </a:moveTo>
                  <a:cubicBezTo>
                    <a:pt x="305" y="166"/>
                    <a:pt x="1" y="579"/>
                    <a:pt x="1" y="1067"/>
                  </a:cubicBezTo>
                  <a:lnTo>
                    <a:pt x="1" y="1637"/>
                  </a:lnTo>
                  <a:lnTo>
                    <a:pt x="992" y="1637"/>
                  </a:lnTo>
                  <a:cubicBezTo>
                    <a:pt x="992" y="1067"/>
                    <a:pt x="901" y="517"/>
                    <a:pt x="730"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5"/>
            <p:cNvSpPr/>
            <p:nvPr/>
          </p:nvSpPr>
          <p:spPr>
            <a:xfrm>
              <a:off x="6261791" y="3349697"/>
              <a:ext cx="122806" cy="128692"/>
            </a:xfrm>
            <a:custGeom>
              <a:rect b="b" l="l" r="r" t="t"/>
              <a:pathLst>
                <a:path extrusionOk="0" h="4854" w="4632">
                  <a:moveTo>
                    <a:pt x="2" y="202"/>
                  </a:moveTo>
                  <a:cubicBezTo>
                    <a:pt x="1" y="203"/>
                    <a:pt x="1" y="204"/>
                    <a:pt x="2" y="204"/>
                  </a:cubicBezTo>
                  <a:lnTo>
                    <a:pt x="2" y="204"/>
                  </a:lnTo>
                  <a:cubicBezTo>
                    <a:pt x="2" y="203"/>
                    <a:pt x="2" y="202"/>
                    <a:pt x="2" y="202"/>
                  </a:cubicBezTo>
                  <a:close/>
                  <a:moveTo>
                    <a:pt x="1122" y="1"/>
                  </a:moveTo>
                  <a:cubicBezTo>
                    <a:pt x="481" y="1"/>
                    <a:pt x="33" y="204"/>
                    <a:pt x="3" y="204"/>
                  </a:cubicBezTo>
                  <a:cubicBezTo>
                    <a:pt x="3" y="204"/>
                    <a:pt x="2" y="204"/>
                    <a:pt x="2" y="204"/>
                  </a:cubicBezTo>
                  <a:lnTo>
                    <a:pt x="2" y="204"/>
                  </a:lnTo>
                  <a:cubicBezTo>
                    <a:pt x="33" y="290"/>
                    <a:pt x="350" y="2485"/>
                    <a:pt x="1989" y="2884"/>
                  </a:cubicBezTo>
                  <a:cubicBezTo>
                    <a:pt x="3191" y="3176"/>
                    <a:pt x="4486" y="4683"/>
                    <a:pt x="4528" y="4849"/>
                  </a:cubicBezTo>
                  <a:lnTo>
                    <a:pt x="4528" y="4849"/>
                  </a:lnTo>
                  <a:cubicBezTo>
                    <a:pt x="4528" y="4801"/>
                    <a:pt x="4631" y="4278"/>
                    <a:pt x="4517" y="3511"/>
                  </a:cubicBezTo>
                  <a:cubicBezTo>
                    <a:pt x="4406" y="2719"/>
                    <a:pt x="4056" y="1664"/>
                    <a:pt x="3273" y="894"/>
                  </a:cubicBezTo>
                  <a:cubicBezTo>
                    <a:pt x="2511" y="183"/>
                    <a:pt x="1730" y="1"/>
                    <a:pt x="1122" y="1"/>
                  </a:cubicBezTo>
                  <a:close/>
                  <a:moveTo>
                    <a:pt x="4528" y="4849"/>
                  </a:moveTo>
                  <a:cubicBezTo>
                    <a:pt x="4528" y="4852"/>
                    <a:pt x="4528" y="4853"/>
                    <a:pt x="4528" y="4853"/>
                  </a:cubicBezTo>
                  <a:cubicBezTo>
                    <a:pt x="4528" y="4852"/>
                    <a:pt x="4528" y="4851"/>
                    <a:pt x="4528" y="48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5"/>
            <p:cNvSpPr/>
            <p:nvPr/>
          </p:nvSpPr>
          <p:spPr>
            <a:xfrm>
              <a:off x="6128486" y="3349697"/>
              <a:ext cx="122779" cy="128692"/>
            </a:xfrm>
            <a:custGeom>
              <a:rect b="b" l="l" r="r" t="t"/>
              <a:pathLst>
                <a:path extrusionOk="0" h="4854" w="4631">
                  <a:moveTo>
                    <a:pt x="4630" y="202"/>
                  </a:moveTo>
                  <a:cubicBezTo>
                    <a:pt x="4630" y="202"/>
                    <a:pt x="4630" y="203"/>
                    <a:pt x="4630" y="204"/>
                  </a:cubicBezTo>
                  <a:lnTo>
                    <a:pt x="4630" y="204"/>
                  </a:lnTo>
                  <a:cubicBezTo>
                    <a:pt x="4631" y="204"/>
                    <a:pt x="4631" y="203"/>
                    <a:pt x="4630" y="202"/>
                  </a:cubicBezTo>
                  <a:close/>
                  <a:moveTo>
                    <a:pt x="3510" y="1"/>
                  </a:moveTo>
                  <a:cubicBezTo>
                    <a:pt x="2902" y="1"/>
                    <a:pt x="2121" y="183"/>
                    <a:pt x="1359" y="894"/>
                  </a:cubicBezTo>
                  <a:cubicBezTo>
                    <a:pt x="574" y="1664"/>
                    <a:pt x="223" y="2719"/>
                    <a:pt x="113" y="3511"/>
                  </a:cubicBezTo>
                  <a:cubicBezTo>
                    <a:pt x="1" y="4278"/>
                    <a:pt x="102" y="4801"/>
                    <a:pt x="102" y="4849"/>
                  </a:cubicBezTo>
                  <a:lnTo>
                    <a:pt x="102" y="4849"/>
                  </a:lnTo>
                  <a:cubicBezTo>
                    <a:pt x="144" y="4683"/>
                    <a:pt x="1439" y="3176"/>
                    <a:pt x="2641" y="2884"/>
                  </a:cubicBezTo>
                  <a:cubicBezTo>
                    <a:pt x="4280" y="2485"/>
                    <a:pt x="4597" y="290"/>
                    <a:pt x="4630" y="204"/>
                  </a:cubicBezTo>
                  <a:lnTo>
                    <a:pt x="4630" y="204"/>
                  </a:lnTo>
                  <a:cubicBezTo>
                    <a:pt x="4629" y="204"/>
                    <a:pt x="4629" y="204"/>
                    <a:pt x="4629" y="204"/>
                  </a:cubicBezTo>
                  <a:cubicBezTo>
                    <a:pt x="4598" y="204"/>
                    <a:pt x="4150" y="1"/>
                    <a:pt x="3510" y="1"/>
                  </a:cubicBezTo>
                  <a:close/>
                  <a:moveTo>
                    <a:pt x="102" y="4849"/>
                  </a:moveTo>
                  <a:lnTo>
                    <a:pt x="102" y="4849"/>
                  </a:lnTo>
                  <a:cubicBezTo>
                    <a:pt x="102" y="4851"/>
                    <a:pt x="102" y="4852"/>
                    <a:pt x="101" y="4853"/>
                  </a:cubicBezTo>
                  <a:cubicBezTo>
                    <a:pt x="102" y="4853"/>
                    <a:pt x="102" y="4852"/>
                    <a:pt x="102" y="48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5"/>
            <p:cNvSpPr/>
            <p:nvPr/>
          </p:nvSpPr>
          <p:spPr>
            <a:xfrm>
              <a:off x="6350794" y="3468155"/>
              <a:ext cx="133" cy="53"/>
            </a:xfrm>
            <a:custGeom>
              <a:rect b="b" l="l" r="r" t="t"/>
              <a:pathLst>
                <a:path extrusionOk="0" h="2" w="5">
                  <a:moveTo>
                    <a:pt x="3" y="0"/>
                  </a:moveTo>
                  <a:cubicBezTo>
                    <a:pt x="3" y="0"/>
                    <a:pt x="2" y="1"/>
                    <a:pt x="0" y="1"/>
                  </a:cubicBezTo>
                  <a:cubicBezTo>
                    <a:pt x="3" y="1"/>
                    <a:pt x="4" y="0"/>
                    <a:pt x="3" y="0"/>
                  </a:cubicBezTo>
                  <a:close/>
                </a:path>
              </a:pathLst>
            </a:custGeom>
            <a:solidFill>
              <a:srgbClr val="FFF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5"/>
            <p:cNvSpPr/>
            <p:nvPr/>
          </p:nvSpPr>
          <p:spPr>
            <a:xfrm>
              <a:off x="6206009" y="3468181"/>
              <a:ext cx="185084" cy="199135"/>
            </a:xfrm>
            <a:custGeom>
              <a:rect b="b" l="l" r="r" t="t"/>
              <a:pathLst>
                <a:path extrusionOk="0" h="7511" w="6981">
                  <a:moveTo>
                    <a:pt x="5461" y="0"/>
                  </a:moveTo>
                  <a:cubicBezTo>
                    <a:pt x="5428" y="60"/>
                    <a:pt x="4428" y="1211"/>
                    <a:pt x="4729" y="2444"/>
                  </a:cubicBezTo>
                  <a:lnTo>
                    <a:pt x="2008" y="3336"/>
                  </a:lnTo>
                  <a:lnTo>
                    <a:pt x="544" y="3332"/>
                  </a:lnTo>
                  <a:lnTo>
                    <a:pt x="544" y="3332"/>
                  </a:lnTo>
                  <a:cubicBezTo>
                    <a:pt x="1" y="5157"/>
                    <a:pt x="724" y="6665"/>
                    <a:pt x="2871" y="7421"/>
                  </a:cubicBezTo>
                  <a:cubicBezTo>
                    <a:pt x="2899" y="7379"/>
                    <a:pt x="2945" y="7356"/>
                    <a:pt x="2992" y="7356"/>
                  </a:cubicBezTo>
                  <a:cubicBezTo>
                    <a:pt x="3023" y="7356"/>
                    <a:pt x="3055" y="7366"/>
                    <a:pt x="3082" y="7388"/>
                  </a:cubicBezTo>
                  <a:cubicBezTo>
                    <a:pt x="3108" y="7410"/>
                    <a:pt x="3133" y="7433"/>
                    <a:pt x="3159" y="7450"/>
                  </a:cubicBezTo>
                  <a:cubicBezTo>
                    <a:pt x="3210" y="7490"/>
                    <a:pt x="3272" y="7510"/>
                    <a:pt x="3333" y="7510"/>
                  </a:cubicBezTo>
                  <a:cubicBezTo>
                    <a:pt x="3395" y="7510"/>
                    <a:pt x="3456" y="7490"/>
                    <a:pt x="3507" y="7450"/>
                  </a:cubicBezTo>
                  <a:cubicBezTo>
                    <a:pt x="3709" y="7291"/>
                    <a:pt x="4046" y="6989"/>
                    <a:pt x="4295" y="6568"/>
                  </a:cubicBezTo>
                  <a:cubicBezTo>
                    <a:pt x="4322" y="6521"/>
                    <a:pt x="4371" y="6496"/>
                    <a:pt x="4420" y="6496"/>
                  </a:cubicBezTo>
                  <a:cubicBezTo>
                    <a:pt x="4451" y="6496"/>
                    <a:pt x="4482" y="6506"/>
                    <a:pt x="4508" y="6528"/>
                  </a:cubicBezTo>
                  <a:cubicBezTo>
                    <a:pt x="4536" y="6552"/>
                    <a:pt x="4561" y="6572"/>
                    <a:pt x="4585" y="6590"/>
                  </a:cubicBezTo>
                  <a:cubicBezTo>
                    <a:pt x="4637" y="6630"/>
                    <a:pt x="4699" y="6650"/>
                    <a:pt x="4761" y="6650"/>
                  </a:cubicBezTo>
                  <a:cubicBezTo>
                    <a:pt x="4823" y="6650"/>
                    <a:pt x="4885" y="6630"/>
                    <a:pt x="4936" y="6590"/>
                  </a:cubicBezTo>
                  <a:cubicBezTo>
                    <a:pt x="5235" y="6357"/>
                    <a:pt x="5832" y="5802"/>
                    <a:pt x="6000" y="5006"/>
                  </a:cubicBezTo>
                  <a:cubicBezTo>
                    <a:pt x="6448" y="4492"/>
                    <a:pt x="6923" y="3671"/>
                    <a:pt x="6958" y="2697"/>
                  </a:cubicBezTo>
                  <a:cubicBezTo>
                    <a:pt x="6981" y="779"/>
                    <a:pt x="5488" y="36"/>
                    <a:pt x="5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5"/>
            <p:cNvSpPr/>
            <p:nvPr/>
          </p:nvSpPr>
          <p:spPr>
            <a:xfrm>
              <a:off x="6162157" y="3468128"/>
              <a:ext cx="80" cy="80"/>
            </a:xfrm>
            <a:custGeom>
              <a:rect b="b" l="l" r="r" t="t"/>
              <a:pathLst>
                <a:path extrusionOk="0" h="3" w="3">
                  <a:moveTo>
                    <a:pt x="0" y="0"/>
                  </a:moveTo>
                  <a:cubicBezTo>
                    <a:pt x="0" y="0"/>
                    <a:pt x="0" y="2"/>
                    <a:pt x="0" y="0"/>
                  </a:cubicBezTo>
                  <a:cubicBezTo>
                    <a:pt x="2" y="0"/>
                    <a:pt x="2" y="0"/>
                    <a:pt x="0" y="0"/>
                  </a:cubicBezTo>
                  <a:close/>
                </a:path>
              </a:pathLst>
            </a:custGeom>
            <a:solidFill>
              <a:srgbClr val="FFEB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5"/>
            <p:cNvSpPr/>
            <p:nvPr/>
          </p:nvSpPr>
          <p:spPr>
            <a:xfrm>
              <a:off x="6121938" y="3468181"/>
              <a:ext cx="160268" cy="222069"/>
            </a:xfrm>
            <a:custGeom>
              <a:rect b="b" l="l" r="r" t="t"/>
              <a:pathLst>
                <a:path extrusionOk="0" h="8376" w="6045">
                  <a:moveTo>
                    <a:pt x="1519" y="0"/>
                  </a:moveTo>
                  <a:cubicBezTo>
                    <a:pt x="1495" y="36"/>
                    <a:pt x="0" y="779"/>
                    <a:pt x="25" y="2704"/>
                  </a:cubicBezTo>
                  <a:cubicBezTo>
                    <a:pt x="60" y="3673"/>
                    <a:pt x="535" y="4496"/>
                    <a:pt x="985" y="5013"/>
                  </a:cubicBezTo>
                  <a:cubicBezTo>
                    <a:pt x="1154" y="5809"/>
                    <a:pt x="1750" y="6359"/>
                    <a:pt x="2050" y="6596"/>
                  </a:cubicBezTo>
                  <a:cubicBezTo>
                    <a:pt x="2101" y="6636"/>
                    <a:pt x="2162" y="6656"/>
                    <a:pt x="2224" y="6656"/>
                  </a:cubicBezTo>
                  <a:cubicBezTo>
                    <a:pt x="2285" y="6656"/>
                    <a:pt x="2347" y="6636"/>
                    <a:pt x="2398" y="6596"/>
                  </a:cubicBezTo>
                  <a:cubicBezTo>
                    <a:pt x="2422" y="6576"/>
                    <a:pt x="2449" y="6556"/>
                    <a:pt x="2475" y="6534"/>
                  </a:cubicBezTo>
                  <a:cubicBezTo>
                    <a:pt x="2502" y="6513"/>
                    <a:pt x="2533" y="6502"/>
                    <a:pt x="2565" y="6502"/>
                  </a:cubicBezTo>
                  <a:cubicBezTo>
                    <a:pt x="2613" y="6502"/>
                    <a:pt x="2661" y="6527"/>
                    <a:pt x="2688" y="6574"/>
                  </a:cubicBezTo>
                  <a:cubicBezTo>
                    <a:pt x="2939" y="6996"/>
                    <a:pt x="3274" y="7297"/>
                    <a:pt x="3476" y="7455"/>
                  </a:cubicBezTo>
                  <a:cubicBezTo>
                    <a:pt x="3528" y="7495"/>
                    <a:pt x="3590" y="7515"/>
                    <a:pt x="3652" y="7515"/>
                  </a:cubicBezTo>
                  <a:cubicBezTo>
                    <a:pt x="3714" y="7515"/>
                    <a:pt x="3775" y="7495"/>
                    <a:pt x="3826" y="7455"/>
                  </a:cubicBezTo>
                  <a:cubicBezTo>
                    <a:pt x="3851" y="7435"/>
                    <a:pt x="3875" y="7417"/>
                    <a:pt x="3904" y="7395"/>
                  </a:cubicBezTo>
                  <a:cubicBezTo>
                    <a:pt x="3930" y="7373"/>
                    <a:pt x="3963" y="7362"/>
                    <a:pt x="3995" y="7362"/>
                  </a:cubicBezTo>
                  <a:cubicBezTo>
                    <a:pt x="4043" y="7362"/>
                    <a:pt x="4090" y="7386"/>
                    <a:pt x="4117" y="7433"/>
                  </a:cubicBezTo>
                  <a:cubicBezTo>
                    <a:pt x="4367" y="7854"/>
                    <a:pt x="4702" y="8156"/>
                    <a:pt x="4904" y="8315"/>
                  </a:cubicBezTo>
                  <a:cubicBezTo>
                    <a:pt x="4955" y="8355"/>
                    <a:pt x="5017" y="8375"/>
                    <a:pt x="5078" y="8375"/>
                  </a:cubicBezTo>
                  <a:cubicBezTo>
                    <a:pt x="5140" y="8375"/>
                    <a:pt x="5202" y="8355"/>
                    <a:pt x="5254" y="8315"/>
                  </a:cubicBezTo>
                  <a:cubicBezTo>
                    <a:pt x="5456" y="8156"/>
                    <a:pt x="5791" y="7854"/>
                    <a:pt x="6042" y="7433"/>
                  </a:cubicBezTo>
                  <a:cubicBezTo>
                    <a:pt x="6042" y="7430"/>
                    <a:pt x="6044" y="7430"/>
                    <a:pt x="6044" y="7430"/>
                  </a:cubicBezTo>
                  <a:cubicBezTo>
                    <a:pt x="4778" y="6479"/>
                    <a:pt x="3928" y="5000"/>
                    <a:pt x="3715" y="3329"/>
                  </a:cubicBezTo>
                  <a:lnTo>
                    <a:pt x="2249" y="2451"/>
                  </a:lnTo>
                  <a:cubicBezTo>
                    <a:pt x="2555" y="1214"/>
                    <a:pt x="1551" y="58"/>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5"/>
            <p:cNvSpPr/>
            <p:nvPr/>
          </p:nvSpPr>
          <p:spPr>
            <a:xfrm>
              <a:off x="6190552" y="3391746"/>
              <a:ext cx="171721" cy="209290"/>
            </a:xfrm>
            <a:custGeom>
              <a:rect b="b" l="l" r="r" t="t"/>
              <a:pathLst>
                <a:path extrusionOk="0" h="7894" w="6477">
                  <a:moveTo>
                    <a:pt x="2489" y="0"/>
                  </a:moveTo>
                  <a:cubicBezTo>
                    <a:pt x="2159" y="0"/>
                    <a:pt x="1837" y="40"/>
                    <a:pt x="1529" y="118"/>
                  </a:cubicBezTo>
                  <a:cubicBezTo>
                    <a:pt x="630" y="969"/>
                    <a:pt x="1" y="2633"/>
                    <a:pt x="1" y="3830"/>
                  </a:cubicBezTo>
                  <a:cubicBezTo>
                    <a:pt x="1" y="4891"/>
                    <a:pt x="710" y="5412"/>
                    <a:pt x="1280" y="6170"/>
                  </a:cubicBezTo>
                  <a:cubicBezTo>
                    <a:pt x="1518" y="5844"/>
                    <a:pt x="1691" y="5801"/>
                    <a:pt x="2035" y="5801"/>
                  </a:cubicBezTo>
                  <a:cubicBezTo>
                    <a:pt x="2159" y="5801"/>
                    <a:pt x="2305" y="5807"/>
                    <a:pt x="2485" y="5807"/>
                  </a:cubicBezTo>
                  <a:cubicBezTo>
                    <a:pt x="3511" y="5807"/>
                    <a:pt x="4343" y="6487"/>
                    <a:pt x="4343" y="7328"/>
                  </a:cubicBezTo>
                  <a:cubicBezTo>
                    <a:pt x="4343" y="7528"/>
                    <a:pt x="4297" y="7718"/>
                    <a:pt x="4210" y="7894"/>
                  </a:cubicBezTo>
                  <a:cubicBezTo>
                    <a:pt x="5552" y="7224"/>
                    <a:pt x="6477" y="5800"/>
                    <a:pt x="6477" y="4150"/>
                  </a:cubicBezTo>
                  <a:cubicBezTo>
                    <a:pt x="6477" y="1861"/>
                    <a:pt x="4691" y="2"/>
                    <a:pt x="2489" y="0"/>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5"/>
            <p:cNvSpPr/>
            <p:nvPr/>
          </p:nvSpPr>
          <p:spPr>
            <a:xfrm>
              <a:off x="6150677" y="3395033"/>
              <a:ext cx="80412" cy="206055"/>
            </a:xfrm>
            <a:custGeom>
              <a:rect b="b" l="l" r="r" t="t"/>
              <a:pathLst>
                <a:path extrusionOk="0" h="7772" w="3033">
                  <a:moveTo>
                    <a:pt x="3033" y="0"/>
                  </a:moveTo>
                  <a:cubicBezTo>
                    <a:pt x="1292" y="446"/>
                    <a:pt x="1" y="2078"/>
                    <a:pt x="1" y="4028"/>
                  </a:cubicBezTo>
                  <a:cubicBezTo>
                    <a:pt x="1" y="5678"/>
                    <a:pt x="926" y="7104"/>
                    <a:pt x="2267" y="7772"/>
                  </a:cubicBezTo>
                  <a:cubicBezTo>
                    <a:pt x="2181" y="7597"/>
                    <a:pt x="2134" y="7406"/>
                    <a:pt x="2134" y="7206"/>
                  </a:cubicBezTo>
                  <a:cubicBezTo>
                    <a:pt x="2134" y="6743"/>
                    <a:pt x="2387" y="6330"/>
                    <a:pt x="2786" y="6051"/>
                  </a:cubicBezTo>
                  <a:cubicBezTo>
                    <a:pt x="2376" y="5212"/>
                    <a:pt x="2143" y="4261"/>
                    <a:pt x="2143" y="3252"/>
                  </a:cubicBezTo>
                  <a:cubicBezTo>
                    <a:pt x="2143" y="2056"/>
                    <a:pt x="2469" y="941"/>
                    <a:pt x="3033"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5"/>
            <p:cNvSpPr/>
            <p:nvPr/>
          </p:nvSpPr>
          <p:spPr>
            <a:xfrm>
              <a:off x="6334038" y="3460996"/>
              <a:ext cx="56472" cy="71663"/>
            </a:xfrm>
            <a:custGeom>
              <a:rect b="b" l="l" r="r" t="t"/>
              <a:pathLst>
                <a:path extrusionOk="0" h="2703" w="2130">
                  <a:moveTo>
                    <a:pt x="1065" y="1"/>
                  </a:moveTo>
                  <a:cubicBezTo>
                    <a:pt x="477" y="1"/>
                    <a:pt x="0" y="606"/>
                    <a:pt x="0" y="1351"/>
                  </a:cubicBezTo>
                  <a:cubicBezTo>
                    <a:pt x="0" y="2097"/>
                    <a:pt x="477" y="2702"/>
                    <a:pt x="1065" y="2702"/>
                  </a:cubicBezTo>
                  <a:cubicBezTo>
                    <a:pt x="1653" y="2702"/>
                    <a:pt x="2129" y="2097"/>
                    <a:pt x="2129" y="1351"/>
                  </a:cubicBezTo>
                  <a:cubicBezTo>
                    <a:pt x="2129" y="606"/>
                    <a:pt x="1653" y="1"/>
                    <a:pt x="1065"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5"/>
            <p:cNvSpPr/>
            <p:nvPr/>
          </p:nvSpPr>
          <p:spPr>
            <a:xfrm>
              <a:off x="6122521" y="3460996"/>
              <a:ext cx="56472" cy="71663"/>
            </a:xfrm>
            <a:custGeom>
              <a:rect b="b" l="l" r="r" t="t"/>
              <a:pathLst>
                <a:path extrusionOk="0" h="2703" w="2130">
                  <a:moveTo>
                    <a:pt x="1065" y="1"/>
                  </a:moveTo>
                  <a:cubicBezTo>
                    <a:pt x="477" y="1"/>
                    <a:pt x="0" y="606"/>
                    <a:pt x="0" y="1351"/>
                  </a:cubicBezTo>
                  <a:cubicBezTo>
                    <a:pt x="0" y="2097"/>
                    <a:pt x="477" y="2702"/>
                    <a:pt x="1065" y="2702"/>
                  </a:cubicBezTo>
                  <a:cubicBezTo>
                    <a:pt x="1653" y="2702"/>
                    <a:pt x="2130" y="2097"/>
                    <a:pt x="2130" y="1351"/>
                  </a:cubicBezTo>
                  <a:cubicBezTo>
                    <a:pt x="2130" y="606"/>
                    <a:pt x="1653" y="1"/>
                    <a:pt x="1065" y="1"/>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5"/>
            <p:cNvSpPr/>
            <p:nvPr/>
          </p:nvSpPr>
          <p:spPr>
            <a:xfrm>
              <a:off x="6172550" y="3544617"/>
              <a:ext cx="167983" cy="59892"/>
            </a:xfrm>
            <a:custGeom>
              <a:rect b="b" l="l" r="r" t="t"/>
              <a:pathLst>
                <a:path extrusionOk="0" h="2259" w="6336">
                  <a:moveTo>
                    <a:pt x="2499" y="0"/>
                  </a:moveTo>
                  <a:cubicBezTo>
                    <a:pt x="2093" y="0"/>
                    <a:pt x="1605" y="126"/>
                    <a:pt x="1296" y="648"/>
                  </a:cubicBezTo>
                  <a:cubicBezTo>
                    <a:pt x="1063" y="1043"/>
                    <a:pt x="624" y="1376"/>
                    <a:pt x="254" y="1600"/>
                  </a:cubicBezTo>
                  <a:cubicBezTo>
                    <a:pt x="1" y="1753"/>
                    <a:pt x="61" y="2134"/>
                    <a:pt x="349" y="2196"/>
                  </a:cubicBezTo>
                  <a:cubicBezTo>
                    <a:pt x="356" y="2196"/>
                    <a:pt x="358" y="2199"/>
                    <a:pt x="365" y="2199"/>
                  </a:cubicBezTo>
                  <a:cubicBezTo>
                    <a:pt x="534" y="2235"/>
                    <a:pt x="729" y="2259"/>
                    <a:pt x="938" y="2259"/>
                  </a:cubicBezTo>
                  <a:cubicBezTo>
                    <a:pt x="1317" y="2259"/>
                    <a:pt x="1741" y="2180"/>
                    <a:pt x="2139" y="1952"/>
                  </a:cubicBezTo>
                  <a:cubicBezTo>
                    <a:pt x="2518" y="1722"/>
                    <a:pt x="2764" y="1453"/>
                    <a:pt x="2922" y="1192"/>
                  </a:cubicBezTo>
                  <a:cubicBezTo>
                    <a:pt x="2979" y="1100"/>
                    <a:pt x="3074" y="1054"/>
                    <a:pt x="3169" y="1054"/>
                  </a:cubicBezTo>
                  <a:cubicBezTo>
                    <a:pt x="3263" y="1054"/>
                    <a:pt x="3358" y="1100"/>
                    <a:pt x="3414" y="1192"/>
                  </a:cubicBezTo>
                  <a:cubicBezTo>
                    <a:pt x="3572" y="1453"/>
                    <a:pt x="3818" y="1722"/>
                    <a:pt x="4197" y="1952"/>
                  </a:cubicBezTo>
                  <a:cubicBezTo>
                    <a:pt x="4595" y="2180"/>
                    <a:pt x="5019" y="2259"/>
                    <a:pt x="5398" y="2259"/>
                  </a:cubicBezTo>
                  <a:cubicBezTo>
                    <a:pt x="5607" y="2259"/>
                    <a:pt x="5802" y="2235"/>
                    <a:pt x="5971" y="2199"/>
                  </a:cubicBezTo>
                  <a:cubicBezTo>
                    <a:pt x="5978" y="2199"/>
                    <a:pt x="5980" y="2196"/>
                    <a:pt x="5987" y="2196"/>
                  </a:cubicBezTo>
                  <a:cubicBezTo>
                    <a:pt x="6275" y="2134"/>
                    <a:pt x="6335" y="1753"/>
                    <a:pt x="6082" y="1600"/>
                  </a:cubicBezTo>
                  <a:cubicBezTo>
                    <a:pt x="5710" y="1376"/>
                    <a:pt x="5275" y="1043"/>
                    <a:pt x="5042" y="648"/>
                  </a:cubicBezTo>
                  <a:cubicBezTo>
                    <a:pt x="4733" y="126"/>
                    <a:pt x="4244" y="0"/>
                    <a:pt x="3839" y="0"/>
                  </a:cubicBezTo>
                  <a:cubicBezTo>
                    <a:pt x="3647" y="0"/>
                    <a:pt x="3475" y="28"/>
                    <a:pt x="3348" y="56"/>
                  </a:cubicBezTo>
                  <a:cubicBezTo>
                    <a:pt x="3288" y="68"/>
                    <a:pt x="3227" y="74"/>
                    <a:pt x="3167" y="74"/>
                  </a:cubicBezTo>
                  <a:cubicBezTo>
                    <a:pt x="3108" y="74"/>
                    <a:pt x="3048" y="68"/>
                    <a:pt x="2991" y="56"/>
                  </a:cubicBezTo>
                  <a:cubicBezTo>
                    <a:pt x="2863" y="28"/>
                    <a:pt x="2690" y="0"/>
                    <a:pt x="2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5"/>
            <p:cNvSpPr/>
            <p:nvPr/>
          </p:nvSpPr>
          <p:spPr>
            <a:xfrm>
              <a:off x="6171198" y="3533216"/>
              <a:ext cx="170794" cy="59998"/>
            </a:xfrm>
            <a:custGeom>
              <a:rect b="b" l="l" r="r" t="t"/>
              <a:pathLst>
                <a:path extrusionOk="0" h="2263" w="6442">
                  <a:moveTo>
                    <a:pt x="2551" y="0"/>
                  </a:moveTo>
                  <a:cubicBezTo>
                    <a:pt x="2144" y="0"/>
                    <a:pt x="1656" y="127"/>
                    <a:pt x="1347" y="650"/>
                  </a:cubicBezTo>
                  <a:cubicBezTo>
                    <a:pt x="1094" y="1074"/>
                    <a:pt x="611" y="1426"/>
                    <a:pt x="223" y="1650"/>
                  </a:cubicBezTo>
                  <a:cubicBezTo>
                    <a:pt x="1" y="1777"/>
                    <a:pt x="50" y="2110"/>
                    <a:pt x="296" y="2174"/>
                  </a:cubicBezTo>
                  <a:cubicBezTo>
                    <a:pt x="334" y="2185"/>
                    <a:pt x="376" y="2194"/>
                    <a:pt x="418" y="2203"/>
                  </a:cubicBezTo>
                  <a:cubicBezTo>
                    <a:pt x="586" y="2239"/>
                    <a:pt x="780" y="2262"/>
                    <a:pt x="987" y="2262"/>
                  </a:cubicBezTo>
                  <a:cubicBezTo>
                    <a:pt x="1368" y="2262"/>
                    <a:pt x="1794" y="2183"/>
                    <a:pt x="2192" y="1954"/>
                  </a:cubicBezTo>
                  <a:cubicBezTo>
                    <a:pt x="2447" y="1799"/>
                    <a:pt x="2640" y="1628"/>
                    <a:pt x="2791" y="1453"/>
                  </a:cubicBezTo>
                  <a:cubicBezTo>
                    <a:pt x="2903" y="1320"/>
                    <a:pt x="3063" y="1253"/>
                    <a:pt x="3222" y="1253"/>
                  </a:cubicBezTo>
                  <a:cubicBezTo>
                    <a:pt x="3382" y="1253"/>
                    <a:pt x="3542" y="1320"/>
                    <a:pt x="3654" y="1453"/>
                  </a:cubicBezTo>
                  <a:cubicBezTo>
                    <a:pt x="3800" y="1628"/>
                    <a:pt x="3998" y="1799"/>
                    <a:pt x="4253" y="1954"/>
                  </a:cubicBezTo>
                  <a:cubicBezTo>
                    <a:pt x="4650" y="2183"/>
                    <a:pt x="5077" y="2262"/>
                    <a:pt x="5458" y="2262"/>
                  </a:cubicBezTo>
                  <a:cubicBezTo>
                    <a:pt x="5665" y="2262"/>
                    <a:pt x="5859" y="2239"/>
                    <a:pt x="6027" y="2203"/>
                  </a:cubicBezTo>
                  <a:cubicBezTo>
                    <a:pt x="6069" y="2194"/>
                    <a:pt x="6109" y="2183"/>
                    <a:pt x="6149" y="2174"/>
                  </a:cubicBezTo>
                  <a:cubicBezTo>
                    <a:pt x="6395" y="2110"/>
                    <a:pt x="6442" y="1777"/>
                    <a:pt x="6220" y="1650"/>
                  </a:cubicBezTo>
                  <a:cubicBezTo>
                    <a:pt x="5827" y="1429"/>
                    <a:pt x="5342" y="1074"/>
                    <a:pt x="5093" y="650"/>
                  </a:cubicBezTo>
                  <a:cubicBezTo>
                    <a:pt x="4784" y="127"/>
                    <a:pt x="4295" y="0"/>
                    <a:pt x="3889" y="0"/>
                  </a:cubicBezTo>
                  <a:cubicBezTo>
                    <a:pt x="3698" y="0"/>
                    <a:pt x="3526" y="28"/>
                    <a:pt x="3399" y="56"/>
                  </a:cubicBezTo>
                  <a:cubicBezTo>
                    <a:pt x="3339" y="68"/>
                    <a:pt x="3278" y="74"/>
                    <a:pt x="3218" y="74"/>
                  </a:cubicBezTo>
                  <a:cubicBezTo>
                    <a:pt x="3159" y="74"/>
                    <a:pt x="3099" y="68"/>
                    <a:pt x="3042" y="56"/>
                  </a:cubicBezTo>
                  <a:cubicBezTo>
                    <a:pt x="2914" y="28"/>
                    <a:pt x="2741" y="0"/>
                    <a:pt x="2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5"/>
            <p:cNvSpPr/>
            <p:nvPr/>
          </p:nvSpPr>
          <p:spPr>
            <a:xfrm>
              <a:off x="6211709" y="3384375"/>
              <a:ext cx="163688" cy="124079"/>
            </a:xfrm>
            <a:custGeom>
              <a:rect b="b" l="l" r="r" t="t"/>
              <a:pathLst>
                <a:path extrusionOk="0" h="4680" w="6174">
                  <a:moveTo>
                    <a:pt x="881" y="1"/>
                  </a:moveTo>
                  <a:cubicBezTo>
                    <a:pt x="356" y="278"/>
                    <a:pt x="1" y="575"/>
                    <a:pt x="1" y="664"/>
                  </a:cubicBezTo>
                  <a:cubicBezTo>
                    <a:pt x="1" y="1476"/>
                    <a:pt x="759" y="1977"/>
                    <a:pt x="1793" y="2467"/>
                  </a:cubicBezTo>
                  <a:cubicBezTo>
                    <a:pt x="1873" y="2463"/>
                    <a:pt x="1951" y="2452"/>
                    <a:pt x="2028" y="2432"/>
                  </a:cubicBezTo>
                  <a:lnTo>
                    <a:pt x="3969" y="1955"/>
                  </a:lnTo>
                  <a:cubicBezTo>
                    <a:pt x="4039" y="1938"/>
                    <a:pt x="4108" y="1929"/>
                    <a:pt x="4176" y="1929"/>
                  </a:cubicBezTo>
                  <a:cubicBezTo>
                    <a:pt x="4636" y="1929"/>
                    <a:pt x="5031" y="2302"/>
                    <a:pt x="5031" y="2786"/>
                  </a:cubicBezTo>
                  <a:lnTo>
                    <a:pt x="5031" y="4536"/>
                  </a:lnTo>
                  <a:cubicBezTo>
                    <a:pt x="5031" y="4627"/>
                    <a:pt x="5103" y="4680"/>
                    <a:pt x="5176" y="4680"/>
                  </a:cubicBezTo>
                  <a:cubicBezTo>
                    <a:pt x="5227" y="4680"/>
                    <a:pt x="5279" y="4653"/>
                    <a:pt x="5306" y="4594"/>
                  </a:cubicBezTo>
                  <a:lnTo>
                    <a:pt x="6173" y="2640"/>
                  </a:lnTo>
                  <a:lnTo>
                    <a:pt x="5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5"/>
            <p:cNvSpPr/>
            <p:nvPr/>
          </p:nvSpPr>
          <p:spPr>
            <a:xfrm>
              <a:off x="6137633" y="3384375"/>
              <a:ext cx="121639" cy="124079"/>
            </a:xfrm>
            <a:custGeom>
              <a:rect b="b" l="l" r="r" t="t"/>
              <a:pathLst>
                <a:path extrusionOk="0" h="4680" w="4588">
                  <a:moveTo>
                    <a:pt x="876" y="1"/>
                  </a:moveTo>
                  <a:lnTo>
                    <a:pt x="0" y="2640"/>
                  </a:lnTo>
                  <a:lnTo>
                    <a:pt x="870" y="4594"/>
                  </a:lnTo>
                  <a:cubicBezTo>
                    <a:pt x="896" y="4653"/>
                    <a:pt x="947" y="4680"/>
                    <a:pt x="999" y="4680"/>
                  </a:cubicBezTo>
                  <a:cubicBezTo>
                    <a:pt x="1071" y="4680"/>
                    <a:pt x="1143" y="4627"/>
                    <a:pt x="1143" y="4536"/>
                  </a:cubicBezTo>
                  <a:lnTo>
                    <a:pt x="1143" y="2786"/>
                  </a:lnTo>
                  <a:cubicBezTo>
                    <a:pt x="1143" y="2303"/>
                    <a:pt x="1538" y="1930"/>
                    <a:pt x="1998" y="1930"/>
                  </a:cubicBezTo>
                  <a:cubicBezTo>
                    <a:pt x="2066" y="1930"/>
                    <a:pt x="2135" y="1938"/>
                    <a:pt x="2205" y="1955"/>
                  </a:cubicBezTo>
                  <a:lnTo>
                    <a:pt x="4143" y="2432"/>
                  </a:lnTo>
                  <a:cubicBezTo>
                    <a:pt x="4254" y="2457"/>
                    <a:pt x="4367" y="2471"/>
                    <a:pt x="4482" y="2471"/>
                  </a:cubicBezTo>
                  <a:cubicBezTo>
                    <a:pt x="4517" y="2471"/>
                    <a:pt x="4552" y="2470"/>
                    <a:pt x="4587" y="2467"/>
                  </a:cubicBezTo>
                  <a:cubicBezTo>
                    <a:pt x="4002" y="1835"/>
                    <a:pt x="3664" y="1079"/>
                    <a:pt x="3664" y="267"/>
                  </a:cubicBezTo>
                  <a:cubicBezTo>
                    <a:pt x="3664" y="178"/>
                    <a:pt x="3667" y="90"/>
                    <a:pt x="3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5"/>
            <p:cNvSpPr/>
            <p:nvPr/>
          </p:nvSpPr>
          <p:spPr>
            <a:xfrm>
              <a:off x="6165843" y="3335221"/>
              <a:ext cx="181505" cy="76833"/>
            </a:xfrm>
            <a:custGeom>
              <a:rect b="b" l="l" r="r" t="t"/>
              <a:pathLst>
                <a:path extrusionOk="0" h="2898" w="6846">
                  <a:moveTo>
                    <a:pt x="3418" y="1"/>
                  </a:moveTo>
                  <a:cubicBezTo>
                    <a:pt x="3333" y="1"/>
                    <a:pt x="3248" y="38"/>
                    <a:pt x="3190" y="114"/>
                  </a:cubicBezTo>
                  <a:cubicBezTo>
                    <a:pt x="2969" y="402"/>
                    <a:pt x="2654" y="888"/>
                    <a:pt x="2576" y="1398"/>
                  </a:cubicBezTo>
                  <a:cubicBezTo>
                    <a:pt x="2558" y="1522"/>
                    <a:pt x="2463" y="1620"/>
                    <a:pt x="2339" y="1637"/>
                  </a:cubicBezTo>
                  <a:lnTo>
                    <a:pt x="2099" y="1677"/>
                  </a:lnTo>
                  <a:cubicBezTo>
                    <a:pt x="2083" y="1680"/>
                    <a:pt x="2067" y="1681"/>
                    <a:pt x="2052" y="1681"/>
                  </a:cubicBezTo>
                  <a:cubicBezTo>
                    <a:pt x="1921" y="1681"/>
                    <a:pt x="1803" y="1593"/>
                    <a:pt x="1775" y="1460"/>
                  </a:cubicBezTo>
                  <a:cubicBezTo>
                    <a:pt x="1707" y="1147"/>
                    <a:pt x="1534" y="855"/>
                    <a:pt x="1387" y="639"/>
                  </a:cubicBezTo>
                  <a:cubicBezTo>
                    <a:pt x="1331" y="559"/>
                    <a:pt x="1244" y="519"/>
                    <a:pt x="1157" y="519"/>
                  </a:cubicBezTo>
                  <a:cubicBezTo>
                    <a:pt x="1059" y="519"/>
                    <a:pt x="962" y="569"/>
                    <a:pt x="908" y="666"/>
                  </a:cubicBezTo>
                  <a:cubicBezTo>
                    <a:pt x="735" y="970"/>
                    <a:pt x="511" y="1427"/>
                    <a:pt x="453" y="1833"/>
                  </a:cubicBezTo>
                  <a:cubicBezTo>
                    <a:pt x="442" y="1910"/>
                    <a:pt x="414" y="1986"/>
                    <a:pt x="374" y="2054"/>
                  </a:cubicBezTo>
                  <a:lnTo>
                    <a:pt x="121" y="2458"/>
                  </a:lnTo>
                  <a:cubicBezTo>
                    <a:pt x="1" y="2651"/>
                    <a:pt x="136" y="2897"/>
                    <a:pt x="363" y="2897"/>
                  </a:cubicBezTo>
                  <a:lnTo>
                    <a:pt x="6488" y="2897"/>
                  </a:lnTo>
                  <a:cubicBezTo>
                    <a:pt x="6710" y="2897"/>
                    <a:pt x="6845" y="2658"/>
                    <a:pt x="6735" y="2467"/>
                  </a:cubicBezTo>
                  <a:lnTo>
                    <a:pt x="6497" y="2059"/>
                  </a:lnTo>
                  <a:cubicBezTo>
                    <a:pt x="6462" y="1988"/>
                    <a:pt x="6437" y="1919"/>
                    <a:pt x="6426" y="1844"/>
                  </a:cubicBezTo>
                  <a:cubicBezTo>
                    <a:pt x="6371" y="1433"/>
                    <a:pt x="6145" y="970"/>
                    <a:pt x="5967" y="659"/>
                  </a:cubicBezTo>
                  <a:cubicBezTo>
                    <a:pt x="5913" y="563"/>
                    <a:pt x="5816" y="514"/>
                    <a:pt x="5719" y="514"/>
                  </a:cubicBezTo>
                  <a:cubicBezTo>
                    <a:pt x="5632" y="514"/>
                    <a:pt x="5545" y="553"/>
                    <a:pt x="5488" y="635"/>
                  </a:cubicBezTo>
                  <a:cubicBezTo>
                    <a:pt x="5340" y="848"/>
                    <a:pt x="5167" y="1147"/>
                    <a:pt x="5098" y="1464"/>
                  </a:cubicBezTo>
                  <a:cubicBezTo>
                    <a:pt x="5070" y="1596"/>
                    <a:pt x="4948" y="1685"/>
                    <a:pt x="4817" y="1685"/>
                  </a:cubicBezTo>
                  <a:cubicBezTo>
                    <a:pt x="4803" y="1685"/>
                    <a:pt x="4788" y="1684"/>
                    <a:pt x="4774" y="1682"/>
                  </a:cubicBezTo>
                  <a:lnTo>
                    <a:pt x="4497" y="1637"/>
                  </a:lnTo>
                  <a:cubicBezTo>
                    <a:pt x="4370" y="1620"/>
                    <a:pt x="4277" y="1520"/>
                    <a:pt x="4257" y="1398"/>
                  </a:cubicBezTo>
                  <a:cubicBezTo>
                    <a:pt x="4180" y="888"/>
                    <a:pt x="3867" y="402"/>
                    <a:pt x="3645" y="114"/>
                  </a:cubicBezTo>
                  <a:cubicBezTo>
                    <a:pt x="3587" y="38"/>
                    <a:pt x="3503" y="1"/>
                    <a:pt x="3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5"/>
            <p:cNvSpPr/>
            <p:nvPr/>
          </p:nvSpPr>
          <p:spPr>
            <a:xfrm>
              <a:off x="6353657" y="3524547"/>
              <a:ext cx="139535" cy="166286"/>
            </a:xfrm>
            <a:custGeom>
              <a:rect b="b" l="l" r="r" t="t"/>
              <a:pathLst>
                <a:path extrusionOk="0" h="6272" w="5263">
                  <a:moveTo>
                    <a:pt x="2635" y="1"/>
                  </a:moveTo>
                  <a:cubicBezTo>
                    <a:pt x="2571" y="1"/>
                    <a:pt x="2507" y="40"/>
                    <a:pt x="2494" y="119"/>
                  </a:cubicBezTo>
                  <a:lnTo>
                    <a:pt x="2008" y="3033"/>
                  </a:lnTo>
                  <a:cubicBezTo>
                    <a:pt x="1986" y="3173"/>
                    <a:pt x="1866" y="3273"/>
                    <a:pt x="1727" y="3273"/>
                  </a:cubicBezTo>
                  <a:lnTo>
                    <a:pt x="1582" y="3273"/>
                  </a:lnTo>
                  <a:cubicBezTo>
                    <a:pt x="1456" y="3273"/>
                    <a:pt x="1350" y="3191"/>
                    <a:pt x="1310" y="3073"/>
                  </a:cubicBezTo>
                  <a:cubicBezTo>
                    <a:pt x="1068" y="2319"/>
                    <a:pt x="722" y="1545"/>
                    <a:pt x="280" y="751"/>
                  </a:cubicBezTo>
                  <a:cubicBezTo>
                    <a:pt x="252" y="700"/>
                    <a:pt x="204" y="677"/>
                    <a:pt x="157" y="677"/>
                  </a:cubicBezTo>
                  <a:cubicBezTo>
                    <a:pt x="78" y="677"/>
                    <a:pt x="0" y="741"/>
                    <a:pt x="14" y="840"/>
                  </a:cubicBezTo>
                  <a:lnTo>
                    <a:pt x="425" y="3918"/>
                  </a:lnTo>
                  <a:cubicBezTo>
                    <a:pt x="465" y="4200"/>
                    <a:pt x="706" y="4415"/>
                    <a:pt x="990" y="4415"/>
                  </a:cubicBezTo>
                  <a:lnTo>
                    <a:pt x="1489" y="4415"/>
                  </a:lnTo>
                  <a:cubicBezTo>
                    <a:pt x="1806" y="4415"/>
                    <a:pt x="2061" y="4670"/>
                    <a:pt x="2061" y="4985"/>
                  </a:cubicBezTo>
                  <a:lnTo>
                    <a:pt x="2061" y="6271"/>
                  </a:lnTo>
                  <a:lnTo>
                    <a:pt x="3204" y="6271"/>
                  </a:lnTo>
                  <a:lnTo>
                    <a:pt x="3204" y="4985"/>
                  </a:lnTo>
                  <a:cubicBezTo>
                    <a:pt x="3204" y="4670"/>
                    <a:pt x="3459" y="4415"/>
                    <a:pt x="3774" y="4415"/>
                  </a:cubicBezTo>
                  <a:lnTo>
                    <a:pt x="4273" y="4415"/>
                  </a:lnTo>
                  <a:cubicBezTo>
                    <a:pt x="4559" y="4415"/>
                    <a:pt x="4803" y="4204"/>
                    <a:pt x="4838" y="3918"/>
                  </a:cubicBezTo>
                  <a:lnTo>
                    <a:pt x="5249" y="840"/>
                  </a:lnTo>
                  <a:cubicBezTo>
                    <a:pt x="5263" y="742"/>
                    <a:pt x="5183" y="678"/>
                    <a:pt x="5104" y="678"/>
                  </a:cubicBezTo>
                  <a:cubicBezTo>
                    <a:pt x="5057" y="678"/>
                    <a:pt x="5010" y="700"/>
                    <a:pt x="4982" y="751"/>
                  </a:cubicBezTo>
                  <a:cubicBezTo>
                    <a:pt x="4543" y="1545"/>
                    <a:pt x="4200" y="2321"/>
                    <a:pt x="3956" y="3073"/>
                  </a:cubicBezTo>
                  <a:cubicBezTo>
                    <a:pt x="3922" y="3195"/>
                    <a:pt x="3811" y="3273"/>
                    <a:pt x="3689" y="3273"/>
                  </a:cubicBezTo>
                  <a:lnTo>
                    <a:pt x="3545" y="3273"/>
                  </a:lnTo>
                  <a:cubicBezTo>
                    <a:pt x="3406" y="3273"/>
                    <a:pt x="3286" y="3173"/>
                    <a:pt x="3261" y="3033"/>
                  </a:cubicBezTo>
                  <a:lnTo>
                    <a:pt x="2776" y="119"/>
                  </a:lnTo>
                  <a:cubicBezTo>
                    <a:pt x="2762" y="40"/>
                    <a:pt x="2699" y="1"/>
                    <a:pt x="26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5"/>
            <p:cNvSpPr/>
            <p:nvPr/>
          </p:nvSpPr>
          <p:spPr>
            <a:xfrm>
              <a:off x="6381840" y="3666044"/>
              <a:ext cx="83276" cy="45416"/>
            </a:xfrm>
            <a:custGeom>
              <a:rect b="b" l="l" r="r" t="t"/>
              <a:pathLst>
                <a:path extrusionOk="0" h="1713" w="3141">
                  <a:moveTo>
                    <a:pt x="1143" y="1"/>
                  </a:moveTo>
                  <a:cubicBezTo>
                    <a:pt x="513" y="1"/>
                    <a:pt x="0" y="513"/>
                    <a:pt x="0" y="1143"/>
                  </a:cubicBezTo>
                  <a:lnTo>
                    <a:pt x="0" y="1713"/>
                  </a:lnTo>
                  <a:lnTo>
                    <a:pt x="2855" y="1713"/>
                  </a:lnTo>
                  <a:cubicBezTo>
                    <a:pt x="3015" y="1713"/>
                    <a:pt x="3141" y="1586"/>
                    <a:pt x="3141" y="1429"/>
                  </a:cubicBezTo>
                  <a:lnTo>
                    <a:pt x="3141" y="1143"/>
                  </a:lnTo>
                  <a:cubicBezTo>
                    <a:pt x="3141" y="511"/>
                    <a:pt x="2631" y="1"/>
                    <a:pt x="1999"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6" name="Google Shape;3456;p65"/>
          <p:cNvGrpSpPr/>
          <p:nvPr/>
        </p:nvGrpSpPr>
        <p:grpSpPr>
          <a:xfrm>
            <a:off x="6376187" y="3057392"/>
            <a:ext cx="364945" cy="376451"/>
            <a:chOff x="5430412" y="3335142"/>
            <a:chExt cx="364945" cy="376451"/>
          </a:xfrm>
        </p:grpSpPr>
        <p:sp>
          <p:nvSpPr>
            <p:cNvPr id="3457" name="Google Shape;3457;p65"/>
            <p:cNvSpPr/>
            <p:nvPr/>
          </p:nvSpPr>
          <p:spPr>
            <a:xfrm>
              <a:off x="5668044" y="3509700"/>
              <a:ext cx="127313" cy="188186"/>
            </a:xfrm>
            <a:custGeom>
              <a:rect b="b" l="l" r="r" t="t"/>
              <a:pathLst>
                <a:path extrusionOk="0" h="7098" w="4802">
                  <a:moveTo>
                    <a:pt x="3283" y="0"/>
                  </a:moveTo>
                  <a:cubicBezTo>
                    <a:pt x="3282" y="0"/>
                    <a:pt x="3281" y="1"/>
                    <a:pt x="3282" y="2"/>
                  </a:cubicBezTo>
                  <a:lnTo>
                    <a:pt x="3282" y="2"/>
                  </a:lnTo>
                  <a:cubicBezTo>
                    <a:pt x="3282" y="1"/>
                    <a:pt x="3283" y="1"/>
                    <a:pt x="3283" y="0"/>
                  </a:cubicBezTo>
                  <a:close/>
                  <a:moveTo>
                    <a:pt x="3282" y="2"/>
                  </a:moveTo>
                  <a:cubicBezTo>
                    <a:pt x="3223" y="92"/>
                    <a:pt x="1" y="2076"/>
                    <a:pt x="716" y="3999"/>
                  </a:cubicBezTo>
                  <a:cubicBezTo>
                    <a:pt x="1174" y="5228"/>
                    <a:pt x="2855" y="7097"/>
                    <a:pt x="3566" y="7097"/>
                  </a:cubicBezTo>
                  <a:cubicBezTo>
                    <a:pt x="3671" y="7097"/>
                    <a:pt x="3755" y="7056"/>
                    <a:pt x="3810" y="6967"/>
                  </a:cubicBezTo>
                  <a:cubicBezTo>
                    <a:pt x="4261" y="6255"/>
                    <a:pt x="4744" y="5108"/>
                    <a:pt x="4777" y="3748"/>
                  </a:cubicBezTo>
                  <a:cubicBezTo>
                    <a:pt x="4801" y="1077"/>
                    <a:pt x="3299" y="48"/>
                    <a:pt x="3282"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5"/>
            <p:cNvSpPr/>
            <p:nvPr/>
          </p:nvSpPr>
          <p:spPr>
            <a:xfrm>
              <a:off x="5513927" y="3509700"/>
              <a:ext cx="127313" cy="188186"/>
            </a:xfrm>
            <a:custGeom>
              <a:rect b="b" l="l" r="r" t="t"/>
              <a:pathLst>
                <a:path extrusionOk="0" h="7098" w="4802">
                  <a:moveTo>
                    <a:pt x="1519" y="0"/>
                  </a:moveTo>
                  <a:cubicBezTo>
                    <a:pt x="1519" y="1"/>
                    <a:pt x="1520" y="1"/>
                    <a:pt x="1520" y="2"/>
                  </a:cubicBezTo>
                  <a:lnTo>
                    <a:pt x="1520" y="2"/>
                  </a:lnTo>
                  <a:cubicBezTo>
                    <a:pt x="1520" y="1"/>
                    <a:pt x="1520" y="0"/>
                    <a:pt x="1519" y="0"/>
                  </a:cubicBezTo>
                  <a:close/>
                  <a:moveTo>
                    <a:pt x="1520" y="2"/>
                  </a:moveTo>
                  <a:cubicBezTo>
                    <a:pt x="1502" y="48"/>
                    <a:pt x="0" y="1077"/>
                    <a:pt x="24" y="3748"/>
                  </a:cubicBezTo>
                  <a:cubicBezTo>
                    <a:pt x="58" y="5108"/>
                    <a:pt x="541" y="6255"/>
                    <a:pt x="991" y="6967"/>
                  </a:cubicBezTo>
                  <a:cubicBezTo>
                    <a:pt x="1047" y="7056"/>
                    <a:pt x="1131" y="7097"/>
                    <a:pt x="1236" y="7097"/>
                  </a:cubicBezTo>
                  <a:cubicBezTo>
                    <a:pt x="1947" y="7097"/>
                    <a:pt x="3627" y="5228"/>
                    <a:pt x="4085" y="3999"/>
                  </a:cubicBezTo>
                  <a:cubicBezTo>
                    <a:pt x="4801" y="2076"/>
                    <a:pt x="1579" y="92"/>
                    <a:pt x="1520" y="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5"/>
            <p:cNvSpPr/>
            <p:nvPr/>
          </p:nvSpPr>
          <p:spPr>
            <a:xfrm>
              <a:off x="5514563" y="3626116"/>
              <a:ext cx="60528" cy="85344"/>
            </a:xfrm>
            <a:custGeom>
              <a:rect b="b" l="l" r="r" t="t"/>
              <a:pathLst>
                <a:path extrusionOk="0" h="3219" w="2283">
                  <a:moveTo>
                    <a:pt x="1092" y="1"/>
                  </a:moveTo>
                  <a:cubicBezTo>
                    <a:pt x="408" y="894"/>
                    <a:pt x="0" y="2008"/>
                    <a:pt x="0" y="3219"/>
                  </a:cubicBezTo>
                  <a:lnTo>
                    <a:pt x="1092" y="3219"/>
                  </a:lnTo>
                  <a:cubicBezTo>
                    <a:pt x="1817" y="2236"/>
                    <a:pt x="2283" y="1172"/>
                    <a:pt x="1092"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5"/>
            <p:cNvSpPr/>
            <p:nvPr/>
          </p:nvSpPr>
          <p:spPr>
            <a:xfrm>
              <a:off x="5543488" y="3571368"/>
              <a:ext cx="251285" cy="140092"/>
            </a:xfrm>
            <a:custGeom>
              <a:rect b="b" l="l" r="r" t="t"/>
              <a:pathLst>
                <a:path extrusionOk="0" h="5284" w="9478">
                  <a:moveTo>
                    <a:pt x="4192" y="1"/>
                  </a:moveTo>
                  <a:cubicBezTo>
                    <a:pt x="2487" y="1"/>
                    <a:pt x="968" y="810"/>
                    <a:pt x="1" y="2066"/>
                  </a:cubicBezTo>
                  <a:lnTo>
                    <a:pt x="4042" y="5066"/>
                  </a:lnTo>
                  <a:lnTo>
                    <a:pt x="6350" y="4428"/>
                  </a:lnTo>
                  <a:lnTo>
                    <a:pt x="8382" y="5284"/>
                  </a:lnTo>
                  <a:lnTo>
                    <a:pt x="9181" y="5284"/>
                  </a:lnTo>
                  <a:cubicBezTo>
                    <a:pt x="9347" y="5284"/>
                    <a:pt x="9478" y="5146"/>
                    <a:pt x="9469" y="4982"/>
                  </a:cubicBezTo>
                  <a:cubicBezTo>
                    <a:pt x="9311" y="2205"/>
                    <a:pt x="7011" y="1"/>
                    <a:pt x="4192"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5"/>
            <p:cNvSpPr/>
            <p:nvPr/>
          </p:nvSpPr>
          <p:spPr>
            <a:xfrm>
              <a:off x="5543541" y="3604827"/>
              <a:ext cx="111061" cy="106766"/>
            </a:xfrm>
            <a:custGeom>
              <a:rect b="b" l="l" r="r" t="t"/>
              <a:pathLst>
                <a:path extrusionOk="0" h="4027" w="4189">
                  <a:moveTo>
                    <a:pt x="668" y="1"/>
                  </a:moveTo>
                  <a:cubicBezTo>
                    <a:pt x="424" y="207"/>
                    <a:pt x="203" y="435"/>
                    <a:pt x="1" y="682"/>
                  </a:cubicBezTo>
                  <a:lnTo>
                    <a:pt x="1" y="4026"/>
                  </a:lnTo>
                  <a:lnTo>
                    <a:pt x="3250" y="4026"/>
                  </a:lnTo>
                  <a:cubicBezTo>
                    <a:pt x="3765" y="3964"/>
                    <a:pt x="4106" y="3809"/>
                    <a:pt x="4188" y="3518"/>
                  </a:cubicBezTo>
                  <a:cubicBezTo>
                    <a:pt x="2689" y="2620"/>
                    <a:pt x="1427" y="1405"/>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5"/>
            <p:cNvSpPr/>
            <p:nvPr/>
          </p:nvSpPr>
          <p:spPr>
            <a:xfrm>
              <a:off x="5537258" y="3594301"/>
              <a:ext cx="34122" cy="34148"/>
            </a:xfrm>
            <a:custGeom>
              <a:rect b="b" l="l" r="r" t="t"/>
              <a:pathLst>
                <a:path extrusionOk="0" h="1288" w="1287">
                  <a:moveTo>
                    <a:pt x="644" y="1"/>
                  </a:moveTo>
                  <a:cubicBezTo>
                    <a:pt x="289" y="1"/>
                    <a:pt x="0" y="289"/>
                    <a:pt x="0" y="644"/>
                  </a:cubicBezTo>
                  <a:cubicBezTo>
                    <a:pt x="0" y="999"/>
                    <a:pt x="289" y="1287"/>
                    <a:pt x="644" y="1287"/>
                  </a:cubicBezTo>
                  <a:cubicBezTo>
                    <a:pt x="999" y="1287"/>
                    <a:pt x="1287" y="999"/>
                    <a:pt x="1287" y="644"/>
                  </a:cubicBezTo>
                  <a:cubicBezTo>
                    <a:pt x="1287" y="289"/>
                    <a:pt x="999" y="1"/>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5"/>
            <p:cNvSpPr/>
            <p:nvPr/>
          </p:nvSpPr>
          <p:spPr>
            <a:xfrm>
              <a:off x="5629707" y="3603421"/>
              <a:ext cx="136036" cy="108038"/>
            </a:xfrm>
            <a:custGeom>
              <a:rect b="b" l="l" r="r" t="t"/>
              <a:pathLst>
                <a:path extrusionOk="0" h="4075" w="5131">
                  <a:moveTo>
                    <a:pt x="4491" y="1"/>
                  </a:moveTo>
                  <a:cubicBezTo>
                    <a:pt x="3582" y="1717"/>
                    <a:pt x="1925" y="3150"/>
                    <a:pt x="0" y="4075"/>
                  </a:cubicBezTo>
                  <a:lnTo>
                    <a:pt x="5130" y="4075"/>
                  </a:lnTo>
                  <a:lnTo>
                    <a:pt x="5130" y="630"/>
                  </a:lnTo>
                  <a:cubicBezTo>
                    <a:pt x="4937" y="402"/>
                    <a:pt x="4720" y="191"/>
                    <a:pt x="4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5"/>
            <p:cNvSpPr/>
            <p:nvPr/>
          </p:nvSpPr>
          <p:spPr>
            <a:xfrm>
              <a:off x="5737825" y="3594301"/>
              <a:ext cx="34148" cy="34148"/>
            </a:xfrm>
            <a:custGeom>
              <a:rect b="b" l="l" r="r" t="t"/>
              <a:pathLst>
                <a:path extrusionOk="0" h="1288" w="1288">
                  <a:moveTo>
                    <a:pt x="644" y="1"/>
                  </a:moveTo>
                  <a:cubicBezTo>
                    <a:pt x="289" y="1"/>
                    <a:pt x="1" y="289"/>
                    <a:pt x="1" y="644"/>
                  </a:cubicBezTo>
                  <a:cubicBezTo>
                    <a:pt x="1" y="999"/>
                    <a:pt x="289" y="1287"/>
                    <a:pt x="644" y="1287"/>
                  </a:cubicBezTo>
                  <a:cubicBezTo>
                    <a:pt x="1001" y="1287"/>
                    <a:pt x="1287" y="999"/>
                    <a:pt x="1287" y="644"/>
                  </a:cubicBezTo>
                  <a:cubicBezTo>
                    <a:pt x="1287" y="289"/>
                    <a:pt x="1001" y="1"/>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5"/>
            <p:cNvSpPr/>
            <p:nvPr/>
          </p:nvSpPr>
          <p:spPr>
            <a:xfrm>
              <a:off x="5593120" y="3335168"/>
              <a:ext cx="187841" cy="176255"/>
            </a:xfrm>
            <a:custGeom>
              <a:rect b="b" l="l" r="r" t="t"/>
              <a:pathLst>
                <a:path extrusionOk="0" h="6648" w="7085">
                  <a:moveTo>
                    <a:pt x="3098" y="0"/>
                  </a:moveTo>
                  <a:cubicBezTo>
                    <a:pt x="2800" y="0"/>
                    <a:pt x="2532" y="58"/>
                    <a:pt x="2318" y="180"/>
                  </a:cubicBezTo>
                  <a:cubicBezTo>
                    <a:pt x="2287" y="160"/>
                    <a:pt x="2256" y="142"/>
                    <a:pt x="2223" y="129"/>
                  </a:cubicBezTo>
                  <a:cubicBezTo>
                    <a:pt x="1114" y="573"/>
                    <a:pt x="0" y="1744"/>
                    <a:pt x="0" y="2589"/>
                  </a:cubicBezTo>
                  <a:cubicBezTo>
                    <a:pt x="0" y="4483"/>
                    <a:pt x="2356" y="6647"/>
                    <a:pt x="5318" y="6647"/>
                  </a:cubicBezTo>
                  <a:cubicBezTo>
                    <a:pt x="5824" y="6647"/>
                    <a:pt x="6348" y="6584"/>
                    <a:pt x="6880" y="6446"/>
                  </a:cubicBezTo>
                  <a:cubicBezTo>
                    <a:pt x="6998" y="5647"/>
                    <a:pt x="7047" y="4365"/>
                    <a:pt x="7047" y="3673"/>
                  </a:cubicBezTo>
                  <a:cubicBezTo>
                    <a:pt x="7084" y="1580"/>
                    <a:pt x="4665" y="0"/>
                    <a:pt x="30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5"/>
            <p:cNvSpPr/>
            <p:nvPr/>
          </p:nvSpPr>
          <p:spPr>
            <a:xfrm>
              <a:off x="5528296" y="3335142"/>
              <a:ext cx="247256" cy="194681"/>
            </a:xfrm>
            <a:custGeom>
              <a:rect b="b" l="l" r="r" t="t"/>
              <a:pathLst>
                <a:path extrusionOk="0" h="7343" w="9326">
                  <a:moveTo>
                    <a:pt x="3986" y="0"/>
                  </a:moveTo>
                  <a:cubicBezTo>
                    <a:pt x="2420" y="0"/>
                    <a:pt x="1" y="1581"/>
                    <a:pt x="37" y="3674"/>
                  </a:cubicBezTo>
                  <a:cubicBezTo>
                    <a:pt x="37" y="4566"/>
                    <a:pt x="117" y="6440"/>
                    <a:pt x="323" y="6992"/>
                  </a:cubicBezTo>
                  <a:cubicBezTo>
                    <a:pt x="323" y="6992"/>
                    <a:pt x="2432" y="7192"/>
                    <a:pt x="4493" y="7314"/>
                  </a:cubicBezTo>
                  <a:lnTo>
                    <a:pt x="4493" y="7343"/>
                  </a:lnTo>
                  <a:cubicBezTo>
                    <a:pt x="4584" y="7340"/>
                    <a:pt x="4672" y="7336"/>
                    <a:pt x="4763" y="7329"/>
                  </a:cubicBezTo>
                  <a:cubicBezTo>
                    <a:pt x="4856" y="7332"/>
                    <a:pt x="4945" y="7338"/>
                    <a:pt x="5036" y="7343"/>
                  </a:cubicBezTo>
                  <a:lnTo>
                    <a:pt x="5036" y="7314"/>
                  </a:lnTo>
                  <a:cubicBezTo>
                    <a:pt x="7096" y="7190"/>
                    <a:pt x="9206" y="6992"/>
                    <a:pt x="9206" y="6992"/>
                  </a:cubicBezTo>
                  <a:cubicBezTo>
                    <a:pt x="9252" y="6868"/>
                    <a:pt x="9292" y="6675"/>
                    <a:pt x="9325" y="6442"/>
                  </a:cubicBezTo>
                  <a:cubicBezTo>
                    <a:pt x="6198" y="6420"/>
                    <a:pt x="3672" y="4621"/>
                    <a:pt x="3672" y="2406"/>
                  </a:cubicBezTo>
                  <a:cubicBezTo>
                    <a:pt x="3672" y="1563"/>
                    <a:pt x="4040" y="780"/>
                    <a:pt x="4668" y="130"/>
                  </a:cubicBezTo>
                  <a:cubicBezTo>
                    <a:pt x="4473" y="42"/>
                    <a:pt x="4241" y="0"/>
                    <a:pt x="3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5"/>
            <p:cNvSpPr/>
            <p:nvPr/>
          </p:nvSpPr>
          <p:spPr>
            <a:xfrm>
              <a:off x="5520555" y="3468579"/>
              <a:ext cx="56525" cy="71663"/>
            </a:xfrm>
            <a:custGeom>
              <a:rect b="b" l="l" r="r" t="t"/>
              <a:pathLst>
                <a:path extrusionOk="0" h="2703" w="2132">
                  <a:moveTo>
                    <a:pt x="1067" y="1"/>
                  </a:moveTo>
                  <a:cubicBezTo>
                    <a:pt x="477" y="1"/>
                    <a:pt x="1" y="606"/>
                    <a:pt x="1" y="1352"/>
                  </a:cubicBezTo>
                  <a:cubicBezTo>
                    <a:pt x="1" y="2097"/>
                    <a:pt x="477" y="2702"/>
                    <a:pt x="1067" y="2702"/>
                  </a:cubicBezTo>
                  <a:cubicBezTo>
                    <a:pt x="1655" y="2702"/>
                    <a:pt x="2132" y="2097"/>
                    <a:pt x="2132" y="1352"/>
                  </a:cubicBezTo>
                  <a:cubicBezTo>
                    <a:pt x="2132" y="606"/>
                    <a:pt x="1655" y="1"/>
                    <a:pt x="1067"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5"/>
            <p:cNvSpPr/>
            <p:nvPr/>
          </p:nvSpPr>
          <p:spPr>
            <a:xfrm>
              <a:off x="5732178" y="3468579"/>
              <a:ext cx="56498" cy="71663"/>
            </a:xfrm>
            <a:custGeom>
              <a:rect b="b" l="l" r="r" t="t"/>
              <a:pathLst>
                <a:path extrusionOk="0" h="2703" w="2131">
                  <a:moveTo>
                    <a:pt x="1065" y="1"/>
                  </a:moveTo>
                  <a:cubicBezTo>
                    <a:pt x="478" y="1"/>
                    <a:pt x="1" y="606"/>
                    <a:pt x="1" y="1352"/>
                  </a:cubicBezTo>
                  <a:cubicBezTo>
                    <a:pt x="1" y="2097"/>
                    <a:pt x="478" y="2702"/>
                    <a:pt x="1065" y="2702"/>
                  </a:cubicBezTo>
                  <a:cubicBezTo>
                    <a:pt x="1653" y="2702"/>
                    <a:pt x="2130" y="2097"/>
                    <a:pt x="2130" y="1352"/>
                  </a:cubicBezTo>
                  <a:cubicBezTo>
                    <a:pt x="2130" y="606"/>
                    <a:pt x="1653" y="1"/>
                    <a:pt x="10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5"/>
            <p:cNvSpPr/>
            <p:nvPr/>
          </p:nvSpPr>
          <p:spPr>
            <a:xfrm>
              <a:off x="5577053" y="3391746"/>
              <a:ext cx="183387" cy="211119"/>
            </a:xfrm>
            <a:custGeom>
              <a:rect b="b" l="l" r="r" t="t"/>
              <a:pathLst>
                <a:path extrusionOk="0" h="7963" w="6917">
                  <a:moveTo>
                    <a:pt x="2929" y="0"/>
                  </a:moveTo>
                  <a:cubicBezTo>
                    <a:pt x="2166" y="0"/>
                    <a:pt x="1454" y="222"/>
                    <a:pt x="848" y="608"/>
                  </a:cubicBezTo>
                  <a:cubicBezTo>
                    <a:pt x="318" y="1300"/>
                    <a:pt x="1" y="2074"/>
                    <a:pt x="1" y="2744"/>
                  </a:cubicBezTo>
                  <a:cubicBezTo>
                    <a:pt x="1" y="5294"/>
                    <a:pt x="1491" y="7783"/>
                    <a:pt x="4501" y="7962"/>
                  </a:cubicBezTo>
                  <a:cubicBezTo>
                    <a:pt x="5923" y="7328"/>
                    <a:pt x="6916" y="5860"/>
                    <a:pt x="6916" y="4150"/>
                  </a:cubicBezTo>
                  <a:cubicBezTo>
                    <a:pt x="6916" y="1861"/>
                    <a:pt x="5129" y="2"/>
                    <a:pt x="2929" y="0"/>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5"/>
            <p:cNvSpPr/>
            <p:nvPr/>
          </p:nvSpPr>
          <p:spPr>
            <a:xfrm>
              <a:off x="5548844" y="3407839"/>
              <a:ext cx="147622" cy="203961"/>
            </a:xfrm>
            <a:custGeom>
              <a:rect b="b" l="l" r="r" t="t"/>
              <a:pathLst>
                <a:path extrusionOk="0" h="7693" w="5568">
                  <a:moveTo>
                    <a:pt x="1910" y="1"/>
                  </a:moveTo>
                  <a:lnTo>
                    <a:pt x="1910" y="1"/>
                  </a:lnTo>
                  <a:cubicBezTo>
                    <a:pt x="766" y="728"/>
                    <a:pt x="0" y="2043"/>
                    <a:pt x="0" y="3543"/>
                  </a:cubicBezTo>
                  <a:cubicBezTo>
                    <a:pt x="0" y="5836"/>
                    <a:pt x="1786" y="7692"/>
                    <a:pt x="3988" y="7692"/>
                  </a:cubicBezTo>
                  <a:cubicBezTo>
                    <a:pt x="4549" y="7692"/>
                    <a:pt x="5084" y="7575"/>
                    <a:pt x="5567" y="7358"/>
                  </a:cubicBezTo>
                  <a:cubicBezTo>
                    <a:pt x="3256" y="6623"/>
                    <a:pt x="1586" y="4463"/>
                    <a:pt x="1582" y="1910"/>
                  </a:cubicBezTo>
                  <a:cubicBezTo>
                    <a:pt x="1582" y="1238"/>
                    <a:pt x="1699" y="595"/>
                    <a:pt x="1910"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5"/>
            <p:cNvSpPr/>
            <p:nvPr/>
          </p:nvSpPr>
          <p:spPr>
            <a:xfrm>
              <a:off x="5599536" y="3344500"/>
              <a:ext cx="173949" cy="149875"/>
            </a:xfrm>
            <a:custGeom>
              <a:rect b="b" l="l" r="r" t="t"/>
              <a:pathLst>
                <a:path extrusionOk="0" h="5653" w="6561">
                  <a:moveTo>
                    <a:pt x="2092" y="0"/>
                  </a:moveTo>
                  <a:cubicBezTo>
                    <a:pt x="1987" y="0"/>
                    <a:pt x="1882" y="2"/>
                    <a:pt x="1777" y="5"/>
                  </a:cubicBezTo>
                  <a:cubicBezTo>
                    <a:pt x="874" y="629"/>
                    <a:pt x="0" y="1640"/>
                    <a:pt x="0" y="2390"/>
                  </a:cubicBezTo>
                  <a:cubicBezTo>
                    <a:pt x="0" y="3210"/>
                    <a:pt x="850" y="3987"/>
                    <a:pt x="1928" y="4277"/>
                  </a:cubicBezTo>
                  <a:cubicBezTo>
                    <a:pt x="1950" y="4259"/>
                    <a:pt x="1974" y="4244"/>
                    <a:pt x="1996" y="4224"/>
                  </a:cubicBezTo>
                  <a:cubicBezTo>
                    <a:pt x="2225" y="4038"/>
                    <a:pt x="2413" y="3842"/>
                    <a:pt x="2564" y="3643"/>
                  </a:cubicBezTo>
                  <a:cubicBezTo>
                    <a:pt x="2622" y="3567"/>
                    <a:pt x="2707" y="3530"/>
                    <a:pt x="2791" y="3530"/>
                  </a:cubicBezTo>
                  <a:cubicBezTo>
                    <a:pt x="2876" y="3530"/>
                    <a:pt x="2960" y="3567"/>
                    <a:pt x="3017" y="3643"/>
                  </a:cubicBezTo>
                  <a:cubicBezTo>
                    <a:pt x="3170" y="3842"/>
                    <a:pt x="3358" y="4035"/>
                    <a:pt x="3584" y="4224"/>
                  </a:cubicBezTo>
                  <a:cubicBezTo>
                    <a:pt x="4088" y="4614"/>
                    <a:pt x="4656" y="4834"/>
                    <a:pt x="5190" y="4943"/>
                  </a:cubicBezTo>
                  <a:cubicBezTo>
                    <a:pt x="5323" y="4969"/>
                    <a:pt x="5419" y="5087"/>
                    <a:pt x="5419" y="5222"/>
                  </a:cubicBezTo>
                  <a:lnTo>
                    <a:pt x="5419" y="5366"/>
                  </a:lnTo>
                  <a:cubicBezTo>
                    <a:pt x="5419" y="5547"/>
                    <a:pt x="5563" y="5653"/>
                    <a:pt x="5707" y="5653"/>
                  </a:cubicBezTo>
                  <a:cubicBezTo>
                    <a:pt x="5810" y="5653"/>
                    <a:pt x="5913" y="5599"/>
                    <a:pt x="5964" y="5482"/>
                  </a:cubicBezTo>
                  <a:lnTo>
                    <a:pt x="6561" y="4140"/>
                  </a:lnTo>
                  <a:lnTo>
                    <a:pt x="5687" y="1505"/>
                  </a:lnTo>
                  <a:cubicBezTo>
                    <a:pt x="5687" y="503"/>
                    <a:pt x="3893" y="0"/>
                    <a:pt x="20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5"/>
            <p:cNvSpPr/>
            <p:nvPr/>
          </p:nvSpPr>
          <p:spPr>
            <a:xfrm>
              <a:off x="5535773" y="3344686"/>
              <a:ext cx="114879" cy="149822"/>
            </a:xfrm>
            <a:custGeom>
              <a:rect b="b" l="l" r="r" t="t"/>
              <a:pathLst>
                <a:path extrusionOk="0" h="5651" w="4333">
                  <a:moveTo>
                    <a:pt x="4182" y="1"/>
                  </a:moveTo>
                  <a:lnTo>
                    <a:pt x="4182" y="1"/>
                  </a:lnTo>
                  <a:cubicBezTo>
                    <a:pt x="2485" y="54"/>
                    <a:pt x="877" y="553"/>
                    <a:pt x="877" y="1500"/>
                  </a:cubicBezTo>
                  <a:lnTo>
                    <a:pt x="1" y="4139"/>
                  </a:lnTo>
                  <a:lnTo>
                    <a:pt x="598" y="5481"/>
                  </a:lnTo>
                  <a:cubicBezTo>
                    <a:pt x="649" y="5598"/>
                    <a:pt x="752" y="5651"/>
                    <a:pt x="854" y="5651"/>
                  </a:cubicBezTo>
                  <a:cubicBezTo>
                    <a:pt x="999" y="5651"/>
                    <a:pt x="1143" y="5545"/>
                    <a:pt x="1143" y="5366"/>
                  </a:cubicBezTo>
                  <a:lnTo>
                    <a:pt x="1143" y="5293"/>
                  </a:lnTo>
                  <a:cubicBezTo>
                    <a:pt x="1143" y="5133"/>
                    <a:pt x="1272" y="5005"/>
                    <a:pt x="1431" y="5005"/>
                  </a:cubicBezTo>
                  <a:cubicBezTo>
                    <a:pt x="1440" y="5005"/>
                    <a:pt x="1449" y="5006"/>
                    <a:pt x="1458" y="5007"/>
                  </a:cubicBezTo>
                  <a:cubicBezTo>
                    <a:pt x="1569" y="5018"/>
                    <a:pt x="1687" y="5026"/>
                    <a:pt x="1815" y="5026"/>
                  </a:cubicBezTo>
                  <a:cubicBezTo>
                    <a:pt x="1845" y="5027"/>
                    <a:pt x="1875" y="5027"/>
                    <a:pt x="1906" y="5027"/>
                  </a:cubicBezTo>
                  <a:cubicBezTo>
                    <a:pt x="2615" y="5027"/>
                    <a:pt x="3548" y="4851"/>
                    <a:pt x="4333" y="4270"/>
                  </a:cubicBezTo>
                  <a:cubicBezTo>
                    <a:pt x="3736" y="3631"/>
                    <a:pt x="3392" y="2871"/>
                    <a:pt x="3392" y="2050"/>
                  </a:cubicBezTo>
                  <a:cubicBezTo>
                    <a:pt x="3392" y="1300"/>
                    <a:pt x="3681" y="600"/>
                    <a:pt x="4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5"/>
            <p:cNvSpPr/>
            <p:nvPr/>
          </p:nvSpPr>
          <p:spPr>
            <a:xfrm>
              <a:off x="5556188" y="3359109"/>
              <a:ext cx="196882" cy="84045"/>
            </a:xfrm>
            <a:custGeom>
              <a:rect b="b" l="l" r="r" t="t"/>
              <a:pathLst>
                <a:path extrusionOk="0" h="3170" w="7426">
                  <a:moveTo>
                    <a:pt x="3712" y="1"/>
                  </a:moveTo>
                  <a:cubicBezTo>
                    <a:pt x="3401" y="1"/>
                    <a:pt x="3089" y="85"/>
                    <a:pt x="2813" y="255"/>
                  </a:cubicBezTo>
                  <a:lnTo>
                    <a:pt x="271" y="1819"/>
                  </a:lnTo>
                  <a:cubicBezTo>
                    <a:pt x="103" y="1921"/>
                    <a:pt x="1" y="2105"/>
                    <a:pt x="1" y="2304"/>
                  </a:cubicBezTo>
                  <a:lnTo>
                    <a:pt x="1" y="2883"/>
                  </a:lnTo>
                  <a:cubicBezTo>
                    <a:pt x="1" y="3051"/>
                    <a:pt x="139" y="3169"/>
                    <a:pt x="288" y="3169"/>
                  </a:cubicBezTo>
                  <a:cubicBezTo>
                    <a:pt x="337" y="3169"/>
                    <a:pt x="388" y="3156"/>
                    <a:pt x="435" y="3127"/>
                  </a:cubicBezTo>
                  <a:cubicBezTo>
                    <a:pt x="1568" y="2425"/>
                    <a:pt x="2682" y="2075"/>
                    <a:pt x="3777" y="2075"/>
                  </a:cubicBezTo>
                  <a:cubicBezTo>
                    <a:pt x="4864" y="2075"/>
                    <a:pt x="5932" y="2419"/>
                    <a:pt x="6983" y="3105"/>
                  </a:cubicBezTo>
                  <a:cubicBezTo>
                    <a:pt x="7033" y="3138"/>
                    <a:pt x="7087" y="3152"/>
                    <a:pt x="7140" y="3152"/>
                  </a:cubicBezTo>
                  <a:cubicBezTo>
                    <a:pt x="7289" y="3152"/>
                    <a:pt x="7426" y="3034"/>
                    <a:pt x="7424" y="2863"/>
                  </a:cubicBezTo>
                  <a:lnTo>
                    <a:pt x="7424" y="2304"/>
                  </a:lnTo>
                  <a:cubicBezTo>
                    <a:pt x="7424" y="2107"/>
                    <a:pt x="7322" y="1923"/>
                    <a:pt x="7153" y="1819"/>
                  </a:cubicBezTo>
                  <a:lnTo>
                    <a:pt x="4609" y="255"/>
                  </a:lnTo>
                  <a:cubicBezTo>
                    <a:pt x="4334" y="85"/>
                    <a:pt x="4023" y="1"/>
                    <a:pt x="3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5"/>
            <p:cNvSpPr/>
            <p:nvPr/>
          </p:nvSpPr>
          <p:spPr>
            <a:xfrm>
              <a:off x="5458648" y="3337289"/>
              <a:ext cx="30012" cy="47829"/>
            </a:xfrm>
            <a:custGeom>
              <a:rect b="b" l="l" r="r" t="t"/>
              <a:pathLst>
                <a:path extrusionOk="0" h="1804" w="1132">
                  <a:moveTo>
                    <a:pt x="566" y="1"/>
                  </a:moveTo>
                  <a:cubicBezTo>
                    <a:pt x="494" y="1"/>
                    <a:pt x="421" y="28"/>
                    <a:pt x="366" y="82"/>
                  </a:cubicBezTo>
                  <a:cubicBezTo>
                    <a:pt x="202" y="240"/>
                    <a:pt x="0" y="510"/>
                    <a:pt x="0" y="861"/>
                  </a:cubicBezTo>
                  <a:cubicBezTo>
                    <a:pt x="0" y="1449"/>
                    <a:pt x="566" y="1803"/>
                    <a:pt x="566" y="1803"/>
                  </a:cubicBezTo>
                  <a:cubicBezTo>
                    <a:pt x="566" y="1803"/>
                    <a:pt x="1131" y="1453"/>
                    <a:pt x="1131" y="861"/>
                  </a:cubicBezTo>
                  <a:cubicBezTo>
                    <a:pt x="1131" y="510"/>
                    <a:pt x="929" y="240"/>
                    <a:pt x="765" y="82"/>
                  </a:cubicBezTo>
                  <a:cubicBezTo>
                    <a:pt x="710" y="28"/>
                    <a:pt x="638"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5"/>
            <p:cNvSpPr/>
            <p:nvPr/>
          </p:nvSpPr>
          <p:spPr>
            <a:xfrm>
              <a:off x="5437995" y="3355689"/>
              <a:ext cx="40060" cy="36746"/>
            </a:xfrm>
            <a:custGeom>
              <a:rect b="b" l="l" r="r" t="t"/>
              <a:pathLst>
                <a:path extrusionOk="0" h="1386" w="1511">
                  <a:moveTo>
                    <a:pt x="300" y="0"/>
                  </a:moveTo>
                  <a:cubicBezTo>
                    <a:pt x="295" y="0"/>
                    <a:pt x="290" y="0"/>
                    <a:pt x="284" y="0"/>
                  </a:cubicBezTo>
                  <a:cubicBezTo>
                    <a:pt x="129" y="5"/>
                    <a:pt x="5" y="129"/>
                    <a:pt x="3" y="284"/>
                  </a:cubicBezTo>
                  <a:cubicBezTo>
                    <a:pt x="1" y="511"/>
                    <a:pt x="47" y="843"/>
                    <a:pt x="296" y="1094"/>
                  </a:cubicBezTo>
                  <a:cubicBezTo>
                    <a:pt x="538" y="1335"/>
                    <a:pt x="860" y="1386"/>
                    <a:pt x="1085" y="1386"/>
                  </a:cubicBezTo>
                  <a:cubicBezTo>
                    <a:pt x="1247" y="1386"/>
                    <a:pt x="1360" y="1360"/>
                    <a:pt x="1360" y="1360"/>
                  </a:cubicBezTo>
                  <a:cubicBezTo>
                    <a:pt x="1360" y="1360"/>
                    <a:pt x="1511" y="710"/>
                    <a:pt x="1094" y="295"/>
                  </a:cubicBezTo>
                  <a:cubicBezTo>
                    <a:pt x="851" y="48"/>
                    <a:pt x="528" y="0"/>
                    <a:pt x="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5"/>
            <p:cNvSpPr/>
            <p:nvPr/>
          </p:nvSpPr>
          <p:spPr>
            <a:xfrm>
              <a:off x="5469227" y="3355689"/>
              <a:ext cx="40113" cy="36746"/>
            </a:xfrm>
            <a:custGeom>
              <a:rect b="b" l="l" r="r" t="t"/>
              <a:pathLst>
                <a:path extrusionOk="0" h="1386" w="1513">
                  <a:moveTo>
                    <a:pt x="1209" y="0"/>
                  </a:moveTo>
                  <a:cubicBezTo>
                    <a:pt x="983" y="0"/>
                    <a:pt x="660" y="48"/>
                    <a:pt x="415" y="295"/>
                  </a:cubicBezTo>
                  <a:cubicBezTo>
                    <a:pt x="0" y="710"/>
                    <a:pt x="149" y="1360"/>
                    <a:pt x="149" y="1360"/>
                  </a:cubicBezTo>
                  <a:cubicBezTo>
                    <a:pt x="149" y="1360"/>
                    <a:pt x="262" y="1386"/>
                    <a:pt x="424" y="1386"/>
                  </a:cubicBezTo>
                  <a:cubicBezTo>
                    <a:pt x="650" y="1386"/>
                    <a:pt x="972" y="1335"/>
                    <a:pt x="1214" y="1094"/>
                  </a:cubicBezTo>
                  <a:cubicBezTo>
                    <a:pt x="1466" y="843"/>
                    <a:pt x="1513" y="511"/>
                    <a:pt x="1508" y="284"/>
                  </a:cubicBezTo>
                  <a:cubicBezTo>
                    <a:pt x="1506" y="129"/>
                    <a:pt x="1380" y="5"/>
                    <a:pt x="1225" y="0"/>
                  </a:cubicBezTo>
                  <a:cubicBezTo>
                    <a:pt x="1219" y="0"/>
                    <a:pt x="1214" y="0"/>
                    <a:pt x="1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5"/>
            <p:cNvSpPr/>
            <p:nvPr/>
          </p:nvSpPr>
          <p:spPr>
            <a:xfrm>
              <a:off x="5460451" y="3476241"/>
              <a:ext cx="26566" cy="222572"/>
            </a:xfrm>
            <a:custGeom>
              <a:rect b="b" l="l" r="r" t="t"/>
              <a:pathLst>
                <a:path extrusionOk="0" h="8395" w="1002">
                  <a:moveTo>
                    <a:pt x="500" y="0"/>
                  </a:moveTo>
                  <a:lnTo>
                    <a:pt x="1" y="1005"/>
                  </a:lnTo>
                  <a:lnTo>
                    <a:pt x="1" y="8395"/>
                  </a:lnTo>
                  <a:lnTo>
                    <a:pt x="1001" y="8395"/>
                  </a:lnTo>
                  <a:lnTo>
                    <a:pt x="1001" y="1005"/>
                  </a:lnTo>
                  <a:lnTo>
                    <a:pt x="999" y="1005"/>
                  </a:lnTo>
                  <a:lnTo>
                    <a:pt x="5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5"/>
            <p:cNvSpPr/>
            <p:nvPr/>
          </p:nvSpPr>
          <p:spPr>
            <a:xfrm>
              <a:off x="5460398" y="3426185"/>
              <a:ext cx="26539" cy="76701"/>
            </a:xfrm>
            <a:custGeom>
              <a:rect b="b" l="l" r="r" t="t"/>
              <a:pathLst>
                <a:path extrusionOk="0" h="2893" w="1001">
                  <a:moveTo>
                    <a:pt x="1" y="1"/>
                  </a:moveTo>
                  <a:lnTo>
                    <a:pt x="1" y="2893"/>
                  </a:lnTo>
                  <a:lnTo>
                    <a:pt x="1001" y="2893"/>
                  </a:lnTo>
                  <a:lnTo>
                    <a:pt x="10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5"/>
            <p:cNvSpPr/>
            <p:nvPr/>
          </p:nvSpPr>
          <p:spPr>
            <a:xfrm>
              <a:off x="5458410" y="3379523"/>
              <a:ext cx="30489" cy="48624"/>
            </a:xfrm>
            <a:custGeom>
              <a:rect b="b" l="l" r="r" t="t"/>
              <a:pathLst>
                <a:path extrusionOk="0" h="1834" w="1150">
                  <a:moveTo>
                    <a:pt x="575" y="0"/>
                  </a:moveTo>
                  <a:cubicBezTo>
                    <a:pt x="503" y="0"/>
                    <a:pt x="430" y="27"/>
                    <a:pt x="375" y="82"/>
                  </a:cubicBezTo>
                  <a:cubicBezTo>
                    <a:pt x="209" y="241"/>
                    <a:pt x="0" y="514"/>
                    <a:pt x="0" y="876"/>
                  </a:cubicBezTo>
                  <a:cubicBezTo>
                    <a:pt x="0" y="1475"/>
                    <a:pt x="575" y="1834"/>
                    <a:pt x="575" y="1834"/>
                  </a:cubicBezTo>
                  <a:cubicBezTo>
                    <a:pt x="575" y="1834"/>
                    <a:pt x="1149" y="1475"/>
                    <a:pt x="1149" y="876"/>
                  </a:cubicBezTo>
                  <a:cubicBezTo>
                    <a:pt x="1149" y="516"/>
                    <a:pt x="941" y="241"/>
                    <a:pt x="774" y="82"/>
                  </a:cubicBezTo>
                  <a:cubicBezTo>
                    <a:pt x="719" y="27"/>
                    <a:pt x="647" y="0"/>
                    <a:pt x="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5"/>
            <p:cNvSpPr/>
            <p:nvPr/>
          </p:nvSpPr>
          <p:spPr>
            <a:xfrm>
              <a:off x="5430412" y="3377376"/>
              <a:ext cx="40723" cy="37277"/>
            </a:xfrm>
            <a:custGeom>
              <a:rect b="b" l="l" r="r" t="t"/>
              <a:pathLst>
                <a:path extrusionOk="0" h="1406" w="1536">
                  <a:moveTo>
                    <a:pt x="302" y="1"/>
                  </a:moveTo>
                  <a:cubicBezTo>
                    <a:pt x="297" y="1"/>
                    <a:pt x="292" y="1"/>
                    <a:pt x="287" y="1"/>
                  </a:cubicBezTo>
                  <a:cubicBezTo>
                    <a:pt x="131" y="3"/>
                    <a:pt x="5" y="129"/>
                    <a:pt x="3" y="285"/>
                  </a:cubicBezTo>
                  <a:cubicBezTo>
                    <a:pt x="0" y="513"/>
                    <a:pt x="45" y="855"/>
                    <a:pt x="302" y="1108"/>
                  </a:cubicBezTo>
                  <a:cubicBezTo>
                    <a:pt x="547" y="1354"/>
                    <a:pt x="872" y="1405"/>
                    <a:pt x="1102" y="1405"/>
                  </a:cubicBezTo>
                  <a:cubicBezTo>
                    <a:pt x="1268" y="1405"/>
                    <a:pt x="1384" y="1378"/>
                    <a:pt x="1384" y="1378"/>
                  </a:cubicBezTo>
                  <a:cubicBezTo>
                    <a:pt x="1384" y="1378"/>
                    <a:pt x="1535" y="722"/>
                    <a:pt x="1112" y="298"/>
                  </a:cubicBezTo>
                  <a:cubicBezTo>
                    <a:pt x="862" y="49"/>
                    <a:pt x="531" y="1"/>
                    <a:pt x="3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5"/>
            <p:cNvSpPr/>
            <p:nvPr/>
          </p:nvSpPr>
          <p:spPr>
            <a:xfrm>
              <a:off x="5476093" y="3377376"/>
              <a:ext cx="40856" cy="37277"/>
            </a:xfrm>
            <a:custGeom>
              <a:rect b="b" l="l" r="r" t="t"/>
              <a:pathLst>
                <a:path extrusionOk="0" h="1406" w="1541">
                  <a:moveTo>
                    <a:pt x="1236" y="1"/>
                  </a:moveTo>
                  <a:cubicBezTo>
                    <a:pt x="1006" y="1"/>
                    <a:pt x="676" y="49"/>
                    <a:pt x="427" y="298"/>
                  </a:cubicBezTo>
                  <a:cubicBezTo>
                    <a:pt x="1" y="722"/>
                    <a:pt x="154" y="1378"/>
                    <a:pt x="154" y="1378"/>
                  </a:cubicBezTo>
                  <a:cubicBezTo>
                    <a:pt x="154" y="1378"/>
                    <a:pt x="270" y="1405"/>
                    <a:pt x="436" y="1405"/>
                  </a:cubicBezTo>
                  <a:cubicBezTo>
                    <a:pt x="666" y="1405"/>
                    <a:pt x="992" y="1354"/>
                    <a:pt x="1236" y="1108"/>
                  </a:cubicBezTo>
                  <a:cubicBezTo>
                    <a:pt x="1493" y="855"/>
                    <a:pt x="1540" y="513"/>
                    <a:pt x="1536" y="285"/>
                  </a:cubicBezTo>
                  <a:cubicBezTo>
                    <a:pt x="1531" y="129"/>
                    <a:pt x="1407" y="3"/>
                    <a:pt x="1252" y="1"/>
                  </a:cubicBezTo>
                  <a:cubicBezTo>
                    <a:pt x="1246" y="1"/>
                    <a:pt x="1241" y="1"/>
                    <a:pt x="12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5"/>
            <p:cNvSpPr/>
            <p:nvPr/>
          </p:nvSpPr>
          <p:spPr>
            <a:xfrm>
              <a:off x="5447115" y="3414069"/>
              <a:ext cx="53052" cy="22801"/>
            </a:xfrm>
            <a:custGeom>
              <a:rect b="b" l="l" r="r" t="t"/>
              <a:pathLst>
                <a:path extrusionOk="0" h="860" w="2001">
                  <a:moveTo>
                    <a:pt x="428" y="1"/>
                  </a:moveTo>
                  <a:cubicBezTo>
                    <a:pt x="193" y="1"/>
                    <a:pt x="0" y="192"/>
                    <a:pt x="0" y="431"/>
                  </a:cubicBezTo>
                  <a:cubicBezTo>
                    <a:pt x="0" y="666"/>
                    <a:pt x="191" y="859"/>
                    <a:pt x="428" y="859"/>
                  </a:cubicBezTo>
                  <a:lnTo>
                    <a:pt x="1571" y="859"/>
                  </a:lnTo>
                  <a:cubicBezTo>
                    <a:pt x="1808" y="859"/>
                    <a:pt x="2001" y="668"/>
                    <a:pt x="2001" y="431"/>
                  </a:cubicBezTo>
                  <a:cubicBezTo>
                    <a:pt x="2001" y="192"/>
                    <a:pt x="1810" y="1"/>
                    <a:pt x="1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5"/>
            <p:cNvSpPr/>
            <p:nvPr/>
          </p:nvSpPr>
          <p:spPr>
            <a:xfrm>
              <a:off x="5432003" y="3666044"/>
              <a:ext cx="83355" cy="45416"/>
            </a:xfrm>
            <a:custGeom>
              <a:rect b="b" l="l" r="r" t="t"/>
              <a:pathLst>
                <a:path extrusionOk="0" h="1713" w="3144">
                  <a:moveTo>
                    <a:pt x="1143" y="1"/>
                  </a:moveTo>
                  <a:cubicBezTo>
                    <a:pt x="510" y="1"/>
                    <a:pt x="0" y="513"/>
                    <a:pt x="0" y="1143"/>
                  </a:cubicBezTo>
                  <a:lnTo>
                    <a:pt x="0" y="1429"/>
                  </a:lnTo>
                  <a:cubicBezTo>
                    <a:pt x="0" y="1586"/>
                    <a:pt x="129" y="1713"/>
                    <a:pt x="286" y="1713"/>
                  </a:cubicBezTo>
                  <a:lnTo>
                    <a:pt x="3143" y="1713"/>
                  </a:lnTo>
                  <a:lnTo>
                    <a:pt x="3143" y="1143"/>
                  </a:lnTo>
                  <a:cubicBezTo>
                    <a:pt x="3143" y="511"/>
                    <a:pt x="2633" y="1"/>
                    <a:pt x="2001"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7" name="Shape 3487"/>
        <p:cNvGrpSpPr/>
        <p:nvPr/>
      </p:nvGrpSpPr>
      <p:grpSpPr>
        <a:xfrm>
          <a:off x="0" y="0"/>
          <a:ext cx="0" cy="0"/>
          <a:chOff x="0" y="0"/>
          <a:chExt cx="0" cy="0"/>
        </a:xfrm>
      </p:grpSpPr>
      <p:sp>
        <p:nvSpPr>
          <p:cNvPr id="3488" name="Google Shape;3488;p66"/>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Academic</a:t>
            </a:r>
            <a:r>
              <a:rPr lang="en"/>
              <a:t> </a:t>
            </a:r>
            <a:r>
              <a:rPr lang="en"/>
              <a:t>skepticism</a:t>
            </a:r>
            <a:r>
              <a:rPr lang="en"/>
              <a:t> influence</a:t>
            </a:r>
            <a:endParaRPr/>
          </a:p>
        </p:txBody>
      </p:sp>
      <p:grpSp>
        <p:nvGrpSpPr>
          <p:cNvPr id="3489" name="Google Shape;3489;p66"/>
          <p:cNvGrpSpPr/>
          <p:nvPr/>
        </p:nvGrpSpPr>
        <p:grpSpPr>
          <a:xfrm>
            <a:off x="992419" y="1654651"/>
            <a:ext cx="4412993" cy="2350962"/>
            <a:chOff x="233350" y="949250"/>
            <a:chExt cx="7137300" cy="3802300"/>
          </a:xfrm>
        </p:grpSpPr>
        <p:sp>
          <p:nvSpPr>
            <p:cNvPr id="3490" name="Google Shape;3490;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1" name="Google Shape;3541;p66"/>
          <p:cNvSpPr txBox="1"/>
          <p:nvPr/>
        </p:nvSpPr>
        <p:spPr>
          <a:xfrm>
            <a:off x="5899775" y="1556683"/>
            <a:ext cx="22518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High influence</a:t>
            </a:r>
            <a:endParaRPr b="1" sz="2500">
              <a:solidFill>
                <a:srgbClr val="682101"/>
              </a:solidFill>
              <a:latin typeface="Bahiana"/>
              <a:ea typeface="Bahiana"/>
              <a:cs typeface="Bahiana"/>
              <a:sym typeface="Bahiana"/>
            </a:endParaRPr>
          </a:p>
        </p:txBody>
      </p:sp>
      <p:sp>
        <p:nvSpPr>
          <p:cNvPr id="3542" name="Google Shape;3542;p66"/>
          <p:cNvSpPr txBox="1"/>
          <p:nvPr/>
        </p:nvSpPr>
        <p:spPr>
          <a:xfrm>
            <a:off x="5899775" y="1949757"/>
            <a:ext cx="2251800" cy="62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2"/>
                </a:solidFill>
                <a:latin typeface="Overpass"/>
                <a:ea typeface="Overpass"/>
                <a:cs typeface="Overpass"/>
                <a:sym typeface="Overpass"/>
              </a:rPr>
              <a:t>Jupiter</a:t>
            </a:r>
            <a:r>
              <a:rPr lang="en">
                <a:solidFill>
                  <a:schemeClr val="dk1"/>
                </a:solidFill>
                <a:latin typeface="Overpass Light"/>
                <a:ea typeface="Overpass Light"/>
                <a:cs typeface="Overpass Light"/>
                <a:sym typeface="Overpass Light"/>
              </a:rPr>
              <a:t> is the biggest planet of them all</a:t>
            </a:r>
            <a:endParaRPr>
              <a:solidFill>
                <a:schemeClr val="dk1"/>
              </a:solidFill>
              <a:latin typeface="Overpass Light"/>
              <a:ea typeface="Overpass Light"/>
              <a:cs typeface="Overpass Light"/>
              <a:sym typeface="Overpass Light"/>
            </a:endParaRPr>
          </a:p>
        </p:txBody>
      </p:sp>
      <p:sp>
        <p:nvSpPr>
          <p:cNvPr id="3543" name="Google Shape;3543;p66"/>
          <p:cNvSpPr/>
          <p:nvPr/>
        </p:nvSpPr>
        <p:spPr>
          <a:xfrm>
            <a:off x="5592302" y="1661398"/>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44" name="Google Shape;3544;p66"/>
          <p:cNvSpPr txBox="1"/>
          <p:nvPr/>
        </p:nvSpPr>
        <p:spPr>
          <a:xfrm>
            <a:off x="5899775" y="3135580"/>
            <a:ext cx="2251800" cy="441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b="1" lang="en" sz="2500">
                <a:solidFill>
                  <a:srgbClr val="682101"/>
                </a:solidFill>
                <a:latin typeface="Bahiana"/>
                <a:ea typeface="Bahiana"/>
                <a:cs typeface="Bahiana"/>
                <a:sym typeface="Bahiana"/>
              </a:rPr>
              <a:t>low</a:t>
            </a:r>
            <a:r>
              <a:rPr b="1" lang="en" sz="2500">
                <a:solidFill>
                  <a:srgbClr val="682101"/>
                </a:solidFill>
                <a:latin typeface="Bahiana"/>
                <a:ea typeface="Bahiana"/>
                <a:cs typeface="Bahiana"/>
                <a:sym typeface="Bahiana"/>
              </a:rPr>
              <a:t> influence</a:t>
            </a:r>
            <a:endParaRPr b="1" sz="2500">
              <a:solidFill>
                <a:srgbClr val="682101"/>
              </a:solidFill>
              <a:latin typeface="Bahiana"/>
              <a:ea typeface="Bahiana"/>
              <a:cs typeface="Bahiana"/>
              <a:sym typeface="Bahiana"/>
            </a:endParaRPr>
          </a:p>
        </p:txBody>
      </p:sp>
      <p:sp>
        <p:nvSpPr>
          <p:cNvPr id="3545" name="Google Shape;3545;p66"/>
          <p:cNvSpPr txBox="1"/>
          <p:nvPr/>
        </p:nvSpPr>
        <p:spPr>
          <a:xfrm>
            <a:off x="5899775" y="3528655"/>
            <a:ext cx="2251800" cy="62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2"/>
                </a:solidFill>
                <a:latin typeface="Overpass"/>
                <a:ea typeface="Overpass"/>
                <a:cs typeface="Overpass"/>
                <a:sym typeface="Overpass"/>
              </a:rPr>
              <a:t>Saturn</a:t>
            </a:r>
            <a:r>
              <a:rPr lang="en">
                <a:solidFill>
                  <a:schemeClr val="dk1"/>
                </a:solidFill>
                <a:latin typeface="Overpass Light"/>
                <a:ea typeface="Overpass Light"/>
                <a:cs typeface="Overpass Light"/>
                <a:sym typeface="Overpass Light"/>
              </a:rPr>
              <a:t> is a gas giant and has several rings</a:t>
            </a:r>
            <a:endParaRPr>
              <a:solidFill>
                <a:schemeClr val="dk1"/>
              </a:solidFill>
              <a:latin typeface="Overpass Light"/>
              <a:ea typeface="Overpass Light"/>
              <a:cs typeface="Overpass Light"/>
              <a:sym typeface="Overpass Light"/>
            </a:endParaRPr>
          </a:p>
        </p:txBody>
      </p:sp>
      <p:sp>
        <p:nvSpPr>
          <p:cNvPr id="3546" name="Google Shape;3546;p66"/>
          <p:cNvSpPr/>
          <p:nvPr/>
        </p:nvSpPr>
        <p:spPr>
          <a:xfrm>
            <a:off x="5592325" y="3240299"/>
            <a:ext cx="252600" cy="252600"/>
          </a:xfrm>
          <a:prstGeom prst="ellipse">
            <a:avLst/>
          </a:prstGeom>
          <a:solidFill>
            <a:schemeClr val="accent1"/>
          </a:solidFill>
          <a:ln cap="flat" cmpd="sng" w="9525">
            <a:solidFill>
              <a:schemeClr val="accen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47" name="Google Shape;3547;p66"/>
          <p:cNvSpPr/>
          <p:nvPr/>
        </p:nvSpPr>
        <p:spPr>
          <a:xfrm>
            <a:off x="3294752" y="2041773"/>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48" name="Google Shape;3548;p66"/>
          <p:cNvSpPr/>
          <p:nvPr/>
        </p:nvSpPr>
        <p:spPr>
          <a:xfrm>
            <a:off x="3783075" y="1913999"/>
            <a:ext cx="252600" cy="252600"/>
          </a:xfrm>
          <a:prstGeom prst="ellipse">
            <a:avLst/>
          </a:prstGeom>
          <a:solidFill>
            <a:schemeClr val="accent1"/>
          </a:solidFill>
          <a:ln cap="flat" cmpd="sng" w="9525">
            <a:solidFill>
              <a:schemeClr val="accen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49" name="Google Shape;3549;p66"/>
          <p:cNvSpPr/>
          <p:nvPr/>
        </p:nvSpPr>
        <p:spPr>
          <a:xfrm>
            <a:off x="4142875" y="2510224"/>
            <a:ext cx="252600" cy="252600"/>
          </a:xfrm>
          <a:prstGeom prst="ellipse">
            <a:avLst/>
          </a:prstGeom>
          <a:solidFill>
            <a:schemeClr val="accent1"/>
          </a:solidFill>
          <a:ln cap="flat" cmpd="sng" w="9525">
            <a:solidFill>
              <a:schemeClr val="accen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0" name="Google Shape;3550;p66"/>
          <p:cNvSpPr/>
          <p:nvPr/>
        </p:nvSpPr>
        <p:spPr>
          <a:xfrm>
            <a:off x="3207425" y="2703836"/>
            <a:ext cx="252600" cy="252600"/>
          </a:xfrm>
          <a:prstGeom prst="ellipse">
            <a:avLst/>
          </a:prstGeom>
          <a:solidFill>
            <a:schemeClr val="accent1"/>
          </a:solidFill>
          <a:ln cap="flat" cmpd="sng" w="9525">
            <a:solidFill>
              <a:schemeClr val="accen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1" name="Google Shape;3551;p66"/>
          <p:cNvSpPr/>
          <p:nvPr/>
        </p:nvSpPr>
        <p:spPr>
          <a:xfrm>
            <a:off x="2169150" y="3032786"/>
            <a:ext cx="252600" cy="252600"/>
          </a:xfrm>
          <a:prstGeom prst="ellipse">
            <a:avLst/>
          </a:prstGeom>
          <a:solidFill>
            <a:schemeClr val="accent1"/>
          </a:solidFill>
          <a:ln cap="flat" cmpd="sng" w="9525">
            <a:solidFill>
              <a:schemeClr val="accen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2" name="Google Shape;3552;p66"/>
          <p:cNvSpPr/>
          <p:nvPr/>
        </p:nvSpPr>
        <p:spPr>
          <a:xfrm>
            <a:off x="1578050" y="2354311"/>
            <a:ext cx="252600" cy="252600"/>
          </a:xfrm>
          <a:prstGeom prst="ellipse">
            <a:avLst/>
          </a:prstGeom>
          <a:solidFill>
            <a:schemeClr val="accent1"/>
          </a:solidFill>
          <a:ln cap="flat" cmpd="sng" w="9525">
            <a:solidFill>
              <a:schemeClr val="accen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3" name="Google Shape;3553;p66"/>
          <p:cNvSpPr/>
          <p:nvPr/>
        </p:nvSpPr>
        <p:spPr>
          <a:xfrm>
            <a:off x="1578052" y="1949748"/>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4" name="Google Shape;3554;p66"/>
          <p:cNvSpPr/>
          <p:nvPr/>
        </p:nvSpPr>
        <p:spPr>
          <a:xfrm>
            <a:off x="1228527" y="2319148"/>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5" name="Google Shape;3555;p66"/>
          <p:cNvSpPr/>
          <p:nvPr/>
        </p:nvSpPr>
        <p:spPr>
          <a:xfrm>
            <a:off x="1578052" y="2703823"/>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6" name="Google Shape;3556;p66"/>
          <p:cNvSpPr/>
          <p:nvPr/>
        </p:nvSpPr>
        <p:spPr>
          <a:xfrm>
            <a:off x="2806427" y="2133948"/>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7" name="Google Shape;3557;p66"/>
          <p:cNvSpPr/>
          <p:nvPr/>
        </p:nvSpPr>
        <p:spPr>
          <a:xfrm>
            <a:off x="4600277" y="3203048"/>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8" name="Google Shape;3558;p66"/>
          <p:cNvSpPr/>
          <p:nvPr/>
        </p:nvSpPr>
        <p:spPr>
          <a:xfrm>
            <a:off x="4718502" y="2725023"/>
            <a:ext cx="252600" cy="252600"/>
          </a:xfrm>
          <a:prstGeom prst="ellipse">
            <a:avLst/>
          </a:prstGeom>
          <a:solidFill>
            <a:schemeClr val="lt2"/>
          </a:solidFill>
          <a:ln cap="flat" cmpd="sng" w="9525">
            <a:solidFill>
              <a:schemeClr val="lt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
        <p:nvSpPr>
          <p:cNvPr id="3559" name="Google Shape;3559;p66"/>
          <p:cNvSpPr/>
          <p:nvPr/>
        </p:nvSpPr>
        <p:spPr>
          <a:xfrm>
            <a:off x="4718500" y="2166599"/>
            <a:ext cx="252600" cy="252600"/>
          </a:xfrm>
          <a:prstGeom prst="ellipse">
            <a:avLst/>
          </a:prstGeom>
          <a:solidFill>
            <a:schemeClr val="accent1"/>
          </a:solidFill>
          <a:ln cap="flat" cmpd="sng" w="9525">
            <a:solidFill>
              <a:schemeClr val="accent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accent1"/>
              </a:solidFill>
              <a:latin typeface="Bahiana"/>
              <a:ea typeface="Bahiana"/>
              <a:cs typeface="Bahiana"/>
              <a:sym typeface="Bahiana"/>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3" name="Shape 3563"/>
        <p:cNvGrpSpPr/>
        <p:nvPr/>
      </p:nvGrpSpPr>
      <p:grpSpPr>
        <a:xfrm>
          <a:off x="0" y="0"/>
          <a:ext cx="0" cy="0"/>
          <a:chOff x="0" y="0"/>
          <a:chExt cx="0" cy="0"/>
        </a:xfrm>
      </p:grpSpPr>
      <p:sp>
        <p:nvSpPr>
          <p:cNvPr id="3564" name="Google Shape;3564;p67"/>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Middle</a:t>
            </a:r>
            <a:r>
              <a:rPr lang="en"/>
              <a:t> platonisM</a:t>
            </a:r>
            <a:endParaRPr/>
          </a:p>
        </p:txBody>
      </p:sp>
      <p:sp>
        <p:nvSpPr>
          <p:cNvPr id="3565" name="Google Shape;3565;p67"/>
          <p:cNvSpPr txBox="1"/>
          <p:nvPr/>
        </p:nvSpPr>
        <p:spPr>
          <a:xfrm>
            <a:off x="720000" y="3095600"/>
            <a:ext cx="1682400" cy="414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400 bc</a:t>
            </a:r>
            <a:endParaRPr b="1" sz="2500">
              <a:solidFill>
                <a:srgbClr val="682101"/>
              </a:solidFill>
              <a:latin typeface="Bahiana"/>
              <a:ea typeface="Bahiana"/>
              <a:cs typeface="Bahiana"/>
              <a:sym typeface="Bahiana"/>
            </a:endParaRPr>
          </a:p>
        </p:txBody>
      </p:sp>
      <p:sp>
        <p:nvSpPr>
          <p:cNvPr id="3566" name="Google Shape;3566;p67"/>
          <p:cNvSpPr txBox="1"/>
          <p:nvPr/>
        </p:nvSpPr>
        <p:spPr>
          <a:xfrm>
            <a:off x="720000" y="3425000"/>
            <a:ext cx="1682400" cy="81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Mercury</a:t>
            </a:r>
            <a:r>
              <a:rPr lang="en">
                <a:solidFill>
                  <a:schemeClr val="dk1"/>
                </a:solidFill>
                <a:latin typeface="Overpass Light"/>
                <a:ea typeface="Overpass Light"/>
                <a:cs typeface="Overpass Light"/>
                <a:sym typeface="Overpass Light"/>
              </a:rPr>
              <a:t> is the closest planet to the Sun</a:t>
            </a:r>
            <a:endParaRPr>
              <a:solidFill>
                <a:schemeClr val="dk1"/>
              </a:solidFill>
              <a:latin typeface="Overpass Light"/>
              <a:ea typeface="Overpass Light"/>
              <a:cs typeface="Overpass Light"/>
              <a:sym typeface="Overpass Light"/>
            </a:endParaRPr>
          </a:p>
        </p:txBody>
      </p:sp>
      <p:sp>
        <p:nvSpPr>
          <p:cNvPr id="3567" name="Google Shape;3567;p67"/>
          <p:cNvSpPr/>
          <p:nvPr/>
        </p:nvSpPr>
        <p:spPr>
          <a:xfrm>
            <a:off x="1107425" y="1703150"/>
            <a:ext cx="907500" cy="907500"/>
          </a:xfrm>
          <a:prstGeom prst="ellipse">
            <a:avLst/>
          </a:prstGeom>
          <a:noFill/>
          <a:ln cap="flat" cmpd="sng" w="9525">
            <a:solidFill>
              <a:srgbClr val="A13A0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accent1"/>
                </a:solidFill>
                <a:latin typeface="Bahiana"/>
                <a:ea typeface="Bahiana"/>
                <a:cs typeface="Bahiana"/>
                <a:sym typeface="Bahiana"/>
              </a:rPr>
              <a:t>#1</a:t>
            </a:r>
            <a:endParaRPr b="1" sz="2500">
              <a:solidFill>
                <a:schemeClr val="accent1"/>
              </a:solidFill>
              <a:latin typeface="Bahiana"/>
              <a:ea typeface="Bahiana"/>
              <a:cs typeface="Bahiana"/>
              <a:sym typeface="Bahiana"/>
            </a:endParaRPr>
          </a:p>
        </p:txBody>
      </p:sp>
      <p:cxnSp>
        <p:nvCxnSpPr>
          <p:cNvPr id="3568" name="Google Shape;3568;p67"/>
          <p:cNvCxnSpPr>
            <a:stCxn id="3567" idx="4"/>
            <a:endCxn id="3565" idx="0"/>
          </p:cNvCxnSpPr>
          <p:nvPr/>
        </p:nvCxnSpPr>
        <p:spPr>
          <a:xfrm>
            <a:off x="1561175" y="2610650"/>
            <a:ext cx="0" cy="485100"/>
          </a:xfrm>
          <a:prstGeom prst="straightConnector1">
            <a:avLst/>
          </a:prstGeom>
          <a:noFill/>
          <a:ln cap="flat" cmpd="sng" w="9525">
            <a:solidFill>
              <a:schemeClr val="lt1"/>
            </a:solidFill>
            <a:prstDash val="solid"/>
            <a:round/>
            <a:headEnd len="med" w="med" type="oval"/>
            <a:tailEnd len="med" w="med" type="none"/>
          </a:ln>
        </p:spPr>
      </p:cxnSp>
      <p:sp>
        <p:nvSpPr>
          <p:cNvPr id="3569" name="Google Shape;3569;p67"/>
          <p:cNvSpPr txBox="1"/>
          <p:nvPr/>
        </p:nvSpPr>
        <p:spPr>
          <a:xfrm>
            <a:off x="2727200" y="3095600"/>
            <a:ext cx="1682400" cy="414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5</a:t>
            </a:r>
            <a:r>
              <a:rPr b="1" lang="en" sz="2500">
                <a:solidFill>
                  <a:srgbClr val="682101"/>
                </a:solidFill>
                <a:latin typeface="Bahiana"/>
                <a:ea typeface="Bahiana"/>
                <a:cs typeface="Bahiana"/>
                <a:sym typeface="Bahiana"/>
              </a:rPr>
              <a:t>00 bc</a:t>
            </a:r>
            <a:endParaRPr b="1" sz="2500">
              <a:solidFill>
                <a:srgbClr val="682101"/>
              </a:solidFill>
              <a:latin typeface="Bahiana"/>
              <a:ea typeface="Bahiana"/>
              <a:cs typeface="Bahiana"/>
              <a:sym typeface="Bahiana"/>
            </a:endParaRPr>
          </a:p>
        </p:txBody>
      </p:sp>
      <p:sp>
        <p:nvSpPr>
          <p:cNvPr id="3570" name="Google Shape;3570;p67"/>
          <p:cNvSpPr txBox="1"/>
          <p:nvPr/>
        </p:nvSpPr>
        <p:spPr>
          <a:xfrm>
            <a:off x="2727200" y="3425000"/>
            <a:ext cx="1682400" cy="81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Venus</a:t>
            </a:r>
            <a:r>
              <a:rPr lang="en">
                <a:solidFill>
                  <a:schemeClr val="dk1"/>
                </a:solidFill>
                <a:latin typeface="Overpass Light"/>
                <a:ea typeface="Overpass Light"/>
                <a:cs typeface="Overpass Light"/>
                <a:sym typeface="Overpass Light"/>
              </a:rPr>
              <a:t> has a beautiful name and is very hot</a:t>
            </a:r>
            <a:endParaRPr>
              <a:solidFill>
                <a:schemeClr val="dk1"/>
              </a:solidFill>
              <a:latin typeface="Overpass Light"/>
              <a:ea typeface="Overpass Light"/>
              <a:cs typeface="Overpass Light"/>
              <a:sym typeface="Overpass Light"/>
            </a:endParaRPr>
          </a:p>
        </p:txBody>
      </p:sp>
      <p:sp>
        <p:nvSpPr>
          <p:cNvPr id="3571" name="Google Shape;3571;p67"/>
          <p:cNvSpPr/>
          <p:nvPr/>
        </p:nvSpPr>
        <p:spPr>
          <a:xfrm>
            <a:off x="3114625" y="1703150"/>
            <a:ext cx="907500" cy="907500"/>
          </a:xfrm>
          <a:prstGeom prst="ellipse">
            <a:avLst/>
          </a:prstGeom>
          <a:noFill/>
          <a:ln cap="flat" cmpd="sng" w="9525">
            <a:solidFill>
              <a:srgbClr val="A13A0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accent1"/>
                </a:solidFill>
                <a:latin typeface="Bahiana"/>
                <a:ea typeface="Bahiana"/>
                <a:cs typeface="Bahiana"/>
                <a:sym typeface="Bahiana"/>
              </a:rPr>
              <a:t>#2</a:t>
            </a:r>
            <a:endParaRPr b="1" sz="2500">
              <a:solidFill>
                <a:schemeClr val="accent1"/>
              </a:solidFill>
              <a:latin typeface="Bahiana"/>
              <a:ea typeface="Bahiana"/>
              <a:cs typeface="Bahiana"/>
              <a:sym typeface="Bahiana"/>
            </a:endParaRPr>
          </a:p>
        </p:txBody>
      </p:sp>
      <p:cxnSp>
        <p:nvCxnSpPr>
          <p:cNvPr id="3572" name="Google Shape;3572;p67"/>
          <p:cNvCxnSpPr>
            <a:stCxn id="3571" idx="4"/>
            <a:endCxn id="3569" idx="0"/>
          </p:cNvCxnSpPr>
          <p:nvPr/>
        </p:nvCxnSpPr>
        <p:spPr>
          <a:xfrm>
            <a:off x="3568375" y="2610650"/>
            <a:ext cx="0" cy="485100"/>
          </a:xfrm>
          <a:prstGeom prst="straightConnector1">
            <a:avLst/>
          </a:prstGeom>
          <a:noFill/>
          <a:ln cap="flat" cmpd="sng" w="9525">
            <a:solidFill>
              <a:schemeClr val="lt1"/>
            </a:solidFill>
            <a:prstDash val="solid"/>
            <a:round/>
            <a:headEnd len="med" w="med" type="oval"/>
            <a:tailEnd len="med" w="med" type="none"/>
          </a:ln>
        </p:spPr>
      </p:cxnSp>
      <p:sp>
        <p:nvSpPr>
          <p:cNvPr id="3573" name="Google Shape;3573;p67"/>
          <p:cNvSpPr txBox="1"/>
          <p:nvPr/>
        </p:nvSpPr>
        <p:spPr>
          <a:xfrm>
            <a:off x="4734400" y="3095600"/>
            <a:ext cx="1682400" cy="414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6</a:t>
            </a:r>
            <a:r>
              <a:rPr b="1" lang="en" sz="2500">
                <a:solidFill>
                  <a:srgbClr val="682101"/>
                </a:solidFill>
                <a:latin typeface="Bahiana"/>
                <a:ea typeface="Bahiana"/>
                <a:cs typeface="Bahiana"/>
                <a:sym typeface="Bahiana"/>
              </a:rPr>
              <a:t>00 bc</a:t>
            </a:r>
            <a:endParaRPr b="1" sz="2500">
              <a:solidFill>
                <a:srgbClr val="682101"/>
              </a:solidFill>
              <a:latin typeface="Bahiana"/>
              <a:ea typeface="Bahiana"/>
              <a:cs typeface="Bahiana"/>
              <a:sym typeface="Bahiana"/>
            </a:endParaRPr>
          </a:p>
        </p:txBody>
      </p:sp>
      <p:sp>
        <p:nvSpPr>
          <p:cNvPr id="3574" name="Google Shape;3574;p67"/>
          <p:cNvSpPr txBox="1"/>
          <p:nvPr/>
        </p:nvSpPr>
        <p:spPr>
          <a:xfrm>
            <a:off x="4734400" y="3425000"/>
            <a:ext cx="1682400" cy="81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verpass"/>
                <a:ea typeface="Overpass"/>
                <a:cs typeface="Overpass"/>
                <a:sym typeface="Overpass"/>
              </a:rPr>
              <a:t>Earth</a:t>
            </a:r>
            <a:r>
              <a:rPr lang="en">
                <a:solidFill>
                  <a:schemeClr val="dk1"/>
                </a:solidFill>
                <a:latin typeface="Overpass Light"/>
                <a:ea typeface="Overpass Light"/>
                <a:cs typeface="Overpass Light"/>
                <a:sym typeface="Overpass Light"/>
              </a:rPr>
              <a:t> is the third planet from the Sun and with life</a:t>
            </a:r>
            <a:endParaRPr>
              <a:solidFill>
                <a:schemeClr val="dk1"/>
              </a:solidFill>
              <a:latin typeface="Overpass Light"/>
              <a:ea typeface="Overpass Light"/>
              <a:cs typeface="Overpass Light"/>
              <a:sym typeface="Overpass Light"/>
            </a:endParaRPr>
          </a:p>
        </p:txBody>
      </p:sp>
      <p:sp>
        <p:nvSpPr>
          <p:cNvPr id="3575" name="Google Shape;3575;p67"/>
          <p:cNvSpPr/>
          <p:nvPr/>
        </p:nvSpPr>
        <p:spPr>
          <a:xfrm>
            <a:off x="5121825" y="1703150"/>
            <a:ext cx="907500" cy="907500"/>
          </a:xfrm>
          <a:prstGeom prst="ellipse">
            <a:avLst/>
          </a:prstGeom>
          <a:noFill/>
          <a:ln cap="flat" cmpd="sng" w="9525">
            <a:solidFill>
              <a:srgbClr val="A13A0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accent1"/>
                </a:solidFill>
                <a:latin typeface="Bahiana"/>
                <a:ea typeface="Bahiana"/>
                <a:cs typeface="Bahiana"/>
                <a:sym typeface="Bahiana"/>
              </a:rPr>
              <a:t>#3</a:t>
            </a:r>
            <a:endParaRPr b="1" sz="2500">
              <a:solidFill>
                <a:schemeClr val="accent1"/>
              </a:solidFill>
              <a:latin typeface="Bahiana"/>
              <a:ea typeface="Bahiana"/>
              <a:cs typeface="Bahiana"/>
              <a:sym typeface="Bahiana"/>
            </a:endParaRPr>
          </a:p>
        </p:txBody>
      </p:sp>
      <p:cxnSp>
        <p:nvCxnSpPr>
          <p:cNvPr id="3576" name="Google Shape;3576;p67"/>
          <p:cNvCxnSpPr>
            <a:stCxn id="3575" idx="4"/>
            <a:endCxn id="3573" idx="0"/>
          </p:cNvCxnSpPr>
          <p:nvPr/>
        </p:nvCxnSpPr>
        <p:spPr>
          <a:xfrm>
            <a:off x="5575575" y="2610650"/>
            <a:ext cx="0" cy="485100"/>
          </a:xfrm>
          <a:prstGeom prst="straightConnector1">
            <a:avLst/>
          </a:prstGeom>
          <a:noFill/>
          <a:ln cap="flat" cmpd="sng" w="9525">
            <a:solidFill>
              <a:schemeClr val="lt1"/>
            </a:solidFill>
            <a:prstDash val="solid"/>
            <a:round/>
            <a:headEnd len="med" w="med" type="oval"/>
            <a:tailEnd len="med" w="med" type="none"/>
          </a:ln>
        </p:spPr>
      </p:cxnSp>
      <p:sp>
        <p:nvSpPr>
          <p:cNvPr id="3577" name="Google Shape;3577;p67"/>
          <p:cNvSpPr txBox="1"/>
          <p:nvPr/>
        </p:nvSpPr>
        <p:spPr>
          <a:xfrm>
            <a:off x="6741600" y="3095600"/>
            <a:ext cx="1682400" cy="4143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 sz="2500">
                <a:solidFill>
                  <a:srgbClr val="682101"/>
                </a:solidFill>
                <a:latin typeface="Bahiana"/>
                <a:ea typeface="Bahiana"/>
                <a:cs typeface="Bahiana"/>
                <a:sym typeface="Bahiana"/>
              </a:rPr>
              <a:t>7</a:t>
            </a:r>
            <a:r>
              <a:rPr b="1" lang="en" sz="2500">
                <a:solidFill>
                  <a:srgbClr val="682101"/>
                </a:solidFill>
                <a:latin typeface="Bahiana"/>
                <a:ea typeface="Bahiana"/>
                <a:cs typeface="Bahiana"/>
                <a:sym typeface="Bahiana"/>
              </a:rPr>
              <a:t>00 bc</a:t>
            </a:r>
            <a:endParaRPr b="1" sz="2500">
              <a:solidFill>
                <a:srgbClr val="682101"/>
              </a:solidFill>
              <a:latin typeface="Bahiana"/>
              <a:ea typeface="Bahiana"/>
              <a:cs typeface="Bahiana"/>
              <a:sym typeface="Bahiana"/>
            </a:endParaRPr>
          </a:p>
        </p:txBody>
      </p:sp>
      <p:sp>
        <p:nvSpPr>
          <p:cNvPr id="3578" name="Google Shape;3578;p67"/>
          <p:cNvSpPr txBox="1"/>
          <p:nvPr/>
        </p:nvSpPr>
        <p:spPr>
          <a:xfrm>
            <a:off x="6741600" y="3425000"/>
            <a:ext cx="1682400" cy="81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Despite being red, </a:t>
            </a:r>
            <a:r>
              <a:rPr b="1" lang="en">
                <a:solidFill>
                  <a:schemeClr val="lt2"/>
                </a:solidFill>
                <a:latin typeface="Overpass"/>
                <a:ea typeface="Overpass"/>
                <a:cs typeface="Overpass"/>
                <a:sym typeface="Overpass"/>
              </a:rPr>
              <a:t>Mars</a:t>
            </a:r>
            <a:r>
              <a:rPr lang="en">
                <a:solidFill>
                  <a:schemeClr val="dk1"/>
                </a:solidFill>
                <a:latin typeface="Overpass Light"/>
                <a:ea typeface="Overpass Light"/>
                <a:cs typeface="Overpass Light"/>
                <a:sym typeface="Overpass Light"/>
              </a:rPr>
              <a:t> is actually a cold place</a:t>
            </a:r>
            <a:endParaRPr>
              <a:solidFill>
                <a:schemeClr val="dk1"/>
              </a:solidFill>
              <a:latin typeface="Overpass Light"/>
              <a:ea typeface="Overpass Light"/>
              <a:cs typeface="Overpass Light"/>
              <a:sym typeface="Overpass Light"/>
            </a:endParaRPr>
          </a:p>
        </p:txBody>
      </p:sp>
      <p:sp>
        <p:nvSpPr>
          <p:cNvPr id="3579" name="Google Shape;3579;p67"/>
          <p:cNvSpPr/>
          <p:nvPr/>
        </p:nvSpPr>
        <p:spPr>
          <a:xfrm>
            <a:off x="7129025" y="1703150"/>
            <a:ext cx="907500" cy="907500"/>
          </a:xfrm>
          <a:prstGeom prst="ellipse">
            <a:avLst/>
          </a:prstGeom>
          <a:noFill/>
          <a:ln cap="flat" cmpd="sng" w="9525">
            <a:solidFill>
              <a:srgbClr val="A13A02"/>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accent1"/>
                </a:solidFill>
                <a:latin typeface="Bahiana"/>
                <a:ea typeface="Bahiana"/>
                <a:cs typeface="Bahiana"/>
                <a:sym typeface="Bahiana"/>
              </a:rPr>
              <a:t>#4</a:t>
            </a:r>
            <a:endParaRPr b="1" sz="2500">
              <a:solidFill>
                <a:schemeClr val="accent1"/>
              </a:solidFill>
              <a:latin typeface="Bahiana"/>
              <a:ea typeface="Bahiana"/>
              <a:cs typeface="Bahiana"/>
              <a:sym typeface="Bahiana"/>
            </a:endParaRPr>
          </a:p>
        </p:txBody>
      </p:sp>
      <p:cxnSp>
        <p:nvCxnSpPr>
          <p:cNvPr id="3580" name="Google Shape;3580;p67"/>
          <p:cNvCxnSpPr>
            <a:stCxn id="3579" idx="4"/>
            <a:endCxn id="3577" idx="0"/>
          </p:cNvCxnSpPr>
          <p:nvPr/>
        </p:nvCxnSpPr>
        <p:spPr>
          <a:xfrm>
            <a:off x="7582775" y="2610650"/>
            <a:ext cx="0" cy="485100"/>
          </a:xfrm>
          <a:prstGeom prst="straightConnector1">
            <a:avLst/>
          </a:prstGeom>
          <a:noFill/>
          <a:ln cap="flat" cmpd="sng" w="9525">
            <a:solidFill>
              <a:schemeClr val="lt1"/>
            </a:solidFill>
            <a:prstDash val="solid"/>
            <a:round/>
            <a:headEnd len="med" w="med" type="oval"/>
            <a:tailEnd len="med" w="med" type="none"/>
          </a:ln>
        </p:spPr>
      </p:cxnSp>
      <p:cxnSp>
        <p:nvCxnSpPr>
          <p:cNvPr id="3581" name="Google Shape;3581;p67"/>
          <p:cNvCxnSpPr>
            <a:stCxn id="3579" idx="2"/>
            <a:endCxn id="3575" idx="6"/>
          </p:cNvCxnSpPr>
          <p:nvPr/>
        </p:nvCxnSpPr>
        <p:spPr>
          <a:xfrm rot="10800000">
            <a:off x="6029225" y="2156900"/>
            <a:ext cx="1099800" cy="0"/>
          </a:xfrm>
          <a:prstGeom prst="straightConnector1">
            <a:avLst/>
          </a:prstGeom>
          <a:noFill/>
          <a:ln cap="flat" cmpd="sng" w="9525">
            <a:solidFill>
              <a:schemeClr val="lt1"/>
            </a:solidFill>
            <a:prstDash val="solid"/>
            <a:round/>
            <a:headEnd len="med" w="med" type="oval"/>
            <a:tailEnd len="med" w="med" type="none"/>
          </a:ln>
        </p:spPr>
      </p:cxnSp>
      <p:cxnSp>
        <p:nvCxnSpPr>
          <p:cNvPr id="3582" name="Google Shape;3582;p67"/>
          <p:cNvCxnSpPr>
            <a:stCxn id="3575" idx="2"/>
            <a:endCxn id="3571" idx="6"/>
          </p:cNvCxnSpPr>
          <p:nvPr/>
        </p:nvCxnSpPr>
        <p:spPr>
          <a:xfrm rot="10800000">
            <a:off x="4022025" y="2156900"/>
            <a:ext cx="1099800" cy="0"/>
          </a:xfrm>
          <a:prstGeom prst="straightConnector1">
            <a:avLst/>
          </a:prstGeom>
          <a:noFill/>
          <a:ln cap="flat" cmpd="sng" w="9525">
            <a:solidFill>
              <a:schemeClr val="lt1"/>
            </a:solidFill>
            <a:prstDash val="solid"/>
            <a:round/>
            <a:headEnd len="med" w="med" type="oval"/>
            <a:tailEnd len="med" w="med" type="none"/>
          </a:ln>
        </p:spPr>
      </p:cxnSp>
      <p:cxnSp>
        <p:nvCxnSpPr>
          <p:cNvPr id="3583" name="Google Shape;3583;p67"/>
          <p:cNvCxnSpPr>
            <a:stCxn id="3571" idx="2"/>
            <a:endCxn id="3567" idx="6"/>
          </p:cNvCxnSpPr>
          <p:nvPr/>
        </p:nvCxnSpPr>
        <p:spPr>
          <a:xfrm rot="10800000">
            <a:off x="2014825" y="2156900"/>
            <a:ext cx="1099800" cy="0"/>
          </a:xfrm>
          <a:prstGeom prst="straightConnector1">
            <a:avLst/>
          </a:prstGeom>
          <a:noFill/>
          <a:ln cap="flat" cmpd="sng" w="9525">
            <a:solidFill>
              <a:schemeClr val="lt1"/>
            </a:solidFill>
            <a:prstDash val="solid"/>
            <a:round/>
            <a:headEnd len="med" w="med" type="oval"/>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7" name="Shape 3587"/>
        <p:cNvGrpSpPr/>
        <p:nvPr/>
      </p:nvGrpSpPr>
      <p:grpSpPr>
        <a:xfrm>
          <a:off x="0" y="0"/>
          <a:ext cx="0" cy="0"/>
          <a:chOff x="0" y="0"/>
          <a:chExt cx="0" cy="0"/>
        </a:xfrm>
      </p:grpSpPr>
      <p:sp>
        <p:nvSpPr>
          <p:cNvPr id="3588" name="Google Shape;3588;p68"/>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Word</a:t>
            </a:r>
            <a:r>
              <a:rPr lang="en"/>
              <a:t> search puzzle</a:t>
            </a:r>
            <a:endParaRPr/>
          </a:p>
        </p:txBody>
      </p:sp>
      <p:sp>
        <p:nvSpPr>
          <p:cNvPr id="3589" name="Google Shape;3589;p68"/>
          <p:cNvSpPr txBox="1"/>
          <p:nvPr/>
        </p:nvSpPr>
        <p:spPr>
          <a:xfrm>
            <a:off x="720000" y="4215600"/>
            <a:ext cx="1181700" cy="38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trike="sngStrike">
                <a:solidFill>
                  <a:schemeClr val="dk1"/>
                </a:solidFill>
                <a:latin typeface="Overpass Light"/>
                <a:ea typeface="Overpass Light"/>
                <a:cs typeface="Overpass Light"/>
                <a:sym typeface="Overpass Light"/>
              </a:rPr>
              <a:t>Socrates</a:t>
            </a:r>
            <a:endParaRPr strike="sngStrike">
              <a:solidFill>
                <a:schemeClr val="dk1"/>
              </a:solidFill>
              <a:latin typeface="Overpass Light"/>
              <a:ea typeface="Overpass Light"/>
              <a:cs typeface="Overpass Light"/>
              <a:sym typeface="Overpass Light"/>
            </a:endParaRPr>
          </a:p>
        </p:txBody>
      </p:sp>
      <p:sp>
        <p:nvSpPr>
          <p:cNvPr id="3590" name="Google Shape;3590;p68"/>
          <p:cNvSpPr txBox="1"/>
          <p:nvPr/>
        </p:nvSpPr>
        <p:spPr>
          <a:xfrm>
            <a:off x="720000" y="1215650"/>
            <a:ext cx="7704000" cy="408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rgbClr val="F28422"/>
                </a:solidFill>
                <a:latin typeface="Overpass"/>
                <a:ea typeface="Overpass"/>
                <a:cs typeface="Overpass"/>
                <a:sym typeface="Overpass"/>
              </a:rPr>
              <a:t>Instructions:</a:t>
            </a:r>
            <a:r>
              <a:rPr b="1" lang="en">
                <a:solidFill>
                  <a:srgbClr val="682101"/>
                </a:solidFill>
                <a:latin typeface="Overpass Light"/>
                <a:ea typeface="Overpass Light"/>
                <a:cs typeface="Overpass Light"/>
                <a:sym typeface="Overpass Light"/>
              </a:rPr>
              <a:t> </a:t>
            </a:r>
            <a:r>
              <a:rPr lang="en">
                <a:solidFill>
                  <a:srgbClr val="682101"/>
                </a:solidFill>
                <a:latin typeface="Overpass Light"/>
                <a:ea typeface="Overpass Light"/>
                <a:cs typeface="Overpass Light"/>
                <a:sym typeface="Overpass Light"/>
              </a:rPr>
              <a:t>find the words and highlight them</a:t>
            </a:r>
            <a:endParaRPr>
              <a:solidFill>
                <a:srgbClr val="682101"/>
              </a:solidFill>
              <a:latin typeface="Overpass Light"/>
              <a:ea typeface="Overpass Light"/>
              <a:cs typeface="Overpass Light"/>
              <a:sym typeface="Overpass Light"/>
            </a:endParaRPr>
          </a:p>
        </p:txBody>
      </p:sp>
      <p:sp>
        <p:nvSpPr>
          <p:cNvPr id="3591" name="Google Shape;3591;p68"/>
          <p:cNvSpPr txBox="1"/>
          <p:nvPr/>
        </p:nvSpPr>
        <p:spPr>
          <a:xfrm>
            <a:off x="2024460" y="4215600"/>
            <a:ext cx="1181700" cy="38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Plato</a:t>
            </a:r>
            <a:endParaRPr>
              <a:solidFill>
                <a:schemeClr val="dk1"/>
              </a:solidFill>
              <a:latin typeface="Overpass Light"/>
              <a:ea typeface="Overpass Light"/>
              <a:cs typeface="Overpass Light"/>
              <a:sym typeface="Overpass Light"/>
            </a:endParaRPr>
          </a:p>
        </p:txBody>
      </p:sp>
      <p:sp>
        <p:nvSpPr>
          <p:cNvPr id="3592" name="Google Shape;3592;p68"/>
          <p:cNvSpPr txBox="1"/>
          <p:nvPr/>
        </p:nvSpPr>
        <p:spPr>
          <a:xfrm>
            <a:off x="3328920" y="4215600"/>
            <a:ext cx="1181700" cy="38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Aristotle</a:t>
            </a:r>
            <a:endParaRPr>
              <a:solidFill>
                <a:schemeClr val="dk1"/>
              </a:solidFill>
              <a:latin typeface="Overpass Light"/>
              <a:ea typeface="Overpass Light"/>
              <a:cs typeface="Overpass Light"/>
              <a:sym typeface="Overpass Light"/>
            </a:endParaRPr>
          </a:p>
        </p:txBody>
      </p:sp>
      <p:sp>
        <p:nvSpPr>
          <p:cNvPr id="3593" name="Google Shape;3593;p68"/>
          <p:cNvSpPr txBox="1"/>
          <p:nvPr/>
        </p:nvSpPr>
        <p:spPr>
          <a:xfrm>
            <a:off x="4633380" y="4215600"/>
            <a:ext cx="1181700" cy="38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Philosophy</a:t>
            </a:r>
            <a:endParaRPr>
              <a:solidFill>
                <a:schemeClr val="dk1"/>
              </a:solidFill>
              <a:latin typeface="Overpass Light"/>
              <a:ea typeface="Overpass Light"/>
              <a:cs typeface="Overpass Light"/>
              <a:sym typeface="Overpass Light"/>
            </a:endParaRPr>
          </a:p>
        </p:txBody>
      </p:sp>
      <p:sp>
        <p:nvSpPr>
          <p:cNvPr id="3594" name="Google Shape;3594;p68"/>
          <p:cNvSpPr txBox="1"/>
          <p:nvPr/>
        </p:nvSpPr>
        <p:spPr>
          <a:xfrm>
            <a:off x="5937840" y="4215600"/>
            <a:ext cx="1181700" cy="38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Greek</a:t>
            </a:r>
            <a:endParaRPr>
              <a:solidFill>
                <a:schemeClr val="dk1"/>
              </a:solidFill>
              <a:latin typeface="Overpass Light"/>
              <a:ea typeface="Overpass Light"/>
              <a:cs typeface="Overpass Light"/>
              <a:sym typeface="Overpass Light"/>
            </a:endParaRPr>
          </a:p>
        </p:txBody>
      </p:sp>
      <p:sp>
        <p:nvSpPr>
          <p:cNvPr id="3595" name="Google Shape;3595;p68"/>
          <p:cNvSpPr txBox="1"/>
          <p:nvPr/>
        </p:nvSpPr>
        <p:spPr>
          <a:xfrm>
            <a:off x="7242300" y="4215600"/>
            <a:ext cx="1181700" cy="38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verpass Light"/>
                <a:ea typeface="Overpass Light"/>
                <a:cs typeface="Overpass Light"/>
                <a:sym typeface="Overpass Light"/>
              </a:rPr>
              <a:t>Ancient</a:t>
            </a:r>
            <a:endParaRPr>
              <a:solidFill>
                <a:schemeClr val="dk1"/>
              </a:solidFill>
              <a:latin typeface="Overpass Light"/>
              <a:ea typeface="Overpass Light"/>
              <a:cs typeface="Overpass Light"/>
              <a:sym typeface="Overpass Light"/>
            </a:endParaRPr>
          </a:p>
        </p:txBody>
      </p:sp>
      <p:graphicFrame>
        <p:nvGraphicFramePr>
          <p:cNvPr id="3596" name="Google Shape;3596;p68"/>
          <p:cNvGraphicFramePr/>
          <p:nvPr/>
        </p:nvGraphicFramePr>
        <p:xfrm>
          <a:off x="720000" y="1634710"/>
          <a:ext cx="3000000" cy="3000000"/>
        </p:xfrm>
        <a:graphic>
          <a:graphicData uri="http://schemas.openxmlformats.org/drawingml/2006/table">
            <a:tbl>
              <a:tblPr>
                <a:noFill/>
                <a:tableStyleId>{96524877-6F27-48A3-B51B-2195CD4B78AA}</a:tableStyleId>
              </a:tblPr>
              <a:tblGrid>
                <a:gridCol w="481500"/>
                <a:gridCol w="481500"/>
                <a:gridCol w="481500"/>
                <a:gridCol w="481500"/>
                <a:gridCol w="481500"/>
                <a:gridCol w="481500"/>
                <a:gridCol w="481500"/>
                <a:gridCol w="481500"/>
                <a:gridCol w="481500"/>
                <a:gridCol w="481500"/>
                <a:gridCol w="481500"/>
                <a:gridCol w="481500"/>
                <a:gridCol w="481500"/>
                <a:gridCol w="481500"/>
                <a:gridCol w="481500"/>
                <a:gridCol w="481500"/>
              </a:tblGrid>
              <a:tr h="396200">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g</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a</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k</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h</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s</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u</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g</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c</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g</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e</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p</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o</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f</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r</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q</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y</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alpha val="0"/>
                        </a:schemeClr>
                      </a:solidFill>
                      <a:prstDash val="dot"/>
                      <a:round/>
                      <a:headEnd len="sm" w="sm" type="none"/>
                      <a:tailEnd len="sm" w="sm" type="none"/>
                    </a:lnT>
                    <a:lnB cap="flat" cmpd="sng" w="9525">
                      <a:solidFill>
                        <a:schemeClr val="lt1"/>
                      </a:solidFill>
                      <a:prstDash val="dot"/>
                      <a:round/>
                      <a:headEnd len="sm" w="sm" type="none"/>
                      <a:tailEnd len="sm" w="sm" type="none"/>
                    </a:lnB>
                  </a:tcPr>
                </a:tc>
              </a:tr>
              <a:tr h="396200">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r</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t</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a</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n</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c</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i</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e</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n</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t</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r</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q</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t</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x</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o</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z</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p</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96200">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e</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i</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x</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w</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j</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v</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f</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s</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o</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c</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r</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a</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t</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e</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s</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n</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96200">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e</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l</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t</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o</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t</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s</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i</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r</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a</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h</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w</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l</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n</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a</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o</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b</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96200">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k</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y</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b</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d</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p</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h</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i</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l</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o</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s</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o</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p</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h</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y</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u</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l</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solidFill>
                      <a:prstDash val="dot"/>
                      <a:round/>
                      <a:headEnd len="sm" w="sm" type="none"/>
                      <a:tailEnd len="sm" w="sm" type="none"/>
                    </a:lnB>
                  </a:tcPr>
                </a:tc>
              </a:tr>
              <a:tr h="396200">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z</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alpha val="0"/>
                        </a:schemeClr>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a</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m</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l</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c</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b</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e</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d</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j</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i</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s</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v</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m</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k</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t</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Bahiana"/>
                          <a:ea typeface="Bahiana"/>
                          <a:cs typeface="Bahiana"/>
                          <a:sym typeface="Bahiana"/>
                        </a:rPr>
                        <a:t>c</a:t>
                      </a:r>
                      <a:endParaRPr b="1" sz="1600">
                        <a:solidFill>
                          <a:schemeClr val="dk1"/>
                        </a:solidFill>
                        <a:latin typeface="Bahiana"/>
                        <a:ea typeface="Bahiana"/>
                        <a:cs typeface="Bahiana"/>
                        <a:sym typeface="Bahiana"/>
                      </a:endParaRPr>
                    </a:p>
                  </a:txBody>
                  <a:tcPr marT="91425" marB="91425" marR="91425" marL="91425" anchor="ctr">
                    <a:lnL cap="flat" cmpd="sng" w="9525">
                      <a:solidFill>
                        <a:schemeClr val="lt1"/>
                      </a:solidFill>
                      <a:prstDash val="dot"/>
                      <a:round/>
                      <a:headEnd len="sm" w="sm" type="none"/>
                      <a:tailEnd len="sm" w="sm" type="none"/>
                    </a:lnL>
                    <a:lnR cap="flat" cmpd="sng" w="9525">
                      <a:solidFill>
                        <a:schemeClr val="lt1">
                          <a:alpha val="0"/>
                        </a:schemeClr>
                      </a:solidFill>
                      <a:prstDash val="dot"/>
                      <a:round/>
                      <a:headEnd len="sm" w="sm" type="none"/>
                      <a:tailEnd len="sm" w="sm" type="none"/>
                    </a:lnR>
                    <a:lnT cap="flat" cmpd="sng" w="9525">
                      <a:solidFill>
                        <a:schemeClr val="lt1"/>
                      </a:solidFill>
                      <a:prstDash val="dot"/>
                      <a:round/>
                      <a:headEnd len="sm" w="sm" type="none"/>
                      <a:tailEnd len="sm" w="sm" type="none"/>
                    </a:lnT>
                    <a:lnB cap="flat" cmpd="sng" w="9525">
                      <a:solidFill>
                        <a:schemeClr val="lt1">
                          <a:alpha val="0"/>
                        </a:schemeClr>
                      </a:solidFill>
                      <a:prstDash val="dot"/>
                      <a:round/>
                      <a:headEnd len="sm" w="sm" type="none"/>
                      <a:tailEnd len="sm" w="sm" type="none"/>
                    </a:lnB>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0" name="Shape 3600"/>
        <p:cNvGrpSpPr/>
        <p:nvPr/>
      </p:nvGrpSpPr>
      <p:grpSpPr>
        <a:xfrm>
          <a:off x="0" y="0"/>
          <a:ext cx="0" cy="0"/>
          <a:chOff x="0" y="0"/>
          <a:chExt cx="0" cy="0"/>
        </a:xfrm>
      </p:grpSpPr>
      <p:sp>
        <p:nvSpPr>
          <p:cNvPr id="3601" name="Google Shape;3601;p69"/>
          <p:cNvSpPr txBox="1"/>
          <p:nvPr>
            <p:ph type="ctrTitle"/>
          </p:nvPr>
        </p:nvSpPr>
        <p:spPr>
          <a:xfrm>
            <a:off x="2003425" y="540000"/>
            <a:ext cx="5137200" cy="181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602" name="Google Shape;3602;p69"/>
          <p:cNvSpPr txBox="1"/>
          <p:nvPr>
            <p:ph idx="1" type="subTitle"/>
          </p:nvPr>
        </p:nvSpPr>
        <p:spPr>
          <a:xfrm>
            <a:off x="2963700" y="2358232"/>
            <a:ext cx="3216600" cy="12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Does anyone have any questions?</a:t>
            </a:r>
            <a:endParaRPr b="1"/>
          </a:p>
          <a:p>
            <a:pPr indent="0" lvl="0" marL="0" rtl="0" algn="ctr">
              <a:spcBef>
                <a:spcPts val="0"/>
              </a:spcBef>
              <a:spcAft>
                <a:spcPts val="0"/>
              </a:spcAft>
              <a:buNone/>
            </a:pPr>
            <a:r>
              <a:t/>
            </a:r>
            <a:endParaRPr/>
          </a:p>
          <a:p>
            <a:pPr indent="0" lvl="0" marL="0" rtl="0" algn="ctr">
              <a:spcBef>
                <a:spcPts val="0"/>
              </a:spcBef>
              <a:spcAft>
                <a:spcPts val="0"/>
              </a:spcAft>
              <a:buNone/>
            </a:pPr>
            <a:r>
              <a:rPr lang="en"/>
              <a:t>addyouremail@freepik.com</a:t>
            </a:r>
            <a:endParaRPr/>
          </a:p>
          <a:p>
            <a:pPr indent="0" lvl="0" marL="0" rtl="0" algn="ctr">
              <a:spcBef>
                <a:spcPts val="0"/>
              </a:spcBef>
              <a:spcAft>
                <a:spcPts val="0"/>
              </a:spcAft>
              <a:buNone/>
            </a:pPr>
            <a:r>
              <a:rPr lang="en"/>
              <a:t>+91 620 421 838</a:t>
            </a:r>
            <a:endParaRPr/>
          </a:p>
          <a:p>
            <a:pPr indent="0" lvl="0" marL="0" rtl="0" algn="ctr">
              <a:spcBef>
                <a:spcPts val="0"/>
              </a:spcBef>
              <a:spcAft>
                <a:spcPts val="0"/>
              </a:spcAft>
              <a:buNone/>
            </a:pPr>
            <a:r>
              <a:rPr lang="en"/>
              <a:t>yourcompany.com</a:t>
            </a:r>
            <a:endParaRPr/>
          </a:p>
        </p:txBody>
      </p:sp>
      <p:sp>
        <p:nvSpPr>
          <p:cNvPr id="3603" name="Google Shape;3603;p69"/>
          <p:cNvSpPr txBox="1"/>
          <p:nvPr>
            <p:ph idx="2" type="subTitle"/>
          </p:nvPr>
        </p:nvSpPr>
        <p:spPr>
          <a:xfrm rot="-1283">
            <a:off x="2963700" y="4184197"/>
            <a:ext cx="3216600" cy="41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Please keep this slide for attribution</a:t>
            </a:r>
            <a:endParaRPr/>
          </a:p>
        </p:txBody>
      </p:sp>
      <p:sp>
        <p:nvSpPr>
          <p:cNvPr id="3604" name="Google Shape;3604;p69"/>
          <p:cNvSpPr/>
          <p:nvPr/>
        </p:nvSpPr>
        <p:spPr>
          <a:xfrm>
            <a:off x="7452291" y="5400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9"/>
          <p:cNvSpPr/>
          <p:nvPr/>
        </p:nvSpPr>
        <p:spPr>
          <a:xfrm>
            <a:off x="7452291" y="20859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9"/>
          <p:cNvSpPr/>
          <p:nvPr/>
        </p:nvSpPr>
        <p:spPr>
          <a:xfrm>
            <a:off x="7452291" y="36318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9"/>
          <p:cNvSpPr/>
          <p:nvPr/>
        </p:nvSpPr>
        <p:spPr>
          <a:xfrm>
            <a:off x="720041" y="5400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9"/>
          <p:cNvSpPr/>
          <p:nvPr/>
        </p:nvSpPr>
        <p:spPr>
          <a:xfrm>
            <a:off x="720041" y="20859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9"/>
          <p:cNvSpPr/>
          <p:nvPr/>
        </p:nvSpPr>
        <p:spPr>
          <a:xfrm>
            <a:off x="720041" y="3631801"/>
            <a:ext cx="971700" cy="971700"/>
          </a:xfrm>
          <a:prstGeom prst="ellipse">
            <a:avLst/>
          </a:prstGeom>
          <a:noFill/>
          <a:ln cap="flat" cmpd="sng" w="9525">
            <a:solidFill>
              <a:schemeClr val="lt1"/>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0" name="Google Shape;3610;p69"/>
          <p:cNvGrpSpPr/>
          <p:nvPr/>
        </p:nvGrpSpPr>
        <p:grpSpPr>
          <a:xfrm>
            <a:off x="7756449" y="3939357"/>
            <a:ext cx="362947" cy="356576"/>
            <a:chOff x="5108852" y="3817357"/>
            <a:chExt cx="362947" cy="356576"/>
          </a:xfrm>
        </p:grpSpPr>
        <p:sp>
          <p:nvSpPr>
            <p:cNvPr id="3611" name="Google Shape;3611;p6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69"/>
          <p:cNvGrpSpPr/>
          <p:nvPr/>
        </p:nvGrpSpPr>
        <p:grpSpPr>
          <a:xfrm>
            <a:off x="7756641" y="2393470"/>
            <a:ext cx="362947" cy="356576"/>
            <a:chOff x="4660419" y="3817357"/>
            <a:chExt cx="362947" cy="356576"/>
          </a:xfrm>
        </p:grpSpPr>
        <p:grpSp>
          <p:nvGrpSpPr>
            <p:cNvPr id="3616" name="Google Shape;3616;p69"/>
            <p:cNvGrpSpPr/>
            <p:nvPr/>
          </p:nvGrpSpPr>
          <p:grpSpPr>
            <a:xfrm>
              <a:off x="4660419" y="3817357"/>
              <a:ext cx="362947" cy="356576"/>
              <a:chOff x="4660419" y="3817357"/>
              <a:chExt cx="362947" cy="356576"/>
            </a:xfrm>
          </p:grpSpPr>
          <p:sp>
            <p:nvSpPr>
              <p:cNvPr id="3617" name="Google Shape;3617;p6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69"/>
            <p:cNvGrpSpPr/>
            <p:nvPr/>
          </p:nvGrpSpPr>
          <p:grpSpPr>
            <a:xfrm>
              <a:off x="4694459" y="3856408"/>
              <a:ext cx="282308" cy="265356"/>
              <a:chOff x="4690600" y="3853050"/>
              <a:chExt cx="289488" cy="272132"/>
            </a:xfrm>
          </p:grpSpPr>
          <p:sp>
            <p:nvSpPr>
              <p:cNvPr id="3620" name="Google Shape;3620;p69"/>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9"/>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2" name="Google Shape;3622;p69"/>
          <p:cNvGrpSpPr/>
          <p:nvPr/>
        </p:nvGrpSpPr>
        <p:grpSpPr>
          <a:xfrm>
            <a:off x="1024231" y="3939232"/>
            <a:ext cx="363314" cy="356576"/>
            <a:chOff x="3763184" y="3817357"/>
            <a:chExt cx="363314" cy="356576"/>
          </a:xfrm>
        </p:grpSpPr>
        <p:sp>
          <p:nvSpPr>
            <p:cNvPr id="3623" name="Google Shape;3623;p6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69"/>
          <p:cNvGrpSpPr/>
          <p:nvPr/>
        </p:nvGrpSpPr>
        <p:grpSpPr>
          <a:xfrm>
            <a:off x="7756707" y="847570"/>
            <a:ext cx="362947" cy="356576"/>
            <a:chOff x="4211985" y="3817357"/>
            <a:chExt cx="362947" cy="356576"/>
          </a:xfrm>
        </p:grpSpPr>
        <p:sp>
          <p:nvSpPr>
            <p:cNvPr id="3629" name="Google Shape;3629;p6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69"/>
          <p:cNvGrpSpPr/>
          <p:nvPr/>
        </p:nvGrpSpPr>
        <p:grpSpPr>
          <a:xfrm>
            <a:off x="1024435" y="2393320"/>
            <a:ext cx="362920" cy="356865"/>
            <a:chOff x="3314750" y="3817357"/>
            <a:chExt cx="362920" cy="356865"/>
          </a:xfrm>
        </p:grpSpPr>
        <p:grpSp>
          <p:nvGrpSpPr>
            <p:cNvPr id="3633" name="Google Shape;3633;p69"/>
            <p:cNvGrpSpPr/>
            <p:nvPr/>
          </p:nvGrpSpPr>
          <p:grpSpPr>
            <a:xfrm>
              <a:off x="3314750" y="3817357"/>
              <a:ext cx="362920" cy="356865"/>
              <a:chOff x="3314750" y="3817357"/>
              <a:chExt cx="362920" cy="356865"/>
            </a:xfrm>
          </p:grpSpPr>
          <p:sp>
            <p:nvSpPr>
              <p:cNvPr id="3634" name="Google Shape;3634;p6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6" name="Google Shape;3636;p69"/>
            <p:cNvGrpSpPr/>
            <p:nvPr/>
          </p:nvGrpSpPr>
          <p:grpSpPr>
            <a:xfrm>
              <a:off x="3394986" y="3894612"/>
              <a:ext cx="202339" cy="202323"/>
              <a:chOff x="935197" y="1793977"/>
              <a:chExt cx="256451" cy="256430"/>
            </a:xfrm>
          </p:grpSpPr>
          <p:sp>
            <p:nvSpPr>
              <p:cNvPr id="3637" name="Google Shape;3637;p6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9" name="Google Shape;3639;p69"/>
          <p:cNvGrpSpPr/>
          <p:nvPr/>
        </p:nvGrpSpPr>
        <p:grpSpPr>
          <a:xfrm>
            <a:off x="1024438" y="847420"/>
            <a:ext cx="362920" cy="356865"/>
            <a:chOff x="2866317" y="3817357"/>
            <a:chExt cx="362920" cy="356865"/>
          </a:xfrm>
        </p:grpSpPr>
        <p:sp>
          <p:nvSpPr>
            <p:cNvPr id="3640" name="Google Shape;3640;p6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6" name="Shape 3646"/>
        <p:cNvGrpSpPr/>
        <p:nvPr/>
      </p:nvGrpSpPr>
      <p:grpSpPr>
        <a:xfrm>
          <a:off x="0" y="0"/>
          <a:ext cx="0" cy="0"/>
          <a:chOff x="0" y="0"/>
          <a:chExt cx="0" cy="0"/>
        </a:xfrm>
      </p:grpSpPr>
      <p:sp>
        <p:nvSpPr>
          <p:cNvPr id="3647" name="Google Shape;3647;p70"/>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Ancient</a:t>
            </a:r>
            <a:r>
              <a:rPr lang="en"/>
              <a:t> Greece i</a:t>
            </a:r>
            <a:r>
              <a:rPr lang="en"/>
              <a:t>con pack</a:t>
            </a:r>
            <a:endParaRPr/>
          </a:p>
        </p:txBody>
      </p:sp>
      <p:grpSp>
        <p:nvGrpSpPr>
          <p:cNvPr id="3648" name="Google Shape;3648;p70"/>
          <p:cNvGrpSpPr/>
          <p:nvPr/>
        </p:nvGrpSpPr>
        <p:grpSpPr>
          <a:xfrm>
            <a:off x="7495391" y="3967518"/>
            <a:ext cx="387639" cy="376371"/>
            <a:chOff x="7495391" y="3967518"/>
            <a:chExt cx="387639" cy="376371"/>
          </a:xfrm>
        </p:grpSpPr>
        <p:sp>
          <p:nvSpPr>
            <p:cNvPr id="3649" name="Google Shape;3649;p70"/>
            <p:cNvSpPr/>
            <p:nvPr/>
          </p:nvSpPr>
          <p:spPr>
            <a:xfrm>
              <a:off x="7495391" y="4017043"/>
              <a:ext cx="196299" cy="190731"/>
            </a:xfrm>
            <a:custGeom>
              <a:rect b="b" l="l" r="r" t="t"/>
              <a:pathLst>
                <a:path extrusionOk="0" h="7194" w="7404">
                  <a:moveTo>
                    <a:pt x="2354" y="1145"/>
                  </a:moveTo>
                  <a:cubicBezTo>
                    <a:pt x="2610" y="1145"/>
                    <a:pt x="2866" y="1242"/>
                    <a:pt x="3061" y="1438"/>
                  </a:cubicBezTo>
                  <a:lnTo>
                    <a:pt x="5787" y="4163"/>
                  </a:lnTo>
                  <a:lnTo>
                    <a:pt x="4374" y="5578"/>
                  </a:lnTo>
                  <a:lnTo>
                    <a:pt x="1648" y="2853"/>
                  </a:lnTo>
                  <a:cubicBezTo>
                    <a:pt x="1258" y="2462"/>
                    <a:pt x="1258" y="1826"/>
                    <a:pt x="1648" y="1438"/>
                  </a:cubicBezTo>
                  <a:cubicBezTo>
                    <a:pt x="1843" y="1242"/>
                    <a:pt x="2099" y="1145"/>
                    <a:pt x="2354" y="1145"/>
                  </a:cubicBezTo>
                  <a:close/>
                  <a:moveTo>
                    <a:pt x="2353" y="1"/>
                  </a:moveTo>
                  <a:cubicBezTo>
                    <a:pt x="1804" y="1"/>
                    <a:pt x="1257" y="210"/>
                    <a:pt x="839" y="628"/>
                  </a:cubicBezTo>
                  <a:cubicBezTo>
                    <a:pt x="0" y="1466"/>
                    <a:pt x="0" y="2822"/>
                    <a:pt x="839" y="3660"/>
                  </a:cubicBezTo>
                  <a:lnTo>
                    <a:pt x="4374" y="7193"/>
                  </a:lnTo>
                  <a:lnTo>
                    <a:pt x="7404" y="4163"/>
                  </a:lnTo>
                  <a:lnTo>
                    <a:pt x="3868" y="628"/>
                  </a:lnTo>
                  <a:cubicBezTo>
                    <a:pt x="3449" y="210"/>
                    <a:pt x="2901" y="1"/>
                    <a:pt x="23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0"/>
            <p:cNvSpPr/>
            <p:nvPr/>
          </p:nvSpPr>
          <p:spPr>
            <a:xfrm>
              <a:off x="7686732" y="4017043"/>
              <a:ext cx="196299" cy="190731"/>
            </a:xfrm>
            <a:custGeom>
              <a:rect b="b" l="l" r="r" t="t"/>
              <a:pathLst>
                <a:path extrusionOk="0" h="7194" w="7404">
                  <a:moveTo>
                    <a:pt x="5049" y="1145"/>
                  </a:moveTo>
                  <a:cubicBezTo>
                    <a:pt x="5305" y="1145"/>
                    <a:pt x="5561" y="1242"/>
                    <a:pt x="5756" y="1438"/>
                  </a:cubicBezTo>
                  <a:cubicBezTo>
                    <a:pt x="6146" y="1830"/>
                    <a:pt x="6146" y="2462"/>
                    <a:pt x="5756" y="2853"/>
                  </a:cubicBezTo>
                  <a:lnTo>
                    <a:pt x="3030" y="5578"/>
                  </a:lnTo>
                  <a:lnTo>
                    <a:pt x="1617" y="4163"/>
                  </a:lnTo>
                  <a:lnTo>
                    <a:pt x="4343" y="1438"/>
                  </a:lnTo>
                  <a:cubicBezTo>
                    <a:pt x="4538" y="1242"/>
                    <a:pt x="4794" y="1145"/>
                    <a:pt x="5049" y="1145"/>
                  </a:cubicBezTo>
                  <a:close/>
                  <a:moveTo>
                    <a:pt x="5050" y="1"/>
                  </a:moveTo>
                  <a:cubicBezTo>
                    <a:pt x="4502" y="1"/>
                    <a:pt x="3954" y="210"/>
                    <a:pt x="3536" y="628"/>
                  </a:cubicBezTo>
                  <a:lnTo>
                    <a:pt x="0" y="4163"/>
                  </a:lnTo>
                  <a:lnTo>
                    <a:pt x="3030" y="7193"/>
                  </a:lnTo>
                  <a:lnTo>
                    <a:pt x="6565" y="3660"/>
                  </a:lnTo>
                  <a:cubicBezTo>
                    <a:pt x="7404" y="2822"/>
                    <a:pt x="7404" y="1466"/>
                    <a:pt x="6565" y="628"/>
                  </a:cubicBezTo>
                  <a:cubicBezTo>
                    <a:pt x="6146" y="210"/>
                    <a:pt x="5598" y="1"/>
                    <a:pt x="50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0"/>
            <p:cNvSpPr/>
            <p:nvPr/>
          </p:nvSpPr>
          <p:spPr>
            <a:xfrm>
              <a:off x="7596404" y="3996814"/>
              <a:ext cx="244286" cy="256694"/>
            </a:xfrm>
            <a:custGeom>
              <a:rect b="b" l="l" r="r" t="t"/>
              <a:pathLst>
                <a:path extrusionOk="0" h="9682" w="9214">
                  <a:moveTo>
                    <a:pt x="3243" y="0"/>
                  </a:moveTo>
                  <a:cubicBezTo>
                    <a:pt x="1688" y="759"/>
                    <a:pt x="1" y="3278"/>
                    <a:pt x="1" y="5042"/>
                  </a:cubicBezTo>
                  <a:cubicBezTo>
                    <a:pt x="1" y="6888"/>
                    <a:pt x="1672" y="8586"/>
                    <a:pt x="2279" y="8586"/>
                  </a:cubicBezTo>
                  <a:cubicBezTo>
                    <a:pt x="2410" y="8586"/>
                    <a:pt x="2491" y="8507"/>
                    <a:pt x="2496" y="8333"/>
                  </a:cubicBezTo>
                  <a:cubicBezTo>
                    <a:pt x="2496" y="8333"/>
                    <a:pt x="4505" y="9682"/>
                    <a:pt x="4822" y="9682"/>
                  </a:cubicBezTo>
                  <a:lnTo>
                    <a:pt x="8522" y="8480"/>
                  </a:lnTo>
                  <a:cubicBezTo>
                    <a:pt x="8943" y="7745"/>
                    <a:pt x="9214" y="6947"/>
                    <a:pt x="9214" y="6113"/>
                  </a:cubicBezTo>
                  <a:cubicBezTo>
                    <a:pt x="9214" y="4392"/>
                    <a:pt x="8063" y="3128"/>
                    <a:pt x="6798" y="2254"/>
                  </a:cubicBezTo>
                  <a:cubicBezTo>
                    <a:pt x="6532" y="2068"/>
                    <a:pt x="6393" y="1748"/>
                    <a:pt x="6441" y="1427"/>
                  </a:cubicBezTo>
                  <a:cubicBezTo>
                    <a:pt x="6523" y="843"/>
                    <a:pt x="6645" y="0"/>
                    <a:pt x="6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0"/>
            <p:cNvSpPr/>
            <p:nvPr/>
          </p:nvSpPr>
          <p:spPr>
            <a:xfrm>
              <a:off x="7537838" y="3996920"/>
              <a:ext cx="144573" cy="249483"/>
            </a:xfrm>
            <a:custGeom>
              <a:rect b="b" l="l" r="r" t="t"/>
              <a:pathLst>
                <a:path extrusionOk="0" h="9410" w="5453">
                  <a:moveTo>
                    <a:pt x="2569" y="1"/>
                  </a:moveTo>
                  <a:cubicBezTo>
                    <a:pt x="2569" y="1"/>
                    <a:pt x="2691" y="846"/>
                    <a:pt x="2775" y="1429"/>
                  </a:cubicBezTo>
                  <a:cubicBezTo>
                    <a:pt x="2822" y="1751"/>
                    <a:pt x="2684" y="2072"/>
                    <a:pt x="2418" y="2256"/>
                  </a:cubicBezTo>
                  <a:cubicBezTo>
                    <a:pt x="1147" y="3126"/>
                    <a:pt x="0" y="4390"/>
                    <a:pt x="0" y="6111"/>
                  </a:cubicBezTo>
                  <a:cubicBezTo>
                    <a:pt x="0" y="6945"/>
                    <a:pt x="269" y="7741"/>
                    <a:pt x="690" y="8480"/>
                  </a:cubicBezTo>
                  <a:cubicBezTo>
                    <a:pt x="690" y="8480"/>
                    <a:pt x="1824" y="9409"/>
                    <a:pt x="2995" y="9409"/>
                  </a:cubicBezTo>
                  <a:cubicBezTo>
                    <a:pt x="2995" y="9409"/>
                    <a:pt x="4614" y="9372"/>
                    <a:pt x="4705" y="8331"/>
                  </a:cubicBezTo>
                  <a:cubicBezTo>
                    <a:pt x="4093" y="7249"/>
                    <a:pt x="3744" y="6018"/>
                    <a:pt x="3744" y="4714"/>
                  </a:cubicBezTo>
                  <a:cubicBezTo>
                    <a:pt x="3744" y="2951"/>
                    <a:pt x="4376" y="1320"/>
                    <a:pt x="54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0"/>
            <p:cNvSpPr/>
            <p:nvPr/>
          </p:nvSpPr>
          <p:spPr>
            <a:xfrm>
              <a:off x="7556079" y="4168641"/>
              <a:ext cx="217111" cy="175248"/>
            </a:xfrm>
            <a:custGeom>
              <a:rect b="b" l="l" r="r" t="t"/>
              <a:pathLst>
                <a:path extrusionOk="0" h="6610" w="8189">
                  <a:moveTo>
                    <a:pt x="1510" y="0"/>
                  </a:moveTo>
                  <a:cubicBezTo>
                    <a:pt x="1193" y="0"/>
                    <a:pt x="938" y="255"/>
                    <a:pt x="938" y="572"/>
                  </a:cubicBezTo>
                  <a:lnTo>
                    <a:pt x="938" y="1428"/>
                  </a:lnTo>
                  <a:cubicBezTo>
                    <a:pt x="938" y="1743"/>
                    <a:pt x="683" y="1999"/>
                    <a:pt x="368" y="1999"/>
                  </a:cubicBezTo>
                  <a:lnTo>
                    <a:pt x="0" y="1999"/>
                  </a:lnTo>
                  <a:cubicBezTo>
                    <a:pt x="350" y="2615"/>
                    <a:pt x="812" y="3185"/>
                    <a:pt x="1311" y="3704"/>
                  </a:cubicBezTo>
                  <a:cubicBezTo>
                    <a:pt x="1311" y="3704"/>
                    <a:pt x="1433" y="3684"/>
                    <a:pt x="1535" y="3684"/>
                  </a:cubicBezTo>
                  <a:cubicBezTo>
                    <a:pt x="1593" y="3684"/>
                    <a:pt x="1646" y="3691"/>
                    <a:pt x="1666" y="3711"/>
                  </a:cubicBezTo>
                  <a:cubicBezTo>
                    <a:pt x="1712" y="3757"/>
                    <a:pt x="1624" y="4017"/>
                    <a:pt x="1624" y="4017"/>
                  </a:cubicBezTo>
                  <a:cubicBezTo>
                    <a:pt x="1879" y="4265"/>
                    <a:pt x="2143" y="4498"/>
                    <a:pt x="2400" y="4713"/>
                  </a:cubicBezTo>
                  <a:cubicBezTo>
                    <a:pt x="2413" y="4724"/>
                    <a:pt x="2429" y="4738"/>
                    <a:pt x="2438" y="4753"/>
                  </a:cubicBezTo>
                  <a:cubicBezTo>
                    <a:pt x="2573" y="4800"/>
                    <a:pt x="2653" y="4855"/>
                    <a:pt x="2677" y="4922"/>
                  </a:cubicBezTo>
                  <a:cubicBezTo>
                    <a:pt x="2615" y="5033"/>
                    <a:pt x="2502" y="5132"/>
                    <a:pt x="2355" y="5228"/>
                  </a:cubicBezTo>
                  <a:cubicBezTo>
                    <a:pt x="2222" y="5412"/>
                    <a:pt x="2114" y="5609"/>
                    <a:pt x="2023" y="5809"/>
                  </a:cubicBezTo>
                  <a:cubicBezTo>
                    <a:pt x="1854" y="6184"/>
                    <a:pt x="2134" y="6610"/>
                    <a:pt x="2546" y="6610"/>
                  </a:cubicBezTo>
                  <a:lnTo>
                    <a:pt x="7499" y="6610"/>
                  </a:lnTo>
                  <a:cubicBezTo>
                    <a:pt x="7909" y="6610"/>
                    <a:pt x="8189" y="6184"/>
                    <a:pt x="8020" y="5807"/>
                  </a:cubicBezTo>
                  <a:cubicBezTo>
                    <a:pt x="7936" y="5620"/>
                    <a:pt x="7807" y="5399"/>
                    <a:pt x="7687" y="5223"/>
                  </a:cubicBezTo>
                  <a:cubicBezTo>
                    <a:pt x="6104" y="4456"/>
                    <a:pt x="4835" y="3303"/>
                    <a:pt x="4017" y="1852"/>
                  </a:cubicBezTo>
                  <a:cubicBezTo>
                    <a:pt x="3915" y="1943"/>
                    <a:pt x="3782" y="1999"/>
                    <a:pt x="3633" y="1999"/>
                  </a:cubicBezTo>
                  <a:lnTo>
                    <a:pt x="3143" y="1999"/>
                  </a:lnTo>
                  <a:cubicBezTo>
                    <a:pt x="2828" y="1999"/>
                    <a:pt x="2573" y="1743"/>
                    <a:pt x="2573" y="1428"/>
                  </a:cubicBezTo>
                  <a:lnTo>
                    <a:pt x="2573" y="572"/>
                  </a:lnTo>
                  <a:cubicBezTo>
                    <a:pt x="2573" y="255"/>
                    <a:pt x="2318" y="0"/>
                    <a:pt x="2001" y="0"/>
                  </a:cubicBezTo>
                  <a:close/>
                </a:path>
              </a:pathLst>
            </a:custGeom>
            <a:solidFill>
              <a:srgbClr val="DF8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0"/>
            <p:cNvSpPr/>
            <p:nvPr/>
          </p:nvSpPr>
          <p:spPr>
            <a:xfrm>
              <a:off x="7576944" y="3967518"/>
              <a:ext cx="222891" cy="37913"/>
            </a:xfrm>
            <a:custGeom>
              <a:rect b="b" l="l" r="r" t="t"/>
              <a:pathLst>
                <a:path extrusionOk="0" h="1430" w="8407">
                  <a:moveTo>
                    <a:pt x="340" y="1"/>
                  </a:moveTo>
                  <a:cubicBezTo>
                    <a:pt x="138" y="1"/>
                    <a:pt x="0" y="207"/>
                    <a:pt x="74" y="393"/>
                  </a:cubicBezTo>
                  <a:lnTo>
                    <a:pt x="273" y="892"/>
                  </a:lnTo>
                  <a:cubicBezTo>
                    <a:pt x="404" y="1216"/>
                    <a:pt x="721" y="1429"/>
                    <a:pt x="1069" y="1429"/>
                  </a:cubicBezTo>
                  <a:lnTo>
                    <a:pt x="7335" y="1429"/>
                  </a:lnTo>
                  <a:cubicBezTo>
                    <a:pt x="7688" y="1429"/>
                    <a:pt x="8000" y="1216"/>
                    <a:pt x="8131" y="892"/>
                  </a:cubicBezTo>
                  <a:lnTo>
                    <a:pt x="8331" y="393"/>
                  </a:lnTo>
                  <a:cubicBezTo>
                    <a:pt x="8406" y="205"/>
                    <a:pt x="8267" y="1"/>
                    <a:pt x="8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0"/>
            <p:cNvSpPr/>
            <p:nvPr/>
          </p:nvSpPr>
          <p:spPr>
            <a:xfrm>
              <a:off x="7661148" y="4168695"/>
              <a:ext cx="161143" cy="143963"/>
            </a:xfrm>
            <a:custGeom>
              <a:rect b="b" l="l" r="r" t="t"/>
              <a:pathLst>
                <a:path extrusionOk="0" h="5430" w="6078">
                  <a:moveTo>
                    <a:pt x="810" y="0"/>
                  </a:moveTo>
                  <a:cubicBezTo>
                    <a:pt x="495" y="0"/>
                    <a:pt x="240" y="255"/>
                    <a:pt x="240" y="573"/>
                  </a:cubicBezTo>
                  <a:lnTo>
                    <a:pt x="240" y="1429"/>
                  </a:lnTo>
                  <a:cubicBezTo>
                    <a:pt x="240" y="1597"/>
                    <a:pt x="167" y="1748"/>
                    <a:pt x="51" y="1852"/>
                  </a:cubicBezTo>
                  <a:cubicBezTo>
                    <a:pt x="0" y="3872"/>
                    <a:pt x="2298" y="5430"/>
                    <a:pt x="3051" y="5430"/>
                  </a:cubicBezTo>
                  <a:cubicBezTo>
                    <a:pt x="3079" y="5430"/>
                    <a:pt x="3104" y="5427"/>
                    <a:pt x="3128" y="5423"/>
                  </a:cubicBezTo>
                  <a:cubicBezTo>
                    <a:pt x="3128" y="5423"/>
                    <a:pt x="3551" y="4762"/>
                    <a:pt x="3638" y="4753"/>
                  </a:cubicBezTo>
                  <a:cubicBezTo>
                    <a:pt x="3649" y="4740"/>
                    <a:pt x="3662" y="4725"/>
                    <a:pt x="3678" y="4713"/>
                  </a:cubicBezTo>
                  <a:cubicBezTo>
                    <a:pt x="3935" y="4498"/>
                    <a:pt x="4199" y="4265"/>
                    <a:pt x="4454" y="4019"/>
                  </a:cubicBezTo>
                  <a:cubicBezTo>
                    <a:pt x="4454" y="4019"/>
                    <a:pt x="4470" y="3848"/>
                    <a:pt x="4521" y="3800"/>
                  </a:cubicBezTo>
                  <a:cubicBezTo>
                    <a:pt x="4576" y="3744"/>
                    <a:pt x="4767" y="3707"/>
                    <a:pt x="4767" y="3707"/>
                  </a:cubicBezTo>
                  <a:cubicBezTo>
                    <a:pt x="5266" y="3190"/>
                    <a:pt x="5725" y="2615"/>
                    <a:pt x="6078" y="2001"/>
                  </a:cubicBezTo>
                  <a:lnTo>
                    <a:pt x="5709" y="2001"/>
                  </a:lnTo>
                  <a:cubicBezTo>
                    <a:pt x="5392" y="2001"/>
                    <a:pt x="5137" y="1746"/>
                    <a:pt x="5137" y="1429"/>
                  </a:cubicBezTo>
                  <a:lnTo>
                    <a:pt x="5137" y="573"/>
                  </a:lnTo>
                  <a:cubicBezTo>
                    <a:pt x="5137" y="255"/>
                    <a:pt x="4882" y="0"/>
                    <a:pt x="4567" y="0"/>
                  </a:cubicBezTo>
                  <a:lnTo>
                    <a:pt x="4077" y="0"/>
                  </a:lnTo>
                  <a:cubicBezTo>
                    <a:pt x="3760" y="0"/>
                    <a:pt x="3505" y="255"/>
                    <a:pt x="3505" y="573"/>
                  </a:cubicBezTo>
                  <a:lnTo>
                    <a:pt x="3505" y="1429"/>
                  </a:lnTo>
                  <a:cubicBezTo>
                    <a:pt x="3505" y="1746"/>
                    <a:pt x="3250" y="2001"/>
                    <a:pt x="2935" y="2001"/>
                  </a:cubicBezTo>
                  <a:lnTo>
                    <a:pt x="2442" y="2001"/>
                  </a:lnTo>
                  <a:cubicBezTo>
                    <a:pt x="2127" y="2001"/>
                    <a:pt x="1872" y="1746"/>
                    <a:pt x="1872" y="1429"/>
                  </a:cubicBezTo>
                  <a:lnTo>
                    <a:pt x="1872" y="573"/>
                  </a:lnTo>
                  <a:cubicBezTo>
                    <a:pt x="1872" y="255"/>
                    <a:pt x="1617" y="0"/>
                    <a:pt x="13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0"/>
            <p:cNvSpPr/>
            <p:nvPr/>
          </p:nvSpPr>
          <p:spPr>
            <a:xfrm>
              <a:off x="7556079" y="4168641"/>
              <a:ext cx="217111" cy="175248"/>
            </a:xfrm>
            <a:custGeom>
              <a:rect b="b" l="l" r="r" t="t"/>
              <a:pathLst>
                <a:path extrusionOk="0" h="6610" w="8189">
                  <a:moveTo>
                    <a:pt x="1510" y="0"/>
                  </a:moveTo>
                  <a:cubicBezTo>
                    <a:pt x="1193" y="0"/>
                    <a:pt x="938" y="255"/>
                    <a:pt x="938" y="572"/>
                  </a:cubicBezTo>
                  <a:lnTo>
                    <a:pt x="938" y="1428"/>
                  </a:lnTo>
                  <a:cubicBezTo>
                    <a:pt x="938" y="1743"/>
                    <a:pt x="683" y="1999"/>
                    <a:pt x="368" y="1999"/>
                  </a:cubicBezTo>
                  <a:lnTo>
                    <a:pt x="0" y="1999"/>
                  </a:lnTo>
                  <a:cubicBezTo>
                    <a:pt x="350" y="2615"/>
                    <a:pt x="812" y="3185"/>
                    <a:pt x="1311" y="3704"/>
                  </a:cubicBezTo>
                  <a:cubicBezTo>
                    <a:pt x="1311" y="3704"/>
                    <a:pt x="1433" y="3684"/>
                    <a:pt x="1535" y="3684"/>
                  </a:cubicBezTo>
                  <a:cubicBezTo>
                    <a:pt x="1593" y="3684"/>
                    <a:pt x="1646" y="3691"/>
                    <a:pt x="1666" y="3711"/>
                  </a:cubicBezTo>
                  <a:cubicBezTo>
                    <a:pt x="1712" y="3757"/>
                    <a:pt x="1624" y="4017"/>
                    <a:pt x="1624" y="4017"/>
                  </a:cubicBezTo>
                  <a:cubicBezTo>
                    <a:pt x="1879" y="4265"/>
                    <a:pt x="2143" y="4498"/>
                    <a:pt x="2400" y="4713"/>
                  </a:cubicBezTo>
                  <a:cubicBezTo>
                    <a:pt x="2413" y="4724"/>
                    <a:pt x="2429" y="4738"/>
                    <a:pt x="2438" y="4753"/>
                  </a:cubicBezTo>
                  <a:cubicBezTo>
                    <a:pt x="2573" y="4800"/>
                    <a:pt x="2653" y="4855"/>
                    <a:pt x="2677" y="4922"/>
                  </a:cubicBezTo>
                  <a:cubicBezTo>
                    <a:pt x="2615" y="5033"/>
                    <a:pt x="2502" y="5132"/>
                    <a:pt x="2355" y="5228"/>
                  </a:cubicBezTo>
                  <a:cubicBezTo>
                    <a:pt x="2222" y="5412"/>
                    <a:pt x="2114" y="5609"/>
                    <a:pt x="2023" y="5809"/>
                  </a:cubicBezTo>
                  <a:cubicBezTo>
                    <a:pt x="1854" y="6184"/>
                    <a:pt x="2134" y="6610"/>
                    <a:pt x="2546" y="6610"/>
                  </a:cubicBezTo>
                  <a:lnTo>
                    <a:pt x="7499" y="6610"/>
                  </a:lnTo>
                  <a:cubicBezTo>
                    <a:pt x="7909" y="6610"/>
                    <a:pt x="8189" y="6184"/>
                    <a:pt x="8020" y="5807"/>
                  </a:cubicBezTo>
                  <a:cubicBezTo>
                    <a:pt x="7936" y="5620"/>
                    <a:pt x="7807" y="5399"/>
                    <a:pt x="7687" y="5223"/>
                  </a:cubicBezTo>
                  <a:cubicBezTo>
                    <a:pt x="6104" y="4456"/>
                    <a:pt x="4835" y="3303"/>
                    <a:pt x="4017" y="1852"/>
                  </a:cubicBezTo>
                  <a:cubicBezTo>
                    <a:pt x="3915" y="1943"/>
                    <a:pt x="3782" y="1999"/>
                    <a:pt x="3633" y="1999"/>
                  </a:cubicBezTo>
                  <a:lnTo>
                    <a:pt x="3143" y="1999"/>
                  </a:lnTo>
                  <a:cubicBezTo>
                    <a:pt x="2828" y="1999"/>
                    <a:pt x="2573" y="1743"/>
                    <a:pt x="2573" y="1428"/>
                  </a:cubicBezTo>
                  <a:lnTo>
                    <a:pt x="2573" y="572"/>
                  </a:lnTo>
                  <a:cubicBezTo>
                    <a:pt x="2573" y="255"/>
                    <a:pt x="2318" y="0"/>
                    <a:pt x="2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0"/>
            <p:cNvSpPr/>
            <p:nvPr/>
          </p:nvSpPr>
          <p:spPr>
            <a:xfrm>
              <a:off x="7590889" y="4258068"/>
              <a:ext cx="196643" cy="49631"/>
            </a:xfrm>
            <a:custGeom>
              <a:rect b="b" l="l" r="r" t="t"/>
              <a:pathLst>
                <a:path extrusionOk="0" h="1872" w="7417">
                  <a:moveTo>
                    <a:pt x="3708" y="430"/>
                  </a:moveTo>
                  <a:cubicBezTo>
                    <a:pt x="3823" y="430"/>
                    <a:pt x="3937" y="461"/>
                    <a:pt x="4039" y="522"/>
                  </a:cubicBezTo>
                  <a:lnTo>
                    <a:pt x="4587" y="850"/>
                  </a:lnTo>
                  <a:cubicBezTo>
                    <a:pt x="4644" y="886"/>
                    <a:pt x="4704" y="914"/>
                    <a:pt x="4766" y="937"/>
                  </a:cubicBezTo>
                  <a:cubicBezTo>
                    <a:pt x="4704" y="959"/>
                    <a:pt x="4644" y="985"/>
                    <a:pt x="4587" y="1023"/>
                  </a:cubicBezTo>
                  <a:lnTo>
                    <a:pt x="4039" y="1349"/>
                  </a:lnTo>
                  <a:cubicBezTo>
                    <a:pt x="3937" y="1410"/>
                    <a:pt x="3823" y="1441"/>
                    <a:pt x="3708" y="1441"/>
                  </a:cubicBezTo>
                  <a:cubicBezTo>
                    <a:pt x="3594" y="1441"/>
                    <a:pt x="3480" y="1410"/>
                    <a:pt x="3378" y="1349"/>
                  </a:cubicBezTo>
                  <a:lnTo>
                    <a:pt x="2830" y="1023"/>
                  </a:lnTo>
                  <a:cubicBezTo>
                    <a:pt x="2772" y="985"/>
                    <a:pt x="2713" y="959"/>
                    <a:pt x="2650" y="937"/>
                  </a:cubicBezTo>
                  <a:cubicBezTo>
                    <a:pt x="2713" y="914"/>
                    <a:pt x="2772" y="883"/>
                    <a:pt x="2830" y="850"/>
                  </a:cubicBezTo>
                  <a:lnTo>
                    <a:pt x="3378" y="522"/>
                  </a:lnTo>
                  <a:cubicBezTo>
                    <a:pt x="3480" y="461"/>
                    <a:pt x="3594" y="430"/>
                    <a:pt x="3708" y="430"/>
                  </a:cubicBezTo>
                  <a:close/>
                  <a:moveTo>
                    <a:pt x="852" y="1"/>
                  </a:moveTo>
                  <a:cubicBezTo>
                    <a:pt x="662" y="1"/>
                    <a:pt x="471" y="52"/>
                    <a:pt x="302" y="154"/>
                  </a:cubicBezTo>
                  <a:lnTo>
                    <a:pt x="0" y="338"/>
                  </a:lnTo>
                  <a:cubicBezTo>
                    <a:pt x="102" y="442"/>
                    <a:pt x="204" y="548"/>
                    <a:pt x="311" y="650"/>
                  </a:cubicBezTo>
                  <a:lnTo>
                    <a:pt x="521" y="524"/>
                  </a:lnTo>
                  <a:cubicBezTo>
                    <a:pt x="623" y="463"/>
                    <a:pt x="738" y="433"/>
                    <a:pt x="852" y="433"/>
                  </a:cubicBezTo>
                  <a:cubicBezTo>
                    <a:pt x="967" y="433"/>
                    <a:pt x="1081" y="463"/>
                    <a:pt x="1184" y="524"/>
                  </a:cubicBezTo>
                  <a:lnTo>
                    <a:pt x="1730" y="850"/>
                  </a:lnTo>
                  <a:cubicBezTo>
                    <a:pt x="1788" y="886"/>
                    <a:pt x="1850" y="914"/>
                    <a:pt x="1910" y="937"/>
                  </a:cubicBezTo>
                  <a:cubicBezTo>
                    <a:pt x="1850" y="959"/>
                    <a:pt x="1788" y="990"/>
                    <a:pt x="1730" y="1023"/>
                  </a:cubicBezTo>
                  <a:lnTo>
                    <a:pt x="1184" y="1349"/>
                  </a:lnTo>
                  <a:cubicBezTo>
                    <a:pt x="1164" y="1360"/>
                    <a:pt x="1144" y="1371"/>
                    <a:pt x="1125" y="1380"/>
                  </a:cubicBezTo>
                  <a:cubicBezTo>
                    <a:pt x="1209" y="1480"/>
                    <a:pt x="1211" y="1629"/>
                    <a:pt x="1129" y="1737"/>
                  </a:cubicBezTo>
                  <a:cubicBezTo>
                    <a:pt x="1098" y="1777"/>
                    <a:pt x="1069" y="1815"/>
                    <a:pt x="1042" y="1855"/>
                  </a:cubicBezTo>
                  <a:cubicBezTo>
                    <a:pt x="1167" y="1833"/>
                    <a:pt x="1289" y="1788"/>
                    <a:pt x="1402" y="1717"/>
                  </a:cubicBezTo>
                  <a:lnTo>
                    <a:pt x="1950" y="1391"/>
                  </a:lnTo>
                  <a:cubicBezTo>
                    <a:pt x="2052" y="1330"/>
                    <a:pt x="2166" y="1300"/>
                    <a:pt x="2280" y="1300"/>
                  </a:cubicBezTo>
                  <a:cubicBezTo>
                    <a:pt x="2394" y="1300"/>
                    <a:pt x="2509" y="1330"/>
                    <a:pt x="2611" y="1391"/>
                  </a:cubicBezTo>
                  <a:lnTo>
                    <a:pt x="3158" y="1717"/>
                  </a:lnTo>
                  <a:cubicBezTo>
                    <a:pt x="3328" y="1820"/>
                    <a:pt x="3518" y="1872"/>
                    <a:pt x="3708" y="1872"/>
                  </a:cubicBezTo>
                  <a:cubicBezTo>
                    <a:pt x="3899" y="1872"/>
                    <a:pt x="4089" y="1820"/>
                    <a:pt x="4258" y="1717"/>
                  </a:cubicBezTo>
                  <a:lnTo>
                    <a:pt x="4804" y="1391"/>
                  </a:lnTo>
                  <a:cubicBezTo>
                    <a:pt x="4907" y="1330"/>
                    <a:pt x="5021" y="1300"/>
                    <a:pt x="5136" y="1300"/>
                  </a:cubicBezTo>
                  <a:cubicBezTo>
                    <a:pt x="5250" y="1300"/>
                    <a:pt x="5364" y="1330"/>
                    <a:pt x="5467" y="1391"/>
                  </a:cubicBezTo>
                  <a:lnTo>
                    <a:pt x="6013" y="1717"/>
                  </a:lnTo>
                  <a:cubicBezTo>
                    <a:pt x="6126" y="1788"/>
                    <a:pt x="6248" y="1833"/>
                    <a:pt x="6374" y="1855"/>
                  </a:cubicBezTo>
                  <a:cubicBezTo>
                    <a:pt x="6346" y="1815"/>
                    <a:pt x="6319" y="1777"/>
                    <a:pt x="6288" y="1737"/>
                  </a:cubicBezTo>
                  <a:cubicBezTo>
                    <a:pt x="6204" y="1629"/>
                    <a:pt x="6208" y="1482"/>
                    <a:pt x="6290" y="1380"/>
                  </a:cubicBezTo>
                  <a:cubicBezTo>
                    <a:pt x="6270" y="1371"/>
                    <a:pt x="6252" y="1360"/>
                    <a:pt x="6232" y="1349"/>
                  </a:cubicBezTo>
                  <a:lnTo>
                    <a:pt x="5687" y="1023"/>
                  </a:lnTo>
                  <a:cubicBezTo>
                    <a:pt x="5627" y="985"/>
                    <a:pt x="5567" y="959"/>
                    <a:pt x="5505" y="937"/>
                  </a:cubicBezTo>
                  <a:cubicBezTo>
                    <a:pt x="5567" y="914"/>
                    <a:pt x="5627" y="883"/>
                    <a:pt x="5687" y="850"/>
                  </a:cubicBezTo>
                  <a:lnTo>
                    <a:pt x="6232" y="524"/>
                  </a:lnTo>
                  <a:cubicBezTo>
                    <a:pt x="6334" y="463"/>
                    <a:pt x="6449" y="433"/>
                    <a:pt x="6563" y="433"/>
                  </a:cubicBezTo>
                  <a:cubicBezTo>
                    <a:pt x="6678" y="433"/>
                    <a:pt x="6792" y="463"/>
                    <a:pt x="6896" y="524"/>
                  </a:cubicBezTo>
                  <a:lnTo>
                    <a:pt x="7106" y="650"/>
                  </a:lnTo>
                  <a:cubicBezTo>
                    <a:pt x="7210" y="548"/>
                    <a:pt x="7317" y="446"/>
                    <a:pt x="7417" y="338"/>
                  </a:cubicBezTo>
                  <a:lnTo>
                    <a:pt x="7113" y="154"/>
                  </a:lnTo>
                  <a:cubicBezTo>
                    <a:pt x="6943" y="52"/>
                    <a:pt x="6753" y="1"/>
                    <a:pt x="6563" y="1"/>
                  </a:cubicBezTo>
                  <a:cubicBezTo>
                    <a:pt x="6373" y="1"/>
                    <a:pt x="6182" y="52"/>
                    <a:pt x="6013" y="154"/>
                  </a:cubicBezTo>
                  <a:lnTo>
                    <a:pt x="5467" y="482"/>
                  </a:lnTo>
                  <a:cubicBezTo>
                    <a:pt x="5364" y="543"/>
                    <a:pt x="5250" y="573"/>
                    <a:pt x="5136" y="573"/>
                  </a:cubicBezTo>
                  <a:cubicBezTo>
                    <a:pt x="5021" y="573"/>
                    <a:pt x="4907" y="543"/>
                    <a:pt x="4804" y="482"/>
                  </a:cubicBezTo>
                  <a:lnTo>
                    <a:pt x="4258" y="154"/>
                  </a:lnTo>
                  <a:cubicBezTo>
                    <a:pt x="4088" y="52"/>
                    <a:pt x="3897" y="1"/>
                    <a:pt x="3707" y="1"/>
                  </a:cubicBezTo>
                  <a:cubicBezTo>
                    <a:pt x="3517" y="1"/>
                    <a:pt x="3327" y="52"/>
                    <a:pt x="3158" y="154"/>
                  </a:cubicBezTo>
                  <a:lnTo>
                    <a:pt x="2611" y="482"/>
                  </a:lnTo>
                  <a:cubicBezTo>
                    <a:pt x="2509" y="543"/>
                    <a:pt x="2394" y="573"/>
                    <a:pt x="2280" y="573"/>
                  </a:cubicBezTo>
                  <a:cubicBezTo>
                    <a:pt x="2166" y="573"/>
                    <a:pt x="2052" y="543"/>
                    <a:pt x="1950" y="482"/>
                  </a:cubicBezTo>
                  <a:lnTo>
                    <a:pt x="1402" y="154"/>
                  </a:lnTo>
                  <a:cubicBezTo>
                    <a:pt x="1232" y="52"/>
                    <a:pt x="1042" y="1"/>
                    <a:pt x="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8" name="Google Shape;3658;p70"/>
          <p:cNvGrpSpPr/>
          <p:nvPr/>
        </p:nvGrpSpPr>
        <p:grpSpPr>
          <a:xfrm>
            <a:off x="7501092" y="3335168"/>
            <a:ext cx="379420" cy="376371"/>
            <a:chOff x="7501092" y="3335168"/>
            <a:chExt cx="379420" cy="376371"/>
          </a:xfrm>
        </p:grpSpPr>
        <p:sp>
          <p:nvSpPr>
            <p:cNvPr id="3659" name="Google Shape;3659;p70"/>
            <p:cNvSpPr/>
            <p:nvPr/>
          </p:nvSpPr>
          <p:spPr>
            <a:xfrm>
              <a:off x="7562892" y="3495224"/>
              <a:ext cx="107402" cy="168805"/>
            </a:xfrm>
            <a:custGeom>
              <a:rect b="b" l="l" r="r" t="t"/>
              <a:pathLst>
                <a:path extrusionOk="0" h="6367" w="4051">
                  <a:moveTo>
                    <a:pt x="1194" y="1"/>
                  </a:moveTo>
                  <a:cubicBezTo>
                    <a:pt x="1216" y="1768"/>
                    <a:pt x="801" y="3447"/>
                    <a:pt x="180" y="4982"/>
                  </a:cubicBezTo>
                  <a:cubicBezTo>
                    <a:pt x="0" y="5426"/>
                    <a:pt x="222" y="5933"/>
                    <a:pt x="670" y="6102"/>
                  </a:cubicBezTo>
                  <a:cubicBezTo>
                    <a:pt x="1121" y="6272"/>
                    <a:pt x="1592" y="6367"/>
                    <a:pt x="2062" y="6367"/>
                  </a:cubicBezTo>
                  <a:cubicBezTo>
                    <a:pt x="2745" y="6367"/>
                    <a:pt x="3428" y="6167"/>
                    <a:pt x="4050" y="5712"/>
                  </a:cubicBezTo>
                  <a:lnTo>
                    <a:pt x="40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0"/>
            <p:cNvSpPr/>
            <p:nvPr/>
          </p:nvSpPr>
          <p:spPr>
            <a:xfrm>
              <a:off x="7773057" y="3495224"/>
              <a:ext cx="107455" cy="168805"/>
            </a:xfrm>
            <a:custGeom>
              <a:rect b="b" l="l" r="r" t="t"/>
              <a:pathLst>
                <a:path extrusionOk="0" h="6367" w="4053">
                  <a:moveTo>
                    <a:pt x="0" y="1"/>
                  </a:moveTo>
                  <a:lnTo>
                    <a:pt x="0" y="5712"/>
                  </a:lnTo>
                  <a:cubicBezTo>
                    <a:pt x="621" y="6167"/>
                    <a:pt x="1304" y="6367"/>
                    <a:pt x="1987" y="6367"/>
                  </a:cubicBezTo>
                  <a:cubicBezTo>
                    <a:pt x="2457" y="6367"/>
                    <a:pt x="2928" y="6272"/>
                    <a:pt x="3378" y="6102"/>
                  </a:cubicBezTo>
                  <a:cubicBezTo>
                    <a:pt x="3831" y="5933"/>
                    <a:pt x="4052" y="5426"/>
                    <a:pt x="3870" y="4982"/>
                  </a:cubicBezTo>
                  <a:cubicBezTo>
                    <a:pt x="3249" y="3447"/>
                    <a:pt x="2832" y="1768"/>
                    <a:pt x="2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0"/>
            <p:cNvSpPr/>
            <p:nvPr/>
          </p:nvSpPr>
          <p:spPr>
            <a:xfrm>
              <a:off x="7581637" y="3571368"/>
              <a:ext cx="280105" cy="140092"/>
            </a:xfrm>
            <a:custGeom>
              <a:rect b="b" l="l" r="r" t="t"/>
              <a:pathLst>
                <a:path extrusionOk="0" h="5284" w="10565">
                  <a:moveTo>
                    <a:pt x="5282" y="1"/>
                  </a:moveTo>
                  <a:cubicBezTo>
                    <a:pt x="2367" y="3"/>
                    <a:pt x="1" y="2367"/>
                    <a:pt x="1" y="5284"/>
                  </a:cubicBezTo>
                  <a:lnTo>
                    <a:pt x="5279" y="5000"/>
                  </a:lnTo>
                  <a:lnTo>
                    <a:pt x="9374" y="5284"/>
                  </a:lnTo>
                  <a:lnTo>
                    <a:pt x="10272" y="5284"/>
                  </a:lnTo>
                  <a:cubicBezTo>
                    <a:pt x="10436" y="5284"/>
                    <a:pt x="10565" y="5146"/>
                    <a:pt x="10558" y="4982"/>
                  </a:cubicBezTo>
                  <a:cubicBezTo>
                    <a:pt x="10398" y="2205"/>
                    <a:pt x="8098" y="1"/>
                    <a:pt x="5282"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0"/>
            <p:cNvSpPr/>
            <p:nvPr/>
          </p:nvSpPr>
          <p:spPr>
            <a:xfrm>
              <a:off x="7615520" y="3603421"/>
              <a:ext cx="107402" cy="108038"/>
            </a:xfrm>
            <a:custGeom>
              <a:rect b="b" l="l" r="r" t="t"/>
              <a:pathLst>
                <a:path extrusionOk="0" h="4075" w="4051">
                  <a:moveTo>
                    <a:pt x="639" y="1"/>
                  </a:moveTo>
                  <a:cubicBezTo>
                    <a:pt x="411" y="191"/>
                    <a:pt x="193" y="402"/>
                    <a:pt x="0" y="630"/>
                  </a:cubicBezTo>
                  <a:lnTo>
                    <a:pt x="566" y="4075"/>
                  </a:lnTo>
                  <a:lnTo>
                    <a:pt x="2966" y="4075"/>
                  </a:lnTo>
                  <a:cubicBezTo>
                    <a:pt x="3576" y="4024"/>
                    <a:pt x="3993" y="3853"/>
                    <a:pt x="4050" y="3483"/>
                  </a:cubicBezTo>
                  <a:cubicBezTo>
                    <a:pt x="2595" y="2584"/>
                    <a:pt x="1375" y="1385"/>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0"/>
            <p:cNvSpPr/>
            <p:nvPr/>
          </p:nvSpPr>
          <p:spPr>
            <a:xfrm>
              <a:off x="7694129" y="3604721"/>
              <a:ext cx="136089" cy="106739"/>
            </a:xfrm>
            <a:custGeom>
              <a:rect b="b" l="l" r="r" t="t"/>
              <a:pathLst>
                <a:path extrusionOk="0" h="4026" w="5133">
                  <a:moveTo>
                    <a:pt x="4465" y="0"/>
                  </a:moveTo>
                  <a:cubicBezTo>
                    <a:pt x="3549" y="1693"/>
                    <a:pt x="1908" y="3105"/>
                    <a:pt x="1" y="4026"/>
                  </a:cubicBezTo>
                  <a:lnTo>
                    <a:pt x="5133" y="4026"/>
                  </a:lnTo>
                  <a:lnTo>
                    <a:pt x="5133" y="683"/>
                  </a:lnTo>
                  <a:cubicBezTo>
                    <a:pt x="4931" y="439"/>
                    <a:pt x="4709" y="209"/>
                    <a:pt x="4465" y="0"/>
                  </a:cubicBezTo>
                  <a:close/>
                </a:path>
              </a:pathLst>
            </a:custGeom>
            <a:solidFill>
              <a:srgbClr val="A4E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0"/>
            <p:cNvSpPr/>
            <p:nvPr/>
          </p:nvSpPr>
          <p:spPr>
            <a:xfrm>
              <a:off x="7694129" y="3604721"/>
              <a:ext cx="136089" cy="106739"/>
            </a:xfrm>
            <a:custGeom>
              <a:rect b="b" l="l" r="r" t="t"/>
              <a:pathLst>
                <a:path extrusionOk="0" h="4026" w="5133">
                  <a:moveTo>
                    <a:pt x="4465" y="0"/>
                  </a:moveTo>
                  <a:cubicBezTo>
                    <a:pt x="3549" y="1693"/>
                    <a:pt x="1908" y="3105"/>
                    <a:pt x="1" y="4026"/>
                  </a:cubicBezTo>
                  <a:lnTo>
                    <a:pt x="5133" y="4026"/>
                  </a:lnTo>
                  <a:lnTo>
                    <a:pt x="5133" y="683"/>
                  </a:lnTo>
                  <a:cubicBezTo>
                    <a:pt x="4931" y="439"/>
                    <a:pt x="4709" y="209"/>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0"/>
            <p:cNvSpPr/>
            <p:nvPr/>
          </p:nvSpPr>
          <p:spPr>
            <a:xfrm>
              <a:off x="7802327" y="3594301"/>
              <a:ext cx="34148" cy="34148"/>
            </a:xfrm>
            <a:custGeom>
              <a:rect b="b" l="l" r="r" t="t"/>
              <a:pathLst>
                <a:path extrusionOk="0" h="1288" w="1288">
                  <a:moveTo>
                    <a:pt x="644" y="1"/>
                  </a:moveTo>
                  <a:cubicBezTo>
                    <a:pt x="289" y="1"/>
                    <a:pt x="1" y="289"/>
                    <a:pt x="1" y="644"/>
                  </a:cubicBezTo>
                  <a:cubicBezTo>
                    <a:pt x="1" y="999"/>
                    <a:pt x="289" y="1287"/>
                    <a:pt x="644" y="1287"/>
                  </a:cubicBezTo>
                  <a:cubicBezTo>
                    <a:pt x="999" y="1287"/>
                    <a:pt x="1287" y="999"/>
                    <a:pt x="1287" y="644"/>
                  </a:cubicBezTo>
                  <a:cubicBezTo>
                    <a:pt x="1287" y="289"/>
                    <a:pt x="999" y="1"/>
                    <a:pt x="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0"/>
            <p:cNvSpPr/>
            <p:nvPr/>
          </p:nvSpPr>
          <p:spPr>
            <a:xfrm>
              <a:off x="7657436" y="3335168"/>
              <a:ext cx="211888" cy="185481"/>
            </a:xfrm>
            <a:custGeom>
              <a:rect b="b" l="l" r="r" t="t"/>
              <a:pathLst>
                <a:path extrusionOk="0" h="6996" w="7992">
                  <a:moveTo>
                    <a:pt x="3341" y="0"/>
                  </a:moveTo>
                  <a:cubicBezTo>
                    <a:pt x="3083" y="0"/>
                    <a:pt x="2830" y="39"/>
                    <a:pt x="2589" y="120"/>
                  </a:cubicBezTo>
                  <a:cubicBezTo>
                    <a:pt x="2533" y="140"/>
                    <a:pt x="2474" y="150"/>
                    <a:pt x="2414" y="150"/>
                  </a:cubicBezTo>
                  <a:cubicBezTo>
                    <a:pt x="2357" y="150"/>
                    <a:pt x="2300" y="141"/>
                    <a:pt x="2245" y="125"/>
                  </a:cubicBezTo>
                  <a:cubicBezTo>
                    <a:pt x="2108" y="85"/>
                    <a:pt x="1972" y="54"/>
                    <a:pt x="1835" y="36"/>
                  </a:cubicBezTo>
                  <a:cubicBezTo>
                    <a:pt x="750" y="597"/>
                    <a:pt x="1" y="1418"/>
                    <a:pt x="1" y="2045"/>
                  </a:cubicBezTo>
                  <a:cubicBezTo>
                    <a:pt x="1" y="3943"/>
                    <a:pt x="2498" y="6020"/>
                    <a:pt x="5426" y="6020"/>
                  </a:cubicBezTo>
                  <a:cubicBezTo>
                    <a:pt x="5937" y="6020"/>
                    <a:pt x="6461" y="5956"/>
                    <a:pt x="6987" y="5818"/>
                  </a:cubicBezTo>
                  <a:cubicBezTo>
                    <a:pt x="6993" y="5817"/>
                    <a:pt x="6998" y="5816"/>
                    <a:pt x="7004" y="5816"/>
                  </a:cubicBezTo>
                  <a:cubicBezTo>
                    <a:pt x="7210" y="5816"/>
                    <a:pt x="7303" y="6827"/>
                    <a:pt x="6853" y="6995"/>
                  </a:cubicBezTo>
                  <a:lnTo>
                    <a:pt x="6853" y="6995"/>
                  </a:lnTo>
                  <a:cubicBezTo>
                    <a:pt x="7992" y="6573"/>
                    <a:pt x="7748" y="4329"/>
                    <a:pt x="7420" y="3392"/>
                  </a:cubicBezTo>
                  <a:cubicBezTo>
                    <a:pt x="6741" y="1454"/>
                    <a:pt x="4929" y="0"/>
                    <a:pt x="3341" y="0"/>
                  </a:cubicBezTo>
                  <a:close/>
                  <a:moveTo>
                    <a:pt x="6853" y="6995"/>
                  </a:moveTo>
                  <a:cubicBezTo>
                    <a:pt x="6853" y="6995"/>
                    <a:pt x="6852" y="6996"/>
                    <a:pt x="6852" y="6996"/>
                  </a:cubicBezTo>
                  <a:cubicBezTo>
                    <a:pt x="6852" y="6996"/>
                    <a:pt x="6853" y="6995"/>
                    <a:pt x="6853" y="6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0"/>
            <p:cNvSpPr/>
            <p:nvPr/>
          </p:nvSpPr>
          <p:spPr>
            <a:xfrm>
              <a:off x="7574107" y="3335327"/>
              <a:ext cx="277294" cy="194628"/>
            </a:xfrm>
            <a:custGeom>
              <a:rect b="b" l="l" r="r" t="t"/>
              <a:pathLst>
                <a:path extrusionOk="0" h="7341" w="10459">
                  <a:moveTo>
                    <a:pt x="4612" y="1"/>
                  </a:moveTo>
                  <a:cubicBezTo>
                    <a:pt x="2999" y="1"/>
                    <a:pt x="1323" y="1397"/>
                    <a:pt x="569" y="3383"/>
                  </a:cubicBezTo>
                  <a:cubicBezTo>
                    <a:pt x="245" y="4324"/>
                    <a:pt x="1" y="6566"/>
                    <a:pt x="1141" y="6987"/>
                  </a:cubicBezTo>
                  <a:cubicBezTo>
                    <a:pt x="1141" y="6987"/>
                    <a:pt x="3357" y="7223"/>
                    <a:pt x="5568" y="7340"/>
                  </a:cubicBezTo>
                  <a:cubicBezTo>
                    <a:pt x="6675" y="7282"/>
                    <a:pt x="7784" y="7194"/>
                    <a:pt x="8613" y="7121"/>
                  </a:cubicBezTo>
                  <a:cubicBezTo>
                    <a:pt x="9440" y="7050"/>
                    <a:pt x="9995" y="6990"/>
                    <a:pt x="9995" y="6990"/>
                  </a:cubicBezTo>
                  <a:cubicBezTo>
                    <a:pt x="10458" y="6819"/>
                    <a:pt x="10352" y="5812"/>
                    <a:pt x="10130" y="5812"/>
                  </a:cubicBezTo>
                  <a:cubicBezTo>
                    <a:pt x="6976" y="5812"/>
                    <a:pt x="4419" y="4002"/>
                    <a:pt x="4419" y="1773"/>
                  </a:cubicBezTo>
                  <a:cubicBezTo>
                    <a:pt x="4419" y="1145"/>
                    <a:pt x="4623" y="553"/>
                    <a:pt x="4980" y="25"/>
                  </a:cubicBezTo>
                  <a:cubicBezTo>
                    <a:pt x="4858" y="9"/>
                    <a:pt x="4735" y="1"/>
                    <a:pt x="4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0"/>
            <p:cNvSpPr/>
            <p:nvPr/>
          </p:nvSpPr>
          <p:spPr>
            <a:xfrm>
              <a:off x="7799278" y="3468579"/>
              <a:ext cx="56472" cy="71663"/>
            </a:xfrm>
            <a:custGeom>
              <a:rect b="b" l="l" r="r" t="t"/>
              <a:pathLst>
                <a:path extrusionOk="0" h="2703" w="2130">
                  <a:moveTo>
                    <a:pt x="1065" y="1"/>
                  </a:moveTo>
                  <a:cubicBezTo>
                    <a:pt x="477" y="1"/>
                    <a:pt x="0" y="606"/>
                    <a:pt x="0" y="1352"/>
                  </a:cubicBezTo>
                  <a:cubicBezTo>
                    <a:pt x="0" y="2097"/>
                    <a:pt x="477" y="2702"/>
                    <a:pt x="1065" y="2702"/>
                  </a:cubicBezTo>
                  <a:cubicBezTo>
                    <a:pt x="1653" y="2702"/>
                    <a:pt x="2130" y="2097"/>
                    <a:pt x="2130" y="1352"/>
                  </a:cubicBezTo>
                  <a:cubicBezTo>
                    <a:pt x="2130" y="606"/>
                    <a:pt x="1653" y="1"/>
                    <a:pt x="1065"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0"/>
            <p:cNvSpPr/>
            <p:nvPr/>
          </p:nvSpPr>
          <p:spPr>
            <a:xfrm>
              <a:off x="7587708" y="3468579"/>
              <a:ext cx="56472" cy="71663"/>
            </a:xfrm>
            <a:custGeom>
              <a:rect b="b" l="l" r="r" t="t"/>
              <a:pathLst>
                <a:path extrusionOk="0" h="2703" w="2130">
                  <a:moveTo>
                    <a:pt x="1065" y="1"/>
                  </a:moveTo>
                  <a:cubicBezTo>
                    <a:pt x="477" y="1"/>
                    <a:pt x="0" y="606"/>
                    <a:pt x="0" y="1352"/>
                  </a:cubicBezTo>
                  <a:cubicBezTo>
                    <a:pt x="0" y="2097"/>
                    <a:pt x="477" y="2702"/>
                    <a:pt x="1065" y="2702"/>
                  </a:cubicBezTo>
                  <a:cubicBezTo>
                    <a:pt x="1653" y="2702"/>
                    <a:pt x="2129" y="2097"/>
                    <a:pt x="2129" y="1352"/>
                  </a:cubicBezTo>
                  <a:cubicBezTo>
                    <a:pt x="2129" y="606"/>
                    <a:pt x="1653" y="1"/>
                    <a:pt x="106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0"/>
            <p:cNvSpPr/>
            <p:nvPr/>
          </p:nvSpPr>
          <p:spPr>
            <a:xfrm>
              <a:off x="7644153" y="3391746"/>
              <a:ext cx="183360" cy="210642"/>
            </a:xfrm>
            <a:custGeom>
              <a:rect b="b" l="l" r="r" t="t"/>
              <a:pathLst>
                <a:path extrusionOk="0" h="7945" w="6916">
                  <a:moveTo>
                    <a:pt x="2928" y="0"/>
                  </a:moveTo>
                  <a:cubicBezTo>
                    <a:pt x="2214" y="0"/>
                    <a:pt x="1540" y="193"/>
                    <a:pt x="961" y="537"/>
                  </a:cubicBezTo>
                  <a:cubicBezTo>
                    <a:pt x="313" y="1269"/>
                    <a:pt x="0" y="2205"/>
                    <a:pt x="0" y="2899"/>
                  </a:cubicBezTo>
                  <a:cubicBezTo>
                    <a:pt x="0" y="5434"/>
                    <a:pt x="1595" y="7763"/>
                    <a:pt x="4541" y="7945"/>
                  </a:cubicBezTo>
                  <a:cubicBezTo>
                    <a:pt x="5940" y="7301"/>
                    <a:pt x="6916" y="5844"/>
                    <a:pt x="6916" y="4150"/>
                  </a:cubicBezTo>
                  <a:cubicBezTo>
                    <a:pt x="6916" y="1861"/>
                    <a:pt x="5131" y="2"/>
                    <a:pt x="2928" y="0"/>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0"/>
            <p:cNvSpPr/>
            <p:nvPr/>
          </p:nvSpPr>
          <p:spPr>
            <a:xfrm>
              <a:off x="7615917" y="3405956"/>
              <a:ext cx="148629" cy="205843"/>
            </a:xfrm>
            <a:custGeom>
              <a:rect b="b" l="l" r="r" t="t"/>
              <a:pathLst>
                <a:path extrusionOk="0" h="7764" w="5606">
                  <a:moveTo>
                    <a:pt x="2026" y="1"/>
                  </a:moveTo>
                  <a:lnTo>
                    <a:pt x="2026" y="1"/>
                  </a:lnTo>
                  <a:cubicBezTo>
                    <a:pt x="817" y="717"/>
                    <a:pt x="1" y="2066"/>
                    <a:pt x="1" y="3614"/>
                  </a:cubicBezTo>
                  <a:cubicBezTo>
                    <a:pt x="1" y="5907"/>
                    <a:pt x="1786" y="7763"/>
                    <a:pt x="3991" y="7763"/>
                  </a:cubicBezTo>
                  <a:cubicBezTo>
                    <a:pt x="4565" y="7763"/>
                    <a:pt x="5111" y="7639"/>
                    <a:pt x="5606" y="7413"/>
                  </a:cubicBezTo>
                  <a:cubicBezTo>
                    <a:pt x="3321" y="6663"/>
                    <a:pt x="1673" y="4514"/>
                    <a:pt x="1673" y="1981"/>
                  </a:cubicBezTo>
                  <a:cubicBezTo>
                    <a:pt x="1673" y="1285"/>
                    <a:pt x="1797" y="617"/>
                    <a:pt x="202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0"/>
            <p:cNvSpPr/>
            <p:nvPr/>
          </p:nvSpPr>
          <p:spPr>
            <a:xfrm>
              <a:off x="7668730" y="3344447"/>
              <a:ext cx="178721" cy="149928"/>
            </a:xfrm>
            <a:custGeom>
              <a:rect b="b" l="l" r="r" t="t"/>
              <a:pathLst>
                <a:path extrusionOk="0" h="5655" w="6741">
                  <a:moveTo>
                    <a:pt x="1995" y="1"/>
                  </a:moveTo>
                  <a:cubicBezTo>
                    <a:pt x="1728" y="1"/>
                    <a:pt x="1460" y="12"/>
                    <a:pt x="1198" y="34"/>
                  </a:cubicBezTo>
                  <a:cubicBezTo>
                    <a:pt x="653" y="462"/>
                    <a:pt x="1" y="1294"/>
                    <a:pt x="1" y="1784"/>
                  </a:cubicBezTo>
                  <a:cubicBezTo>
                    <a:pt x="1" y="2505"/>
                    <a:pt x="431" y="3241"/>
                    <a:pt x="1586" y="3412"/>
                  </a:cubicBezTo>
                  <a:cubicBezTo>
                    <a:pt x="1764" y="3192"/>
                    <a:pt x="1897" y="2971"/>
                    <a:pt x="1999" y="2751"/>
                  </a:cubicBezTo>
                  <a:cubicBezTo>
                    <a:pt x="2185" y="3150"/>
                    <a:pt x="2478" y="3561"/>
                    <a:pt x="2939" y="3938"/>
                  </a:cubicBezTo>
                  <a:cubicBezTo>
                    <a:pt x="3614" y="4465"/>
                    <a:pt x="4408" y="4678"/>
                    <a:pt x="5077" y="4734"/>
                  </a:cubicBezTo>
                  <a:cubicBezTo>
                    <a:pt x="5224" y="4747"/>
                    <a:pt x="5339" y="4869"/>
                    <a:pt x="5339" y="5020"/>
                  </a:cubicBezTo>
                  <a:lnTo>
                    <a:pt x="5339" y="5368"/>
                  </a:lnTo>
                  <a:cubicBezTo>
                    <a:pt x="5339" y="5549"/>
                    <a:pt x="5483" y="5655"/>
                    <a:pt x="5628" y="5655"/>
                  </a:cubicBezTo>
                  <a:cubicBezTo>
                    <a:pt x="5731" y="5655"/>
                    <a:pt x="5834" y="5601"/>
                    <a:pt x="5887" y="5484"/>
                  </a:cubicBezTo>
                  <a:lnTo>
                    <a:pt x="6246" y="4676"/>
                  </a:lnTo>
                  <a:cubicBezTo>
                    <a:pt x="6541" y="4621"/>
                    <a:pt x="6714" y="4550"/>
                    <a:pt x="6741" y="4545"/>
                  </a:cubicBezTo>
                  <a:cubicBezTo>
                    <a:pt x="6701" y="4543"/>
                    <a:pt x="5605" y="1507"/>
                    <a:pt x="5603" y="1507"/>
                  </a:cubicBezTo>
                  <a:cubicBezTo>
                    <a:pt x="5603" y="502"/>
                    <a:pt x="3800" y="1"/>
                    <a:pt x="19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0"/>
            <p:cNvSpPr/>
            <p:nvPr/>
          </p:nvSpPr>
          <p:spPr>
            <a:xfrm>
              <a:off x="7596006" y="3345508"/>
              <a:ext cx="114799" cy="148921"/>
            </a:xfrm>
            <a:custGeom>
              <a:rect b="b" l="l" r="r" t="t"/>
              <a:pathLst>
                <a:path extrusionOk="0" h="5617" w="4330">
                  <a:moveTo>
                    <a:pt x="3943" y="1"/>
                  </a:moveTo>
                  <a:cubicBezTo>
                    <a:pt x="2440" y="127"/>
                    <a:pt x="1136" y="617"/>
                    <a:pt x="1136" y="1471"/>
                  </a:cubicBezTo>
                  <a:cubicBezTo>
                    <a:pt x="1136" y="1471"/>
                    <a:pt x="40" y="4505"/>
                    <a:pt x="0" y="4508"/>
                  </a:cubicBezTo>
                  <a:cubicBezTo>
                    <a:pt x="22" y="4510"/>
                    <a:pt x="200" y="4583"/>
                    <a:pt x="495" y="4638"/>
                  </a:cubicBezTo>
                  <a:lnTo>
                    <a:pt x="854" y="5448"/>
                  </a:lnTo>
                  <a:cubicBezTo>
                    <a:pt x="906" y="5564"/>
                    <a:pt x="1009" y="5616"/>
                    <a:pt x="1112" y="5616"/>
                  </a:cubicBezTo>
                  <a:cubicBezTo>
                    <a:pt x="1257" y="5616"/>
                    <a:pt x="1402" y="5511"/>
                    <a:pt x="1402" y="5330"/>
                  </a:cubicBezTo>
                  <a:lnTo>
                    <a:pt x="1402" y="4982"/>
                  </a:lnTo>
                  <a:cubicBezTo>
                    <a:pt x="1402" y="4831"/>
                    <a:pt x="1515" y="4707"/>
                    <a:pt x="1663" y="4696"/>
                  </a:cubicBezTo>
                  <a:cubicBezTo>
                    <a:pt x="2333" y="4641"/>
                    <a:pt x="3129" y="4428"/>
                    <a:pt x="3802" y="3900"/>
                  </a:cubicBezTo>
                  <a:cubicBezTo>
                    <a:pt x="4010" y="3731"/>
                    <a:pt x="4185" y="3554"/>
                    <a:pt x="4329" y="3374"/>
                  </a:cubicBezTo>
                  <a:cubicBezTo>
                    <a:pt x="3861" y="2786"/>
                    <a:pt x="3593" y="2110"/>
                    <a:pt x="3593" y="1389"/>
                  </a:cubicBezTo>
                  <a:cubicBezTo>
                    <a:pt x="3593" y="901"/>
                    <a:pt x="3717" y="429"/>
                    <a:pt x="3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0"/>
            <p:cNvSpPr/>
            <p:nvPr/>
          </p:nvSpPr>
          <p:spPr>
            <a:xfrm>
              <a:off x="7847424" y="3464947"/>
              <a:ext cx="106" cy="27"/>
            </a:xfrm>
            <a:custGeom>
              <a:rect b="b" l="l" r="r" t="t"/>
              <a:pathLst>
                <a:path extrusionOk="0" h="1" w="4">
                  <a:moveTo>
                    <a:pt x="1" y="0"/>
                  </a:moveTo>
                  <a:lnTo>
                    <a:pt x="3" y="0"/>
                  </a:lnTo>
                  <a:close/>
                </a:path>
              </a:pathLst>
            </a:custGeom>
            <a:solidFill>
              <a:srgbClr val="FDC0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0"/>
            <p:cNvSpPr/>
            <p:nvPr/>
          </p:nvSpPr>
          <p:spPr>
            <a:xfrm>
              <a:off x="7595927" y="3464947"/>
              <a:ext cx="159" cy="27"/>
            </a:xfrm>
            <a:custGeom>
              <a:rect b="b" l="l" r="r" t="t"/>
              <a:pathLst>
                <a:path extrusionOk="0" h="1" w="6">
                  <a:moveTo>
                    <a:pt x="1" y="0"/>
                  </a:moveTo>
                  <a:lnTo>
                    <a:pt x="5" y="0"/>
                  </a:lnTo>
                  <a:close/>
                </a:path>
              </a:pathLst>
            </a:custGeom>
            <a:solidFill>
              <a:srgbClr val="FDC0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0"/>
            <p:cNvSpPr/>
            <p:nvPr/>
          </p:nvSpPr>
          <p:spPr>
            <a:xfrm>
              <a:off x="7620636" y="3394450"/>
              <a:ext cx="201999" cy="41704"/>
            </a:xfrm>
            <a:custGeom>
              <a:rect b="b" l="l" r="r" t="t"/>
              <a:pathLst>
                <a:path extrusionOk="0" h="1573" w="7619">
                  <a:moveTo>
                    <a:pt x="241" y="1"/>
                  </a:moveTo>
                  <a:cubicBezTo>
                    <a:pt x="151" y="1"/>
                    <a:pt x="67" y="58"/>
                    <a:pt x="38" y="151"/>
                  </a:cubicBezTo>
                  <a:cubicBezTo>
                    <a:pt x="0" y="264"/>
                    <a:pt x="62" y="384"/>
                    <a:pt x="176" y="419"/>
                  </a:cubicBezTo>
                  <a:lnTo>
                    <a:pt x="3746" y="1561"/>
                  </a:lnTo>
                  <a:cubicBezTo>
                    <a:pt x="3769" y="1570"/>
                    <a:pt x="3791" y="1573"/>
                    <a:pt x="3813" y="1573"/>
                  </a:cubicBezTo>
                  <a:cubicBezTo>
                    <a:pt x="3835" y="1573"/>
                    <a:pt x="3857" y="1570"/>
                    <a:pt x="3875" y="1561"/>
                  </a:cubicBezTo>
                  <a:lnTo>
                    <a:pt x="7446" y="419"/>
                  </a:lnTo>
                  <a:cubicBezTo>
                    <a:pt x="7559" y="384"/>
                    <a:pt x="7619" y="264"/>
                    <a:pt x="7583" y="151"/>
                  </a:cubicBezTo>
                  <a:cubicBezTo>
                    <a:pt x="7555" y="58"/>
                    <a:pt x="7471" y="1"/>
                    <a:pt x="7381" y="1"/>
                  </a:cubicBezTo>
                  <a:cubicBezTo>
                    <a:pt x="7359" y="1"/>
                    <a:pt x="7337" y="4"/>
                    <a:pt x="7315" y="11"/>
                  </a:cubicBezTo>
                  <a:lnTo>
                    <a:pt x="3811" y="1133"/>
                  </a:lnTo>
                  <a:lnTo>
                    <a:pt x="306" y="11"/>
                  </a:lnTo>
                  <a:cubicBezTo>
                    <a:pt x="285" y="4"/>
                    <a:pt x="263" y="1"/>
                    <a:pt x="2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0"/>
            <p:cNvSpPr/>
            <p:nvPr/>
          </p:nvSpPr>
          <p:spPr>
            <a:xfrm>
              <a:off x="7706590" y="3411736"/>
              <a:ext cx="30330" cy="37939"/>
            </a:xfrm>
            <a:custGeom>
              <a:rect b="b" l="l" r="r" t="t"/>
              <a:pathLst>
                <a:path extrusionOk="0" h="1431" w="1144">
                  <a:moveTo>
                    <a:pt x="571" y="0"/>
                  </a:moveTo>
                  <a:cubicBezTo>
                    <a:pt x="256" y="0"/>
                    <a:pt x="1" y="319"/>
                    <a:pt x="1" y="714"/>
                  </a:cubicBezTo>
                  <a:cubicBezTo>
                    <a:pt x="1" y="1109"/>
                    <a:pt x="256" y="1431"/>
                    <a:pt x="571" y="1431"/>
                  </a:cubicBezTo>
                  <a:cubicBezTo>
                    <a:pt x="886" y="1431"/>
                    <a:pt x="1143" y="1109"/>
                    <a:pt x="1143" y="714"/>
                  </a:cubicBezTo>
                  <a:cubicBezTo>
                    <a:pt x="1143" y="319"/>
                    <a:pt x="886" y="0"/>
                    <a:pt x="5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0"/>
            <p:cNvSpPr/>
            <p:nvPr/>
          </p:nvSpPr>
          <p:spPr>
            <a:xfrm>
              <a:off x="7501092" y="3564448"/>
              <a:ext cx="151439" cy="147012"/>
            </a:xfrm>
            <a:custGeom>
              <a:rect b="b" l="l" r="r" t="t"/>
              <a:pathLst>
                <a:path extrusionOk="0" h="5545" w="5712">
                  <a:moveTo>
                    <a:pt x="2855" y="0"/>
                  </a:moveTo>
                  <a:cubicBezTo>
                    <a:pt x="2642" y="0"/>
                    <a:pt x="2447" y="84"/>
                    <a:pt x="2302" y="217"/>
                  </a:cubicBezTo>
                  <a:cubicBezTo>
                    <a:pt x="2258" y="261"/>
                    <a:pt x="2197" y="283"/>
                    <a:pt x="2134" y="283"/>
                  </a:cubicBezTo>
                  <a:cubicBezTo>
                    <a:pt x="2112" y="283"/>
                    <a:pt x="2091" y="280"/>
                    <a:pt x="2070" y="275"/>
                  </a:cubicBezTo>
                  <a:cubicBezTo>
                    <a:pt x="2007" y="260"/>
                    <a:pt x="1941" y="251"/>
                    <a:pt x="1874" y="251"/>
                  </a:cubicBezTo>
                  <a:cubicBezTo>
                    <a:pt x="1511" y="251"/>
                    <a:pt x="1202" y="488"/>
                    <a:pt x="1098" y="818"/>
                  </a:cubicBezTo>
                  <a:cubicBezTo>
                    <a:pt x="1072" y="896"/>
                    <a:pt x="1014" y="954"/>
                    <a:pt x="936" y="980"/>
                  </a:cubicBezTo>
                  <a:cubicBezTo>
                    <a:pt x="610" y="1085"/>
                    <a:pt x="373" y="1393"/>
                    <a:pt x="373" y="1752"/>
                  </a:cubicBezTo>
                  <a:cubicBezTo>
                    <a:pt x="373" y="1801"/>
                    <a:pt x="377" y="1845"/>
                    <a:pt x="384" y="1892"/>
                  </a:cubicBezTo>
                  <a:cubicBezTo>
                    <a:pt x="400" y="1981"/>
                    <a:pt x="366" y="2069"/>
                    <a:pt x="295" y="2125"/>
                  </a:cubicBezTo>
                  <a:cubicBezTo>
                    <a:pt x="116" y="2273"/>
                    <a:pt x="0" y="2500"/>
                    <a:pt x="0" y="2755"/>
                  </a:cubicBezTo>
                  <a:cubicBezTo>
                    <a:pt x="0" y="3070"/>
                    <a:pt x="182" y="3347"/>
                    <a:pt x="446" y="3480"/>
                  </a:cubicBezTo>
                  <a:cubicBezTo>
                    <a:pt x="626" y="4651"/>
                    <a:pt x="1635" y="5545"/>
                    <a:pt x="2855" y="5545"/>
                  </a:cubicBezTo>
                  <a:cubicBezTo>
                    <a:pt x="4075" y="5545"/>
                    <a:pt x="5084" y="4651"/>
                    <a:pt x="5263" y="3480"/>
                  </a:cubicBezTo>
                  <a:cubicBezTo>
                    <a:pt x="5527" y="3347"/>
                    <a:pt x="5711" y="3072"/>
                    <a:pt x="5711" y="2757"/>
                  </a:cubicBezTo>
                  <a:cubicBezTo>
                    <a:pt x="5711" y="2504"/>
                    <a:pt x="5594" y="2278"/>
                    <a:pt x="5414" y="2127"/>
                  </a:cubicBezTo>
                  <a:cubicBezTo>
                    <a:pt x="5343" y="2069"/>
                    <a:pt x="5308" y="1981"/>
                    <a:pt x="5326" y="1892"/>
                  </a:cubicBezTo>
                  <a:cubicBezTo>
                    <a:pt x="5332" y="1848"/>
                    <a:pt x="5337" y="1801"/>
                    <a:pt x="5337" y="1752"/>
                  </a:cubicBezTo>
                  <a:cubicBezTo>
                    <a:pt x="5337" y="1393"/>
                    <a:pt x="5099" y="1085"/>
                    <a:pt x="4773" y="980"/>
                  </a:cubicBezTo>
                  <a:cubicBezTo>
                    <a:pt x="4696" y="954"/>
                    <a:pt x="4638" y="894"/>
                    <a:pt x="4614" y="818"/>
                  </a:cubicBezTo>
                  <a:cubicBezTo>
                    <a:pt x="4509" y="488"/>
                    <a:pt x="4203" y="251"/>
                    <a:pt x="3837" y="251"/>
                  </a:cubicBezTo>
                  <a:cubicBezTo>
                    <a:pt x="3766" y="251"/>
                    <a:pt x="3704" y="260"/>
                    <a:pt x="3640" y="275"/>
                  </a:cubicBezTo>
                  <a:cubicBezTo>
                    <a:pt x="3619" y="280"/>
                    <a:pt x="3597" y="283"/>
                    <a:pt x="3576" y="283"/>
                  </a:cubicBezTo>
                  <a:cubicBezTo>
                    <a:pt x="3514" y="283"/>
                    <a:pt x="3453" y="261"/>
                    <a:pt x="3407" y="217"/>
                  </a:cubicBezTo>
                  <a:cubicBezTo>
                    <a:pt x="3263" y="84"/>
                    <a:pt x="3068" y="0"/>
                    <a:pt x="28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0"/>
            <p:cNvSpPr/>
            <p:nvPr/>
          </p:nvSpPr>
          <p:spPr>
            <a:xfrm>
              <a:off x="7546481" y="3627124"/>
              <a:ext cx="60581" cy="60661"/>
            </a:xfrm>
            <a:custGeom>
              <a:rect b="b" l="l" r="r" t="t"/>
              <a:pathLst>
                <a:path extrusionOk="0" h="2288" w="2285">
                  <a:moveTo>
                    <a:pt x="1143" y="0"/>
                  </a:moveTo>
                  <a:cubicBezTo>
                    <a:pt x="513" y="0"/>
                    <a:pt x="1" y="513"/>
                    <a:pt x="1" y="1145"/>
                  </a:cubicBezTo>
                  <a:cubicBezTo>
                    <a:pt x="1" y="1775"/>
                    <a:pt x="513" y="2287"/>
                    <a:pt x="1143" y="2287"/>
                  </a:cubicBezTo>
                  <a:cubicBezTo>
                    <a:pt x="1773" y="2287"/>
                    <a:pt x="2285" y="1775"/>
                    <a:pt x="2285" y="1145"/>
                  </a:cubicBezTo>
                  <a:cubicBezTo>
                    <a:pt x="2285" y="513"/>
                    <a:pt x="1773" y="0"/>
                    <a:pt x="1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0"/>
            <p:cNvSpPr/>
            <p:nvPr/>
          </p:nvSpPr>
          <p:spPr>
            <a:xfrm>
              <a:off x="7504803" y="3680387"/>
              <a:ext cx="143857" cy="31152"/>
            </a:xfrm>
            <a:custGeom>
              <a:rect b="b" l="l" r="r" t="t"/>
              <a:pathLst>
                <a:path extrusionOk="0" h="1175" w="5426">
                  <a:moveTo>
                    <a:pt x="1085" y="0"/>
                  </a:moveTo>
                  <a:cubicBezTo>
                    <a:pt x="1000" y="0"/>
                    <a:pt x="915" y="24"/>
                    <a:pt x="841" y="72"/>
                  </a:cubicBezTo>
                  <a:lnTo>
                    <a:pt x="723" y="143"/>
                  </a:lnTo>
                  <a:cubicBezTo>
                    <a:pt x="668" y="178"/>
                    <a:pt x="604" y="196"/>
                    <a:pt x="540" y="196"/>
                  </a:cubicBezTo>
                  <a:cubicBezTo>
                    <a:pt x="476" y="196"/>
                    <a:pt x="413" y="178"/>
                    <a:pt x="357" y="143"/>
                  </a:cubicBezTo>
                  <a:lnTo>
                    <a:pt x="350" y="138"/>
                  </a:lnTo>
                  <a:cubicBezTo>
                    <a:pt x="312" y="115"/>
                    <a:pt x="271" y="104"/>
                    <a:pt x="230" y="104"/>
                  </a:cubicBezTo>
                  <a:cubicBezTo>
                    <a:pt x="111" y="104"/>
                    <a:pt x="0" y="198"/>
                    <a:pt x="0" y="333"/>
                  </a:cubicBezTo>
                  <a:lnTo>
                    <a:pt x="0" y="491"/>
                  </a:lnTo>
                  <a:cubicBezTo>
                    <a:pt x="0" y="868"/>
                    <a:pt x="306" y="1174"/>
                    <a:pt x="685" y="1174"/>
                  </a:cubicBezTo>
                  <a:lnTo>
                    <a:pt x="4742" y="1174"/>
                  </a:lnTo>
                  <a:cubicBezTo>
                    <a:pt x="5119" y="1174"/>
                    <a:pt x="5425" y="870"/>
                    <a:pt x="5425" y="491"/>
                  </a:cubicBezTo>
                  <a:lnTo>
                    <a:pt x="5425" y="333"/>
                  </a:lnTo>
                  <a:cubicBezTo>
                    <a:pt x="5425" y="198"/>
                    <a:pt x="5317" y="102"/>
                    <a:pt x="5199" y="102"/>
                  </a:cubicBezTo>
                  <a:cubicBezTo>
                    <a:pt x="5159" y="102"/>
                    <a:pt x="5118" y="113"/>
                    <a:pt x="5079" y="138"/>
                  </a:cubicBezTo>
                  <a:lnTo>
                    <a:pt x="5072" y="143"/>
                  </a:lnTo>
                  <a:cubicBezTo>
                    <a:pt x="5017" y="178"/>
                    <a:pt x="4953" y="196"/>
                    <a:pt x="4889" y="196"/>
                  </a:cubicBezTo>
                  <a:cubicBezTo>
                    <a:pt x="4826" y="196"/>
                    <a:pt x="4762" y="178"/>
                    <a:pt x="4706" y="143"/>
                  </a:cubicBezTo>
                  <a:lnTo>
                    <a:pt x="4589" y="72"/>
                  </a:lnTo>
                  <a:cubicBezTo>
                    <a:pt x="4515" y="24"/>
                    <a:pt x="4430" y="0"/>
                    <a:pt x="4346" y="0"/>
                  </a:cubicBezTo>
                  <a:cubicBezTo>
                    <a:pt x="4261" y="0"/>
                    <a:pt x="4176" y="24"/>
                    <a:pt x="4101" y="72"/>
                  </a:cubicBezTo>
                  <a:lnTo>
                    <a:pt x="3986" y="143"/>
                  </a:lnTo>
                  <a:cubicBezTo>
                    <a:pt x="3930" y="178"/>
                    <a:pt x="3866" y="196"/>
                    <a:pt x="3803" y="196"/>
                  </a:cubicBezTo>
                  <a:cubicBezTo>
                    <a:pt x="3739" y="196"/>
                    <a:pt x="3675" y="178"/>
                    <a:pt x="3620" y="143"/>
                  </a:cubicBezTo>
                  <a:lnTo>
                    <a:pt x="3502" y="72"/>
                  </a:lnTo>
                  <a:cubicBezTo>
                    <a:pt x="3428" y="24"/>
                    <a:pt x="3344" y="0"/>
                    <a:pt x="3259" y="0"/>
                  </a:cubicBezTo>
                  <a:cubicBezTo>
                    <a:pt x="3174" y="0"/>
                    <a:pt x="3090" y="24"/>
                    <a:pt x="3014" y="72"/>
                  </a:cubicBezTo>
                  <a:lnTo>
                    <a:pt x="2899" y="143"/>
                  </a:lnTo>
                  <a:cubicBezTo>
                    <a:pt x="2843" y="178"/>
                    <a:pt x="2780" y="196"/>
                    <a:pt x="2716" y="196"/>
                  </a:cubicBezTo>
                  <a:cubicBezTo>
                    <a:pt x="2652" y="196"/>
                    <a:pt x="2588" y="178"/>
                    <a:pt x="2533" y="143"/>
                  </a:cubicBezTo>
                  <a:lnTo>
                    <a:pt x="2415" y="72"/>
                  </a:lnTo>
                  <a:cubicBezTo>
                    <a:pt x="2341" y="24"/>
                    <a:pt x="2257" y="0"/>
                    <a:pt x="2172" y="0"/>
                  </a:cubicBezTo>
                  <a:cubicBezTo>
                    <a:pt x="2088" y="0"/>
                    <a:pt x="2003" y="24"/>
                    <a:pt x="1927" y="72"/>
                  </a:cubicBezTo>
                  <a:lnTo>
                    <a:pt x="1812" y="143"/>
                  </a:lnTo>
                  <a:cubicBezTo>
                    <a:pt x="1757" y="178"/>
                    <a:pt x="1693" y="196"/>
                    <a:pt x="1629" y="196"/>
                  </a:cubicBezTo>
                  <a:cubicBezTo>
                    <a:pt x="1565" y="196"/>
                    <a:pt x="1502" y="178"/>
                    <a:pt x="1446" y="143"/>
                  </a:cubicBezTo>
                  <a:lnTo>
                    <a:pt x="1329" y="72"/>
                  </a:lnTo>
                  <a:cubicBezTo>
                    <a:pt x="1254" y="24"/>
                    <a:pt x="1169" y="0"/>
                    <a:pt x="1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1" name="Google Shape;3681;p70"/>
          <p:cNvGrpSpPr/>
          <p:nvPr/>
        </p:nvGrpSpPr>
        <p:grpSpPr>
          <a:xfrm>
            <a:off x="7498838" y="2702739"/>
            <a:ext cx="380720" cy="376424"/>
            <a:chOff x="7498838" y="2702739"/>
            <a:chExt cx="380720" cy="376424"/>
          </a:xfrm>
        </p:grpSpPr>
        <p:sp>
          <p:nvSpPr>
            <p:cNvPr id="3682" name="Google Shape;3682;p70"/>
            <p:cNvSpPr/>
            <p:nvPr/>
          </p:nvSpPr>
          <p:spPr>
            <a:xfrm>
              <a:off x="7512015" y="2731425"/>
              <a:ext cx="154515" cy="81075"/>
            </a:xfrm>
            <a:custGeom>
              <a:rect b="b" l="l" r="r" t="t"/>
              <a:pathLst>
                <a:path extrusionOk="0" h="3058" w="5828">
                  <a:moveTo>
                    <a:pt x="978" y="1"/>
                  </a:moveTo>
                  <a:cubicBezTo>
                    <a:pt x="760" y="1"/>
                    <a:pt x="542" y="85"/>
                    <a:pt x="378" y="249"/>
                  </a:cubicBezTo>
                  <a:cubicBezTo>
                    <a:pt x="371" y="254"/>
                    <a:pt x="369" y="258"/>
                    <a:pt x="367" y="263"/>
                  </a:cubicBezTo>
                  <a:cubicBezTo>
                    <a:pt x="1" y="622"/>
                    <a:pt x="39" y="1221"/>
                    <a:pt x="444" y="1531"/>
                  </a:cubicBezTo>
                  <a:cubicBezTo>
                    <a:pt x="1765" y="2549"/>
                    <a:pt x="3350" y="3058"/>
                    <a:pt x="4937" y="3058"/>
                  </a:cubicBezTo>
                  <a:cubicBezTo>
                    <a:pt x="5234" y="3058"/>
                    <a:pt x="5531" y="3040"/>
                    <a:pt x="5827" y="3004"/>
                  </a:cubicBezTo>
                  <a:lnTo>
                    <a:pt x="5827" y="1274"/>
                  </a:lnTo>
                  <a:cubicBezTo>
                    <a:pt x="5533" y="1321"/>
                    <a:pt x="5235" y="1344"/>
                    <a:pt x="4938" y="1344"/>
                  </a:cubicBezTo>
                  <a:cubicBezTo>
                    <a:pt x="3723" y="1344"/>
                    <a:pt x="2508" y="955"/>
                    <a:pt x="1498" y="178"/>
                  </a:cubicBezTo>
                  <a:cubicBezTo>
                    <a:pt x="1344" y="59"/>
                    <a:pt x="1160" y="1"/>
                    <a:pt x="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0"/>
            <p:cNvSpPr/>
            <p:nvPr/>
          </p:nvSpPr>
          <p:spPr>
            <a:xfrm>
              <a:off x="7531846" y="2748208"/>
              <a:ext cx="16438" cy="12726"/>
            </a:xfrm>
            <a:custGeom>
              <a:rect b="b" l="l" r="r" t="t"/>
              <a:pathLst>
                <a:path extrusionOk="0" h="480" w="620">
                  <a:moveTo>
                    <a:pt x="245" y="1"/>
                  </a:moveTo>
                  <a:cubicBezTo>
                    <a:pt x="158" y="1"/>
                    <a:pt x="75" y="55"/>
                    <a:pt x="42" y="142"/>
                  </a:cubicBezTo>
                  <a:cubicBezTo>
                    <a:pt x="0" y="253"/>
                    <a:pt x="60" y="375"/>
                    <a:pt x="171" y="417"/>
                  </a:cubicBezTo>
                  <a:lnTo>
                    <a:pt x="302" y="466"/>
                  </a:lnTo>
                  <a:cubicBezTo>
                    <a:pt x="326" y="475"/>
                    <a:pt x="351" y="479"/>
                    <a:pt x="375" y="479"/>
                  </a:cubicBezTo>
                  <a:cubicBezTo>
                    <a:pt x="464" y="479"/>
                    <a:pt x="544" y="428"/>
                    <a:pt x="577" y="339"/>
                  </a:cubicBezTo>
                  <a:cubicBezTo>
                    <a:pt x="619" y="229"/>
                    <a:pt x="561" y="107"/>
                    <a:pt x="450" y="64"/>
                  </a:cubicBezTo>
                  <a:lnTo>
                    <a:pt x="317" y="13"/>
                  </a:lnTo>
                  <a:cubicBezTo>
                    <a:pt x="294" y="5"/>
                    <a:pt x="269" y="1"/>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0"/>
            <p:cNvSpPr/>
            <p:nvPr/>
          </p:nvSpPr>
          <p:spPr>
            <a:xfrm>
              <a:off x="7514560" y="2836998"/>
              <a:ext cx="151970" cy="110716"/>
            </a:xfrm>
            <a:custGeom>
              <a:rect b="b" l="l" r="r" t="t"/>
              <a:pathLst>
                <a:path extrusionOk="0" h="4176" w="5732">
                  <a:moveTo>
                    <a:pt x="5731" y="0"/>
                  </a:moveTo>
                  <a:lnTo>
                    <a:pt x="3815" y="2"/>
                  </a:lnTo>
                  <a:cubicBezTo>
                    <a:pt x="3123" y="1165"/>
                    <a:pt x="2016" y="2074"/>
                    <a:pt x="661" y="2502"/>
                  </a:cubicBezTo>
                  <a:cubicBezTo>
                    <a:pt x="253" y="2628"/>
                    <a:pt x="0" y="3037"/>
                    <a:pt x="76" y="3458"/>
                  </a:cubicBezTo>
                  <a:lnTo>
                    <a:pt x="78" y="3473"/>
                  </a:lnTo>
                  <a:cubicBezTo>
                    <a:pt x="153" y="3890"/>
                    <a:pt x="513" y="4176"/>
                    <a:pt x="913" y="4176"/>
                  </a:cubicBezTo>
                  <a:cubicBezTo>
                    <a:pt x="997" y="4176"/>
                    <a:pt x="1082" y="4163"/>
                    <a:pt x="1167" y="4137"/>
                  </a:cubicBezTo>
                  <a:cubicBezTo>
                    <a:pt x="3265" y="3480"/>
                    <a:pt x="4906" y="1932"/>
                    <a:pt x="57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0"/>
            <p:cNvSpPr/>
            <p:nvPr/>
          </p:nvSpPr>
          <p:spPr>
            <a:xfrm>
              <a:off x="7531607" y="2917702"/>
              <a:ext cx="15192" cy="14290"/>
            </a:xfrm>
            <a:custGeom>
              <a:rect b="b" l="l" r="r" t="t"/>
              <a:pathLst>
                <a:path extrusionOk="0" h="539" w="573">
                  <a:moveTo>
                    <a:pt x="331" y="0"/>
                  </a:moveTo>
                  <a:cubicBezTo>
                    <a:pt x="269" y="0"/>
                    <a:pt x="209" y="26"/>
                    <a:pt x="167" y="77"/>
                  </a:cubicBezTo>
                  <a:lnTo>
                    <a:pt x="76" y="185"/>
                  </a:lnTo>
                  <a:cubicBezTo>
                    <a:pt x="0" y="279"/>
                    <a:pt x="14" y="414"/>
                    <a:pt x="105" y="487"/>
                  </a:cubicBezTo>
                  <a:cubicBezTo>
                    <a:pt x="145" y="523"/>
                    <a:pt x="193" y="538"/>
                    <a:pt x="242" y="538"/>
                  </a:cubicBezTo>
                  <a:cubicBezTo>
                    <a:pt x="304" y="538"/>
                    <a:pt x="364" y="514"/>
                    <a:pt x="406" y="460"/>
                  </a:cubicBezTo>
                  <a:lnTo>
                    <a:pt x="497" y="352"/>
                  </a:lnTo>
                  <a:cubicBezTo>
                    <a:pt x="573" y="261"/>
                    <a:pt x="562" y="126"/>
                    <a:pt x="471" y="50"/>
                  </a:cubicBezTo>
                  <a:cubicBezTo>
                    <a:pt x="429" y="17"/>
                    <a:pt x="380" y="0"/>
                    <a:pt x="3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0"/>
            <p:cNvSpPr/>
            <p:nvPr/>
          </p:nvSpPr>
          <p:spPr>
            <a:xfrm>
              <a:off x="7549132" y="2939018"/>
              <a:ext cx="280211" cy="140145"/>
            </a:xfrm>
            <a:custGeom>
              <a:rect b="b" l="l" r="r" t="t"/>
              <a:pathLst>
                <a:path extrusionOk="0" h="5286" w="10569">
                  <a:moveTo>
                    <a:pt x="5286" y="0"/>
                  </a:moveTo>
                  <a:cubicBezTo>
                    <a:pt x="2469" y="0"/>
                    <a:pt x="167" y="2205"/>
                    <a:pt x="9" y="4982"/>
                  </a:cubicBezTo>
                  <a:cubicBezTo>
                    <a:pt x="0" y="5146"/>
                    <a:pt x="131" y="5286"/>
                    <a:pt x="295" y="5286"/>
                  </a:cubicBezTo>
                  <a:lnTo>
                    <a:pt x="1143" y="5286"/>
                  </a:lnTo>
                  <a:cubicBezTo>
                    <a:pt x="1143" y="5286"/>
                    <a:pt x="3500" y="4671"/>
                    <a:pt x="5119" y="4671"/>
                  </a:cubicBezTo>
                  <a:cubicBezTo>
                    <a:pt x="6885" y="4671"/>
                    <a:pt x="9424" y="5286"/>
                    <a:pt x="9424" y="5286"/>
                  </a:cubicBezTo>
                  <a:lnTo>
                    <a:pt x="10272" y="5286"/>
                  </a:lnTo>
                  <a:cubicBezTo>
                    <a:pt x="10438" y="5286"/>
                    <a:pt x="10569" y="5146"/>
                    <a:pt x="10560" y="4982"/>
                  </a:cubicBezTo>
                  <a:cubicBezTo>
                    <a:pt x="10402" y="2205"/>
                    <a:pt x="8100" y="0"/>
                    <a:pt x="5286" y="0"/>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0"/>
            <p:cNvSpPr/>
            <p:nvPr/>
          </p:nvSpPr>
          <p:spPr>
            <a:xfrm>
              <a:off x="7579410" y="3029267"/>
              <a:ext cx="219656" cy="49897"/>
            </a:xfrm>
            <a:custGeom>
              <a:rect b="b" l="l" r="r" t="t"/>
              <a:pathLst>
                <a:path extrusionOk="0" h="1882" w="8285">
                  <a:moveTo>
                    <a:pt x="2194" y="1"/>
                  </a:moveTo>
                  <a:cubicBezTo>
                    <a:pt x="1922" y="1"/>
                    <a:pt x="1649" y="66"/>
                    <a:pt x="1400" y="196"/>
                  </a:cubicBezTo>
                  <a:cubicBezTo>
                    <a:pt x="866" y="473"/>
                    <a:pt x="238" y="979"/>
                    <a:pt x="1" y="1882"/>
                  </a:cubicBezTo>
                  <a:lnTo>
                    <a:pt x="8284" y="1882"/>
                  </a:lnTo>
                  <a:cubicBezTo>
                    <a:pt x="8045" y="979"/>
                    <a:pt x="7419" y="473"/>
                    <a:pt x="6885" y="196"/>
                  </a:cubicBezTo>
                  <a:cubicBezTo>
                    <a:pt x="6636" y="66"/>
                    <a:pt x="6362" y="1"/>
                    <a:pt x="6090" y="1"/>
                  </a:cubicBezTo>
                  <a:cubicBezTo>
                    <a:pt x="5805" y="1"/>
                    <a:pt x="5520" y="72"/>
                    <a:pt x="5264" y="214"/>
                  </a:cubicBezTo>
                  <a:cubicBezTo>
                    <a:pt x="4969" y="376"/>
                    <a:pt x="4634" y="597"/>
                    <a:pt x="4345" y="884"/>
                  </a:cubicBezTo>
                  <a:cubicBezTo>
                    <a:pt x="4288" y="939"/>
                    <a:pt x="4215" y="967"/>
                    <a:pt x="4142" y="967"/>
                  </a:cubicBezTo>
                  <a:cubicBezTo>
                    <a:pt x="4069" y="967"/>
                    <a:pt x="3996" y="939"/>
                    <a:pt x="3940" y="884"/>
                  </a:cubicBezTo>
                  <a:cubicBezTo>
                    <a:pt x="3651" y="600"/>
                    <a:pt x="3316" y="378"/>
                    <a:pt x="3021" y="214"/>
                  </a:cubicBezTo>
                  <a:cubicBezTo>
                    <a:pt x="2764" y="72"/>
                    <a:pt x="2479" y="1"/>
                    <a:pt x="2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0"/>
            <p:cNvSpPr/>
            <p:nvPr/>
          </p:nvSpPr>
          <p:spPr>
            <a:xfrm>
              <a:off x="7498838" y="2814701"/>
              <a:ext cx="173206" cy="232833"/>
            </a:xfrm>
            <a:custGeom>
              <a:rect b="b" l="l" r="r" t="t"/>
              <a:pathLst>
                <a:path extrusionOk="0" h="8782" w="6533">
                  <a:moveTo>
                    <a:pt x="5564" y="1"/>
                  </a:moveTo>
                  <a:lnTo>
                    <a:pt x="5564" y="1"/>
                  </a:lnTo>
                  <a:cubicBezTo>
                    <a:pt x="5355" y="56"/>
                    <a:pt x="5149" y="111"/>
                    <a:pt x="4943" y="167"/>
                  </a:cubicBezTo>
                  <a:cubicBezTo>
                    <a:pt x="4392" y="313"/>
                    <a:pt x="4024" y="832"/>
                    <a:pt x="4078" y="1398"/>
                  </a:cubicBezTo>
                  <a:cubicBezTo>
                    <a:pt x="4302" y="3846"/>
                    <a:pt x="2898" y="6186"/>
                    <a:pt x="611" y="7131"/>
                  </a:cubicBezTo>
                  <a:cubicBezTo>
                    <a:pt x="214" y="7293"/>
                    <a:pt x="1" y="7723"/>
                    <a:pt x="114" y="8136"/>
                  </a:cubicBezTo>
                  <a:lnTo>
                    <a:pt x="121" y="8151"/>
                  </a:lnTo>
                  <a:cubicBezTo>
                    <a:pt x="222" y="8535"/>
                    <a:pt x="568" y="8781"/>
                    <a:pt x="939" y="8781"/>
                  </a:cubicBezTo>
                  <a:cubicBezTo>
                    <a:pt x="1046" y="8781"/>
                    <a:pt x="1155" y="8761"/>
                    <a:pt x="1261" y="8717"/>
                  </a:cubicBezTo>
                  <a:cubicBezTo>
                    <a:pt x="4634" y="7331"/>
                    <a:pt x="6533" y="3618"/>
                    <a:pt x="5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0"/>
            <p:cNvSpPr/>
            <p:nvPr/>
          </p:nvSpPr>
          <p:spPr>
            <a:xfrm>
              <a:off x="7517317" y="3016196"/>
              <a:ext cx="15139" cy="14290"/>
            </a:xfrm>
            <a:custGeom>
              <a:rect b="b" l="l" r="r" t="t"/>
              <a:pathLst>
                <a:path extrusionOk="0" h="539" w="571">
                  <a:moveTo>
                    <a:pt x="330" y="0"/>
                  </a:moveTo>
                  <a:cubicBezTo>
                    <a:pt x="268" y="0"/>
                    <a:pt x="208" y="26"/>
                    <a:pt x="167" y="77"/>
                  </a:cubicBezTo>
                  <a:lnTo>
                    <a:pt x="74" y="185"/>
                  </a:lnTo>
                  <a:cubicBezTo>
                    <a:pt x="0" y="279"/>
                    <a:pt x="12" y="414"/>
                    <a:pt x="102" y="489"/>
                  </a:cubicBezTo>
                  <a:cubicBezTo>
                    <a:pt x="145" y="523"/>
                    <a:pt x="191" y="538"/>
                    <a:pt x="240" y="538"/>
                  </a:cubicBezTo>
                  <a:cubicBezTo>
                    <a:pt x="304" y="538"/>
                    <a:pt x="364" y="514"/>
                    <a:pt x="404" y="461"/>
                  </a:cubicBezTo>
                  <a:lnTo>
                    <a:pt x="495" y="352"/>
                  </a:lnTo>
                  <a:cubicBezTo>
                    <a:pt x="570" y="261"/>
                    <a:pt x="559" y="126"/>
                    <a:pt x="468" y="50"/>
                  </a:cubicBezTo>
                  <a:cubicBezTo>
                    <a:pt x="428" y="17"/>
                    <a:pt x="379" y="0"/>
                    <a:pt x="3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0"/>
            <p:cNvSpPr/>
            <p:nvPr/>
          </p:nvSpPr>
          <p:spPr>
            <a:xfrm>
              <a:off x="7711946" y="2836919"/>
              <a:ext cx="151864" cy="110743"/>
            </a:xfrm>
            <a:custGeom>
              <a:rect b="b" l="l" r="r" t="t"/>
              <a:pathLst>
                <a:path extrusionOk="0" h="4177" w="5728">
                  <a:moveTo>
                    <a:pt x="1" y="1"/>
                  </a:moveTo>
                  <a:cubicBezTo>
                    <a:pt x="826" y="1935"/>
                    <a:pt x="2467" y="3481"/>
                    <a:pt x="4565" y="4137"/>
                  </a:cubicBezTo>
                  <a:cubicBezTo>
                    <a:pt x="4650" y="4164"/>
                    <a:pt x="4736" y="4177"/>
                    <a:pt x="4819" y="4177"/>
                  </a:cubicBezTo>
                  <a:cubicBezTo>
                    <a:pt x="5218" y="4177"/>
                    <a:pt x="5579" y="3892"/>
                    <a:pt x="5652" y="3474"/>
                  </a:cubicBezTo>
                  <a:lnTo>
                    <a:pt x="5656" y="3459"/>
                  </a:lnTo>
                  <a:cubicBezTo>
                    <a:pt x="5727" y="3040"/>
                    <a:pt x="5479" y="2629"/>
                    <a:pt x="5073" y="2498"/>
                  </a:cubicBezTo>
                  <a:cubicBezTo>
                    <a:pt x="3718" y="2073"/>
                    <a:pt x="2611" y="1163"/>
                    <a:pt x="19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0"/>
            <p:cNvSpPr/>
            <p:nvPr/>
          </p:nvSpPr>
          <p:spPr>
            <a:xfrm>
              <a:off x="7831623" y="2917702"/>
              <a:ext cx="15139" cy="14290"/>
            </a:xfrm>
            <a:custGeom>
              <a:rect b="b" l="l" r="r" t="t"/>
              <a:pathLst>
                <a:path extrusionOk="0" h="539" w="571">
                  <a:moveTo>
                    <a:pt x="240" y="0"/>
                  </a:moveTo>
                  <a:cubicBezTo>
                    <a:pt x="191" y="0"/>
                    <a:pt x="143" y="17"/>
                    <a:pt x="102" y="50"/>
                  </a:cubicBezTo>
                  <a:cubicBezTo>
                    <a:pt x="11" y="128"/>
                    <a:pt x="0" y="261"/>
                    <a:pt x="76" y="352"/>
                  </a:cubicBezTo>
                  <a:lnTo>
                    <a:pt x="167" y="460"/>
                  </a:lnTo>
                  <a:cubicBezTo>
                    <a:pt x="209" y="514"/>
                    <a:pt x="269" y="538"/>
                    <a:pt x="331" y="538"/>
                  </a:cubicBezTo>
                  <a:cubicBezTo>
                    <a:pt x="377" y="538"/>
                    <a:pt x="426" y="523"/>
                    <a:pt x="468" y="487"/>
                  </a:cubicBezTo>
                  <a:cubicBezTo>
                    <a:pt x="559" y="409"/>
                    <a:pt x="570" y="279"/>
                    <a:pt x="497" y="185"/>
                  </a:cubicBezTo>
                  <a:lnTo>
                    <a:pt x="404" y="77"/>
                  </a:lnTo>
                  <a:cubicBezTo>
                    <a:pt x="361" y="26"/>
                    <a:pt x="300" y="0"/>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0"/>
            <p:cNvSpPr/>
            <p:nvPr/>
          </p:nvSpPr>
          <p:spPr>
            <a:xfrm>
              <a:off x="7711839" y="2731425"/>
              <a:ext cx="154488" cy="81075"/>
            </a:xfrm>
            <a:custGeom>
              <a:rect b="b" l="l" r="r" t="t"/>
              <a:pathLst>
                <a:path extrusionOk="0" h="3058" w="5827">
                  <a:moveTo>
                    <a:pt x="4852" y="1"/>
                  </a:moveTo>
                  <a:cubicBezTo>
                    <a:pt x="4669" y="1"/>
                    <a:pt x="4486" y="59"/>
                    <a:pt x="4332" y="178"/>
                  </a:cubicBezTo>
                  <a:cubicBezTo>
                    <a:pt x="3320" y="955"/>
                    <a:pt x="2105" y="1344"/>
                    <a:pt x="890" y="1344"/>
                  </a:cubicBezTo>
                  <a:cubicBezTo>
                    <a:pt x="592" y="1344"/>
                    <a:pt x="295" y="1321"/>
                    <a:pt x="0" y="1274"/>
                  </a:cubicBezTo>
                  <a:lnTo>
                    <a:pt x="0" y="3004"/>
                  </a:lnTo>
                  <a:cubicBezTo>
                    <a:pt x="296" y="3040"/>
                    <a:pt x="594" y="3058"/>
                    <a:pt x="892" y="3058"/>
                  </a:cubicBezTo>
                  <a:cubicBezTo>
                    <a:pt x="2480" y="3058"/>
                    <a:pt x="4065" y="2549"/>
                    <a:pt x="5385" y="1531"/>
                  </a:cubicBezTo>
                  <a:cubicBezTo>
                    <a:pt x="5791" y="1221"/>
                    <a:pt x="5827" y="622"/>
                    <a:pt x="5463" y="263"/>
                  </a:cubicBezTo>
                  <a:cubicBezTo>
                    <a:pt x="5461" y="258"/>
                    <a:pt x="5459" y="254"/>
                    <a:pt x="5452" y="249"/>
                  </a:cubicBezTo>
                  <a:cubicBezTo>
                    <a:pt x="5287" y="85"/>
                    <a:pt x="5070" y="1"/>
                    <a:pt x="48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0"/>
            <p:cNvSpPr/>
            <p:nvPr/>
          </p:nvSpPr>
          <p:spPr>
            <a:xfrm>
              <a:off x="7830138" y="2748208"/>
              <a:ext cx="16438" cy="12726"/>
            </a:xfrm>
            <a:custGeom>
              <a:rect b="b" l="l" r="r" t="t"/>
              <a:pathLst>
                <a:path extrusionOk="0" h="480" w="620">
                  <a:moveTo>
                    <a:pt x="375" y="1"/>
                  </a:moveTo>
                  <a:cubicBezTo>
                    <a:pt x="351" y="1"/>
                    <a:pt x="326" y="5"/>
                    <a:pt x="302" y="13"/>
                  </a:cubicBezTo>
                  <a:lnTo>
                    <a:pt x="169" y="64"/>
                  </a:lnTo>
                  <a:cubicBezTo>
                    <a:pt x="58" y="107"/>
                    <a:pt x="1" y="229"/>
                    <a:pt x="43" y="339"/>
                  </a:cubicBezTo>
                  <a:cubicBezTo>
                    <a:pt x="76" y="428"/>
                    <a:pt x="156" y="479"/>
                    <a:pt x="245" y="479"/>
                  </a:cubicBezTo>
                  <a:cubicBezTo>
                    <a:pt x="269" y="479"/>
                    <a:pt x="291" y="477"/>
                    <a:pt x="316" y="466"/>
                  </a:cubicBezTo>
                  <a:lnTo>
                    <a:pt x="449" y="417"/>
                  </a:lnTo>
                  <a:cubicBezTo>
                    <a:pt x="560" y="375"/>
                    <a:pt x="620" y="253"/>
                    <a:pt x="577" y="142"/>
                  </a:cubicBezTo>
                  <a:cubicBezTo>
                    <a:pt x="544" y="55"/>
                    <a:pt x="462" y="1"/>
                    <a:pt x="3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0"/>
            <p:cNvSpPr/>
            <p:nvPr/>
          </p:nvSpPr>
          <p:spPr>
            <a:xfrm>
              <a:off x="7706431" y="2814701"/>
              <a:ext cx="173127" cy="232833"/>
            </a:xfrm>
            <a:custGeom>
              <a:rect b="b" l="l" r="r" t="t"/>
              <a:pathLst>
                <a:path extrusionOk="0" h="8782" w="6530">
                  <a:moveTo>
                    <a:pt x="972" y="1"/>
                  </a:moveTo>
                  <a:lnTo>
                    <a:pt x="972" y="1"/>
                  </a:lnTo>
                  <a:cubicBezTo>
                    <a:pt x="0" y="3618"/>
                    <a:pt x="1899" y="7331"/>
                    <a:pt x="5274" y="8717"/>
                  </a:cubicBezTo>
                  <a:cubicBezTo>
                    <a:pt x="5380" y="8761"/>
                    <a:pt x="5489" y="8781"/>
                    <a:pt x="5596" y="8781"/>
                  </a:cubicBezTo>
                  <a:cubicBezTo>
                    <a:pt x="5966" y="8781"/>
                    <a:pt x="6312" y="8535"/>
                    <a:pt x="6412" y="8151"/>
                  </a:cubicBezTo>
                  <a:lnTo>
                    <a:pt x="6419" y="8136"/>
                  </a:lnTo>
                  <a:cubicBezTo>
                    <a:pt x="6530" y="7723"/>
                    <a:pt x="6317" y="7293"/>
                    <a:pt x="5920" y="7131"/>
                  </a:cubicBezTo>
                  <a:cubicBezTo>
                    <a:pt x="3633" y="6186"/>
                    <a:pt x="2229" y="3846"/>
                    <a:pt x="2453" y="1398"/>
                  </a:cubicBezTo>
                  <a:cubicBezTo>
                    <a:pt x="2507" y="832"/>
                    <a:pt x="2138" y="313"/>
                    <a:pt x="1591" y="167"/>
                  </a:cubicBezTo>
                  <a:cubicBezTo>
                    <a:pt x="1384" y="111"/>
                    <a:pt x="1178" y="56"/>
                    <a:pt x="9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0"/>
            <p:cNvSpPr/>
            <p:nvPr/>
          </p:nvSpPr>
          <p:spPr>
            <a:xfrm>
              <a:off x="7845834" y="3016196"/>
              <a:ext cx="15218" cy="14290"/>
            </a:xfrm>
            <a:custGeom>
              <a:rect b="b" l="l" r="r" t="t"/>
              <a:pathLst>
                <a:path extrusionOk="0" h="539" w="574">
                  <a:moveTo>
                    <a:pt x="243" y="0"/>
                  </a:moveTo>
                  <a:cubicBezTo>
                    <a:pt x="194" y="0"/>
                    <a:pt x="146" y="17"/>
                    <a:pt x="105" y="50"/>
                  </a:cubicBezTo>
                  <a:cubicBezTo>
                    <a:pt x="12" y="128"/>
                    <a:pt x="1" y="261"/>
                    <a:pt x="76" y="352"/>
                  </a:cubicBezTo>
                  <a:lnTo>
                    <a:pt x="167" y="461"/>
                  </a:lnTo>
                  <a:cubicBezTo>
                    <a:pt x="209" y="514"/>
                    <a:pt x="269" y="538"/>
                    <a:pt x="331" y="538"/>
                  </a:cubicBezTo>
                  <a:cubicBezTo>
                    <a:pt x="380" y="538"/>
                    <a:pt x="431" y="523"/>
                    <a:pt x="471" y="489"/>
                  </a:cubicBezTo>
                  <a:cubicBezTo>
                    <a:pt x="562" y="409"/>
                    <a:pt x="573" y="279"/>
                    <a:pt x="498" y="185"/>
                  </a:cubicBezTo>
                  <a:lnTo>
                    <a:pt x="407" y="77"/>
                  </a:lnTo>
                  <a:cubicBezTo>
                    <a:pt x="364" y="26"/>
                    <a:pt x="303" y="0"/>
                    <a:pt x="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0"/>
            <p:cNvSpPr/>
            <p:nvPr/>
          </p:nvSpPr>
          <p:spPr>
            <a:xfrm>
              <a:off x="7609819" y="2759370"/>
              <a:ext cx="185190" cy="210827"/>
            </a:xfrm>
            <a:custGeom>
              <a:rect b="b" l="l" r="r" t="t"/>
              <a:pathLst>
                <a:path extrusionOk="0" h="7952" w="6985">
                  <a:moveTo>
                    <a:pt x="2992" y="1"/>
                  </a:moveTo>
                  <a:cubicBezTo>
                    <a:pt x="2262" y="1"/>
                    <a:pt x="1579" y="207"/>
                    <a:pt x="987" y="564"/>
                  </a:cubicBezTo>
                  <a:cubicBezTo>
                    <a:pt x="328" y="1402"/>
                    <a:pt x="0" y="2460"/>
                    <a:pt x="0" y="3148"/>
                  </a:cubicBezTo>
                  <a:cubicBezTo>
                    <a:pt x="0" y="5687"/>
                    <a:pt x="1919" y="7903"/>
                    <a:pt x="4596" y="7952"/>
                  </a:cubicBezTo>
                  <a:cubicBezTo>
                    <a:pt x="6004" y="7311"/>
                    <a:pt x="6984" y="5851"/>
                    <a:pt x="6984" y="4150"/>
                  </a:cubicBezTo>
                  <a:cubicBezTo>
                    <a:pt x="6984" y="1857"/>
                    <a:pt x="5197" y="1"/>
                    <a:pt x="2992" y="1"/>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0"/>
            <p:cNvSpPr/>
            <p:nvPr/>
          </p:nvSpPr>
          <p:spPr>
            <a:xfrm>
              <a:off x="7583466" y="2774243"/>
              <a:ext cx="148205" cy="205127"/>
            </a:xfrm>
            <a:custGeom>
              <a:rect b="b" l="l" r="r" t="t"/>
              <a:pathLst>
                <a:path extrusionOk="0" h="7737" w="5590">
                  <a:moveTo>
                    <a:pt x="1986" y="1"/>
                  </a:moveTo>
                  <a:lnTo>
                    <a:pt x="1986" y="1"/>
                  </a:lnTo>
                  <a:cubicBezTo>
                    <a:pt x="799" y="717"/>
                    <a:pt x="1" y="2057"/>
                    <a:pt x="1" y="3587"/>
                  </a:cubicBezTo>
                  <a:cubicBezTo>
                    <a:pt x="1" y="5880"/>
                    <a:pt x="1786" y="7737"/>
                    <a:pt x="3991" y="7737"/>
                  </a:cubicBezTo>
                  <a:cubicBezTo>
                    <a:pt x="4558" y="7737"/>
                    <a:pt x="5100" y="7615"/>
                    <a:pt x="5590" y="7391"/>
                  </a:cubicBezTo>
                  <a:cubicBezTo>
                    <a:pt x="3296" y="6648"/>
                    <a:pt x="1640" y="4496"/>
                    <a:pt x="1642" y="1955"/>
                  </a:cubicBezTo>
                  <a:cubicBezTo>
                    <a:pt x="1642" y="1269"/>
                    <a:pt x="1764" y="611"/>
                    <a:pt x="1986" y="1"/>
                  </a:cubicBezTo>
                  <a:close/>
                </a:path>
              </a:pathLst>
            </a:custGeom>
            <a:solidFill>
              <a:srgbClr val="F2B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0"/>
            <p:cNvSpPr/>
            <p:nvPr/>
          </p:nvSpPr>
          <p:spPr>
            <a:xfrm>
              <a:off x="7628564" y="2710454"/>
              <a:ext cx="45495" cy="105970"/>
            </a:xfrm>
            <a:custGeom>
              <a:rect b="b" l="l" r="r" t="t"/>
              <a:pathLst>
                <a:path extrusionOk="0" h="3997" w="1716">
                  <a:moveTo>
                    <a:pt x="581" y="0"/>
                  </a:moveTo>
                  <a:cubicBezTo>
                    <a:pt x="578" y="0"/>
                    <a:pt x="576" y="0"/>
                    <a:pt x="573" y="0"/>
                  </a:cubicBezTo>
                  <a:cubicBezTo>
                    <a:pt x="486" y="0"/>
                    <a:pt x="400" y="11"/>
                    <a:pt x="322" y="36"/>
                  </a:cubicBezTo>
                  <a:cubicBezTo>
                    <a:pt x="183" y="226"/>
                    <a:pt x="107" y="459"/>
                    <a:pt x="107" y="546"/>
                  </a:cubicBezTo>
                  <a:lnTo>
                    <a:pt x="1" y="2855"/>
                  </a:lnTo>
                  <a:cubicBezTo>
                    <a:pt x="1" y="3329"/>
                    <a:pt x="444" y="3997"/>
                    <a:pt x="919" y="3997"/>
                  </a:cubicBezTo>
                  <a:cubicBezTo>
                    <a:pt x="1005" y="3997"/>
                    <a:pt x="1309" y="3795"/>
                    <a:pt x="1394" y="3675"/>
                  </a:cubicBezTo>
                  <a:cubicBezTo>
                    <a:pt x="1416" y="3595"/>
                    <a:pt x="1429" y="3511"/>
                    <a:pt x="1429" y="3427"/>
                  </a:cubicBezTo>
                  <a:lnTo>
                    <a:pt x="1715" y="2067"/>
                  </a:lnTo>
                  <a:lnTo>
                    <a:pt x="1429" y="854"/>
                  </a:lnTo>
                  <a:cubicBezTo>
                    <a:pt x="1429" y="382"/>
                    <a:pt x="1052" y="0"/>
                    <a:pt x="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0"/>
            <p:cNvSpPr/>
            <p:nvPr/>
          </p:nvSpPr>
          <p:spPr>
            <a:xfrm>
              <a:off x="7613452" y="2711382"/>
              <a:ext cx="52071" cy="112652"/>
            </a:xfrm>
            <a:custGeom>
              <a:rect b="b" l="l" r="r" t="t"/>
              <a:pathLst>
                <a:path extrusionOk="0" h="4249" w="1964">
                  <a:moveTo>
                    <a:pt x="897" y="1"/>
                  </a:moveTo>
                  <a:cubicBezTo>
                    <a:pt x="759" y="43"/>
                    <a:pt x="635" y="116"/>
                    <a:pt x="537" y="214"/>
                  </a:cubicBezTo>
                  <a:cubicBezTo>
                    <a:pt x="382" y="369"/>
                    <a:pt x="287" y="586"/>
                    <a:pt x="287" y="821"/>
                  </a:cubicBezTo>
                  <a:lnTo>
                    <a:pt x="1" y="2123"/>
                  </a:lnTo>
                  <a:lnTo>
                    <a:pt x="287" y="3390"/>
                  </a:lnTo>
                  <a:cubicBezTo>
                    <a:pt x="287" y="3864"/>
                    <a:pt x="668" y="4248"/>
                    <a:pt x="1143" y="4248"/>
                  </a:cubicBezTo>
                  <a:cubicBezTo>
                    <a:pt x="1380" y="4248"/>
                    <a:pt x="1595" y="4150"/>
                    <a:pt x="1751" y="3995"/>
                  </a:cubicBezTo>
                  <a:cubicBezTo>
                    <a:pt x="1846" y="3895"/>
                    <a:pt x="1921" y="3773"/>
                    <a:pt x="1964" y="3638"/>
                  </a:cubicBezTo>
                  <a:lnTo>
                    <a:pt x="1964" y="3638"/>
                  </a:lnTo>
                  <a:cubicBezTo>
                    <a:pt x="1886" y="3660"/>
                    <a:pt x="1802" y="3674"/>
                    <a:pt x="1717" y="3676"/>
                  </a:cubicBezTo>
                  <a:cubicBezTo>
                    <a:pt x="1243" y="3676"/>
                    <a:pt x="859" y="3294"/>
                    <a:pt x="859" y="2820"/>
                  </a:cubicBezTo>
                  <a:lnTo>
                    <a:pt x="859" y="249"/>
                  </a:lnTo>
                  <a:cubicBezTo>
                    <a:pt x="859" y="165"/>
                    <a:pt x="870" y="78"/>
                    <a:pt x="8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0"/>
            <p:cNvSpPr/>
            <p:nvPr/>
          </p:nvSpPr>
          <p:spPr>
            <a:xfrm>
              <a:off x="7722232" y="2710321"/>
              <a:ext cx="42738" cy="106050"/>
            </a:xfrm>
            <a:custGeom>
              <a:rect b="b" l="l" r="r" t="t"/>
              <a:pathLst>
                <a:path extrusionOk="0" h="4000" w="1612">
                  <a:moveTo>
                    <a:pt x="471" y="1"/>
                  </a:moveTo>
                  <a:cubicBezTo>
                    <a:pt x="387" y="1"/>
                    <a:pt x="300" y="12"/>
                    <a:pt x="223" y="36"/>
                  </a:cubicBezTo>
                  <a:cubicBezTo>
                    <a:pt x="116" y="167"/>
                    <a:pt x="45" y="362"/>
                    <a:pt x="45" y="447"/>
                  </a:cubicBezTo>
                  <a:lnTo>
                    <a:pt x="1" y="2853"/>
                  </a:lnTo>
                  <a:cubicBezTo>
                    <a:pt x="1" y="3328"/>
                    <a:pt x="311" y="4000"/>
                    <a:pt x="786" y="4000"/>
                  </a:cubicBezTo>
                  <a:cubicBezTo>
                    <a:pt x="870" y="4000"/>
                    <a:pt x="1165" y="3811"/>
                    <a:pt x="1289" y="3678"/>
                  </a:cubicBezTo>
                  <a:cubicBezTo>
                    <a:pt x="1312" y="3596"/>
                    <a:pt x="1325" y="3514"/>
                    <a:pt x="1325" y="3427"/>
                  </a:cubicBezTo>
                  <a:lnTo>
                    <a:pt x="1611" y="2327"/>
                  </a:lnTo>
                  <a:lnTo>
                    <a:pt x="1325" y="859"/>
                  </a:lnTo>
                  <a:cubicBezTo>
                    <a:pt x="1325" y="384"/>
                    <a:pt x="939" y="1"/>
                    <a:pt x="4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0"/>
            <p:cNvSpPr/>
            <p:nvPr/>
          </p:nvSpPr>
          <p:spPr>
            <a:xfrm>
              <a:off x="7704310" y="2711276"/>
              <a:ext cx="52071" cy="112758"/>
            </a:xfrm>
            <a:custGeom>
              <a:rect b="b" l="l" r="r" t="t"/>
              <a:pathLst>
                <a:path extrusionOk="0" h="4253" w="1964">
                  <a:moveTo>
                    <a:pt x="894" y="0"/>
                  </a:moveTo>
                  <a:lnTo>
                    <a:pt x="894" y="0"/>
                  </a:lnTo>
                  <a:cubicBezTo>
                    <a:pt x="759" y="42"/>
                    <a:pt x="635" y="118"/>
                    <a:pt x="537" y="215"/>
                  </a:cubicBezTo>
                  <a:cubicBezTo>
                    <a:pt x="382" y="371"/>
                    <a:pt x="284" y="586"/>
                    <a:pt x="284" y="821"/>
                  </a:cubicBezTo>
                  <a:lnTo>
                    <a:pt x="0" y="2036"/>
                  </a:lnTo>
                  <a:lnTo>
                    <a:pt x="284" y="3394"/>
                  </a:lnTo>
                  <a:cubicBezTo>
                    <a:pt x="284" y="3868"/>
                    <a:pt x="668" y="4252"/>
                    <a:pt x="1143" y="4252"/>
                  </a:cubicBezTo>
                  <a:cubicBezTo>
                    <a:pt x="1380" y="4252"/>
                    <a:pt x="1593" y="4154"/>
                    <a:pt x="1748" y="3999"/>
                  </a:cubicBezTo>
                  <a:cubicBezTo>
                    <a:pt x="1846" y="3899"/>
                    <a:pt x="1921" y="3777"/>
                    <a:pt x="1963" y="3642"/>
                  </a:cubicBezTo>
                  <a:lnTo>
                    <a:pt x="1963" y="3642"/>
                  </a:lnTo>
                  <a:cubicBezTo>
                    <a:pt x="1886" y="3664"/>
                    <a:pt x="1801" y="3678"/>
                    <a:pt x="1717" y="3678"/>
                  </a:cubicBezTo>
                  <a:cubicBezTo>
                    <a:pt x="1242" y="3678"/>
                    <a:pt x="859" y="3294"/>
                    <a:pt x="859" y="2821"/>
                  </a:cubicBezTo>
                  <a:lnTo>
                    <a:pt x="859" y="251"/>
                  </a:lnTo>
                  <a:cubicBezTo>
                    <a:pt x="859" y="164"/>
                    <a:pt x="870" y="80"/>
                    <a:pt x="8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0"/>
            <p:cNvSpPr/>
            <p:nvPr/>
          </p:nvSpPr>
          <p:spPr>
            <a:xfrm>
              <a:off x="7673847" y="2702739"/>
              <a:ext cx="38125" cy="127578"/>
            </a:xfrm>
            <a:custGeom>
              <a:rect b="b" l="l" r="r" t="t"/>
              <a:pathLst>
                <a:path extrusionOk="0" h="4812" w="1438">
                  <a:moveTo>
                    <a:pt x="584" y="1"/>
                  </a:moveTo>
                  <a:cubicBezTo>
                    <a:pt x="497" y="1"/>
                    <a:pt x="411" y="14"/>
                    <a:pt x="333" y="38"/>
                  </a:cubicBezTo>
                  <a:cubicBezTo>
                    <a:pt x="131" y="287"/>
                    <a:pt x="87" y="369"/>
                    <a:pt x="87" y="453"/>
                  </a:cubicBezTo>
                  <a:lnTo>
                    <a:pt x="1" y="3716"/>
                  </a:lnTo>
                  <a:cubicBezTo>
                    <a:pt x="1" y="4188"/>
                    <a:pt x="371" y="4811"/>
                    <a:pt x="843" y="4811"/>
                  </a:cubicBezTo>
                  <a:cubicBezTo>
                    <a:pt x="930" y="4811"/>
                    <a:pt x="1176" y="4776"/>
                    <a:pt x="1402" y="4534"/>
                  </a:cubicBezTo>
                  <a:cubicBezTo>
                    <a:pt x="1424" y="4454"/>
                    <a:pt x="1438" y="4370"/>
                    <a:pt x="1438" y="4286"/>
                  </a:cubicBezTo>
                  <a:lnTo>
                    <a:pt x="1438" y="859"/>
                  </a:lnTo>
                  <a:cubicBezTo>
                    <a:pt x="1438" y="384"/>
                    <a:pt x="1052" y="1"/>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0"/>
            <p:cNvSpPr/>
            <p:nvPr/>
          </p:nvSpPr>
          <p:spPr>
            <a:xfrm>
              <a:off x="7666503" y="2703799"/>
              <a:ext cx="44408" cy="135346"/>
            </a:xfrm>
            <a:custGeom>
              <a:rect b="b" l="l" r="r" t="t"/>
              <a:pathLst>
                <a:path extrusionOk="0" h="5105" w="1675">
                  <a:moveTo>
                    <a:pt x="610" y="1"/>
                  </a:moveTo>
                  <a:lnTo>
                    <a:pt x="610" y="1"/>
                  </a:lnTo>
                  <a:cubicBezTo>
                    <a:pt x="475" y="43"/>
                    <a:pt x="351" y="116"/>
                    <a:pt x="253" y="214"/>
                  </a:cubicBezTo>
                  <a:cubicBezTo>
                    <a:pt x="98" y="369"/>
                    <a:pt x="0" y="586"/>
                    <a:pt x="0" y="821"/>
                  </a:cubicBezTo>
                  <a:lnTo>
                    <a:pt x="0" y="4248"/>
                  </a:lnTo>
                  <a:cubicBezTo>
                    <a:pt x="0" y="4723"/>
                    <a:pt x="384" y="5104"/>
                    <a:pt x="859" y="5104"/>
                  </a:cubicBezTo>
                  <a:cubicBezTo>
                    <a:pt x="1094" y="5104"/>
                    <a:pt x="1307" y="5006"/>
                    <a:pt x="1462" y="4853"/>
                  </a:cubicBezTo>
                  <a:cubicBezTo>
                    <a:pt x="1559" y="4754"/>
                    <a:pt x="1635" y="4632"/>
                    <a:pt x="1675" y="4494"/>
                  </a:cubicBezTo>
                  <a:lnTo>
                    <a:pt x="1675" y="4494"/>
                  </a:lnTo>
                  <a:cubicBezTo>
                    <a:pt x="1597" y="4516"/>
                    <a:pt x="1515" y="4532"/>
                    <a:pt x="1431" y="4534"/>
                  </a:cubicBezTo>
                  <a:cubicBezTo>
                    <a:pt x="958" y="4534"/>
                    <a:pt x="575" y="4150"/>
                    <a:pt x="575" y="3676"/>
                  </a:cubicBezTo>
                  <a:lnTo>
                    <a:pt x="575" y="251"/>
                  </a:lnTo>
                  <a:cubicBezTo>
                    <a:pt x="575" y="165"/>
                    <a:pt x="586" y="78"/>
                    <a:pt x="6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0"/>
            <p:cNvSpPr/>
            <p:nvPr/>
          </p:nvSpPr>
          <p:spPr>
            <a:xfrm>
              <a:off x="7757282" y="2733096"/>
              <a:ext cx="105043" cy="143857"/>
            </a:xfrm>
            <a:custGeom>
              <a:rect b="b" l="l" r="r" t="t"/>
              <a:pathLst>
                <a:path extrusionOk="0" h="5426" w="3962">
                  <a:moveTo>
                    <a:pt x="1" y="0"/>
                  </a:moveTo>
                  <a:lnTo>
                    <a:pt x="1" y="3427"/>
                  </a:lnTo>
                  <a:cubicBezTo>
                    <a:pt x="1" y="4529"/>
                    <a:pt x="897" y="5425"/>
                    <a:pt x="1999" y="5425"/>
                  </a:cubicBezTo>
                  <a:lnTo>
                    <a:pt x="3141" y="5425"/>
                  </a:lnTo>
                  <a:cubicBezTo>
                    <a:pt x="3529" y="5425"/>
                    <a:pt x="3858" y="5170"/>
                    <a:pt x="3962" y="4817"/>
                  </a:cubicBezTo>
                  <a:cubicBezTo>
                    <a:pt x="3893" y="4687"/>
                    <a:pt x="3769" y="4465"/>
                    <a:pt x="3682" y="4465"/>
                  </a:cubicBezTo>
                  <a:lnTo>
                    <a:pt x="2068" y="4480"/>
                  </a:lnTo>
                  <a:cubicBezTo>
                    <a:pt x="1278" y="4480"/>
                    <a:pt x="1012" y="3706"/>
                    <a:pt x="1012" y="2919"/>
                  </a:cubicBezTo>
                  <a:lnTo>
                    <a:pt x="571" y="204"/>
                  </a:lnTo>
                  <a:cubicBezTo>
                    <a:pt x="500" y="171"/>
                    <a:pt x="424" y="140"/>
                    <a:pt x="347" y="115"/>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0"/>
            <p:cNvSpPr/>
            <p:nvPr/>
          </p:nvSpPr>
          <p:spPr>
            <a:xfrm>
              <a:off x="7772527" y="2738504"/>
              <a:ext cx="90858" cy="123257"/>
            </a:xfrm>
            <a:custGeom>
              <a:rect b="b" l="l" r="r" t="t"/>
              <a:pathLst>
                <a:path extrusionOk="0" h="4649" w="3427">
                  <a:moveTo>
                    <a:pt x="0" y="0"/>
                  </a:moveTo>
                  <a:lnTo>
                    <a:pt x="0" y="3223"/>
                  </a:lnTo>
                  <a:cubicBezTo>
                    <a:pt x="0" y="4010"/>
                    <a:pt x="641" y="4649"/>
                    <a:pt x="1426" y="4649"/>
                  </a:cubicBezTo>
                  <a:lnTo>
                    <a:pt x="3141" y="4649"/>
                  </a:lnTo>
                  <a:cubicBezTo>
                    <a:pt x="3227" y="4649"/>
                    <a:pt x="3309" y="4636"/>
                    <a:pt x="3389" y="4613"/>
                  </a:cubicBezTo>
                  <a:cubicBezTo>
                    <a:pt x="3416" y="4536"/>
                    <a:pt x="3427" y="4449"/>
                    <a:pt x="3427" y="4363"/>
                  </a:cubicBezTo>
                  <a:cubicBezTo>
                    <a:pt x="3427" y="4128"/>
                    <a:pt x="3329" y="3913"/>
                    <a:pt x="3174" y="3757"/>
                  </a:cubicBezTo>
                  <a:cubicBezTo>
                    <a:pt x="3019" y="3602"/>
                    <a:pt x="2806" y="3504"/>
                    <a:pt x="2569" y="3504"/>
                  </a:cubicBezTo>
                  <a:lnTo>
                    <a:pt x="1712" y="3504"/>
                  </a:lnTo>
                  <a:cubicBezTo>
                    <a:pt x="1397" y="3504"/>
                    <a:pt x="1142" y="3249"/>
                    <a:pt x="1142" y="2934"/>
                  </a:cubicBezTo>
                  <a:lnTo>
                    <a:pt x="1142" y="1806"/>
                  </a:lnTo>
                  <a:cubicBezTo>
                    <a:pt x="1142" y="1027"/>
                    <a:pt x="690" y="32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0"/>
            <p:cNvSpPr/>
            <p:nvPr/>
          </p:nvSpPr>
          <p:spPr>
            <a:xfrm>
              <a:off x="7830562" y="2847099"/>
              <a:ext cx="16438" cy="12726"/>
            </a:xfrm>
            <a:custGeom>
              <a:rect b="b" l="l" r="r" t="t"/>
              <a:pathLst>
                <a:path extrusionOk="0" h="480" w="620">
                  <a:moveTo>
                    <a:pt x="243" y="0"/>
                  </a:moveTo>
                  <a:cubicBezTo>
                    <a:pt x="156" y="0"/>
                    <a:pt x="75" y="54"/>
                    <a:pt x="42" y="140"/>
                  </a:cubicBezTo>
                  <a:cubicBezTo>
                    <a:pt x="0" y="251"/>
                    <a:pt x="60" y="373"/>
                    <a:pt x="171" y="415"/>
                  </a:cubicBezTo>
                  <a:lnTo>
                    <a:pt x="302" y="464"/>
                  </a:lnTo>
                  <a:cubicBezTo>
                    <a:pt x="329" y="473"/>
                    <a:pt x="353" y="480"/>
                    <a:pt x="375" y="480"/>
                  </a:cubicBezTo>
                  <a:cubicBezTo>
                    <a:pt x="464" y="480"/>
                    <a:pt x="544" y="427"/>
                    <a:pt x="577" y="338"/>
                  </a:cubicBezTo>
                  <a:cubicBezTo>
                    <a:pt x="619" y="227"/>
                    <a:pt x="561" y="105"/>
                    <a:pt x="451" y="63"/>
                  </a:cubicBezTo>
                  <a:lnTo>
                    <a:pt x="317" y="14"/>
                  </a:lnTo>
                  <a:cubicBezTo>
                    <a:pt x="293" y="5"/>
                    <a:pt x="268" y="0"/>
                    <a:pt x="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0"/>
            <p:cNvSpPr/>
            <p:nvPr/>
          </p:nvSpPr>
          <p:spPr>
            <a:xfrm>
              <a:off x="7516071" y="2733096"/>
              <a:ext cx="105069" cy="143857"/>
            </a:xfrm>
            <a:custGeom>
              <a:rect b="b" l="l" r="r" t="t"/>
              <a:pathLst>
                <a:path extrusionOk="0" h="5426" w="3963">
                  <a:moveTo>
                    <a:pt x="3962" y="0"/>
                  </a:moveTo>
                  <a:lnTo>
                    <a:pt x="3616" y="115"/>
                  </a:lnTo>
                  <a:cubicBezTo>
                    <a:pt x="3538" y="140"/>
                    <a:pt x="3463" y="171"/>
                    <a:pt x="3390" y="204"/>
                  </a:cubicBezTo>
                  <a:lnTo>
                    <a:pt x="2951" y="2919"/>
                  </a:lnTo>
                  <a:cubicBezTo>
                    <a:pt x="2951" y="3706"/>
                    <a:pt x="2685" y="4480"/>
                    <a:pt x="1893" y="4480"/>
                  </a:cubicBezTo>
                  <a:lnTo>
                    <a:pt x="280" y="4465"/>
                  </a:lnTo>
                  <a:cubicBezTo>
                    <a:pt x="194" y="4465"/>
                    <a:pt x="70" y="4687"/>
                    <a:pt x="1" y="4817"/>
                  </a:cubicBezTo>
                  <a:cubicBezTo>
                    <a:pt x="105" y="5170"/>
                    <a:pt x="433" y="5425"/>
                    <a:pt x="821" y="5425"/>
                  </a:cubicBezTo>
                  <a:lnTo>
                    <a:pt x="1964" y="5425"/>
                  </a:lnTo>
                  <a:cubicBezTo>
                    <a:pt x="3066" y="5425"/>
                    <a:pt x="3962" y="4529"/>
                    <a:pt x="3962" y="3427"/>
                  </a:cubicBezTo>
                  <a:lnTo>
                    <a:pt x="3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0"/>
            <p:cNvSpPr/>
            <p:nvPr/>
          </p:nvSpPr>
          <p:spPr>
            <a:xfrm>
              <a:off x="7515011" y="2738504"/>
              <a:ext cx="90885" cy="123257"/>
            </a:xfrm>
            <a:custGeom>
              <a:rect b="b" l="l" r="r" t="t"/>
              <a:pathLst>
                <a:path extrusionOk="0" h="4649" w="3428">
                  <a:moveTo>
                    <a:pt x="3428" y="0"/>
                  </a:moveTo>
                  <a:cubicBezTo>
                    <a:pt x="2738" y="328"/>
                    <a:pt x="2285" y="1027"/>
                    <a:pt x="2285" y="1806"/>
                  </a:cubicBezTo>
                  <a:lnTo>
                    <a:pt x="2285" y="2934"/>
                  </a:lnTo>
                  <a:cubicBezTo>
                    <a:pt x="2285" y="3249"/>
                    <a:pt x="2030" y="3504"/>
                    <a:pt x="1715" y="3504"/>
                  </a:cubicBezTo>
                  <a:lnTo>
                    <a:pt x="857" y="3504"/>
                  </a:lnTo>
                  <a:cubicBezTo>
                    <a:pt x="622" y="3504"/>
                    <a:pt x="409" y="3602"/>
                    <a:pt x="254" y="3757"/>
                  </a:cubicBezTo>
                  <a:cubicBezTo>
                    <a:pt x="99" y="3913"/>
                    <a:pt x="1" y="4128"/>
                    <a:pt x="1" y="4363"/>
                  </a:cubicBezTo>
                  <a:cubicBezTo>
                    <a:pt x="1" y="4449"/>
                    <a:pt x="12" y="4536"/>
                    <a:pt x="36" y="4613"/>
                  </a:cubicBezTo>
                  <a:cubicBezTo>
                    <a:pt x="118" y="4636"/>
                    <a:pt x="201" y="4649"/>
                    <a:pt x="287" y="4649"/>
                  </a:cubicBezTo>
                  <a:lnTo>
                    <a:pt x="1999" y="4649"/>
                  </a:lnTo>
                  <a:cubicBezTo>
                    <a:pt x="2787" y="4649"/>
                    <a:pt x="3428" y="4010"/>
                    <a:pt x="3428" y="3223"/>
                  </a:cubicBezTo>
                  <a:lnTo>
                    <a:pt x="34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0"/>
            <p:cNvSpPr/>
            <p:nvPr/>
          </p:nvSpPr>
          <p:spPr>
            <a:xfrm>
              <a:off x="7531422" y="2847099"/>
              <a:ext cx="16438" cy="12726"/>
            </a:xfrm>
            <a:custGeom>
              <a:rect b="b" l="l" r="r" t="t"/>
              <a:pathLst>
                <a:path extrusionOk="0" h="480" w="620">
                  <a:moveTo>
                    <a:pt x="377" y="0"/>
                  </a:moveTo>
                  <a:cubicBezTo>
                    <a:pt x="352" y="0"/>
                    <a:pt x="327" y="5"/>
                    <a:pt x="302" y="14"/>
                  </a:cubicBezTo>
                  <a:lnTo>
                    <a:pt x="169" y="63"/>
                  </a:lnTo>
                  <a:cubicBezTo>
                    <a:pt x="58" y="105"/>
                    <a:pt x="1" y="227"/>
                    <a:pt x="43" y="338"/>
                  </a:cubicBezTo>
                  <a:cubicBezTo>
                    <a:pt x="76" y="427"/>
                    <a:pt x="156" y="480"/>
                    <a:pt x="245" y="480"/>
                  </a:cubicBezTo>
                  <a:cubicBezTo>
                    <a:pt x="267" y="480"/>
                    <a:pt x="291" y="473"/>
                    <a:pt x="316" y="464"/>
                  </a:cubicBezTo>
                  <a:lnTo>
                    <a:pt x="449" y="415"/>
                  </a:lnTo>
                  <a:cubicBezTo>
                    <a:pt x="560" y="373"/>
                    <a:pt x="620" y="251"/>
                    <a:pt x="577" y="140"/>
                  </a:cubicBezTo>
                  <a:cubicBezTo>
                    <a:pt x="545" y="54"/>
                    <a:pt x="464" y="0"/>
                    <a:pt x="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0" name="Google Shape;3710;p70"/>
          <p:cNvGrpSpPr/>
          <p:nvPr/>
        </p:nvGrpSpPr>
        <p:grpSpPr>
          <a:xfrm>
            <a:off x="7500959" y="2071079"/>
            <a:ext cx="376371" cy="376318"/>
            <a:chOff x="7500959" y="2071079"/>
            <a:chExt cx="376371" cy="376318"/>
          </a:xfrm>
        </p:grpSpPr>
        <p:sp>
          <p:nvSpPr>
            <p:cNvPr id="3711" name="Google Shape;3711;p70"/>
            <p:cNvSpPr/>
            <p:nvPr/>
          </p:nvSpPr>
          <p:spPr>
            <a:xfrm>
              <a:off x="7639991" y="2146719"/>
              <a:ext cx="90858" cy="201309"/>
            </a:xfrm>
            <a:custGeom>
              <a:rect b="b" l="l" r="r" t="t"/>
              <a:pathLst>
                <a:path extrusionOk="0" h="7593" w="3427">
                  <a:moveTo>
                    <a:pt x="1142" y="0"/>
                  </a:moveTo>
                  <a:cubicBezTo>
                    <a:pt x="825" y="0"/>
                    <a:pt x="570" y="255"/>
                    <a:pt x="570" y="572"/>
                  </a:cubicBezTo>
                  <a:lnTo>
                    <a:pt x="0" y="3283"/>
                  </a:lnTo>
                  <a:lnTo>
                    <a:pt x="570" y="6696"/>
                  </a:lnTo>
                  <a:cubicBezTo>
                    <a:pt x="999" y="7294"/>
                    <a:pt x="1428" y="7593"/>
                    <a:pt x="1856" y="7593"/>
                  </a:cubicBezTo>
                  <a:cubicBezTo>
                    <a:pt x="2284" y="7593"/>
                    <a:pt x="2713" y="7294"/>
                    <a:pt x="3141" y="6696"/>
                  </a:cubicBezTo>
                  <a:lnTo>
                    <a:pt x="3427" y="4347"/>
                  </a:lnTo>
                  <a:lnTo>
                    <a:pt x="3141" y="2001"/>
                  </a:lnTo>
                  <a:lnTo>
                    <a:pt x="3141" y="572"/>
                  </a:lnTo>
                  <a:cubicBezTo>
                    <a:pt x="3141" y="255"/>
                    <a:pt x="2886" y="0"/>
                    <a:pt x="25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0"/>
            <p:cNvSpPr/>
            <p:nvPr/>
          </p:nvSpPr>
          <p:spPr>
            <a:xfrm>
              <a:off x="7645214" y="2363034"/>
              <a:ext cx="85688" cy="84363"/>
            </a:xfrm>
            <a:custGeom>
              <a:rect b="b" l="l" r="r" t="t"/>
              <a:pathLst>
                <a:path extrusionOk="0" h="3182" w="3232">
                  <a:moveTo>
                    <a:pt x="1631" y="0"/>
                  </a:moveTo>
                  <a:cubicBezTo>
                    <a:pt x="1036" y="0"/>
                    <a:pt x="439" y="376"/>
                    <a:pt x="0" y="1110"/>
                  </a:cubicBezTo>
                  <a:lnTo>
                    <a:pt x="91" y="2398"/>
                  </a:lnTo>
                  <a:lnTo>
                    <a:pt x="377" y="3181"/>
                  </a:lnTo>
                  <a:lnTo>
                    <a:pt x="2948" y="3181"/>
                  </a:lnTo>
                  <a:lnTo>
                    <a:pt x="3232" y="2398"/>
                  </a:lnTo>
                  <a:lnTo>
                    <a:pt x="3181" y="1041"/>
                  </a:lnTo>
                  <a:cubicBezTo>
                    <a:pt x="2761" y="342"/>
                    <a:pt x="2197" y="0"/>
                    <a:pt x="1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0"/>
            <p:cNvSpPr/>
            <p:nvPr/>
          </p:nvSpPr>
          <p:spPr>
            <a:xfrm>
              <a:off x="7655156" y="2324299"/>
              <a:ext cx="68111" cy="83329"/>
            </a:xfrm>
            <a:custGeom>
              <a:rect b="b" l="l" r="r" t="t"/>
              <a:pathLst>
                <a:path extrusionOk="0" h="3143" w="2569">
                  <a:moveTo>
                    <a:pt x="0" y="0"/>
                  </a:moveTo>
                  <a:lnTo>
                    <a:pt x="0" y="3143"/>
                  </a:lnTo>
                  <a:lnTo>
                    <a:pt x="2569" y="3143"/>
                  </a:lnTo>
                  <a:lnTo>
                    <a:pt x="25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0"/>
            <p:cNvSpPr/>
            <p:nvPr/>
          </p:nvSpPr>
          <p:spPr>
            <a:xfrm>
              <a:off x="7776159" y="2222438"/>
              <a:ext cx="83408" cy="117053"/>
            </a:xfrm>
            <a:custGeom>
              <a:rect b="b" l="l" r="r" t="t"/>
              <a:pathLst>
                <a:path extrusionOk="0" h="4415" w="3146">
                  <a:moveTo>
                    <a:pt x="1143" y="1"/>
                  </a:moveTo>
                  <a:cubicBezTo>
                    <a:pt x="828" y="1"/>
                    <a:pt x="573" y="256"/>
                    <a:pt x="573" y="571"/>
                  </a:cubicBezTo>
                  <a:lnTo>
                    <a:pt x="1" y="2208"/>
                  </a:lnTo>
                  <a:lnTo>
                    <a:pt x="573" y="3842"/>
                  </a:lnTo>
                  <a:lnTo>
                    <a:pt x="1859" y="4414"/>
                  </a:lnTo>
                  <a:lnTo>
                    <a:pt x="3146" y="3842"/>
                  </a:lnTo>
                  <a:lnTo>
                    <a:pt x="3146" y="571"/>
                  </a:lnTo>
                  <a:cubicBezTo>
                    <a:pt x="3146" y="258"/>
                    <a:pt x="2891" y="1"/>
                    <a:pt x="2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0"/>
            <p:cNvSpPr/>
            <p:nvPr/>
          </p:nvSpPr>
          <p:spPr>
            <a:xfrm>
              <a:off x="7780586" y="2392437"/>
              <a:ext cx="79034" cy="54960"/>
            </a:xfrm>
            <a:custGeom>
              <a:rect b="b" l="l" r="r" t="t"/>
              <a:pathLst>
                <a:path extrusionOk="0" h="2073" w="2981">
                  <a:moveTo>
                    <a:pt x="0" y="1"/>
                  </a:moveTo>
                  <a:lnTo>
                    <a:pt x="122" y="1411"/>
                  </a:lnTo>
                  <a:lnTo>
                    <a:pt x="408" y="2072"/>
                  </a:lnTo>
                  <a:lnTo>
                    <a:pt x="2409" y="2072"/>
                  </a:lnTo>
                  <a:cubicBezTo>
                    <a:pt x="2726" y="2072"/>
                    <a:pt x="2981" y="1817"/>
                    <a:pt x="2981" y="1500"/>
                  </a:cubicBezTo>
                  <a:lnTo>
                    <a:pt x="2981" y="573"/>
                  </a:lnTo>
                  <a:lnTo>
                    <a:pt x="16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0"/>
            <p:cNvSpPr/>
            <p:nvPr/>
          </p:nvSpPr>
          <p:spPr>
            <a:xfrm>
              <a:off x="7783821" y="2324299"/>
              <a:ext cx="75746" cy="83329"/>
            </a:xfrm>
            <a:custGeom>
              <a:rect b="b" l="l" r="r" t="t"/>
              <a:pathLst>
                <a:path extrusionOk="0" h="3143" w="2857">
                  <a:moveTo>
                    <a:pt x="286" y="0"/>
                  </a:moveTo>
                  <a:lnTo>
                    <a:pt x="0" y="1686"/>
                  </a:lnTo>
                  <a:lnTo>
                    <a:pt x="286" y="3143"/>
                  </a:lnTo>
                  <a:lnTo>
                    <a:pt x="2857" y="3143"/>
                  </a:lnTo>
                  <a:lnTo>
                    <a:pt x="28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0"/>
            <p:cNvSpPr/>
            <p:nvPr/>
          </p:nvSpPr>
          <p:spPr>
            <a:xfrm>
              <a:off x="7518855" y="2071079"/>
              <a:ext cx="83276" cy="228776"/>
            </a:xfrm>
            <a:custGeom>
              <a:rect b="b" l="l" r="r" t="t"/>
              <a:pathLst>
                <a:path extrusionOk="0" h="8629" w="3141">
                  <a:moveTo>
                    <a:pt x="2003" y="1"/>
                  </a:moveTo>
                  <a:cubicBezTo>
                    <a:pt x="2001" y="1"/>
                    <a:pt x="2000" y="1"/>
                    <a:pt x="1998" y="1"/>
                  </a:cubicBezTo>
                  <a:lnTo>
                    <a:pt x="572" y="1"/>
                  </a:lnTo>
                  <a:cubicBezTo>
                    <a:pt x="255" y="1"/>
                    <a:pt x="0" y="256"/>
                    <a:pt x="0" y="573"/>
                  </a:cubicBezTo>
                  <a:lnTo>
                    <a:pt x="0" y="2724"/>
                  </a:lnTo>
                  <a:cubicBezTo>
                    <a:pt x="147" y="5799"/>
                    <a:pt x="1102" y="8628"/>
                    <a:pt x="2319" y="8628"/>
                  </a:cubicBezTo>
                  <a:cubicBezTo>
                    <a:pt x="2558" y="8628"/>
                    <a:pt x="2806" y="8520"/>
                    <a:pt x="3061" y="8283"/>
                  </a:cubicBezTo>
                  <a:lnTo>
                    <a:pt x="3141" y="4909"/>
                  </a:lnTo>
                  <a:lnTo>
                    <a:pt x="2571" y="1997"/>
                  </a:lnTo>
                  <a:lnTo>
                    <a:pt x="2571" y="569"/>
                  </a:lnTo>
                  <a:cubicBezTo>
                    <a:pt x="2571" y="255"/>
                    <a:pt x="2318" y="1"/>
                    <a:pt x="2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0"/>
            <p:cNvSpPr/>
            <p:nvPr/>
          </p:nvSpPr>
          <p:spPr>
            <a:xfrm>
              <a:off x="7518855" y="2368098"/>
              <a:ext cx="75746" cy="79246"/>
            </a:xfrm>
            <a:custGeom>
              <a:rect b="b" l="l" r="r" t="t"/>
              <a:pathLst>
                <a:path extrusionOk="0" h="2989" w="2857">
                  <a:moveTo>
                    <a:pt x="1775" y="0"/>
                  </a:moveTo>
                  <a:cubicBezTo>
                    <a:pt x="1164" y="0"/>
                    <a:pt x="528" y="607"/>
                    <a:pt x="0" y="1491"/>
                  </a:cubicBezTo>
                  <a:lnTo>
                    <a:pt x="0" y="2416"/>
                  </a:lnTo>
                  <a:cubicBezTo>
                    <a:pt x="0" y="2733"/>
                    <a:pt x="255" y="2988"/>
                    <a:pt x="572" y="2988"/>
                  </a:cubicBezTo>
                  <a:lnTo>
                    <a:pt x="2571" y="2988"/>
                  </a:lnTo>
                  <a:lnTo>
                    <a:pt x="2857" y="2269"/>
                  </a:lnTo>
                  <a:lnTo>
                    <a:pt x="2857" y="786"/>
                  </a:lnTo>
                  <a:cubicBezTo>
                    <a:pt x="2527" y="236"/>
                    <a:pt x="2156" y="0"/>
                    <a:pt x="17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0"/>
            <p:cNvSpPr/>
            <p:nvPr/>
          </p:nvSpPr>
          <p:spPr>
            <a:xfrm>
              <a:off x="7518855" y="2143166"/>
              <a:ext cx="83276" cy="264462"/>
            </a:xfrm>
            <a:custGeom>
              <a:rect b="b" l="l" r="r" t="t"/>
              <a:pathLst>
                <a:path extrusionOk="0" h="9975" w="3141">
                  <a:moveTo>
                    <a:pt x="0" y="1"/>
                  </a:moveTo>
                  <a:lnTo>
                    <a:pt x="0" y="9975"/>
                  </a:lnTo>
                  <a:lnTo>
                    <a:pt x="2571" y="9975"/>
                  </a:lnTo>
                  <a:lnTo>
                    <a:pt x="3141" y="7719"/>
                  </a:lnTo>
                  <a:lnTo>
                    <a:pt x="2571" y="5124"/>
                  </a:lnTo>
                  <a:cubicBezTo>
                    <a:pt x="1275" y="4004"/>
                    <a:pt x="324" y="216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0"/>
            <p:cNvSpPr/>
            <p:nvPr/>
          </p:nvSpPr>
          <p:spPr>
            <a:xfrm>
              <a:off x="7586992" y="2108885"/>
              <a:ext cx="68190" cy="224375"/>
            </a:xfrm>
            <a:custGeom>
              <a:rect b="b" l="l" r="r" t="t"/>
              <a:pathLst>
                <a:path extrusionOk="0" h="8463" w="2572">
                  <a:moveTo>
                    <a:pt x="571" y="1"/>
                  </a:moveTo>
                  <a:cubicBezTo>
                    <a:pt x="256" y="1"/>
                    <a:pt x="1" y="256"/>
                    <a:pt x="1" y="571"/>
                  </a:cubicBezTo>
                  <a:lnTo>
                    <a:pt x="1" y="6415"/>
                  </a:lnTo>
                  <a:cubicBezTo>
                    <a:pt x="464" y="7735"/>
                    <a:pt x="973" y="8462"/>
                    <a:pt x="1513" y="8462"/>
                  </a:cubicBezTo>
                  <a:cubicBezTo>
                    <a:pt x="1854" y="8462"/>
                    <a:pt x="2208" y="8172"/>
                    <a:pt x="2571" y="7560"/>
                  </a:cubicBezTo>
                  <a:lnTo>
                    <a:pt x="2571" y="571"/>
                  </a:lnTo>
                  <a:cubicBezTo>
                    <a:pt x="2571" y="256"/>
                    <a:pt x="2316" y="1"/>
                    <a:pt x="1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0"/>
            <p:cNvSpPr/>
            <p:nvPr/>
          </p:nvSpPr>
          <p:spPr>
            <a:xfrm>
              <a:off x="7586992" y="2375230"/>
              <a:ext cx="68190" cy="72167"/>
            </a:xfrm>
            <a:custGeom>
              <a:rect b="b" l="l" r="r" t="t"/>
              <a:pathLst>
                <a:path extrusionOk="0" h="2722" w="2572">
                  <a:moveTo>
                    <a:pt x="1285" y="1"/>
                  </a:moveTo>
                  <a:cubicBezTo>
                    <a:pt x="857" y="1"/>
                    <a:pt x="429" y="408"/>
                    <a:pt x="1" y="1222"/>
                  </a:cubicBezTo>
                  <a:lnTo>
                    <a:pt x="1" y="2721"/>
                  </a:lnTo>
                  <a:lnTo>
                    <a:pt x="2571" y="2721"/>
                  </a:lnTo>
                  <a:lnTo>
                    <a:pt x="2571" y="1222"/>
                  </a:lnTo>
                  <a:cubicBezTo>
                    <a:pt x="2142" y="408"/>
                    <a:pt x="1713" y="1"/>
                    <a:pt x="1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0"/>
            <p:cNvSpPr/>
            <p:nvPr/>
          </p:nvSpPr>
          <p:spPr>
            <a:xfrm>
              <a:off x="7586992" y="2278963"/>
              <a:ext cx="68190" cy="128665"/>
            </a:xfrm>
            <a:custGeom>
              <a:rect b="b" l="l" r="r" t="t"/>
              <a:pathLst>
                <a:path extrusionOk="0" h="4853" w="2572">
                  <a:moveTo>
                    <a:pt x="1" y="0"/>
                  </a:moveTo>
                  <a:lnTo>
                    <a:pt x="1" y="4853"/>
                  </a:lnTo>
                  <a:lnTo>
                    <a:pt x="2571" y="4853"/>
                  </a:lnTo>
                  <a:lnTo>
                    <a:pt x="2571" y="1145"/>
                  </a:lnTo>
                  <a:cubicBezTo>
                    <a:pt x="1633" y="1065"/>
                    <a:pt x="757" y="65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0"/>
            <p:cNvSpPr/>
            <p:nvPr/>
          </p:nvSpPr>
          <p:spPr>
            <a:xfrm>
              <a:off x="7723240" y="2184579"/>
              <a:ext cx="68190" cy="154913"/>
            </a:xfrm>
            <a:custGeom>
              <a:rect b="b" l="l" r="r" t="t"/>
              <a:pathLst>
                <a:path extrusionOk="0" h="5843" w="2572">
                  <a:moveTo>
                    <a:pt x="573" y="0"/>
                  </a:moveTo>
                  <a:cubicBezTo>
                    <a:pt x="256" y="0"/>
                    <a:pt x="1" y="255"/>
                    <a:pt x="1" y="573"/>
                  </a:cubicBezTo>
                  <a:lnTo>
                    <a:pt x="1" y="5270"/>
                  </a:lnTo>
                  <a:lnTo>
                    <a:pt x="1320" y="5842"/>
                  </a:lnTo>
                  <a:lnTo>
                    <a:pt x="2571" y="5270"/>
                  </a:lnTo>
                  <a:lnTo>
                    <a:pt x="2571" y="573"/>
                  </a:lnTo>
                  <a:cubicBezTo>
                    <a:pt x="2571" y="255"/>
                    <a:pt x="2316"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0"/>
            <p:cNvSpPr/>
            <p:nvPr/>
          </p:nvSpPr>
          <p:spPr>
            <a:xfrm>
              <a:off x="7723240" y="2392437"/>
              <a:ext cx="68243" cy="54960"/>
            </a:xfrm>
            <a:custGeom>
              <a:rect b="b" l="l" r="r" t="t"/>
              <a:pathLst>
                <a:path extrusionOk="0" h="2073" w="2574">
                  <a:moveTo>
                    <a:pt x="1269" y="1"/>
                  </a:moveTo>
                  <a:lnTo>
                    <a:pt x="1" y="573"/>
                  </a:lnTo>
                  <a:lnTo>
                    <a:pt x="5" y="573"/>
                  </a:lnTo>
                  <a:lnTo>
                    <a:pt x="5" y="2072"/>
                  </a:lnTo>
                  <a:lnTo>
                    <a:pt x="2573" y="2072"/>
                  </a:lnTo>
                  <a:lnTo>
                    <a:pt x="2573" y="573"/>
                  </a:lnTo>
                  <a:lnTo>
                    <a:pt x="12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0"/>
            <p:cNvSpPr/>
            <p:nvPr/>
          </p:nvSpPr>
          <p:spPr>
            <a:xfrm>
              <a:off x="7723240" y="2324299"/>
              <a:ext cx="68190" cy="83329"/>
            </a:xfrm>
            <a:custGeom>
              <a:rect b="b" l="l" r="r" t="t"/>
              <a:pathLst>
                <a:path extrusionOk="0" h="3143" w="2572">
                  <a:moveTo>
                    <a:pt x="1" y="0"/>
                  </a:moveTo>
                  <a:lnTo>
                    <a:pt x="1" y="3143"/>
                  </a:lnTo>
                  <a:lnTo>
                    <a:pt x="2571" y="3143"/>
                  </a:lnTo>
                  <a:lnTo>
                    <a:pt x="25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0"/>
            <p:cNvSpPr/>
            <p:nvPr/>
          </p:nvSpPr>
          <p:spPr>
            <a:xfrm>
              <a:off x="7606691" y="2309187"/>
              <a:ext cx="270640" cy="83276"/>
            </a:xfrm>
            <a:custGeom>
              <a:rect b="b" l="l" r="r" t="t"/>
              <a:pathLst>
                <a:path extrusionOk="0" h="3141" w="10208">
                  <a:moveTo>
                    <a:pt x="2578" y="0"/>
                  </a:moveTo>
                  <a:cubicBezTo>
                    <a:pt x="1" y="1355"/>
                    <a:pt x="1469" y="2635"/>
                    <a:pt x="3957" y="3141"/>
                  </a:cubicBezTo>
                  <a:lnTo>
                    <a:pt x="9638" y="3141"/>
                  </a:lnTo>
                  <a:cubicBezTo>
                    <a:pt x="9952" y="3141"/>
                    <a:pt x="10208" y="2886"/>
                    <a:pt x="10208" y="2571"/>
                  </a:cubicBezTo>
                  <a:lnTo>
                    <a:pt x="10208" y="570"/>
                  </a:lnTo>
                  <a:cubicBezTo>
                    <a:pt x="10208" y="255"/>
                    <a:pt x="9952" y="0"/>
                    <a:pt x="96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0"/>
            <p:cNvSpPr/>
            <p:nvPr/>
          </p:nvSpPr>
          <p:spPr>
            <a:xfrm>
              <a:off x="7500959" y="2309187"/>
              <a:ext cx="210668" cy="83276"/>
            </a:xfrm>
            <a:custGeom>
              <a:rect b="b" l="l" r="r" t="t"/>
              <a:pathLst>
                <a:path extrusionOk="0" h="3141" w="7946">
                  <a:moveTo>
                    <a:pt x="573" y="0"/>
                  </a:moveTo>
                  <a:cubicBezTo>
                    <a:pt x="256" y="0"/>
                    <a:pt x="1" y="255"/>
                    <a:pt x="1" y="570"/>
                  </a:cubicBezTo>
                  <a:lnTo>
                    <a:pt x="1" y="2571"/>
                  </a:lnTo>
                  <a:cubicBezTo>
                    <a:pt x="1" y="2886"/>
                    <a:pt x="256" y="3141"/>
                    <a:pt x="573" y="3141"/>
                  </a:cubicBezTo>
                  <a:lnTo>
                    <a:pt x="7945" y="3141"/>
                  </a:lnTo>
                  <a:cubicBezTo>
                    <a:pt x="6919" y="2637"/>
                    <a:pt x="6118" y="1355"/>
                    <a:pt x="65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0"/>
            <p:cNvSpPr/>
            <p:nvPr/>
          </p:nvSpPr>
          <p:spPr>
            <a:xfrm>
              <a:off x="7807629" y="2303487"/>
              <a:ext cx="58407" cy="94623"/>
            </a:xfrm>
            <a:custGeom>
              <a:rect b="b" l="l" r="r" t="t"/>
              <a:pathLst>
                <a:path extrusionOk="0" h="3569" w="2203">
                  <a:moveTo>
                    <a:pt x="244" y="1"/>
                  </a:moveTo>
                  <a:cubicBezTo>
                    <a:pt x="210" y="1"/>
                    <a:pt x="174" y="9"/>
                    <a:pt x="142" y="27"/>
                  </a:cubicBezTo>
                  <a:cubicBezTo>
                    <a:pt x="38" y="84"/>
                    <a:pt x="0" y="215"/>
                    <a:pt x="56" y="317"/>
                  </a:cubicBezTo>
                  <a:lnTo>
                    <a:pt x="1770" y="3458"/>
                  </a:lnTo>
                  <a:cubicBezTo>
                    <a:pt x="1808" y="3529"/>
                    <a:pt x="1883" y="3569"/>
                    <a:pt x="1959" y="3569"/>
                  </a:cubicBezTo>
                  <a:cubicBezTo>
                    <a:pt x="1994" y="3569"/>
                    <a:pt x="2030" y="3562"/>
                    <a:pt x="2061" y="3544"/>
                  </a:cubicBezTo>
                  <a:cubicBezTo>
                    <a:pt x="2167" y="3487"/>
                    <a:pt x="2203" y="3356"/>
                    <a:pt x="2147" y="3254"/>
                  </a:cubicBezTo>
                  <a:lnTo>
                    <a:pt x="433" y="113"/>
                  </a:lnTo>
                  <a:cubicBezTo>
                    <a:pt x="393" y="40"/>
                    <a:pt x="320"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0"/>
            <p:cNvSpPr/>
            <p:nvPr/>
          </p:nvSpPr>
          <p:spPr>
            <a:xfrm>
              <a:off x="7807629" y="2303514"/>
              <a:ext cx="58460" cy="94597"/>
            </a:xfrm>
            <a:custGeom>
              <a:rect b="b" l="l" r="r" t="t"/>
              <a:pathLst>
                <a:path extrusionOk="0" h="3568" w="2205">
                  <a:moveTo>
                    <a:pt x="1961" y="0"/>
                  </a:moveTo>
                  <a:cubicBezTo>
                    <a:pt x="1885" y="0"/>
                    <a:pt x="1811" y="40"/>
                    <a:pt x="1772" y="112"/>
                  </a:cubicBezTo>
                  <a:lnTo>
                    <a:pt x="56" y="3253"/>
                  </a:lnTo>
                  <a:cubicBezTo>
                    <a:pt x="0" y="3357"/>
                    <a:pt x="40" y="3488"/>
                    <a:pt x="142" y="3543"/>
                  </a:cubicBezTo>
                  <a:cubicBezTo>
                    <a:pt x="176" y="3561"/>
                    <a:pt x="211" y="3568"/>
                    <a:pt x="244" y="3568"/>
                  </a:cubicBezTo>
                  <a:cubicBezTo>
                    <a:pt x="322" y="3568"/>
                    <a:pt x="395" y="3530"/>
                    <a:pt x="437" y="3457"/>
                  </a:cubicBezTo>
                  <a:lnTo>
                    <a:pt x="2149" y="316"/>
                  </a:lnTo>
                  <a:cubicBezTo>
                    <a:pt x="2205" y="212"/>
                    <a:pt x="2167" y="81"/>
                    <a:pt x="2063" y="26"/>
                  </a:cubicBezTo>
                  <a:cubicBezTo>
                    <a:pt x="2030" y="8"/>
                    <a:pt x="1995" y="0"/>
                    <a:pt x="19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0"/>
            <p:cNvSpPr/>
            <p:nvPr/>
          </p:nvSpPr>
          <p:spPr>
            <a:xfrm>
              <a:off x="7512386" y="2303487"/>
              <a:ext cx="58407" cy="94623"/>
            </a:xfrm>
            <a:custGeom>
              <a:rect b="b" l="l" r="r" t="t"/>
              <a:pathLst>
                <a:path extrusionOk="0" h="3569" w="2203">
                  <a:moveTo>
                    <a:pt x="244" y="1"/>
                  </a:moveTo>
                  <a:cubicBezTo>
                    <a:pt x="209" y="1"/>
                    <a:pt x="174" y="9"/>
                    <a:pt x="142" y="27"/>
                  </a:cubicBezTo>
                  <a:cubicBezTo>
                    <a:pt x="36" y="84"/>
                    <a:pt x="0" y="215"/>
                    <a:pt x="56" y="317"/>
                  </a:cubicBezTo>
                  <a:lnTo>
                    <a:pt x="1770" y="3458"/>
                  </a:lnTo>
                  <a:cubicBezTo>
                    <a:pt x="1808" y="3529"/>
                    <a:pt x="1883" y="3569"/>
                    <a:pt x="1959" y="3569"/>
                  </a:cubicBezTo>
                  <a:cubicBezTo>
                    <a:pt x="1992" y="3569"/>
                    <a:pt x="2027" y="3562"/>
                    <a:pt x="2061" y="3544"/>
                  </a:cubicBezTo>
                  <a:cubicBezTo>
                    <a:pt x="2165" y="3487"/>
                    <a:pt x="2203" y="3356"/>
                    <a:pt x="2147" y="3254"/>
                  </a:cubicBezTo>
                  <a:lnTo>
                    <a:pt x="433" y="113"/>
                  </a:lnTo>
                  <a:cubicBezTo>
                    <a:pt x="393" y="40"/>
                    <a:pt x="319"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0"/>
            <p:cNvSpPr/>
            <p:nvPr/>
          </p:nvSpPr>
          <p:spPr>
            <a:xfrm>
              <a:off x="7512386" y="2303514"/>
              <a:ext cx="58354" cy="94597"/>
            </a:xfrm>
            <a:custGeom>
              <a:rect b="b" l="l" r="r" t="t"/>
              <a:pathLst>
                <a:path extrusionOk="0" h="3568" w="2201">
                  <a:moveTo>
                    <a:pt x="1957" y="0"/>
                  </a:moveTo>
                  <a:cubicBezTo>
                    <a:pt x="1880" y="0"/>
                    <a:pt x="1806" y="40"/>
                    <a:pt x="1768" y="112"/>
                  </a:cubicBezTo>
                  <a:lnTo>
                    <a:pt x="56" y="3253"/>
                  </a:lnTo>
                  <a:cubicBezTo>
                    <a:pt x="0" y="3357"/>
                    <a:pt x="38" y="3488"/>
                    <a:pt x="142" y="3543"/>
                  </a:cubicBezTo>
                  <a:cubicBezTo>
                    <a:pt x="175" y="3561"/>
                    <a:pt x="211" y="3568"/>
                    <a:pt x="244" y="3568"/>
                  </a:cubicBezTo>
                  <a:cubicBezTo>
                    <a:pt x="320" y="3568"/>
                    <a:pt x="390" y="3530"/>
                    <a:pt x="433" y="3457"/>
                  </a:cubicBezTo>
                  <a:lnTo>
                    <a:pt x="2145" y="316"/>
                  </a:lnTo>
                  <a:cubicBezTo>
                    <a:pt x="2200" y="212"/>
                    <a:pt x="2163" y="81"/>
                    <a:pt x="2061" y="26"/>
                  </a:cubicBezTo>
                  <a:cubicBezTo>
                    <a:pt x="2027" y="8"/>
                    <a:pt x="1992" y="0"/>
                    <a:pt x="19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70"/>
          <p:cNvGrpSpPr/>
          <p:nvPr/>
        </p:nvGrpSpPr>
        <p:grpSpPr>
          <a:xfrm>
            <a:off x="7502921" y="1439259"/>
            <a:ext cx="372580" cy="376345"/>
            <a:chOff x="7502921" y="1439259"/>
            <a:chExt cx="372580" cy="376345"/>
          </a:xfrm>
        </p:grpSpPr>
        <p:sp>
          <p:nvSpPr>
            <p:cNvPr id="3733" name="Google Shape;3733;p70"/>
            <p:cNvSpPr/>
            <p:nvPr/>
          </p:nvSpPr>
          <p:spPr>
            <a:xfrm>
              <a:off x="7544201" y="1715201"/>
              <a:ext cx="1140" cy="1087"/>
            </a:xfrm>
            <a:custGeom>
              <a:rect b="b" l="l" r="r" t="t"/>
              <a:pathLst>
                <a:path extrusionOk="0" h="41" w="43">
                  <a:moveTo>
                    <a:pt x="42" y="1"/>
                  </a:moveTo>
                  <a:lnTo>
                    <a:pt x="0" y="41"/>
                  </a:lnTo>
                  <a:cubicBezTo>
                    <a:pt x="16" y="30"/>
                    <a:pt x="29" y="14"/>
                    <a:pt x="42"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0"/>
            <p:cNvSpPr/>
            <p:nvPr/>
          </p:nvSpPr>
          <p:spPr>
            <a:xfrm>
              <a:off x="7545367" y="1675512"/>
              <a:ext cx="232594" cy="140092"/>
            </a:xfrm>
            <a:custGeom>
              <a:rect b="b" l="l" r="r" t="t"/>
              <a:pathLst>
                <a:path extrusionOk="0" h="5284" w="8773">
                  <a:moveTo>
                    <a:pt x="3684" y="1"/>
                  </a:moveTo>
                  <a:cubicBezTo>
                    <a:pt x="2252" y="1"/>
                    <a:pt x="952" y="571"/>
                    <a:pt x="0" y="1498"/>
                  </a:cubicBezTo>
                  <a:cubicBezTo>
                    <a:pt x="0" y="1498"/>
                    <a:pt x="0" y="1498"/>
                    <a:pt x="0" y="1498"/>
                  </a:cubicBezTo>
                  <a:cubicBezTo>
                    <a:pt x="21" y="1498"/>
                    <a:pt x="1672" y="5182"/>
                    <a:pt x="5791" y="5284"/>
                  </a:cubicBezTo>
                  <a:lnTo>
                    <a:pt x="6468" y="5284"/>
                  </a:lnTo>
                  <a:lnTo>
                    <a:pt x="6683" y="4998"/>
                  </a:lnTo>
                  <a:lnTo>
                    <a:pt x="6896" y="5284"/>
                  </a:lnTo>
                  <a:lnTo>
                    <a:pt x="8395" y="5284"/>
                  </a:lnTo>
                  <a:lnTo>
                    <a:pt x="8644" y="4836"/>
                  </a:lnTo>
                  <a:cubicBezTo>
                    <a:pt x="8644" y="4499"/>
                    <a:pt x="8681" y="4273"/>
                    <a:pt x="8772" y="3864"/>
                  </a:cubicBezTo>
                  <a:cubicBezTo>
                    <a:pt x="8156" y="1635"/>
                    <a:pt x="6109" y="3"/>
                    <a:pt x="3684"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0"/>
            <p:cNvSpPr/>
            <p:nvPr/>
          </p:nvSpPr>
          <p:spPr>
            <a:xfrm>
              <a:off x="7716771" y="1794765"/>
              <a:ext cx="11427" cy="20839"/>
            </a:xfrm>
            <a:custGeom>
              <a:rect b="b" l="l" r="r" t="t"/>
              <a:pathLst>
                <a:path extrusionOk="0" h="786" w="431">
                  <a:moveTo>
                    <a:pt x="216" y="1"/>
                  </a:moveTo>
                  <a:cubicBezTo>
                    <a:pt x="98" y="1"/>
                    <a:pt x="1" y="96"/>
                    <a:pt x="1" y="214"/>
                  </a:cubicBezTo>
                  <a:lnTo>
                    <a:pt x="1" y="786"/>
                  </a:lnTo>
                  <a:lnTo>
                    <a:pt x="431" y="786"/>
                  </a:lnTo>
                  <a:lnTo>
                    <a:pt x="431" y="214"/>
                  </a:lnTo>
                  <a:cubicBezTo>
                    <a:pt x="431" y="98"/>
                    <a:pt x="331" y="1"/>
                    <a:pt x="216"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0"/>
            <p:cNvSpPr/>
            <p:nvPr/>
          </p:nvSpPr>
          <p:spPr>
            <a:xfrm>
              <a:off x="7767940" y="1777956"/>
              <a:ext cx="15192" cy="37648"/>
            </a:xfrm>
            <a:custGeom>
              <a:rect b="b" l="l" r="r" t="t"/>
              <a:pathLst>
                <a:path extrusionOk="0" h="1420" w="573">
                  <a:moveTo>
                    <a:pt x="377" y="0"/>
                  </a:moveTo>
                  <a:cubicBezTo>
                    <a:pt x="149" y="209"/>
                    <a:pt x="0" y="511"/>
                    <a:pt x="0" y="850"/>
                  </a:cubicBezTo>
                  <a:lnTo>
                    <a:pt x="0" y="1420"/>
                  </a:lnTo>
                  <a:lnTo>
                    <a:pt x="572" y="1420"/>
                  </a:lnTo>
                  <a:cubicBezTo>
                    <a:pt x="572" y="930"/>
                    <a:pt x="506" y="453"/>
                    <a:pt x="37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0"/>
            <p:cNvSpPr/>
            <p:nvPr/>
          </p:nvSpPr>
          <p:spPr>
            <a:xfrm>
              <a:off x="7502921" y="1714485"/>
              <a:ext cx="195954" cy="101119"/>
            </a:xfrm>
            <a:custGeom>
              <a:rect b="b" l="l" r="r" t="t"/>
              <a:pathLst>
                <a:path extrusionOk="0" h="3814" w="7391">
                  <a:moveTo>
                    <a:pt x="1749" y="0"/>
                  </a:moveTo>
                  <a:cubicBezTo>
                    <a:pt x="1672" y="0"/>
                    <a:pt x="1599" y="28"/>
                    <a:pt x="1599" y="28"/>
                  </a:cubicBezTo>
                  <a:cubicBezTo>
                    <a:pt x="681" y="920"/>
                    <a:pt x="87" y="2148"/>
                    <a:pt x="9" y="3512"/>
                  </a:cubicBezTo>
                  <a:cubicBezTo>
                    <a:pt x="0" y="3676"/>
                    <a:pt x="131" y="3814"/>
                    <a:pt x="293" y="3814"/>
                  </a:cubicBezTo>
                  <a:lnTo>
                    <a:pt x="7390" y="3814"/>
                  </a:lnTo>
                  <a:cubicBezTo>
                    <a:pt x="4427" y="3235"/>
                    <a:pt x="2171" y="1172"/>
                    <a:pt x="1919" y="119"/>
                  </a:cubicBezTo>
                  <a:cubicBezTo>
                    <a:pt x="1896" y="25"/>
                    <a:pt x="1821" y="0"/>
                    <a:pt x="17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0"/>
            <p:cNvSpPr/>
            <p:nvPr/>
          </p:nvSpPr>
          <p:spPr>
            <a:xfrm>
              <a:off x="7528240" y="1698392"/>
              <a:ext cx="34148" cy="34201"/>
            </a:xfrm>
            <a:custGeom>
              <a:rect b="b" l="l" r="r" t="t"/>
              <a:pathLst>
                <a:path extrusionOk="0" h="1290" w="1288">
                  <a:moveTo>
                    <a:pt x="644" y="1"/>
                  </a:moveTo>
                  <a:cubicBezTo>
                    <a:pt x="289" y="1"/>
                    <a:pt x="1" y="289"/>
                    <a:pt x="1" y="646"/>
                  </a:cubicBezTo>
                  <a:cubicBezTo>
                    <a:pt x="1" y="1001"/>
                    <a:pt x="289" y="1289"/>
                    <a:pt x="644" y="1289"/>
                  </a:cubicBezTo>
                  <a:cubicBezTo>
                    <a:pt x="999" y="1289"/>
                    <a:pt x="1287" y="1001"/>
                    <a:pt x="1287" y="646"/>
                  </a:cubicBezTo>
                  <a:cubicBezTo>
                    <a:pt x="1287" y="289"/>
                    <a:pt x="999" y="1"/>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0"/>
            <p:cNvSpPr/>
            <p:nvPr/>
          </p:nvSpPr>
          <p:spPr>
            <a:xfrm>
              <a:off x="7722418" y="1541279"/>
              <a:ext cx="53131" cy="53052"/>
            </a:xfrm>
            <a:custGeom>
              <a:rect b="b" l="l" r="r" t="t"/>
              <a:pathLst>
                <a:path extrusionOk="0" h="2001" w="2004">
                  <a:moveTo>
                    <a:pt x="1003" y="0"/>
                  </a:moveTo>
                  <a:cubicBezTo>
                    <a:pt x="451" y="0"/>
                    <a:pt x="1" y="448"/>
                    <a:pt x="1" y="1001"/>
                  </a:cubicBezTo>
                  <a:cubicBezTo>
                    <a:pt x="1" y="1553"/>
                    <a:pt x="451" y="2001"/>
                    <a:pt x="1003" y="2001"/>
                  </a:cubicBezTo>
                  <a:cubicBezTo>
                    <a:pt x="1555" y="2001"/>
                    <a:pt x="2003" y="1553"/>
                    <a:pt x="2003" y="1001"/>
                  </a:cubicBezTo>
                  <a:cubicBezTo>
                    <a:pt x="2003" y="448"/>
                    <a:pt x="1555" y="0"/>
                    <a:pt x="1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0"/>
            <p:cNvSpPr/>
            <p:nvPr/>
          </p:nvSpPr>
          <p:spPr>
            <a:xfrm>
              <a:off x="7510504" y="1541279"/>
              <a:ext cx="53052" cy="53052"/>
            </a:xfrm>
            <a:custGeom>
              <a:rect b="b" l="l" r="r" t="t"/>
              <a:pathLst>
                <a:path extrusionOk="0" h="2001" w="2001">
                  <a:moveTo>
                    <a:pt x="1000" y="0"/>
                  </a:moveTo>
                  <a:cubicBezTo>
                    <a:pt x="448" y="0"/>
                    <a:pt x="0" y="448"/>
                    <a:pt x="0" y="1001"/>
                  </a:cubicBezTo>
                  <a:cubicBezTo>
                    <a:pt x="0" y="1553"/>
                    <a:pt x="448" y="2001"/>
                    <a:pt x="1000" y="2001"/>
                  </a:cubicBezTo>
                  <a:cubicBezTo>
                    <a:pt x="1553" y="2001"/>
                    <a:pt x="2001" y="1553"/>
                    <a:pt x="2001" y="1001"/>
                  </a:cubicBezTo>
                  <a:cubicBezTo>
                    <a:pt x="2001" y="448"/>
                    <a:pt x="1553"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0"/>
            <p:cNvSpPr/>
            <p:nvPr/>
          </p:nvSpPr>
          <p:spPr>
            <a:xfrm>
              <a:off x="7720536" y="1572723"/>
              <a:ext cx="56472" cy="71663"/>
            </a:xfrm>
            <a:custGeom>
              <a:rect b="b" l="l" r="r" t="t"/>
              <a:pathLst>
                <a:path extrusionOk="0" h="2703" w="2130">
                  <a:moveTo>
                    <a:pt x="1065" y="1"/>
                  </a:moveTo>
                  <a:cubicBezTo>
                    <a:pt x="477" y="1"/>
                    <a:pt x="1" y="606"/>
                    <a:pt x="1" y="1352"/>
                  </a:cubicBezTo>
                  <a:cubicBezTo>
                    <a:pt x="1" y="2097"/>
                    <a:pt x="477" y="2702"/>
                    <a:pt x="1065" y="2702"/>
                  </a:cubicBezTo>
                  <a:cubicBezTo>
                    <a:pt x="1653" y="2702"/>
                    <a:pt x="2130" y="2097"/>
                    <a:pt x="2130" y="1352"/>
                  </a:cubicBezTo>
                  <a:cubicBezTo>
                    <a:pt x="2130" y="606"/>
                    <a:pt x="1653" y="1"/>
                    <a:pt x="1065"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0"/>
            <p:cNvSpPr/>
            <p:nvPr/>
          </p:nvSpPr>
          <p:spPr>
            <a:xfrm>
              <a:off x="7554408" y="1495810"/>
              <a:ext cx="194390" cy="211543"/>
            </a:xfrm>
            <a:custGeom>
              <a:rect b="b" l="l" r="r" t="t"/>
              <a:pathLst>
                <a:path extrusionOk="0" h="7979" w="7332">
                  <a:moveTo>
                    <a:pt x="3341" y="1"/>
                  </a:moveTo>
                  <a:cubicBezTo>
                    <a:pt x="2540" y="1"/>
                    <a:pt x="1795" y="249"/>
                    <a:pt x="1172" y="671"/>
                  </a:cubicBezTo>
                  <a:cubicBezTo>
                    <a:pt x="728" y="1292"/>
                    <a:pt x="1" y="2589"/>
                    <a:pt x="1" y="3235"/>
                  </a:cubicBezTo>
                  <a:cubicBezTo>
                    <a:pt x="1" y="5803"/>
                    <a:pt x="1919" y="7644"/>
                    <a:pt x="4889" y="7979"/>
                  </a:cubicBezTo>
                  <a:cubicBezTo>
                    <a:pt x="6324" y="7349"/>
                    <a:pt x="7331" y="5874"/>
                    <a:pt x="7331" y="4153"/>
                  </a:cubicBezTo>
                  <a:cubicBezTo>
                    <a:pt x="7331" y="1862"/>
                    <a:pt x="5546" y="5"/>
                    <a:pt x="3341"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0"/>
            <p:cNvSpPr/>
            <p:nvPr/>
          </p:nvSpPr>
          <p:spPr>
            <a:xfrm>
              <a:off x="7537255" y="1513574"/>
              <a:ext cx="146800" cy="202370"/>
            </a:xfrm>
            <a:custGeom>
              <a:rect b="b" l="l" r="r" t="t"/>
              <a:pathLst>
                <a:path extrusionOk="0" h="7633" w="5537">
                  <a:moveTo>
                    <a:pt x="1819" y="1"/>
                  </a:moveTo>
                  <a:lnTo>
                    <a:pt x="1819" y="1"/>
                  </a:lnTo>
                  <a:cubicBezTo>
                    <a:pt x="723" y="742"/>
                    <a:pt x="0" y="2023"/>
                    <a:pt x="0" y="3483"/>
                  </a:cubicBezTo>
                  <a:cubicBezTo>
                    <a:pt x="0" y="5776"/>
                    <a:pt x="1786" y="7633"/>
                    <a:pt x="3988" y="7633"/>
                  </a:cubicBezTo>
                  <a:cubicBezTo>
                    <a:pt x="4538" y="7633"/>
                    <a:pt x="5059" y="7517"/>
                    <a:pt x="5536" y="7309"/>
                  </a:cubicBezTo>
                  <a:cubicBezTo>
                    <a:pt x="3203" y="6590"/>
                    <a:pt x="1513" y="4417"/>
                    <a:pt x="1513" y="1850"/>
                  </a:cubicBezTo>
                  <a:cubicBezTo>
                    <a:pt x="1513" y="1203"/>
                    <a:pt x="1619" y="580"/>
                    <a:pt x="1819"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0"/>
            <p:cNvSpPr/>
            <p:nvPr/>
          </p:nvSpPr>
          <p:spPr>
            <a:xfrm>
              <a:off x="7509019" y="1572723"/>
              <a:ext cx="56472" cy="71663"/>
            </a:xfrm>
            <a:custGeom>
              <a:rect b="b" l="l" r="r" t="t"/>
              <a:pathLst>
                <a:path extrusionOk="0" h="2703" w="2130">
                  <a:moveTo>
                    <a:pt x="1065" y="1"/>
                  </a:moveTo>
                  <a:cubicBezTo>
                    <a:pt x="475" y="1"/>
                    <a:pt x="1" y="606"/>
                    <a:pt x="1" y="1352"/>
                  </a:cubicBezTo>
                  <a:cubicBezTo>
                    <a:pt x="1" y="2097"/>
                    <a:pt x="475" y="2702"/>
                    <a:pt x="1065" y="2702"/>
                  </a:cubicBezTo>
                  <a:cubicBezTo>
                    <a:pt x="1653" y="2702"/>
                    <a:pt x="2130" y="2097"/>
                    <a:pt x="2130" y="1352"/>
                  </a:cubicBezTo>
                  <a:cubicBezTo>
                    <a:pt x="2130" y="606"/>
                    <a:pt x="1653" y="1"/>
                    <a:pt x="106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0"/>
            <p:cNvSpPr/>
            <p:nvPr/>
          </p:nvSpPr>
          <p:spPr>
            <a:xfrm>
              <a:off x="7560533" y="1503631"/>
              <a:ext cx="199321" cy="98547"/>
            </a:xfrm>
            <a:custGeom>
              <a:rect b="b" l="l" r="r" t="t"/>
              <a:pathLst>
                <a:path extrusionOk="0" h="3717" w="7518">
                  <a:moveTo>
                    <a:pt x="1081" y="1"/>
                  </a:moveTo>
                  <a:cubicBezTo>
                    <a:pt x="477" y="566"/>
                    <a:pt x="1" y="1172"/>
                    <a:pt x="1" y="1962"/>
                  </a:cubicBezTo>
                  <a:cubicBezTo>
                    <a:pt x="1" y="2163"/>
                    <a:pt x="351" y="2421"/>
                    <a:pt x="666" y="2820"/>
                  </a:cubicBezTo>
                  <a:cubicBezTo>
                    <a:pt x="673" y="2827"/>
                    <a:pt x="679" y="2831"/>
                    <a:pt x="688" y="2840"/>
                  </a:cubicBezTo>
                  <a:cubicBezTo>
                    <a:pt x="870" y="3019"/>
                    <a:pt x="1121" y="3135"/>
                    <a:pt x="1398" y="3135"/>
                  </a:cubicBezTo>
                  <a:cubicBezTo>
                    <a:pt x="1642" y="3135"/>
                    <a:pt x="1866" y="3046"/>
                    <a:pt x="2041" y="2898"/>
                  </a:cubicBezTo>
                  <a:cubicBezTo>
                    <a:pt x="2067" y="2876"/>
                    <a:pt x="2099" y="2865"/>
                    <a:pt x="2131" y="2865"/>
                  </a:cubicBezTo>
                  <a:cubicBezTo>
                    <a:pt x="2179" y="2865"/>
                    <a:pt x="2227" y="2890"/>
                    <a:pt x="2254" y="2935"/>
                  </a:cubicBezTo>
                  <a:cubicBezTo>
                    <a:pt x="2429" y="3226"/>
                    <a:pt x="2746" y="3419"/>
                    <a:pt x="3110" y="3419"/>
                  </a:cubicBezTo>
                  <a:cubicBezTo>
                    <a:pt x="3474" y="3419"/>
                    <a:pt x="3793" y="3226"/>
                    <a:pt x="3966" y="2935"/>
                  </a:cubicBezTo>
                  <a:cubicBezTo>
                    <a:pt x="3996" y="2890"/>
                    <a:pt x="4044" y="2865"/>
                    <a:pt x="4092" y="2865"/>
                  </a:cubicBezTo>
                  <a:cubicBezTo>
                    <a:pt x="4124" y="2865"/>
                    <a:pt x="4155" y="2876"/>
                    <a:pt x="4181" y="2898"/>
                  </a:cubicBezTo>
                  <a:cubicBezTo>
                    <a:pt x="4354" y="3046"/>
                    <a:pt x="4581" y="3135"/>
                    <a:pt x="4825" y="3135"/>
                  </a:cubicBezTo>
                  <a:cubicBezTo>
                    <a:pt x="5102" y="3135"/>
                    <a:pt x="5352" y="3024"/>
                    <a:pt x="5534" y="2840"/>
                  </a:cubicBezTo>
                  <a:cubicBezTo>
                    <a:pt x="5560" y="2814"/>
                    <a:pt x="5595" y="2801"/>
                    <a:pt x="5631" y="2801"/>
                  </a:cubicBezTo>
                  <a:cubicBezTo>
                    <a:pt x="5645" y="2801"/>
                    <a:pt x="5659" y="2803"/>
                    <a:pt x="5672" y="2807"/>
                  </a:cubicBezTo>
                  <a:cubicBezTo>
                    <a:pt x="5763" y="2835"/>
                    <a:pt x="5863" y="2851"/>
                    <a:pt x="5967" y="2851"/>
                  </a:cubicBezTo>
                  <a:cubicBezTo>
                    <a:pt x="6069" y="2851"/>
                    <a:pt x="6169" y="2838"/>
                    <a:pt x="6262" y="2807"/>
                  </a:cubicBezTo>
                  <a:cubicBezTo>
                    <a:pt x="6276" y="2803"/>
                    <a:pt x="6290" y="2801"/>
                    <a:pt x="6304" y="2801"/>
                  </a:cubicBezTo>
                  <a:cubicBezTo>
                    <a:pt x="6383" y="2801"/>
                    <a:pt x="6450" y="2861"/>
                    <a:pt x="6450" y="2942"/>
                  </a:cubicBezTo>
                  <a:lnTo>
                    <a:pt x="6450" y="3430"/>
                  </a:lnTo>
                  <a:cubicBezTo>
                    <a:pt x="6450" y="3610"/>
                    <a:pt x="6594" y="3717"/>
                    <a:pt x="6739" y="3717"/>
                  </a:cubicBezTo>
                  <a:cubicBezTo>
                    <a:pt x="6837" y="3717"/>
                    <a:pt x="6937" y="3667"/>
                    <a:pt x="6991" y="3558"/>
                  </a:cubicBezTo>
                  <a:lnTo>
                    <a:pt x="7315" y="2909"/>
                  </a:lnTo>
                  <a:cubicBezTo>
                    <a:pt x="7495" y="2554"/>
                    <a:pt x="7517" y="2143"/>
                    <a:pt x="7377" y="1773"/>
                  </a:cubicBezTo>
                  <a:lnTo>
                    <a:pt x="6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0"/>
            <p:cNvSpPr/>
            <p:nvPr/>
          </p:nvSpPr>
          <p:spPr>
            <a:xfrm>
              <a:off x="7526199" y="1503578"/>
              <a:ext cx="62994" cy="98520"/>
            </a:xfrm>
            <a:custGeom>
              <a:rect b="b" l="l" r="r" t="t"/>
              <a:pathLst>
                <a:path extrusionOk="0" h="3716" w="2376">
                  <a:moveTo>
                    <a:pt x="799" y="1"/>
                  </a:moveTo>
                  <a:lnTo>
                    <a:pt x="138" y="1773"/>
                  </a:lnTo>
                  <a:cubicBezTo>
                    <a:pt x="0" y="2143"/>
                    <a:pt x="23" y="2554"/>
                    <a:pt x="200" y="2908"/>
                  </a:cubicBezTo>
                  <a:lnTo>
                    <a:pt x="524" y="3558"/>
                  </a:lnTo>
                  <a:cubicBezTo>
                    <a:pt x="578" y="3667"/>
                    <a:pt x="676" y="3716"/>
                    <a:pt x="775" y="3716"/>
                  </a:cubicBezTo>
                  <a:cubicBezTo>
                    <a:pt x="920" y="3716"/>
                    <a:pt x="1065" y="3609"/>
                    <a:pt x="1065" y="3430"/>
                  </a:cubicBezTo>
                  <a:lnTo>
                    <a:pt x="1065" y="2942"/>
                  </a:lnTo>
                  <a:cubicBezTo>
                    <a:pt x="1065" y="2860"/>
                    <a:pt x="1131" y="2800"/>
                    <a:pt x="1208" y="2800"/>
                  </a:cubicBezTo>
                  <a:cubicBezTo>
                    <a:pt x="1223" y="2800"/>
                    <a:pt x="1238" y="2802"/>
                    <a:pt x="1253" y="2806"/>
                  </a:cubicBezTo>
                  <a:cubicBezTo>
                    <a:pt x="1347" y="2833"/>
                    <a:pt x="1446" y="2851"/>
                    <a:pt x="1551" y="2851"/>
                  </a:cubicBezTo>
                  <a:cubicBezTo>
                    <a:pt x="1653" y="2851"/>
                    <a:pt x="1750" y="2833"/>
                    <a:pt x="1843" y="2806"/>
                  </a:cubicBezTo>
                  <a:cubicBezTo>
                    <a:pt x="1857" y="2802"/>
                    <a:pt x="1872" y="2801"/>
                    <a:pt x="1886" y="2801"/>
                  </a:cubicBezTo>
                  <a:cubicBezTo>
                    <a:pt x="1913" y="2801"/>
                    <a:pt x="1939" y="2807"/>
                    <a:pt x="1961" y="2822"/>
                  </a:cubicBezTo>
                  <a:cubicBezTo>
                    <a:pt x="1941" y="2627"/>
                    <a:pt x="1930" y="2429"/>
                    <a:pt x="1930" y="2227"/>
                  </a:cubicBezTo>
                  <a:cubicBezTo>
                    <a:pt x="1930" y="1440"/>
                    <a:pt x="2087" y="688"/>
                    <a:pt x="2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0"/>
            <p:cNvSpPr/>
            <p:nvPr/>
          </p:nvSpPr>
          <p:spPr>
            <a:xfrm>
              <a:off x="7514189" y="1456307"/>
              <a:ext cx="59494" cy="64770"/>
            </a:xfrm>
            <a:custGeom>
              <a:rect b="b" l="l" r="r" t="t"/>
              <a:pathLst>
                <a:path extrusionOk="0" h="2443" w="2244">
                  <a:moveTo>
                    <a:pt x="1" y="0"/>
                  </a:moveTo>
                  <a:lnTo>
                    <a:pt x="1" y="999"/>
                  </a:lnTo>
                  <a:cubicBezTo>
                    <a:pt x="1" y="1256"/>
                    <a:pt x="174" y="1480"/>
                    <a:pt x="420" y="1551"/>
                  </a:cubicBezTo>
                  <a:lnTo>
                    <a:pt x="631" y="1608"/>
                  </a:lnTo>
                  <a:cubicBezTo>
                    <a:pt x="930" y="1688"/>
                    <a:pt x="1161" y="1926"/>
                    <a:pt x="1236" y="2225"/>
                  </a:cubicBezTo>
                  <a:lnTo>
                    <a:pt x="1292" y="2442"/>
                  </a:lnTo>
                  <a:lnTo>
                    <a:pt x="2243" y="2442"/>
                  </a:lnTo>
                  <a:lnTo>
                    <a:pt x="1806" y="49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0"/>
            <p:cNvSpPr/>
            <p:nvPr/>
          </p:nvSpPr>
          <p:spPr>
            <a:xfrm>
              <a:off x="7502921" y="1440373"/>
              <a:ext cx="77973" cy="82533"/>
            </a:xfrm>
            <a:custGeom>
              <a:rect b="b" l="l" r="r" t="t"/>
              <a:pathLst>
                <a:path extrusionOk="0" h="3113" w="2941">
                  <a:moveTo>
                    <a:pt x="284" y="1"/>
                  </a:moveTo>
                  <a:cubicBezTo>
                    <a:pt x="133" y="1"/>
                    <a:pt x="0" y="127"/>
                    <a:pt x="0" y="289"/>
                  </a:cubicBezTo>
                  <a:lnTo>
                    <a:pt x="0" y="342"/>
                  </a:lnTo>
                  <a:cubicBezTo>
                    <a:pt x="0" y="599"/>
                    <a:pt x="171" y="823"/>
                    <a:pt x="419" y="892"/>
                  </a:cubicBezTo>
                  <a:lnTo>
                    <a:pt x="1218" y="1112"/>
                  </a:lnTo>
                  <a:cubicBezTo>
                    <a:pt x="1417" y="1167"/>
                    <a:pt x="1568" y="1322"/>
                    <a:pt x="1619" y="1522"/>
                  </a:cubicBezTo>
                  <a:lnTo>
                    <a:pt x="2021" y="3112"/>
                  </a:lnTo>
                  <a:lnTo>
                    <a:pt x="2941" y="3112"/>
                  </a:lnTo>
                  <a:lnTo>
                    <a:pt x="2449" y="1309"/>
                  </a:lnTo>
                  <a:cubicBezTo>
                    <a:pt x="2316" y="821"/>
                    <a:pt x="1934" y="440"/>
                    <a:pt x="1446" y="306"/>
                  </a:cubicBezTo>
                  <a:lnTo>
                    <a:pt x="359" y="12"/>
                  </a:lnTo>
                  <a:cubicBezTo>
                    <a:pt x="334" y="4"/>
                    <a:pt x="309" y="1"/>
                    <a:pt x="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0"/>
            <p:cNvSpPr/>
            <p:nvPr/>
          </p:nvSpPr>
          <p:spPr>
            <a:xfrm>
              <a:off x="7711309" y="1456307"/>
              <a:ext cx="59468" cy="64770"/>
            </a:xfrm>
            <a:custGeom>
              <a:rect b="b" l="l" r="r" t="t"/>
              <a:pathLst>
                <a:path extrusionOk="0" h="2443" w="2243">
                  <a:moveTo>
                    <a:pt x="2243" y="0"/>
                  </a:moveTo>
                  <a:lnTo>
                    <a:pt x="437" y="495"/>
                  </a:lnTo>
                  <a:lnTo>
                    <a:pt x="0" y="2442"/>
                  </a:lnTo>
                  <a:lnTo>
                    <a:pt x="954" y="2442"/>
                  </a:lnTo>
                  <a:lnTo>
                    <a:pt x="1009" y="2225"/>
                  </a:lnTo>
                  <a:cubicBezTo>
                    <a:pt x="1085" y="1926"/>
                    <a:pt x="1316" y="1693"/>
                    <a:pt x="1613" y="1608"/>
                  </a:cubicBezTo>
                  <a:lnTo>
                    <a:pt x="1823" y="1551"/>
                  </a:lnTo>
                  <a:cubicBezTo>
                    <a:pt x="2070" y="1480"/>
                    <a:pt x="2243" y="1256"/>
                    <a:pt x="2243" y="999"/>
                  </a:cubicBezTo>
                  <a:lnTo>
                    <a:pt x="22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0"/>
            <p:cNvSpPr/>
            <p:nvPr/>
          </p:nvSpPr>
          <p:spPr>
            <a:xfrm>
              <a:off x="7704124" y="1440373"/>
              <a:ext cx="78053" cy="82533"/>
            </a:xfrm>
            <a:custGeom>
              <a:rect b="b" l="l" r="r" t="t"/>
              <a:pathLst>
                <a:path extrusionOk="0" h="3113" w="2944">
                  <a:moveTo>
                    <a:pt x="2658" y="1"/>
                  </a:moveTo>
                  <a:cubicBezTo>
                    <a:pt x="2633" y="1"/>
                    <a:pt x="2608" y="4"/>
                    <a:pt x="2582" y="12"/>
                  </a:cubicBezTo>
                  <a:lnTo>
                    <a:pt x="1496" y="306"/>
                  </a:lnTo>
                  <a:cubicBezTo>
                    <a:pt x="1008" y="440"/>
                    <a:pt x="628" y="821"/>
                    <a:pt x="495" y="1309"/>
                  </a:cubicBezTo>
                  <a:lnTo>
                    <a:pt x="1" y="3112"/>
                  </a:lnTo>
                  <a:lnTo>
                    <a:pt x="921" y="3112"/>
                  </a:lnTo>
                  <a:lnTo>
                    <a:pt x="1325" y="1522"/>
                  </a:lnTo>
                  <a:cubicBezTo>
                    <a:pt x="1374" y="1322"/>
                    <a:pt x="1527" y="1167"/>
                    <a:pt x="1726" y="1112"/>
                  </a:cubicBezTo>
                  <a:lnTo>
                    <a:pt x="2525" y="892"/>
                  </a:lnTo>
                  <a:cubicBezTo>
                    <a:pt x="2771" y="823"/>
                    <a:pt x="2944" y="599"/>
                    <a:pt x="2944" y="342"/>
                  </a:cubicBezTo>
                  <a:lnTo>
                    <a:pt x="2944" y="289"/>
                  </a:lnTo>
                  <a:cubicBezTo>
                    <a:pt x="2944" y="127"/>
                    <a:pt x="2810" y="1"/>
                    <a:pt x="2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0"/>
            <p:cNvSpPr/>
            <p:nvPr/>
          </p:nvSpPr>
          <p:spPr>
            <a:xfrm>
              <a:off x="7607566" y="1439259"/>
              <a:ext cx="147701" cy="102285"/>
            </a:xfrm>
            <a:custGeom>
              <a:rect b="b" l="l" r="r" t="t"/>
              <a:pathLst>
                <a:path extrusionOk="0" h="3858" w="5571">
                  <a:moveTo>
                    <a:pt x="1243" y="0"/>
                  </a:moveTo>
                  <a:cubicBezTo>
                    <a:pt x="336" y="510"/>
                    <a:pt x="1" y="1227"/>
                    <a:pt x="1" y="1863"/>
                  </a:cubicBezTo>
                  <a:cubicBezTo>
                    <a:pt x="1" y="2624"/>
                    <a:pt x="256" y="3258"/>
                    <a:pt x="1474" y="3857"/>
                  </a:cubicBezTo>
                  <a:lnTo>
                    <a:pt x="5570" y="3857"/>
                  </a:lnTo>
                  <a:cubicBezTo>
                    <a:pt x="5249" y="1673"/>
                    <a:pt x="3474" y="0"/>
                    <a:pt x="1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0"/>
            <p:cNvSpPr/>
            <p:nvPr/>
          </p:nvSpPr>
          <p:spPr>
            <a:xfrm>
              <a:off x="7530839" y="1439312"/>
              <a:ext cx="115807" cy="102232"/>
            </a:xfrm>
            <a:custGeom>
              <a:rect b="b" l="l" r="r" t="t"/>
              <a:pathLst>
                <a:path extrusionOk="0" h="3856" w="4368">
                  <a:moveTo>
                    <a:pt x="4137" y="0"/>
                  </a:moveTo>
                  <a:lnTo>
                    <a:pt x="4137" y="0"/>
                  </a:lnTo>
                  <a:cubicBezTo>
                    <a:pt x="2041" y="49"/>
                    <a:pt x="315" y="1704"/>
                    <a:pt x="1" y="3855"/>
                  </a:cubicBezTo>
                  <a:lnTo>
                    <a:pt x="4368" y="3855"/>
                  </a:lnTo>
                  <a:cubicBezTo>
                    <a:pt x="3849" y="3248"/>
                    <a:pt x="3554" y="2538"/>
                    <a:pt x="3554" y="1779"/>
                  </a:cubicBezTo>
                  <a:cubicBezTo>
                    <a:pt x="3554" y="1141"/>
                    <a:pt x="3764" y="535"/>
                    <a:pt x="41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0"/>
            <p:cNvSpPr/>
            <p:nvPr/>
          </p:nvSpPr>
          <p:spPr>
            <a:xfrm>
              <a:off x="7582246" y="1521050"/>
              <a:ext cx="189485" cy="30304"/>
            </a:xfrm>
            <a:custGeom>
              <a:rect b="b" l="l" r="r" t="t"/>
              <a:pathLst>
                <a:path extrusionOk="0" h="1143" w="7147">
                  <a:moveTo>
                    <a:pt x="639" y="0"/>
                  </a:moveTo>
                  <a:cubicBezTo>
                    <a:pt x="0" y="295"/>
                    <a:pt x="182" y="899"/>
                    <a:pt x="954" y="1143"/>
                  </a:cubicBezTo>
                  <a:lnTo>
                    <a:pt x="6576" y="1143"/>
                  </a:lnTo>
                  <a:cubicBezTo>
                    <a:pt x="6734" y="1143"/>
                    <a:pt x="6878" y="1081"/>
                    <a:pt x="6980" y="976"/>
                  </a:cubicBezTo>
                  <a:cubicBezTo>
                    <a:pt x="7082" y="872"/>
                    <a:pt x="7146" y="730"/>
                    <a:pt x="7146" y="573"/>
                  </a:cubicBezTo>
                  <a:cubicBezTo>
                    <a:pt x="7146" y="255"/>
                    <a:pt x="6891"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0"/>
            <p:cNvSpPr/>
            <p:nvPr/>
          </p:nvSpPr>
          <p:spPr>
            <a:xfrm>
              <a:off x="7514189" y="1521050"/>
              <a:ext cx="93297" cy="30304"/>
            </a:xfrm>
            <a:custGeom>
              <a:rect b="b" l="l" r="r" t="t"/>
              <a:pathLst>
                <a:path extrusionOk="0" h="1143" w="3519">
                  <a:moveTo>
                    <a:pt x="573" y="0"/>
                  </a:moveTo>
                  <a:cubicBezTo>
                    <a:pt x="413" y="0"/>
                    <a:pt x="271" y="65"/>
                    <a:pt x="167" y="167"/>
                  </a:cubicBezTo>
                  <a:cubicBezTo>
                    <a:pt x="65" y="273"/>
                    <a:pt x="1" y="415"/>
                    <a:pt x="1" y="573"/>
                  </a:cubicBezTo>
                  <a:cubicBezTo>
                    <a:pt x="1" y="888"/>
                    <a:pt x="256" y="1143"/>
                    <a:pt x="573" y="1143"/>
                  </a:cubicBezTo>
                  <a:lnTo>
                    <a:pt x="3518" y="1143"/>
                  </a:lnTo>
                  <a:cubicBezTo>
                    <a:pt x="3228" y="919"/>
                    <a:pt x="3075" y="318"/>
                    <a:pt x="3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0"/>
            <p:cNvSpPr/>
            <p:nvPr/>
          </p:nvSpPr>
          <p:spPr>
            <a:xfrm>
              <a:off x="7785332" y="1708149"/>
              <a:ext cx="47378" cy="43719"/>
            </a:xfrm>
            <a:custGeom>
              <a:rect b="b" l="l" r="r" t="t"/>
              <a:pathLst>
                <a:path extrusionOk="0" h="1649" w="1787">
                  <a:moveTo>
                    <a:pt x="1" y="1"/>
                  </a:moveTo>
                  <a:lnTo>
                    <a:pt x="1" y="518"/>
                  </a:lnTo>
                  <a:cubicBezTo>
                    <a:pt x="1" y="906"/>
                    <a:pt x="262" y="1247"/>
                    <a:pt x="639" y="1347"/>
                  </a:cubicBezTo>
                  <a:lnTo>
                    <a:pt x="1786" y="1649"/>
                  </a:lnTo>
                  <a:lnTo>
                    <a:pt x="1786" y="47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0"/>
            <p:cNvSpPr/>
            <p:nvPr/>
          </p:nvSpPr>
          <p:spPr>
            <a:xfrm>
              <a:off x="7777803" y="1682405"/>
              <a:ext cx="47378" cy="43772"/>
            </a:xfrm>
            <a:custGeom>
              <a:rect b="b" l="l" r="r" t="t"/>
              <a:pathLst>
                <a:path extrusionOk="0" h="1651" w="1787">
                  <a:moveTo>
                    <a:pt x="1" y="0"/>
                  </a:moveTo>
                  <a:lnTo>
                    <a:pt x="1" y="519"/>
                  </a:lnTo>
                  <a:cubicBezTo>
                    <a:pt x="1" y="907"/>
                    <a:pt x="260" y="1249"/>
                    <a:pt x="637" y="1349"/>
                  </a:cubicBezTo>
                  <a:lnTo>
                    <a:pt x="1786" y="1651"/>
                  </a:lnTo>
                  <a:lnTo>
                    <a:pt x="1786" y="47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0"/>
            <p:cNvSpPr/>
            <p:nvPr/>
          </p:nvSpPr>
          <p:spPr>
            <a:xfrm>
              <a:off x="7766402" y="1663767"/>
              <a:ext cx="66705" cy="40591"/>
            </a:xfrm>
            <a:custGeom>
              <a:rect b="b" l="l" r="r" t="t"/>
              <a:pathLst>
                <a:path extrusionOk="0" h="1531" w="2516">
                  <a:moveTo>
                    <a:pt x="146" y="1"/>
                  </a:moveTo>
                  <a:cubicBezTo>
                    <a:pt x="68" y="1"/>
                    <a:pt x="1" y="63"/>
                    <a:pt x="1" y="147"/>
                  </a:cubicBezTo>
                  <a:lnTo>
                    <a:pt x="1" y="422"/>
                  </a:lnTo>
                  <a:cubicBezTo>
                    <a:pt x="1" y="679"/>
                    <a:pt x="176" y="905"/>
                    <a:pt x="424" y="972"/>
                  </a:cubicBezTo>
                  <a:lnTo>
                    <a:pt x="2507" y="1531"/>
                  </a:lnTo>
                  <a:lnTo>
                    <a:pt x="2516" y="615"/>
                  </a:lnTo>
                  <a:lnTo>
                    <a:pt x="180" y="5"/>
                  </a:lnTo>
                  <a:cubicBezTo>
                    <a:pt x="169" y="2"/>
                    <a:pt x="157" y="1"/>
                    <a:pt x="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0"/>
            <p:cNvSpPr/>
            <p:nvPr/>
          </p:nvSpPr>
          <p:spPr>
            <a:xfrm>
              <a:off x="7809220" y="1708149"/>
              <a:ext cx="47351" cy="43719"/>
            </a:xfrm>
            <a:custGeom>
              <a:rect b="b" l="l" r="r" t="t"/>
              <a:pathLst>
                <a:path extrusionOk="0" h="1649" w="1786">
                  <a:moveTo>
                    <a:pt x="1786" y="1"/>
                  </a:moveTo>
                  <a:lnTo>
                    <a:pt x="0" y="471"/>
                  </a:lnTo>
                  <a:lnTo>
                    <a:pt x="0" y="1649"/>
                  </a:lnTo>
                  <a:lnTo>
                    <a:pt x="1147" y="1347"/>
                  </a:lnTo>
                  <a:cubicBezTo>
                    <a:pt x="1524" y="1247"/>
                    <a:pt x="1786" y="906"/>
                    <a:pt x="1786" y="518"/>
                  </a:cubicBezTo>
                  <a:lnTo>
                    <a:pt x="17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0"/>
            <p:cNvSpPr/>
            <p:nvPr/>
          </p:nvSpPr>
          <p:spPr>
            <a:xfrm>
              <a:off x="7816749" y="1682405"/>
              <a:ext cx="47351" cy="43772"/>
            </a:xfrm>
            <a:custGeom>
              <a:rect b="b" l="l" r="r" t="t"/>
              <a:pathLst>
                <a:path extrusionOk="0" h="1651" w="1786">
                  <a:moveTo>
                    <a:pt x="1785" y="0"/>
                  </a:moveTo>
                  <a:lnTo>
                    <a:pt x="0" y="473"/>
                  </a:lnTo>
                  <a:lnTo>
                    <a:pt x="0" y="1651"/>
                  </a:lnTo>
                  <a:lnTo>
                    <a:pt x="1149" y="1349"/>
                  </a:lnTo>
                  <a:cubicBezTo>
                    <a:pt x="1526" y="1249"/>
                    <a:pt x="1785" y="907"/>
                    <a:pt x="1785" y="519"/>
                  </a:cubicBezTo>
                  <a:lnTo>
                    <a:pt x="17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0"/>
            <p:cNvSpPr/>
            <p:nvPr/>
          </p:nvSpPr>
          <p:spPr>
            <a:xfrm>
              <a:off x="7808796" y="1663767"/>
              <a:ext cx="66705" cy="40591"/>
            </a:xfrm>
            <a:custGeom>
              <a:rect b="b" l="l" r="r" t="t"/>
              <a:pathLst>
                <a:path extrusionOk="0" h="1531" w="2516">
                  <a:moveTo>
                    <a:pt x="2371" y="1"/>
                  </a:moveTo>
                  <a:cubicBezTo>
                    <a:pt x="2359" y="1"/>
                    <a:pt x="2348" y="2"/>
                    <a:pt x="2336" y="5"/>
                  </a:cubicBezTo>
                  <a:lnTo>
                    <a:pt x="1" y="615"/>
                  </a:lnTo>
                  <a:lnTo>
                    <a:pt x="10" y="1531"/>
                  </a:lnTo>
                  <a:lnTo>
                    <a:pt x="2092" y="972"/>
                  </a:lnTo>
                  <a:cubicBezTo>
                    <a:pt x="2341" y="905"/>
                    <a:pt x="2516" y="679"/>
                    <a:pt x="2516" y="422"/>
                  </a:cubicBezTo>
                  <a:lnTo>
                    <a:pt x="2516" y="147"/>
                  </a:lnTo>
                  <a:cubicBezTo>
                    <a:pt x="2516" y="63"/>
                    <a:pt x="2448" y="1"/>
                    <a:pt x="2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0"/>
            <p:cNvSpPr/>
            <p:nvPr/>
          </p:nvSpPr>
          <p:spPr>
            <a:xfrm>
              <a:off x="7807735" y="1653639"/>
              <a:ext cx="26539" cy="154568"/>
            </a:xfrm>
            <a:custGeom>
              <a:rect b="b" l="l" r="r" t="t"/>
              <a:pathLst>
                <a:path extrusionOk="0" h="5830" w="1001">
                  <a:moveTo>
                    <a:pt x="1" y="1"/>
                  </a:moveTo>
                  <a:lnTo>
                    <a:pt x="1" y="5829"/>
                  </a:lnTo>
                  <a:lnTo>
                    <a:pt x="1001" y="5829"/>
                  </a:lnTo>
                  <a:lnTo>
                    <a:pt x="1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0"/>
            <p:cNvSpPr/>
            <p:nvPr/>
          </p:nvSpPr>
          <p:spPr>
            <a:xfrm>
              <a:off x="7779287" y="1770135"/>
              <a:ext cx="83276" cy="45469"/>
            </a:xfrm>
            <a:custGeom>
              <a:rect b="b" l="l" r="r" t="t"/>
              <a:pathLst>
                <a:path extrusionOk="0" h="1715" w="3141">
                  <a:moveTo>
                    <a:pt x="1142" y="1"/>
                  </a:moveTo>
                  <a:cubicBezTo>
                    <a:pt x="513" y="3"/>
                    <a:pt x="0" y="515"/>
                    <a:pt x="0" y="1143"/>
                  </a:cubicBezTo>
                  <a:lnTo>
                    <a:pt x="0" y="1715"/>
                  </a:lnTo>
                  <a:lnTo>
                    <a:pt x="2855" y="1715"/>
                  </a:lnTo>
                  <a:cubicBezTo>
                    <a:pt x="3014" y="1715"/>
                    <a:pt x="3141" y="1586"/>
                    <a:pt x="3141" y="1429"/>
                  </a:cubicBezTo>
                  <a:lnTo>
                    <a:pt x="3141" y="1143"/>
                  </a:lnTo>
                  <a:cubicBezTo>
                    <a:pt x="3141" y="513"/>
                    <a:pt x="2631" y="1"/>
                    <a:pt x="1999"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0"/>
            <p:cNvSpPr/>
            <p:nvPr/>
          </p:nvSpPr>
          <p:spPr>
            <a:xfrm>
              <a:off x="7798217" y="1634762"/>
              <a:ext cx="45469" cy="45442"/>
            </a:xfrm>
            <a:custGeom>
              <a:rect b="b" l="l" r="r" t="t"/>
              <a:pathLst>
                <a:path extrusionOk="0" h="1714" w="1715">
                  <a:moveTo>
                    <a:pt x="859" y="1"/>
                  </a:moveTo>
                  <a:cubicBezTo>
                    <a:pt x="384" y="1"/>
                    <a:pt x="0" y="385"/>
                    <a:pt x="0" y="857"/>
                  </a:cubicBezTo>
                  <a:cubicBezTo>
                    <a:pt x="0" y="1332"/>
                    <a:pt x="384" y="1713"/>
                    <a:pt x="859" y="1713"/>
                  </a:cubicBezTo>
                  <a:cubicBezTo>
                    <a:pt x="1331" y="1713"/>
                    <a:pt x="1715" y="1332"/>
                    <a:pt x="1715" y="857"/>
                  </a:cubicBezTo>
                  <a:cubicBezTo>
                    <a:pt x="1715" y="385"/>
                    <a:pt x="1331"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4" name="Google Shape;3764;p70"/>
          <p:cNvGrpSpPr/>
          <p:nvPr/>
        </p:nvGrpSpPr>
        <p:grpSpPr>
          <a:xfrm>
            <a:off x="6806809" y="3967544"/>
            <a:ext cx="378360" cy="376398"/>
            <a:chOff x="6806809" y="3967544"/>
            <a:chExt cx="378360" cy="376398"/>
          </a:xfrm>
        </p:grpSpPr>
        <p:sp>
          <p:nvSpPr>
            <p:cNvPr id="3765" name="Google Shape;3765;p70"/>
            <p:cNvSpPr/>
            <p:nvPr/>
          </p:nvSpPr>
          <p:spPr>
            <a:xfrm>
              <a:off x="6828151" y="4015929"/>
              <a:ext cx="22721" cy="257277"/>
            </a:xfrm>
            <a:custGeom>
              <a:rect b="b" l="l" r="r" t="t"/>
              <a:pathLst>
                <a:path extrusionOk="0" h="9704" w="857">
                  <a:moveTo>
                    <a:pt x="0" y="0"/>
                  </a:moveTo>
                  <a:lnTo>
                    <a:pt x="0" y="9704"/>
                  </a:lnTo>
                  <a:lnTo>
                    <a:pt x="857" y="9704"/>
                  </a:lnTo>
                  <a:lnTo>
                    <a:pt x="8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0"/>
            <p:cNvSpPr/>
            <p:nvPr/>
          </p:nvSpPr>
          <p:spPr>
            <a:xfrm>
              <a:off x="6879612" y="4301946"/>
              <a:ext cx="257277" cy="22721"/>
            </a:xfrm>
            <a:custGeom>
              <a:rect b="b" l="l" r="r" t="t"/>
              <a:pathLst>
                <a:path extrusionOk="0" h="857" w="9704">
                  <a:moveTo>
                    <a:pt x="0" y="0"/>
                  </a:moveTo>
                  <a:lnTo>
                    <a:pt x="0" y="856"/>
                  </a:lnTo>
                  <a:lnTo>
                    <a:pt x="9703" y="856"/>
                  </a:lnTo>
                  <a:lnTo>
                    <a:pt x="97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0"/>
            <p:cNvSpPr/>
            <p:nvPr/>
          </p:nvSpPr>
          <p:spPr>
            <a:xfrm>
              <a:off x="6870253" y="4006279"/>
              <a:ext cx="314915" cy="337584"/>
            </a:xfrm>
            <a:custGeom>
              <a:rect b="b" l="l" r="r" t="t"/>
              <a:pathLst>
                <a:path extrusionOk="0" h="12733" w="11878">
                  <a:moveTo>
                    <a:pt x="1504" y="0"/>
                  </a:moveTo>
                  <a:cubicBezTo>
                    <a:pt x="3" y="346"/>
                    <a:pt x="0" y="974"/>
                    <a:pt x="1271" y="1460"/>
                  </a:cubicBezTo>
                  <a:lnTo>
                    <a:pt x="1582" y="1469"/>
                  </a:lnTo>
                  <a:cubicBezTo>
                    <a:pt x="2409" y="1498"/>
                    <a:pt x="3134" y="2030"/>
                    <a:pt x="3412" y="2808"/>
                  </a:cubicBezTo>
                  <a:lnTo>
                    <a:pt x="3913" y="4228"/>
                  </a:lnTo>
                  <a:cubicBezTo>
                    <a:pt x="4288" y="5290"/>
                    <a:pt x="5124" y="6126"/>
                    <a:pt x="6186" y="6501"/>
                  </a:cubicBezTo>
                  <a:lnTo>
                    <a:pt x="7606" y="7005"/>
                  </a:lnTo>
                  <a:cubicBezTo>
                    <a:pt x="8386" y="7282"/>
                    <a:pt x="8919" y="8007"/>
                    <a:pt x="8945" y="8834"/>
                  </a:cubicBezTo>
                  <a:lnTo>
                    <a:pt x="9023" y="11263"/>
                  </a:lnTo>
                  <a:cubicBezTo>
                    <a:pt x="9047" y="11968"/>
                    <a:pt x="9582" y="12554"/>
                    <a:pt x="10283" y="12640"/>
                  </a:cubicBezTo>
                  <a:lnTo>
                    <a:pt x="10990" y="12727"/>
                  </a:lnTo>
                  <a:cubicBezTo>
                    <a:pt x="11022" y="12731"/>
                    <a:pt x="11054" y="12733"/>
                    <a:pt x="11085" y="12733"/>
                  </a:cubicBezTo>
                  <a:cubicBezTo>
                    <a:pt x="11294" y="12733"/>
                    <a:pt x="11496" y="12651"/>
                    <a:pt x="11645" y="12501"/>
                  </a:cubicBezTo>
                  <a:cubicBezTo>
                    <a:pt x="11806" y="12341"/>
                    <a:pt x="11877" y="12144"/>
                    <a:pt x="11877" y="11946"/>
                  </a:cubicBezTo>
                  <a:cubicBezTo>
                    <a:pt x="11877" y="11574"/>
                    <a:pt x="11611" y="11212"/>
                    <a:pt x="11188" y="11157"/>
                  </a:cubicBezTo>
                  <a:lnTo>
                    <a:pt x="10729" y="11101"/>
                  </a:lnTo>
                  <a:cubicBezTo>
                    <a:pt x="10589" y="11086"/>
                    <a:pt x="10482" y="10968"/>
                    <a:pt x="10478" y="10826"/>
                  </a:cubicBezTo>
                  <a:lnTo>
                    <a:pt x="10385" y="8005"/>
                  </a:lnTo>
                  <a:cubicBezTo>
                    <a:pt x="10347" y="6823"/>
                    <a:pt x="9586" y="5785"/>
                    <a:pt x="8473" y="5390"/>
                  </a:cubicBezTo>
                  <a:lnTo>
                    <a:pt x="6962" y="4856"/>
                  </a:lnTo>
                  <a:cubicBezTo>
                    <a:pt x="6308" y="4623"/>
                    <a:pt x="5791" y="4110"/>
                    <a:pt x="5561" y="3456"/>
                  </a:cubicBezTo>
                  <a:lnTo>
                    <a:pt x="5026" y="1943"/>
                  </a:lnTo>
                  <a:cubicBezTo>
                    <a:pt x="4634" y="826"/>
                    <a:pt x="3593" y="69"/>
                    <a:pt x="2411" y="32"/>
                  </a:cubicBezTo>
                  <a:lnTo>
                    <a:pt x="15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0"/>
            <p:cNvSpPr/>
            <p:nvPr/>
          </p:nvSpPr>
          <p:spPr>
            <a:xfrm>
              <a:off x="6808691" y="3967544"/>
              <a:ext cx="101463" cy="77576"/>
            </a:xfrm>
            <a:custGeom>
              <a:rect b="b" l="l" r="r" t="t"/>
              <a:pathLst>
                <a:path extrusionOk="0" h="2926" w="3827">
                  <a:moveTo>
                    <a:pt x="792" y="0"/>
                  </a:moveTo>
                  <a:cubicBezTo>
                    <a:pt x="596" y="0"/>
                    <a:pt x="397" y="73"/>
                    <a:pt x="238" y="233"/>
                  </a:cubicBezTo>
                  <a:cubicBezTo>
                    <a:pt x="151" y="319"/>
                    <a:pt x="87" y="421"/>
                    <a:pt x="49" y="537"/>
                  </a:cubicBezTo>
                  <a:cubicBezTo>
                    <a:pt x="11" y="650"/>
                    <a:pt x="0" y="769"/>
                    <a:pt x="14" y="891"/>
                  </a:cubicBezTo>
                  <a:lnTo>
                    <a:pt x="100" y="1601"/>
                  </a:lnTo>
                  <a:cubicBezTo>
                    <a:pt x="184" y="2302"/>
                    <a:pt x="770" y="2837"/>
                    <a:pt x="1477" y="2859"/>
                  </a:cubicBezTo>
                  <a:lnTo>
                    <a:pt x="3593" y="2925"/>
                  </a:lnTo>
                  <a:cubicBezTo>
                    <a:pt x="3199" y="2440"/>
                    <a:pt x="3256" y="1814"/>
                    <a:pt x="3826" y="1468"/>
                  </a:cubicBezTo>
                  <a:lnTo>
                    <a:pt x="1912" y="1406"/>
                  </a:lnTo>
                  <a:cubicBezTo>
                    <a:pt x="1770" y="1402"/>
                    <a:pt x="1655" y="1295"/>
                    <a:pt x="1637" y="1153"/>
                  </a:cubicBezTo>
                  <a:lnTo>
                    <a:pt x="1582" y="696"/>
                  </a:lnTo>
                  <a:cubicBezTo>
                    <a:pt x="1529" y="267"/>
                    <a:pt x="1167" y="0"/>
                    <a:pt x="7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0"/>
            <p:cNvSpPr/>
            <p:nvPr/>
          </p:nvSpPr>
          <p:spPr>
            <a:xfrm>
              <a:off x="6958805" y="4046154"/>
              <a:ext cx="63365" cy="90036"/>
            </a:xfrm>
            <a:custGeom>
              <a:rect b="b" l="l" r="r" t="t"/>
              <a:pathLst>
                <a:path extrusionOk="0" h="3396" w="2390">
                  <a:moveTo>
                    <a:pt x="1633" y="1"/>
                  </a:moveTo>
                  <a:cubicBezTo>
                    <a:pt x="1562" y="1"/>
                    <a:pt x="1489" y="28"/>
                    <a:pt x="1431" y="85"/>
                  </a:cubicBezTo>
                  <a:lnTo>
                    <a:pt x="520" y="996"/>
                  </a:lnTo>
                  <a:cubicBezTo>
                    <a:pt x="131" y="1384"/>
                    <a:pt x="1" y="1965"/>
                    <a:pt x="185" y="2482"/>
                  </a:cubicBezTo>
                  <a:lnTo>
                    <a:pt x="302" y="2824"/>
                  </a:lnTo>
                  <a:cubicBezTo>
                    <a:pt x="373" y="3021"/>
                    <a:pt x="458" y="3212"/>
                    <a:pt x="555" y="3396"/>
                  </a:cubicBezTo>
                  <a:cubicBezTo>
                    <a:pt x="1535" y="3050"/>
                    <a:pt x="2159" y="2447"/>
                    <a:pt x="2389" y="1564"/>
                  </a:cubicBezTo>
                  <a:lnTo>
                    <a:pt x="1904" y="193"/>
                  </a:lnTo>
                  <a:cubicBezTo>
                    <a:pt x="1861" y="70"/>
                    <a:pt x="1749" y="1"/>
                    <a:pt x="16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0"/>
            <p:cNvSpPr/>
            <p:nvPr/>
          </p:nvSpPr>
          <p:spPr>
            <a:xfrm>
              <a:off x="7016602" y="4130649"/>
              <a:ext cx="91707" cy="60555"/>
            </a:xfrm>
            <a:custGeom>
              <a:rect b="b" l="l" r="r" t="t"/>
              <a:pathLst>
                <a:path extrusionOk="0" h="2284" w="3459">
                  <a:moveTo>
                    <a:pt x="1831" y="0"/>
                  </a:moveTo>
                  <a:cubicBezTo>
                    <a:pt x="828" y="302"/>
                    <a:pt x="200" y="899"/>
                    <a:pt x="1" y="1830"/>
                  </a:cubicBezTo>
                  <a:cubicBezTo>
                    <a:pt x="183" y="1928"/>
                    <a:pt x="376" y="2012"/>
                    <a:pt x="571" y="2083"/>
                  </a:cubicBezTo>
                  <a:lnTo>
                    <a:pt x="910" y="2203"/>
                  </a:lnTo>
                  <a:cubicBezTo>
                    <a:pt x="1065" y="2257"/>
                    <a:pt x="1226" y="2284"/>
                    <a:pt x="1385" y="2284"/>
                  </a:cubicBezTo>
                  <a:cubicBezTo>
                    <a:pt x="1758" y="2284"/>
                    <a:pt x="2124" y="2138"/>
                    <a:pt x="2396" y="1866"/>
                  </a:cubicBezTo>
                  <a:lnTo>
                    <a:pt x="3308" y="954"/>
                  </a:lnTo>
                  <a:cubicBezTo>
                    <a:pt x="3459" y="808"/>
                    <a:pt x="3399" y="555"/>
                    <a:pt x="3204" y="486"/>
                  </a:cubicBezTo>
                  <a:lnTo>
                    <a:pt x="18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0"/>
            <p:cNvSpPr/>
            <p:nvPr/>
          </p:nvSpPr>
          <p:spPr>
            <a:xfrm>
              <a:off x="6973519" y="4087593"/>
              <a:ext cx="91627" cy="91601"/>
            </a:xfrm>
            <a:custGeom>
              <a:rect b="b" l="l" r="r" t="t"/>
              <a:pathLst>
                <a:path extrusionOk="0" h="3455" w="3456">
                  <a:moveTo>
                    <a:pt x="1834" y="1"/>
                  </a:moveTo>
                  <a:lnTo>
                    <a:pt x="0" y="1833"/>
                  </a:lnTo>
                  <a:cubicBezTo>
                    <a:pt x="373" y="2520"/>
                    <a:pt x="936" y="3084"/>
                    <a:pt x="1621" y="3454"/>
                  </a:cubicBezTo>
                  <a:lnTo>
                    <a:pt x="3456" y="1622"/>
                  </a:lnTo>
                  <a:lnTo>
                    <a:pt x="3289" y="1562"/>
                  </a:lnTo>
                  <a:cubicBezTo>
                    <a:pt x="2637" y="1334"/>
                    <a:pt x="2120" y="821"/>
                    <a:pt x="1892" y="167"/>
                  </a:cubicBezTo>
                  <a:lnTo>
                    <a:pt x="18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0"/>
            <p:cNvSpPr/>
            <p:nvPr/>
          </p:nvSpPr>
          <p:spPr>
            <a:xfrm>
              <a:off x="6806809" y="4206157"/>
              <a:ext cx="112519" cy="80757"/>
            </a:xfrm>
            <a:custGeom>
              <a:rect b="b" l="l" r="r" t="t"/>
              <a:pathLst>
                <a:path extrusionOk="0" h="3046" w="4244">
                  <a:moveTo>
                    <a:pt x="3154" y="0"/>
                  </a:moveTo>
                  <a:cubicBezTo>
                    <a:pt x="2705" y="0"/>
                    <a:pt x="2268" y="177"/>
                    <a:pt x="1941" y="501"/>
                  </a:cubicBezTo>
                  <a:lnTo>
                    <a:pt x="160" y="2285"/>
                  </a:lnTo>
                  <a:cubicBezTo>
                    <a:pt x="0" y="2442"/>
                    <a:pt x="76" y="2708"/>
                    <a:pt x="293" y="2764"/>
                  </a:cubicBezTo>
                  <a:lnTo>
                    <a:pt x="1418" y="3045"/>
                  </a:lnTo>
                  <a:lnTo>
                    <a:pt x="3134" y="1735"/>
                  </a:lnTo>
                  <a:lnTo>
                    <a:pt x="4243" y="222"/>
                  </a:lnTo>
                  <a:lnTo>
                    <a:pt x="3569" y="51"/>
                  </a:lnTo>
                  <a:cubicBezTo>
                    <a:pt x="3431" y="17"/>
                    <a:pt x="3292" y="0"/>
                    <a:pt x="31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0"/>
            <p:cNvSpPr/>
            <p:nvPr/>
          </p:nvSpPr>
          <p:spPr>
            <a:xfrm>
              <a:off x="6865773" y="4233438"/>
              <a:ext cx="83302" cy="110504"/>
            </a:xfrm>
            <a:custGeom>
              <a:rect b="b" l="l" r="r" t="t"/>
              <a:pathLst>
                <a:path extrusionOk="0" h="4168" w="3142">
                  <a:moveTo>
                    <a:pt x="2827" y="0"/>
                  </a:moveTo>
                  <a:lnTo>
                    <a:pt x="1312" y="1109"/>
                  </a:lnTo>
                  <a:lnTo>
                    <a:pt x="1" y="2824"/>
                  </a:lnTo>
                  <a:lnTo>
                    <a:pt x="283" y="3950"/>
                  </a:lnTo>
                  <a:cubicBezTo>
                    <a:pt x="318" y="4087"/>
                    <a:pt x="438" y="4167"/>
                    <a:pt x="562" y="4167"/>
                  </a:cubicBezTo>
                  <a:cubicBezTo>
                    <a:pt x="633" y="4167"/>
                    <a:pt x="706" y="4141"/>
                    <a:pt x="764" y="4083"/>
                  </a:cubicBezTo>
                  <a:lnTo>
                    <a:pt x="2545" y="2300"/>
                  </a:lnTo>
                  <a:cubicBezTo>
                    <a:pt x="2971" y="1874"/>
                    <a:pt x="3141" y="1258"/>
                    <a:pt x="2995" y="672"/>
                  </a:cubicBezTo>
                  <a:lnTo>
                    <a:pt x="28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0"/>
            <p:cNvSpPr/>
            <p:nvPr/>
          </p:nvSpPr>
          <p:spPr>
            <a:xfrm>
              <a:off x="6837139" y="4006862"/>
              <a:ext cx="308685" cy="307200"/>
            </a:xfrm>
            <a:custGeom>
              <a:rect b="b" l="l" r="r" t="t"/>
              <a:pathLst>
                <a:path extrusionOk="0" h="11587" w="11643">
                  <a:moveTo>
                    <a:pt x="10838" y="1"/>
                  </a:moveTo>
                  <a:lnTo>
                    <a:pt x="227" y="10611"/>
                  </a:lnTo>
                  <a:cubicBezTo>
                    <a:pt x="1" y="10835"/>
                    <a:pt x="5" y="11201"/>
                    <a:pt x="231" y="11423"/>
                  </a:cubicBezTo>
                  <a:cubicBezTo>
                    <a:pt x="344" y="11532"/>
                    <a:pt x="488" y="11586"/>
                    <a:pt x="632" y="11586"/>
                  </a:cubicBezTo>
                  <a:cubicBezTo>
                    <a:pt x="778" y="11586"/>
                    <a:pt x="924" y="11530"/>
                    <a:pt x="1034" y="11419"/>
                  </a:cubicBezTo>
                  <a:lnTo>
                    <a:pt x="11643" y="808"/>
                  </a:lnTo>
                  <a:lnTo>
                    <a:pt x="108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0"/>
            <p:cNvSpPr/>
            <p:nvPr/>
          </p:nvSpPr>
          <p:spPr>
            <a:xfrm>
              <a:off x="7100700" y="3981781"/>
              <a:ext cx="79750" cy="102153"/>
            </a:xfrm>
            <a:custGeom>
              <a:rect b="b" l="l" r="r" t="t"/>
              <a:pathLst>
                <a:path extrusionOk="0" h="3853" w="3008">
                  <a:moveTo>
                    <a:pt x="333" y="2541"/>
                  </a:moveTo>
                  <a:cubicBezTo>
                    <a:pt x="334" y="2542"/>
                    <a:pt x="335" y="2543"/>
                    <a:pt x="336" y="2544"/>
                  </a:cubicBezTo>
                  <a:lnTo>
                    <a:pt x="336" y="2544"/>
                  </a:lnTo>
                  <a:cubicBezTo>
                    <a:pt x="335" y="2543"/>
                    <a:pt x="334" y="2542"/>
                    <a:pt x="333" y="2541"/>
                  </a:cubicBezTo>
                  <a:close/>
                  <a:moveTo>
                    <a:pt x="336" y="2544"/>
                  </a:moveTo>
                  <a:cubicBezTo>
                    <a:pt x="338" y="2547"/>
                    <a:pt x="340" y="2551"/>
                    <a:pt x="343" y="2553"/>
                  </a:cubicBezTo>
                  <a:lnTo>
                    <a:pt x="343" y="2553"/>
                  </a:lnTo>
                  <a:cubicBezTo>
                    <a:pt x="340" y="2550"/>
                    <a:pt x="338" y="2547"/>
                    <a:pt x="336" y="2544"/>
                  </a:cubicBezTo>
                  <a:close/>
                  <a:moveTo>
                    <a:pt x="2474" y="1"/>
                  </a:moveTo>
                  <a:cubicBezTo>
                    <a:pt x="1897" y="1"/>
                    <a:pt x="1161" y="241"/>
                    <a:pt x="770" y="632"/>
                  </a:cubicBezTo>
                  <a:cubicBezTo>
                    <a:pt x="304" y="1100"/>
                    <a:pt x="0" y="1845"/>
                    <a:pt x="346" y="2555"/>
                  </a:cubicBezTo>
                  <a:cubicBezTo>
                    <a:pt x="345" y="2554"/>
                    <a:pt x="344" y="2554"/>
                    <a:pt x="343" y="2553"/>
                  </a:cubicBezTo>
                  <a:lnTo>
                    <a:pt x="343" y="2553"/>
                  </a:lnTo>
                  <a:cubicBezTo>
                    <a:pt x="443" y="2672"/>
                    <a:pt x="528" y="2803"/>
                    <a:pt x="599" y="2943"/>
                  </a:cubicBezTo>
                  <a:lnTo>
                    <a:pt x="897" y="3537"/>
                  </a:lnTo>
                  <a:cubicBezTo>
                    <a:pt x="1002" y="3749"/>
                    <a:pt x="1203" y="3852"/>
                    <a:pt x="1405" y="3852"/>
                  </a:cubicBezTo>
                  <a:cubicBezTo>
                    <a:pt x="1634" y="3852"/>
                    <a:pt x="1864" y="3718"/>
                    <a:pt x="1950" y="3462"/>
                  </a:cubicBezTo>
                  <a:lnTo>
                    <a:pt x="2970" y="403"/>
                  </a:lnTo>
                  <a:cubicBezTo>
                    <a:pt x="3006" y="292"/>
                    <a:pt x="3008" y="184"/>
                    <a:pt x="2979" y="84"/>
                  </a:cubicBezTo>
                  <a:cubicBezTo>
                    <a:pt x="2841" y="27"/>
                    <a:pt x="2666" y="1"/>
                    <a:pt x="24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0"/>
            <p:cNvSpPr/>
            <p:nvPr/>
          </p:nvSpPr>
          <p:spPr>
            <a:xfrm>
              <a:off x="7065120" y="3972502"/>
              <a:ext cx="114640" cy="77072"/>
            </a:xfrm>
            <a:custGeom>
              <a:rect b="b" l="l" r="r" t="t"/>
              <a:pathLst>
                <a:path extrusionOk="0" h="2907" w="4324">
                  <a:moveTo>
                    <a:pt x="3770" y="0"/>
                  </a:moveTo>
                  <a:cubicBezTo>
                    <a:pt x="3710" y="0"/>
                    <a:pt x="3649" y="10"/>
                    <a:pt x="3587" y="30"/>
                  </a:cubicBezTo>
                  <a:lnTo>
                    <a:pt x="531" y="1050"/>
                  </a:lnTo>
                  <a:cubicBezTo>
                    <a:pt x="47" y="1210"/>
                    <a:pt x="1" y="1876"/>
                    <a:pt x="455" y="2104"/>
                  </a:cubicBezTo>
                  <a:lnTo>
                    <a:pt x="1047" y="2401"/>
                  </a:lnTo>
                  <a:cubicBezTo>
                    <a:pt x="1296" y="2525"/>
                    <a:pt x="1513" y="2696"/>
                    <a:pt x="1688" y="2907"/>
                  </a:cubicBezTo>
                  <a:cubicBezTo>
                    <a:pt x="1786" y="2350"/>
                    <a:pt x="2074" y="1785"/>
                    <a:pt x="2542" y="1317"/>
                  </a:cubicBezTo>
                  <a:cubicBezTo>
                    <a:pt x="3064" y="795"/>
                    <a:pt x="3709" y="496"/>
                    <a:pt x="4323" y="434"/>
                  </a:cubicBezTo>
                  <a:cubicBezTo>
                    <a:pt x="4262" y="188"/>
                    <a:pt x="4035" y="0"/>
                    <a:pt x="3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7" name="Google Shape;3777;p70"/>
          <p:cNvGrpSpPr/>
          <p:nvPr/>
        </p:nvGrpSpPr>
        <p:grpSpPr>
          <a:xfrm>
            <a:off x="6808797" y="3335221"/>
            <a:ext cx="376557" cy="376371"/>
            <a:chOff x="6808797" y="3335221"/>
            <a:chExt cx="376557" cy="376371"/>
          </a:xfrm>
        </p:grpSpPr>
        <p:sp>
          <p:nvSpPr>
            <p:cNvPr id="3778" name="Google Shape;3778;p70"/>
            <p:cNvSpPr/>
            <p:nvPr/>
          </p:nvSpPr>
          <p:spPr>
            <a:xfrm>
              <a:off x="6817918" y="3571421"/>
              <a:ext cx="217190" cy="140172"/>
            </a:xfrm>
            <a:custGeom>
              <a:rect b="b" l="l" r="r" t="t"/>
              <a:pathLst>
                <a:path extrusionOk="0" h="5287" w="8192">
                  <a:moveTo>
                    <a:pt x="5281" y="1"/>
                  </a:moveTo>
                  <a:cubicBezTo>
                    <a:pt x="2465" y="1"/>
                    <a:pt x="165" y="2206"/>
                    <a:pt x="9" y="4982"/>
                  </a:cubicBezTo>
                  <a:cubicBezTo>
                    <a:pt x="0" y="5147"/>
                    <a:pt x="131" y="5286"/>
                    <a:pt x="293" y="5286"/>
                  </a:cubicBezTo>
                  <a:lnTo>
                    <a:pt x="2072" y="5286"/>
                  </a:lnTo>
                  <a:lnTo>
                    <a:pt x="2285" y="5000"/>
                  </a:lnTo>
                  <a:lnTo>
                    <a:pt x="2498" y="5286"/>
                  </a:lnTo>
                  <a:lnTo>
                    <a:pt x="3174" y="5286"/>
                  </a:lnTo>
                  <a:cubicBezTo>
                    <a:pt x="6574" y="4758"/>
                    <a:pt x="8191" y="2751"/>
                    <a:pt x="8103" y="817"/>
                  </a:cubicBezTo>
                  <a:cubicBezTo>
                    <a:pt x="7286" y="300"/>
                    <a:pt x="6319" y="1"/>
                    <a:pt x="5281"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0"/>
            <p:cNvSpPr/>
            <p:nvPr/>
          </p:nvSpPr>
          <p:spPr>
            <a:xfrm>
              <a:off x="6872772" y="3690674"/>
              <a:ext cx="11374" cy="20786"/>
            </a:xfrm>
            <a:custGeom>
              <a:rect b="b" l="l" r="r" t="t"/>
              <a:pathLst>
                <a:path extrusionOk="0" h="784" w="429">
                  <a:moveTo>
                    <a:pt x="214" y="1"/>
                  </a:moveTo>
                  <a:cubicBezTo>
                    <a:pt x="96" y="1"/>
                    <a:pt x="1" y="94"/>
                    <a:pt x="1" y="214"/>
                  </a:cubicBezTo>
                  <a:lnTo>
                    <a:pt x="1" y="784"/>
                  </a:lnTo>
                  <a:lnTo>
                    <a:pt x="429" y="784"/>
                  </a:lnTo>
                  <a:lnTo>
                    <a:pt x="429" y="214"/>
                  </a:lnTo>
                  <a:cubicBezTo>
                    <a:pt x="429" y="96"/>
                    <a:pt x="329" y="1"/>
                    <a:pt x="214"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0"/>
            <p:cNvSpPr/>
            <p:nvPr/>
          </p:nvSpPr>
          <p:spPr>
            <a:xfrm>
              <a:off x="6902068" y="3592949"/>
              <a:ext cx="197889" cy="118511"/>
            </a:xfrm>
            <a:custGeom>
              <a:rect b="b" l="l" r="r" t="t"/>
              <a:pathLst>
                <a:path extrusionOk="0" h="4470" w="7464">
                  <a:moveTo>
                    <a:pt x="4926" y="1"/>
                  </a:moveTo>
                  <a:cubicBezTo>
                    <a:pt x="4121" y="1462"/>
                    <a:pt x="2447" y="3439"/>
                    <a:pt x="0" y="4470"/>
                  </a:cubicBezTo>
                  <a:lnTo>
                    <a:pt x="7251" y="4470"/>
                  </a:lnTo>
                  <a:lnTo>
                    <a:pt x="7464" y="4281"/>
                  </a:lnTo>
                  <a:cubicBezTo>
                    <a:pt x="7464" y="4048"/>
                    <a:pt x="7379" y="4004"/>
                    <a:pt x="7348" y="3778"/>
                  </a:cubicBezTo>
                  <a:cubicBezTo>
                    <a:pt x="7138" y="2185"/>
                    <a:pt x="6222" y="819"/>
                    <a:pt x="4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0"/>
            <p:cNvSpPr/>
            <p:nvPr/>
          </p:nvSpPr>
          <p:spPr>
            <a:xfrm>
              <a:off x="6915245" y="3503390"/>
              <a:ext cx="171430" cy="163927"/>
            </a:xfrm>
            <a:custGeom>
              <a:rect b="b" l="l" r="r" t="t"/>
              <a:pathLst>
                <a:path extrusionOk="0" h="6183" w="6466">
                  <a:moveTo>
                    <a:pt x="4670" y="1"/>
                  </a:moveTo>
                  <a:cubicBezTo>
                    <a:pt x="2214" y="1"/>
                    <a:pt x="0" y="1874"/>
                    <a:pt x="0" y="3552"/>
                  </a:cubicBezTo>
                  <a:cubicBezTo>
                    <a:pt x="0" y="4370"/>
                    <a:pt x="521" y="5612"/>
                    <a:pt x="1894" y="6182"/>
                  </a:cubicBezTo>
                  <a:cubicBezTo>
                    <a:pt x="2076" y="6140"/>
                    <a:pt x="2242" y="6060"/>
                    <a:pt x="2376" y="5949"/>
                  </a:cubicBezTo>
                  <a:cubicBezTo>
                    <a:pt x="2435" y="5902"/>
                    <a:pt x="2512" y="5876"/>
                    <a:pt x="2589" y="5876"/>
                  </a:cubicBezTo>
                  <a:cubicBezTo>
                    <a:pt x="2628" y="5876"/>
                    <a:pt x="2667" y="5883"/>
                    <a:pt x="2704" y="5896"/>
                  </a:cubicBezTo>
                  <a:cubicBezTo>
                    <a:pt x="2840" y="5947"/>
                    <a:pt x="2988" y="5973"/>
                    <a:pt x="3138" y="5973"/>
                  </a:cubicBezTo>
                  <a:cubicBezTo>
                    <a:pt x="3295" y="5973"/>
                    <a:pt x="3455" y="5944"/>
                    <a:pt x="3606" y="5883"/>
                  </a:cubicBezTo>
                  <a:cubicBezTo>
                    <a:pt x="3859" y="5781"/>
                    <a:pt x="4048" y="5606"/>
                    <a:pt x="4154" y="5401"/>
                  </a:cubicBezTo>
                  <a:cubicBezTo>
                    <a:pt x="4194" y="5317"/>
                    <a:pt x="4287" y="5257"/>
                    <a:pt x="4392" y="5246"/>
                  </a:cubicBezTo>
                  <a:cubicBezTo>
                    <a:pt x="4658" y="5215"/>
                    <a:pt x="4913" y="5102"/>
                    <a:pt x="5099" y="4909"/>
                  </a:cubicBezTo>
                  <a:cubicBezTo>
                    <a:pt x="5341" y="4661"/>
                    <a:pt x="5410" y="4337"/>
                    <a:pt x="5321" y="4044"/>
                  </a:cubicBezTo>
                  <a:cubicBezTo>
                    <a:pt x="5281" y="3920"/>
                    <a:pt x="5359" y="3793"/>
                    <a:pt x="5498" y="3742"/>
                  </a:cubicBezTo>
                  <a:cubicBezTo>
                    <a:pt x="5902" y="3598"/>
                    <a:pt x="6188" y="3255"/>
                    <a:pt x="6188" y="2853"/>
                  </a:cubicBezTo>
                  <a:cubicBezTo>
                    <a:pt x="6188" y="2691"/>
                    <a:pt x="6144" y="2543"/>
                    <a:pt x="6064" y="2410"/>
                  </a:cubicBezTo>
                  <a:cubicBezTo>
                    <a:pt x="6006" y="2310"/>
                    <a:pt x="6028" y="2186"/>
                    <a:pt x="6122" y="2101"/>
                  </a:cubicBezTo>
                  <a:cubicBezTo>
                    <a:pt x="6332" y="1926"/>
                    <a:pt x="6465" y="1680"/>
                    <a:pt x="6465" y="1405"/>
                  </a:cubicBezTo>
                  <a:cubicBezTo>
                    <a:pt x="6465" y="1094"/>
                    <a:pt x="6297" y="817"/>
                    <a:pt x="6031" y="644"/>
                  </a:cubicBezTo>
                  <a:cubicBezTo>
                    <a:pt x="6002" y="626"/>
                    <a:pt x="6008" y="447"/>
                    <a:pt x="6013" y="196"/>
                  </a:cubicBezTo>
                  <a:cubicBezTo>
                    <a:pt x="5565" y="62"/>
                    <a:pt x="5114" y="1"/>
                    <a:pt x="46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0"/>
            <p:cNvSpPr/>
            <p:nvPr/>
          </p:nvSpPr>
          <p:spPr>
            <a:xfrm>
              <a:off x="6829318" y="3451584"/>
              <a:ext cx="246063" cy="216607"/>
            </a:xfrm>
            <a:custGeom>
              <a:rect b="b" l="l" r="r" t="t"/>
              <a:pathLst>
                <a:path extrusionOk="0" h="8170" w="9281">
                  <a:moveTo>
                    <a:pt x="4874" y="1"/>
                  </a:moveTo>
                  <a:cubicBezTo>
                    <a:pt x="2723" y="1"/>
                    <a:pt x="565" y="250"/>
                    <a:pt x="555" y="748"/>
                  </a:cubicBezTo>
                  <a:cubicBezTo>
                    <a:pt x="356" y="1336"/>
                    <a:pt x="509" y="2556"/>
                    <a:pt x="435" y="2605"/>
                  </a:cubicBezTo>
                  <a:cubicBezTo>
                    <a:pt x="172" y="2780"/>
                    <a:pt x="1" y="3057"/>
                    <a:pt x="1" y="3368"/>
                  </a:cubicBezTo>
                  <a:cubicBezTo>
                    <a:pt x="1" y="3643"/>
                    <a:pt x="129" y="3889"/>
                    <a:pt x="345" y="4064"/>
                  </a:cubicBezTo>
                  <a:cubicBezTo>
                    <a:pt x="438" y="4142"/>
                    <a:pt x="464" y="4266"/>
                    <a:pt x="402" y="4366"/>
                  </a:cubicBezTo>
                  <a:cubicBezTo>
                    <a:pt x="322" y="4499"/>
                    <a:pt x="278" y="4650"/>
                    <a:pt x="278" y="4809"/>
                  </a:cubicBezTo>
                  <a:cubicBezTo>
                    <a:pt x="278" y="5211"/>
                    <a:pt x="564" y="5555"/>
                    <a:pt x="968" y="5699"/>
                  </a:cubicBezTo>
                  <a:cubicBezTo>
                    <a:pt x="1103" y="5747"/>
                    <a:pt x="1183" y="5876"/>
                    <a:pt x="1145" y="6003"/>
                  </a:cubicBezTo>
                  <a:cubicBezTo>
                    <a:pt x="1056" y="6293"/>
                    <a:pt x="1125" y="6617"/>
                    <a:pt x="1367" y="6868"/>
                  </a:cubicBezTo>
                  <a:cubicBezTo>
                    <a:pt x="1556" y="7058"/>
                    <a:pt x="1808" y="7171"/>
                    <a:pt x="2075" y="7202"/>
                  </a:cubicBezTo>
                  <a:cubicBezTo>
                    <a:pt x="2179" y="7214"/>
                    <a:pt x="2267" y="7271"/>
                    <a:pt x="2312" y="7358"/>
                  </a:cubicBezTo>
                  <a:cubicBezTo>
                    <a:pt x="2418" y="7562"/>
                    <a:pt x="2605" y="7737"/>
                    <a:pt x="2860" y="7839"/>
                  </a:cubicBezTo>
                  <a:cubicBezTo>
                    <a:pt x="3012" y="7901"/>
                    <a:pt x="3172" y="7930"/>
                    <a:pt x="3331" y="7930"/>
                  </a:cubicBezTo>
                  <a:cubicBezTo>
                    <a:pt x="3480" y="7930"/>
                    <a:pt x="3627" y="7904"/>
                    <a:pt x="3762" y="7855"/>
                  </a:cubicBezTo>
                  <a:cubicBezTo>
                    <a:pt x="3800" y="7840"/>
                    <a:pt x="3840" y="7833"/>
                    <a:pt x="3880" y="7833"/>
                  </a:cubicBezTo>
                  <a:cubicBezTo>
                    <a:pt x="3957" y="7833"/>
                    <a:pt x="4032" y="7859"/>
                    <a:pt x="4091" y="7906"/>
                  </a:cubicBezTo>
                  <a:cubicBezTo>
                    <a:pt x="4286" y="8070"/>
                    <a:pt x="4556" y="8169"/>
                    <a:pt x="4851" y="8169"/>
                  </a:cubicBezTo>
                  <a:cubicBezTo>
                    <a:pt x="4949" y="8169"/>
                    <a:pt x="5044" y="8158"/>
                    <a:pt x="5133" y="8138"/>
                  </a:cubicBezTo>
                  <a:cubicBezTo>
                    <a:pt x="4474" y="7522"/>
                    <a:pt x="4091" y="6763"/>
                    <a:pt x="4091" y="5947"/>
                  </a:cubicBezTo>
                  <a:cubicBezTo>
                    <a:pt x="4091" y="3964"/>
                    <a:pt x="6357" y="2336"/>
                    <a:pt x="9258" y="2159"/>
                  </a:cubicBezTo>
                  <a:cubicBezTo>
                    <a:pt x="9265" y="1737"/>
                    <a:pt x="9281" y="1116"/>
                    <a:pt x="9154" y="748"/>
                  </a:cubicBezTo>
                  <a:cubicBezTo>
                    <a:pt x="9165" y="250"/>
                    <a:pt x="7023" y="1"/>
                    <a:pt x="48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0"/>
            <p:cNvSpPr/>
            <p:nvPr/>
          </p:nvSpPr>
          <p:spPr>
            <a:xfrm>
              <a:off x="6808797" y="3417304"/>
              <a:ext cx="68243" cy="98520"/>
            </a:xfrm>
            <a:custGeom>
              <a:rect b="b" l="l" r="r" t="t"/>
              <a:pathLst>
                <a:path extrusionOk="0" h="3716" w="2574">
                  <a:moveTo>
                    <a:pt x="1287" y="1"/>
                  </a:moveTo>
                  <a:cubicBezTo>
                    <a:pt x="577" y="1"/>
                    <a:pt x="1" y="833"/>
                    <a:pt x="1" y="1857"/>
                  </a:cubicBezTo>
                  <a:cubicBezTo>
                    <a:pt x="1" y="2884"/>
                    <a:pt x="577" y="3716"/>
                    <a:pt x="1287" y="3716"/>
                  </a:cubicBezTo>
                  <a:cubicBezTo>
                    <a:pt x="1997" y="3716"/>
                    <a:pt x="2574" y="2884"/>
                    <a:pt x="2574" y="1857"/>
                  </a:cubicBezTo>
                  <a:cubicBezTo>
                    <a:pt x="2574" y="833"/>
                    <a:pt x="1997" y="1"/>
                    <a:pt x="12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0"/>
            <p:cNvSpPr/>
            <p:nvPr/>
          </p:nvSpPr>
          <p:spPr>
            <a:xfrm>
              <a:off x="7038952" y="3417304"/>
              <a:ext cx="68243" cy="98520"/>
            </a:xfrm>
            <a:custGeom>
              <a:rect b="b" l="l" r="r" t="t"/>
              <a:pathLst>
                <a:path extrusionOk="0" h="3716" w="2574">
                  <a:moveTo>
                    <a:pt x="1287" y="1"/>
                  </a:moveTo>
                  <a:cubicBezTo>
                    <a:pt x="575" y="1"/>
                    <a:pt x="1" y="833"/>
                    <a:pt x="1" y="1857"/>
                  </a:cubicBezTo>
                  <a:cubicBezTo>
                    <a:pt x="1" y="2884"/>
                    <a:pt x="575" y="3716"/>
                    <a:pt x="1287" y="3716"/>
                  </a:cubicBezTo>
                  <a:cubicBezTo>
                    <a:pt x="1997" y="3716"/>
                    <a:pt x="2573" y="2884"/>
                    <a:pt x="2573" y="1857"/>
                  </a:cubicBezTo>
                  <a:cubicBezTo>
                    <a:pt x="2573" y="833"/>
                    <a:pt x="1997" y="1"/>
                    <a:pt x="12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0"/>
            <p:cNvSpPr/>
            <p:nvPr/>
          </p:nvSpPr>
          <p:spPr>
            <a:xfrm>
              <a:off x="6882237" y="3391613"/>
              <a:ext cx="181558" cy="209422"/>
            </a:xfrm>
            <a:custGeom>
              <a:rect b="b" l="l" r="r" t="t"/>
              <a:pathLst>
                <a:path extrusionOk="0" h="7899" w="6848">
                  <a:moveTo>
                    <a:pt x="2853" y="1"/>
                  </a:moveTo>
                  <a:cubicBezTo>
                    <a:pt x="2578" y="1"/>
                    <a:pt x="2308" y="32"/>
                    <a:pt x="2046" y="87"/>
                  </a:cubicBezTo>
                  <a:cubicBezTo>
                    <a:pt x="720" y="863"/>
                    <a:pt x="1" y="2170"/>
                    <a:pt x="327" y="3622"/>
                  </a:cubicBezTo>
                  <a:cubicBezTo>
                    <a:pt x="560" y="4654"/>
                    <a:pt x="744" y="5707"/>
                    <a:pt x="1223" y="6606"/>
                  </a:cubicBezTo>
                  <a:cubicBezTo>
                    <a:pt x="1540" y="6133"/>
                    <a:pt x="2152" y="5812"/>
                    <a:pt x="2855" y="5812"/>
                  </a:cubicBezTo>
                  <a:cubicBezTo>
                    <a:pt x="3882" y="5812"/>
                    <a:pt x="4714" y="6492"/>
                    <a:pt x="4714" y="7333"/>
                  </a:cubicBezTo>
                  <a:cubicBezTo>
                    <a:pt x="4714" y="7533"/>
                    <a:pt x="4667" y="7723"/>
                    <a:pt x="4581" y="7899"/>
                  </a:cubicBezTo>
                  <a:cubicBezTo>
                    <a:pt x="5923" y="7229"/>
                    <a:pt x="6848" y="5805"/>
                    <a:pt x="6848" y="4155"/>
                  </a:cubicBezTo>
                  <a:cubicBezTo>
                    <a:pt x="6848" y="1866"/>
                    <a:pt x="5060" y="7"/>
                    <a:pt x="2853"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0"/>
            <p:cNvSpPr/>
            <p:nvPr/>
          </p:nvSpPr>
          <p:spPr>
            <a:xfrm>
              <a:off x="6852198" y="3394132"/>
              <a:ext cx="84416" cy="207036"/>
            </a:xfrm>
            <a:custGeom>
              <a:rect b="b" l="l" r="r" t="t"/>
              <a:pathLst>
                <a:path extrusionOk="0" h="7809" w="3184">
                  <a:moveTo>
                    <a:pt x="3183" y="1"/>
                  </a:moveTo>
                  <a:lnTo>
                    <a:pt x="3183" y="1"/>
                  </a:lnTo>
                  <a:cubicBezTo>
                    <a:pt x="1367" y="389"/>
                    <a:pt x="1" y="2061"/>
                    <a:pt x="1" y="4066"/>
                  </a:cubicBezTo>
                  <a:cubicBezTo>
                    <a:pt x="1" y="5714"/>
                    <a:pt x="925" y="7140"/>
                    <a:pt x="2267" y="7808"/>
                  </a:cubicBezTo>
                  <a:cubicBezTo>
                    <a:pt x="2181" y="7633"/>
                    <a:pt x="2134" y="7442"/>
                    <a:pt x="2134" y="7242"/>
                  </a:cubicBezTo>
                  <a:cubicBezTo>
                    <a:pt x="2134" y="6834"/>
                    <a:pt x="2329" y="6466"/>
                    <a:pt x="2644" y="6196"/>
                  </a:cubicBezTo>
                  <a:cubicBezTo>
                    <a:pt x="2287" y="5399"/>
                    <a:pt x="2085" y="4512"/>
                    <a:pt x="2085" y="3572"/>
                  </a:cubicBezTo>
                  <a:cubicBezTo>
                    <a:pt x="2085" y="2232"/>
                    <a:pt x="2491" y="999"/>
                    <a:pt x="3183"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0"/>
            <p:cNvSpPr/>
            <p:nvPr/>
          </p:nvSpPr>
          <p:spPr>
            <a:xfrm>
              <a:off x="7035559" y="3460996"/>
              <a:ext cx="56472" cy="71663"/>
            </a:xfrm>
            <a:custGeom>
              <a:rect b="b" l="l" r="r" t="t"/>
              <a:pathLst>
                <a:path extrusionOk="0" h="2703" w="2130">
                  <a:moveTo>
                    <a:pt x="1065" y="1"/>
                  </a:moveTo>
                  <a:cubicBezTo>
                    <a:pt x="477" y="1"/>
                    <a:pt x="0" y="606"/>
                    <a:pt x="0" y="1351"/>
                  </a:cubicBezTo>
                  <a:cubicBezTo>
                    <a:pt x="0" y="2097"/>
                    <a:pt x="477" y="2702"/>
                    <a:pt x="1065" y="2702"/>
                  </a:cubicBezTo>
                  <a:cubicBezTo>
                    <a:pt x="1652" y="2702"/>
                    <a:pt x="2129" y="2097"/>
                    <a:pt x="2129" y="1351"/>
                  </a:cubicBezTo>
                  <a:cubicBezTo>
                    <a:pt x="2129" y="606"/>
                    <a:pt x="1652" y="1"/>
                    <a:pt x="10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0"/>
            <p:cNvSpPr/>
            <p:nvPr/>
          </p:nvSpPr>
          <p:spPr>
            <a:xfrm>
              <a:off x="6823962" y="3460996"/>
              <a:ext cx="56498" cy="71663"/>
            </a:xfrm>
            <a:custGeom>
              <a:rect b="b" l="l" r="r" t="t"/>
              <a:pathLst>
                <a:path extrusionOk="0" h="2703" w="2131">
                  <a:moveTo>
                    <a:pt x="1066" y="1"/>
                  </a:moveTo>
                  <a:cubicBezTo>
                    <a:pt x="476" y="1"/>
                    <a:pt x="1" y="606"/>
                    <a:pt x="1" y="1351"/>
                  </a:cubicBezTo>
                  <a:cubicBezTo>
                    <a:pt x="1" y="2097"/>
                    <a:pt x="476" y="2702"/>
                    <a:pt x="1066" y="2702"/>
                  </a:cubicBezTo>
                  <a:cubicBezTo>
                    <a:pt x="1653" y="2702"/>
                    <a:pt x="2130" y="2097"/>
                    <a:pt x="2130" y="1351"/>
                  </a:cubicBezTo>
                  <a:cubicBezTo>
                    <a:pt x="2130" y="606"/>
                    <a:pt x="1653" y="1"/>
                    <a:pt x="1066"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0"/>
            <p:cNvSpPr/>
            <p:nvPr/>
          </p:nvSpPr>
          <p:spPr>
            <a:xfrm>
              <a:off x="7083281" y="3457364"/>
              <a:ext cx="27" cy="80"/>
            </a:xfrm>
            <a:custGeom>
              <a:rect b="b" l="l" r="r" t="t"/>
              <a:pathLst>
                <a:path extrusionOk="0" h="3" w="1">
                  <a:moveTo>
                    <a:pt x="1" y="2"/>
                  </a:moveTo>
                  <a:lnTo>
                    <a:pt x="1" y="0"/>
                  </a:lnTo>
                  <a:close/>
                </a:path>
              </a:pathLst>
            </a:custGeom>
            <a:solidFill>
              <a:srgbClr val="C6C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0"/>
            <p:cNvSpPr/>
            <p:nvPr/>
          </p:nvSpPr>
          <p:spPr>
            <a:xfrm>
              <a:off x="6886479" y="3335221"/>
              <a:ext cx="199613" cy="176653"/>
            </a:xfrm>
            <a:custGeom>
              <a:rect b="b" l="l" r="r" t="t"/>
              <a:pathLst>
                <a:path extrusionOk="0" h="6663" w="7529">
                  <a:moveTo>
                    <a:pt x="2698" y="1"/>
                  </a:moveTo>
                  <a:cubicBezTo>
                    <a:pt x="2465" y="1"/>
                    <a:pt x="2250" y="67"/>
                    <a:pt x="2063" y="180"/>
                  </a:cubicBezTo>
                  <a:cubicBezTo>
                    <a:pt x="2019" y="207"/>
                    <a:pt x="1967" y="220"/>
                    <a:pt x="1914" y="220"/>
                  </a:cubicBezTo>
                  <a:cubicBezTo>
                    <a:pt x="1892" y="220"/>
                    <a:pt x="1870" y="218"/>
                    <a:pt x="1848" y="214"/>
                  </a:cubicBezTo>
                  <a:lnTo>
                    <a:pt x="1848" y="214"/>
                  </a:lnTo>
                  <a:cubicBezTo>
                    <a:pt x="1291" y="329"/>
                    <a:pt x="1" y="2312"/>
                    <a:pt x="2740" y="3099"/>
                  </a:cubicBezTo>
                  <a:cubicBezTo>
                    <a:pt x="2904" y="3110"/>
                    <a:pt x="3061" y="3190"/>
                    <a:pt x="3168" y="3341"/>
                  </a:cubicBezTo>
                  <a:cubicBezTo>
                    <a:pt x="3283" y="3507"/>
                    <a:pt x="3427" y="3673"/>
                    <a:pt x="3600" y="3842"/>
                  </a:cubicBezTo>
                  <a:cubicBezTo>
                    <a:pt x="4148" y="4341"/>
                    <a:pt x="4765" y="4592"/>
                    <a:pt x="5350" y="4705"/>
                  </a:cubicBezTo>
                  <a:cubicBezTo>
                    <a:pt x="5752" y="4782"/>
                    <a:pt x="6040" y="5135"/>
                    <a:pt x="6040" y="5545"/>
                  </a:cubicBezTo>
                  <a:lnTo>
                    <a:pt x="6040" y="6521"/>
                  </a:lnTo>
                  <a:cubicBezTo>
                    <a:pt x="6040" y="6610"/>
                    <a:pt x="6111" y="6663"/>
                    <a:pt x="6182" y="6663"/>
                  </a:cubicBezTo>
                  <a:cubicBezTo>
                    <a:pt x="6230" y="6663"/>
                    <a:pt x="6277" y="6640"/>
                    <a:pt x="6306" y="6590"/>
                  </a:cubicBezTo>
                  <a:lnTo>
                    <a:pt x="7424" y="4607"/>
                  </a:lnTo>
                  <a:cubicBezTo>
                    <a:pt x="7424" y="4565"/>
                    <a:pt x="7528" y="4082"/>
                    <a:pt x="7415" y="3376"/>
                  </a:cubicBezTo>
                  <a:cubicBezTo>
                    <a:pt x="7304" y="2647"/>
                    <a:pt x="6954" y="1675"/>
                    <a:pt x="6169" y="968"/>
                  </a:cubicBezTo>
                  <a:cubicBezTo>
                    <a:pt x="5406" y="311"/>
                    <a:pt x="4688" y="143"/>
                    <a:pt x="4148" y="143"/>
                  </a:cubicBezTo>
                  <a:cubicBezTo>
                    <a:pt x="3910" y="143"/>
                    <a:pt x="3707" y="176"/>
                    <a:pt x="3549" y="214"/>
                  </a:cubicBezTo>
                  <a:cubicBezTo>
                    <a:pt x="3527" y="219"/>
                    <a:pt x="3504" y="222"/>
                    <a:pt x="3482" y="222"/>
                  </a:cubicBezTo>
                  <a:cubicBezTo>
                    <a:pt x="3429" y="222"/>
                    <a:pt x="3378" y="207"/>
                    <a:pt x="3334" y="180"/>
                  </a:cubicBezTo>
                  <a:cubicBezTo>
                    <a:pt x="3148" y="67"/>
                    <a:pt x="2930" y="1"/>
                    <a:pt x="26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0"/>
            <p:cNvSpPr/>
            <p:nvPr/>
          </p:nvSpPr>
          <p:spPr>
            <a:xfrm>
              <a:off x="6832605" y="3457364"/>
              <a:ext cx="106" cy="80"/>
            </a:xfrm>
            <a:custGeom>
              <a:rect b="b" l="l" r="r" t="t"/>
              <a:pathLst>
                <a:path extrusionOk="0" h="3" w="4">
                  <a:moveTo>
                    <a:pt x="3" y="0"/>
                  </a:moveTo>
                  <a:cubicBezTo>
                    <a:pt x="3" y="0"/>
                    <a:pt x="1" y="2"/>
                    <a:pt x="3" y="2"/>
                  </a:cubicBezTo>
                  <a:lnTo>
                    <a:pt x="3" y="0"/>
                  </a:lnTo>
                  <a:close/>
                </a:path>
              </a:pathLst>
            </a:custGeom>
            <a:solidFill>
              <a:srgbClr val="C6C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0"/>
            <p:cNvSpPr/>
            <p:nvPr/>
          </p:nvSpPr>
          <p:spPr>
            <a:xfrm>
              <a:off x="7083281" y="3457364"/>
              <a:ext cx="27" cy="80"/>
            </a:xfrm>
            <a:custGeom>
              <a:rect b="b" l="l" r="r" t="t"/>
              <a:pathLst>
                <a:path extrusionOk="0" h="3" w="1">
                  <a:moveTo>
                    <a:pt x="1" y="2"/>
                  </a:moveTo>
                  <a:lnTo>
                    <a:pt x="1" y="0"/>
                  </a:lnTo>
                  <a:close/>
                </a:path>
              </a:pathLst>
            </a:custGeom>
            <a:solidFill>
              <a:srgbClr val="C6C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0"/>
            <p:cNvSpPr/>
            <p:nvPr/>
          </p:nvSpPr>
          <p:spPr>
            <a:xfrm>
              <a:off x="6832605" y="3457364"/>
              <a:ext cx="106" cy="80"/>
            </a:xfrm>
            <a:custGeom>
              <a:rect b="b" l="l" r="r" t="t"/>
              <a:pathLst>
                <a:path extrusionOk="0" h="3" w="4">
                  <a:moveTo>
                    <a:pt x="3" y="0"/>
                  </a:moveTo>
                  <a:cubicBezTo>
                    <a:pt x="3" y="0"/>
                    <a:pt x="1" y="2"/>
                    <a:pt x="3" y="2"/>
                  </a:cubicBezTo>
                  <a:lnTo>
                    <a:pt x="3" y="0"/>
                  </a:lnTo>
                  <a:close/>
                </a:path>
              </a:pathLst>
            </a:custGeom>
            <a:solidFill>
              <a:srgbClr val="C6C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0"/>
            <p:cNvSpPr/>
            <p:nvPr/>
          </p:nvSpPr>
          <p:spPr>
            <a:xfrm>
              <a:off x="6829901" y="3338906"/>
              <a:ext cx="129169" cy="172915"/>
            </a:xfrm>
            <a:custGeom>
              <a:rect b="b" l="l" r="r" t="t"/>
              <a:pathLst>
                <a:path extrusionOk="0" h="6522" w="4872">
                  <a:moveTo>
                    <a:pt x="3378" y="0"/>
                  </a:moveTo>
                  <a:cubicBezTo>
                    <a:pt x="2838" y="0"/>
                    <a:pt x="2122" y="169"/>
                    <a:pt x="1358" y="824"/>
                  </a:cubicBezTo>
                  <a:cubicBezTo>
                    <a:pt x="575" y="1534"/>
                    <a:pt x="225" y="2505"/>
                    <a:pt x="114" y="3235"/>
                  </a:cubicBezTo>
                  <a:cubicBezTo>
                    <a:pt x="1" y="3938"/>
                    <a:pt x="105" y="4424"/>
                    <a:pt x="105" y="4466"/>
                  </a:cubicBezTo>
                  <a:lnTo>
                    <a:pt x="1223" y="6449"/>
                  </a:lnTo>
                  <a:cubicBezTo>
                    <a:pt x="1252" y="6499"/>
                    <a:pt x="1299" y="6521"/>
                    <a:pt x="1346" y="6521"/>
                  </a:cubicBezTo>
                  <a:cubicBezTo>
                    <a:pt x="1418" y="6521"/>
                    <a:pt x="1489" y="6468"/>
                    <a:pt x="1489" y="6378"/>
                  </a:cubicBezTo>
                  <a:lnTo>
                    <a:pt x="1489" y="5402"/>
                  </a:lnTo>
                  <a:cubicBezTo>
                    <a:pt x="1489" y="4996"/>
                    <a:pt x="1778" y="4641"/>
                    <a:pt x="2179" y="4564"/>
                  </a:cubicBezTo>
                  <a:cubicBezTo>
                    <a:pt x="2764" y="4453"/>
                    <a:pt x="3377" y="4200"/>
                    <a:pt x="3929" y="3701"/>
                  </a:cubicBezTo>
                  <a:cubicBezTo>
                    <a:pt x="4104" y="3532"/>
                    <a:pt x="4246" y="3366"/>
                    <a:pt x="4361" y="3200"/>
                  </a:cubicBezTo>
                  <a:cubicBezTo>
                    <a:pt x="4477" y="3037"/>
                    <a:pt x="4653" y="2956"/>
                    <a:pt x="4831" y="2956"/>
                  </a:cubicBezTo>
                  <a:cubicBezTo>
                    <a:pt x="4844" y="2956"/>
                    <a:pt x="4858" y="2957"/>
                    <a:pt x="4871" y="2958"/>
                  </a:cubicBezTo>
                  <a:cubicBezTo>
                    <a:pt x="2988" y="1995"/>
                    <a:pt x="3982" y="75"/>
                    <a:pt x="3980" y="72"/>
                  </a:cubicBezTo>
                  <a:cubicBezTo>
                    <a:pt x="3821" y="34"/>
                    <a:pt x="3617" y="0"/>
                    <a:pt x="33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0"/>
            <p:cNvSpPr/>
            <p:nvPr/>
          </p:nvSpPr>
          <p:spPr>
            <a:xfrm>
              <a:off x="7039774" y="3362264"/>
              <a:ext cx="41253" cy="54192"/>
            </a:xfrm>
            <a:custGeom>
              <a:rect b="b" l="l" r="r" t="t"/>
              <a:pathLst>
                <a:path extrusionOk="0" h="2044" w="1556">
                  <a:moveTo>
                    <a:pt x="999" y="0"/>
                  </a:moveTo>
                  <a:cubicBezTo>
                    <a:pt x="954" y="0"/>
                    <a:pt x="909" y="11"/>
                    <a:pt x="866" y="34"/>
                  </a:cubicBezTo>
                  <a:cubicBezTo>
                    <a:pt x="633" y="156"/>
                    <a:pt x="291" y="400"/>
                    <a:pt x="178" y="821"/>
                  </a:cubicBezTo>
                  <a:cubicBezTo>
                    <a:pt x="1" y="1480"/>
                    <a:pt x="526" y="2044"/>
                    <a:pt x="526" y="2044"/>
                  </a:cubicBezTo>
                  <a:cubicBezTo>
                    <a:pt x="526" y="2044"/>
                    <a:pt x="1265" y="1820"/>
                    <a:pt x="1442" y="1159"/>
                  </a:cubicBezTo>
                  <a:cubicBezTo>
                    <a:pt x="1555" y="737"/>
                    <a:pt x="1380" y="356"/>
                    <a:pt x="1238" y="134"/>
                  </a:cubicBezTo>
                  <a:cubicBezTo>
                    <a:pt x="1184" y="48"/>
                    <a:pt x="1094" y="0"/>
                    <a:pt x="9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0"/>
            <p:cNvSpPr/>
            <p:nvPr/>
          </p:nvSpPr>
          <p:spPr>
            <a:xfrm>
              <a:off x="7049531" y="3398665"/>
              <a:ext cx="50029" cy="37833"/>
            </a:xfrm>
            <a:custGeom>
              <a:rect b="b" l="l" r="r" t="t"/>
              <a:pathLst>
                <a:path extrusionOk="0" h="1427" w="1887">
                  <a:moveTo>
                    <a:pt x="1185" y="0"/>
                  </a:moveTo>
                  <a:cubicBezTo>
                    <a:pt x="1002" y="0"/>
                    <a:pt x="804" y="37"/>
                    <a:pt x="615" y="147"/>
                  </a:cubicBezTo>
                  <a:cubicBezTo>
                    <a:pt x="238" y="364"/>
                    <a:pt x="92" y="759"/>
                    <a:pt x="34" y="1014"/>
                  </a:cubicBezTo>
                  <a:cubicBezTo>
                    <a:pt x="1" y="1158"/>
                    <a:pt x="85" y="1305"/>
                    <a:pt x="227" y="1349"/>
                  </a:cubicBezTo>
                  <a:cubicBezTo>
                    <a:pt x="353" y="1388"/>
                    <a:pt x="521" y="1426"/>
                    <a:pt x="705" y="1426"/>
                  </a:cubicBezTo>
                  <a:cubicBezTo>
                    <a:pt x="886" y="1426"/>
                    <a:pt x="1082" y="1389"/>
                    <a:pt x="1270" y="1280"/>
                  </a:cubicBezTo>
                  <a:cubicBezTo>
                    <a:pt x="1651" y="1061"/>
                    <a:pt x="1797" y="668"/>
                    <a:pt x="1853" y="413"/>
                  </a:cubicBezTo>
                  <a:cubicBezTo>
                    <a:pt x="1886" y="269"/>
                    <a:pt x="1800" y="121"/>
                    <a:pt x="1658" y="76"/>
                  </a:cubicBezTo>
                  <a:cubicBezTo>
                    <a:pt x="1533" y="37"/>
                    <a:pt x="1367" y="0"/>
                    <a:pt x="1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0"/>
            <p:cNvSpPr/>
            <p:nvPr/>
          </p:nvSpPr>
          <p:spPr>
            <a:xfrm>
              <a:off x="7014322" y="3382731"/>
              <a:ext cx="41704" cy="48597"/>
            </a:xfrm>
            <a:custGeom>
              <a:rect b="b" l="l" r="r" t="t"/>
              <a:pathLst>
                <a:path extrusionOk="0" h="1833" w="1573">
                  <a:moveTo>
                    <a:pt x="425" y="1"/>
                  </a:moveTo>
                  <a:cubicBezTo>
                    <a:pt x="301" y="1"/>
                    <a:pt x="189" y="80"/>
                    <a:pt x="151" y="200"/>
                  </a:cubicBezTo>
                  <a:cubicBezTo>
                    <a:pt x="69" y="451"/>
                    <a:pt x="0" y="866"/>
                    <a:pt x="220" y="1243"/>
                  </a:cubicBezTo>
                  <a:cubicBezTo>
                    <a:pt x="439" y="1620"/>
                    <a:pt x="832" y="1771"/>
                    <a:pt x="1087" y="1826"/>
                  </a:cubicBezTo>
                  <a:cubicBezTo>
                    <a:pt x="1108" y="1830"/>
                    <a:pt x="1128" y="1832"/>
                    <a:pt x="1148" y="1832"/>
                  </a:cubicBezTo>
                  <a:cubicBezTo>
                    <a:pt x="1272" y="1832"/>
                    <a:pt x="1384" y="1753"/>
                    <a:pt x="1422" y="1631"/>
                  </a:cubicBezTo>
                  <a:cubicBezTo>
                    <a:pt x="1504" y="1382"/>
                    <a:pt x="1573" y="965"/>
                    <a:pt x="1353" y="588"/>
                  </a:cubicBezTo>
                  <a:cubicBezTo>
                    <a:pt x="1134" y="209"/>
                    <a:pt x="741" y="63"/>
                    <a:pt x="486" y="7"/>
                  </a:cubicBezTo>
                  <a:cubicBezTo>
                    <a:pt x="466" y="3"/>
                    <a:pt x="44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0"/>
            <p:cNvSpPr/>
            <p:nvPr/>
          </p:nvSpPr>
          <p:spPr>
            <a:xfrm>
              <a:off x="6834912" y="3362264"/>
              <a:ext cx="41253" cy="54192"/>
            </a:xfrm>
            <a:custGeom>
              <a:rect b="b" l="l" r="r" t="t"/>
              <a:pathLst>
                <a:path extrusionOk="0" h="2044" w="1556">
                  <a:moveTo>
                    <a:pt x="557" y="0"/>
                  </a:moveTo>
                  <a:cubicBezTo>
                    <a:pt x="462" y="0"/>
                    <a:pt x="371" y="48"/>
                    <a:pt x="315" y="134"/>
                  </a:cubicBezTo>
                  <a:cubicBezTo>
                    <a:pt x="176" y="356"/>
                    <a:pt x="0" y="737"/>
                    <a:pt x="114" y="1159"/>
                  </a:cubicBezTo>
                  <a:cubicBezTo>
                    <a:pt x="291" y="1820"/>
                    <a:pt x="1030" y="2044"/>
                    <a:pt x="1030" y="2044"/>
                  </a:cubicBezTo>
                  <a:cubicBezTo>
                    <a:pt x="1030" y="2044"/>
                    <a:pt x="1555" y="1480"/>
                    <a:pt x="1378" y="821"/>
                  </a:cubicBezTo>
                  <a:cubicBezTo>
                    <a:pt x="1267" y="400"/>
                    <a:pt x="923" y="156"/>
                    <a:pt x="690" y="34"/>
                  </a:cubicBezTo>
                  <a:cubicBezTo>
                    <a:pt x="647" y="11"/>
                    <a:pt x="602" y="0"/>
                    <a:pt x="5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0"/>
            <p:cNvSpPr/>
            <p:nvPr/>
          </p:nvSpPr>
          <p:spPr>
            <a:xfrm>
              <a:off x="6816459" y="3398665"/>
              <a:ext cx="50003" cy="37833"/>
            </a:xfrm>
            <a:custGeom>
              <a:rect b="b" l="l" r="r" t="t"/>
              <a:pathLst>
                <a:path extrusionOk="0" h="1427" w="1886">
                  <a:moveTo>
                    <a:pt x="700" y="0"/>
                  </a:moveTo>
                  <a:cubicBezTo>
                    <a:pt x="518" y="0"/>
                    <a:pt x="352" y="37"/>
                    <a:pt x="226" y="76"/>
                  </a:cubicBezTo>
                  <a:cubicBezTo>
                    <a:pt x="87" y="121"/>
                    <a:pt x="0" y="269"/>
                    <a:pt x="33" y="413"/>
                  </a:cubicBezTo>
                  <a:cubicBezTo>
                    <a:pt x="89" y="668"/>
                    <a:pt x="235" y="1061"/>
                    <a:pt x="614" y="1280"/>
                  </a:cubicBezTo>
                  <a:cubicBezTo>
                    <a:pt x="803" y="1389"/>
                    <a:pt x="1000" y="1426"/>
                    <a:pt x="1181" y="1426"/>
                  </a:cubicBezTo>
                  <a:cubicBezTo>
                    <a:pt x="1365" y="1426"/>
                    <a:pt x="1533" y="1388"/>
                    <a:pt x="1659" y="1349"/>
                  </a:cubicBezTo>
                  <a:cubicBezTo>
                    <a:pt x="1799" y="1305"/>
                    <a:pt x="1885" y="1158"/>
                    <a:pt x="1852" y="1014"/>
                  </a:cubicBezTo>
                  <a:cubicBezTo>
                    <a:pt x="1794" y="759"/>
                    <a:pt x="1648" y="364"/>
                    <a:pt x="1271" y="147"/>
                  </a:cubicBezTo>
                  <a:cubicBezTo>
                    <a:pt x="1081" y="37"/>
                    <a:pt x="883" y="0"/>
                    <a:pt x="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0"/>
            <p:cNvSpPr/>
            <p:nvPr/>
          </p:nvSpPr>
          <p:spPr>
            <a:xfrm>
              <a:off x="6859966" y="3382731"/>
              <a:ext cx="41704" cy="48597"/>
            </a:xfrm>
            <a:custGeom>
              <a:rect b="b" l="l" r="r" t="t"/>
              <a:pathLst>
                <a:path extrusionOk="0" h="1833" w="1573">
                  <a:moveTo>
                    <a:pt x="1148" y="1"/>
                  </a:moveTo>
                  <a:cubicBezTo>
                    <a:pt x="1128" y="1"/>
                    <a:pt x="1108" y="3"/>
                    <a:pt x="1087" y="7"/>
                  </a:cubicBezTo>
                  <a:cubicBezTo>
                    <a:pt x="832" y="65"/>
                    <a:pt x="439" y="211"/>
                    <a:pt x="220" y="588"/>
                  </a:cubicBezTo>
                  <a:cubicBezTo>
                    <a:pt x="0" y="965"/>
                    <a:pt x="69" y="1382"/>
                    <a:pt x="151" y="1631"/>
                  </a:cubicBezTo>
                  <a:cubicBezTo>
                    <a:pt x="189" y="1753"/>
                    <a:pt x="301" y="1832"/>
                    <a:pt x="425" y="1832"/>
                  </a:cubicBezTo>
                  <a:cubicBezTo>
                    <a:pt x="445" y="1832"/>
                    <a:pt x="466" y="1830"/>
                    <a:pt x="486" y="1826"/>
                  </a:cubicBezTo>
                  <a:cubicBezTo>
                    <a:pt x="741" y="1768"/>
                    <a:pt x="1134" y="1620"/>
                    <a:pt x="1353" y="1243"/>
                  </a:cubicBezTo>
                  <a:cubicBezTo>
                    <a:pt x="1573" y="866"/>
                    <a:pt x="1500" y="451"/>
                    <a:pt x="1422" y="200"/>
                  </a:cubicBezTo>
                  <a:cubicBezTo>
                    <a:pt x="1384" y="80"/>
                    <a:pt x="127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0"/>
            <p:cNvSpPr/>
            <p:nvPr/>
          </p:nvSpPr>
          <p:spPr>
            <a:xfrm>
              <a:off x="6866303" y="3544617"/>
              <a:ext cx="183387" cy="59971"/>
            </a:xfrm>
            <a:custGeom>
              <a:rect b="b" l="l" r="r" t="t"/>
              <a:pathLst>
                <a:path extrusionOk="0" h="2262" w="6917">
                  <a:moveTo>
                    <a:pt x="4182" y="1"/>
                  </a:moveTo>
                  <a:cubicBezTo>
                    <a:pt x="3846" y="1"/>
                    <a:pt x="3562" y="75"/>
                    <a:pt x="3456" y="103"/>
                  </a:cubicBezTo>
                  <a:cubicBezTo>
                    <a:pt x="3350" y="77"/>
                    <a:pt x="3066" y="2"/>
                    <a:pt x="2729" y="2"/>
                  </a:cubicBezTo>
                  <a:cubicBezTo>
                    <a:pt x="2292" y="2"/>
                    <a:pt x="1767" y="128"/>
                    <a:pt x="1434" y="648"/>
                  </a:cubicBezTo>
                  <a:cubicBezTo>
                    <a:pt x="1165" y="1067"/>
                    <a:pt x="646" y="1420"/>
                    <a:pt x="229" y="1644"/>
                  </a:cubicBezTo>
                  <a:cubicBezTo>
                    <a:pt x="1" y="1768"/>
                    <a:pt x="45" y="2112"/>
                    <a:pt x="300" y="2174"/>
                  </a:cubicBezTo>
                  <a:cubicBezTo>
                    <a:pt x="340" y="2185"/>
                    <a:pt x="385" y="2194"/>
                    <a:pt x="429" y="2201"/>
                  </a:cubicBezTo>
                  <a:cubicBezTo>
                    <a:pt x="612" y="2238"/>
                    <a:pt x="823" y="2262"/>
                    <a:pt x="1048" y="2262"/>
                  </a:cubicBezTo>
                  <a:cubicBezTo>
                    <a:pt x="1458" y="2262"/>
                    <a:pt x="1916" y="2182"/>
                    <a:pt x="2345" y="1955"/>
                  </a:cubicBezTo>
                  <a:cubicBezTo>
                    <a:pt x="2642" y="1788"/>
                    <a:pt x="2864" y="1600"/>
                    <a:pt x="3031" y="1411"/>
                  </a:cubicBezTo>
                  <a:cubicBezTo>
                    <a:pt x="3143" y="1281"/>
                    <a:pt x="3301" y="1217"/>
                    <a:pt x="3459" y="1217"/>
                  </a:cubicBezTo>
                  <a:cubicBezTo>
                    <a:pt x="3617" y="1217"/>
                    <a:pt x="3775" y="1281"/>
                    <a:pt x="3887" y="1411"/>
                  </a:cubicBezTo>
                  <a:cubicBezTo>
                    <a:pt x="4051" y="1600"/>
                    <a:pt x="4273" y="1788"/>
                    <a:pt x="4572" y="1955"/>
                  </a:cubicBezTo>
                  <a:cubicBezTo>
                    <a:pt x="5001" y="2182"/>
                    <a:pt x="5459" y="2262"/>
                    <a:pt x="5869" y="2262"/>
                  </a:cubicBezTo>
                  <a:cubicBezTo>
                    <a:pt x="6094" y="2262"/>
                    <a:pt x="6305" y="2238"/>
                    <a:pt x="6488" y="2201"/>
                  </a:cubicBezTo>
                  <a:cubicBezTo>
                    <a:pt x="6533" y="2194"/>
                    <a:pt x="6577" y="2185"/>
                    <a:pt x="6617" y="2174"/>
                  </a:cubicBezTo>
                  <a:cubicBezTo>
                    <a:pt x="6872" y="2112"/>
                    <a:pt x="6916" y="1768"/>
                    <a:pt x="6688" y="1644"/>
                  </a:cubicBezTo>
                  <a:cubicBezTo>
                    <a:pt x="6269" y="1420"/>
                    <a:pt x="5750" y="1067"/>
                    <a:pt x="5481" y="648"/>
                  </a:cubicBezTo>
                  <a:cubicBezTo>
                    <a:pt x="5147" y="127"/>
                    <a:pt x="4620" y="1"/>
                    <a:pt x="4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0"/>
            <p:cNvSpPr/>
            <p:nvPr/>
          </p:nvSpPr>
          <p:spPr>
            <a:xfrm>
              <a:off x="6866303" y="3533243"/>
              <a:ext cx="183334" cy="59971"/>
            </a:xfrm>
            <a:custGeom>
              <a:rect b="b" l="l" r="r" t="t"/>
              <a:pathLst>
                <a:path extrusionOk="0" h="2262" w="6915">
                  <a:moveTo>
                    <a:pt x="4184" y="0"/>
                  </a:moveTo>
                  <a:cubicBezTo>
                    <a:pt x="3903" y="0"/>
                    <a:pt x="3658" y="53"/>
                    <a:pt x="3523" y="86"/>
                  </a:cubicBezTo>
                  <a:cubicBezTo>
                    <a:pt x="3501" y="91"/>
                    <a:pt x="3479" y="94"/>
                    <a:pt x="3456" y="94"/>
                  </a:cubicBezTo>
                  <a:cubicBezTo>
                    <a:pt x="3434" y="94"/>
                    <a:pt x="3412" y="91"/>
                    <a:pt x="3390" y="86"/>
                  </a:cubicBezTo>
                  <a:cubicBezTo>
                    <a:pt x="3256" y="53"/>
                    <a:pt x="3013" y="2"/>
                    <a:pt x="2733" y="2"/>
                  </a:cubicBezTo>
                  <a:cubicBezTo>
                    <a:pt x="2295" y="2"/>
                    <a:pt x="1768" y="128"/>
                    <a:pt x="1434" y="649"/>
                  </a:cubicBezTo>
                  <a:cubicBezTo>
                    <a:pt x="1165" y="1066"/>
                    <a:pt x="648" y="1419"/>
                    <a:pt x="229" y="1643"/>
                  </a:cubicBezTo>
                  <a:cubicBezTo>
                    <a:pt x="1" y="1769"/>
                    <a:pt x="45" y="2113"/>
                    <a:pt x="300" y="2173"/>
                  </a:cubicBezTo>
                  <a:cubicBezTo>
                    <a:pt x="340" y="2184"/>
                    <a:pt x="385" y="2193"/>
                    <a:pt x="429" y="2202"/>
                  </a:cubicBezTo>
                  <a:cubicBezTo>
                    <a:pt x="611" y="2238"/>
                    <a:pt x="820" y="2261"/>
                    <a:pt x="1044" y="2261"/>
                  </a:cubicBezTo>
                  <a:cubicBezTo>
                    <a:pt x="1455" y="2261"/>
                    <a:pt x="1914" y="2182"/>
                    <a:pt x="2345" y="1953"/>
                  </a:cubicBezTo>
                  <a:cubicBezTo>
                    <a:pt x="2775" y="1714"/>
                    <a:pt x="3046" y="1430"/>
                    <a:pt x="3217" y="1159"/>
                  </a:cubicBezTo>
                  <a:cubicBezTo>
                    <a:pt x="3272" y="1071"/>
                    <a:pt x="3365" y="1026"/>
                    <a:pt x="3457" y="1026"/>
                  </a:cubicBezTo>
                  <a:cubicBezTo>
                    <a:pt x="3550" y="1026"/>
                    <a:pt x="3643" y="1071"/>
                    <a:pt x="3698" y="1159"/>
                  </a:cubicBezTo>
                  <a:cubicBezTo>
                    <a:pt x="3867" y="1430"/>
                    <a:pt x="4139" y="1714"/>
                    <a:pt x="4570" y="1953"/>
                  </a:cubicBezTo>
                  <a:cubicBezTo>
                    <a:pt x="5001" y="2182"/>
                    <a:pt x="5460" y="2261"/>
                    <a:pt x="5871" y="2261"/>
                  </a:cubicBezTo>
                  <a:cubicBezTo>
                    <a:pt x="6094" y="2261"/>
                    <a:pt x="6302" y="2238"/>
                    <a:pt x="6484" y="2202"/>
                  </a:cubicBezTo>
                  <a:cubicBezTo>
                    <a:pt x="6528" y="2193"/>
                    <a:pt x="6573" y="2184"/>
                    <a:pt x="6615" y="2173"/>
                  </a:cubicBezTo>
                  <a:cubicBezTo>
                    <a:pt x="6870" y="2113"/>
                    <a:pt x="6914" y="1769"/>
                    <a:pt x="6683" y="1643"/>
                  </a:cubicBezTo>
                  <a:cubicBezTo>
                    <a:pt x="6269" y="1421"/>
                    <a:pt x="5750" y="1071"/>
                    <a:pt x="5481" y="649"/>
                  </a:cubicBezTo>
                  <a:cubicBezTo>
                    <a:pt x="5147" y="127"/>
                    <a:pt x="4621" y="0"/>
                    <a:pt x="4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0"/>
            <p:cNvSpPr/>
            <p:nvPr/>
          </p:nvSpPr>
          <p:spPr>
            <a:xfrm>
              <a:off x="7094284" y="3658461"/>
              <a:ext cx="90885" cy="52998"/>
            </a:xfrm>
            <a:custGeom>
              <a:rect b="b" l="l" r="r" t="t"/>
              <a:pathLst>
                <a:path extrusionOk="0" h="1999" w="3428">
                  <a:moveTo>
                    <a:pt x="1429" y="1"/>
                  </a:moveTo>
                  <a:cubicBezTo>
                    <a:pt x="642" y="1"/>
                    <a:pt x="1" y="641"/>
                    <a:pt x="1" y="1429"/>
                  </a:cubicBezTo>
                  <a:lnTo>
                    <a:pt x="1" y="1999"/>
                  </a:lnTo>
                  <a:lnTo>
                    <a:pt x="3141" y="1999"/>
                  </a:lnTo>
                  <a:cubicBezTo>
                    <a:pt x="3301" y="1999"/>
                    <a:pt x="3427" y="1872"/>
                    <a:pt x="3427" y="1715"/>
                  </a:cubicBezTo>
                  <a:lnTo>
                    <a:pt x="3427" y="1429"/>
                  </a:lnTo>
                  <a:cubicBezTo>
                    <a:pt x="3427" y="641"/>
                    <a:pt x="2786" y="1"/>
                    <a:pt x="1999"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0"/>
            <p:cNvSpPr/>
            <p:nvPr/>
          </p:nvSpPr>
          <p:spPr>
            <a:xfrm>
              <a:off x="7095477" y="3536690"/>
              <a:ext cx="89877" cy="121798"/>
            </a:xfrm>
            <a:custGeom>
              <a:rect b="b" l="l" r="r" t="t"/>
              <a:pathLst>
                <a:path extrusionOk="0" h="4594" w="3390">
                  <a:moveTo>
                    <a:pt x="1357" y="0"/>
                  </a:moveTo>
                  <a:cubicBezTo>
                    <a:pt x="1111" y="0"/>
                    <a:pt x="896" y="158"/>
                    <a:pt x="818" y="391"/>
                  </a:cubicBezTo>
                  <a:lnTo>
                    <a:pt x="62" y="2662"/>
                  </a:lnTo>
                  <a:cubicBezTo>
                    <a:pt x="0" y="2848"/>
                    <a:pt x="135" y="3039"/>
                    <a:pt x="333" y="3039"/>
                  </a:cubicBezTo>
                  <a:lnTo>
                    <a:pt x="1229" y="3039"/>
                  </a:lnTo>
                  <a:cubicBezTo>
                    <a:pt x="1422" y="3039"/>
                    <a:pt x="1561" y="3229"/>
                    <a:pt x="1499" y="3416"/>
                  </a:cubicBezTo>
                  <a:lnTo>
                    <a:pt x="1169" y="4405"/>
                  </a:lnTo>
                  <a:cubicBezTo>
                    <a:pt x="1134" y="4509"/>
                    <a:pt x="1219" y="4594"/>
                    <a:pt x="1308" y="4594"/>
                  </a:cubicBezTo>
                  <a:cubicBezTo>
                    <a:pt x="1344" y="4594"/>
                    <a:pt x="1381" y="4580"/>
                    <a:pt x="1411" y="4547"/>
                  </a:cubicBezTo>
                  <a:lnTo>
                    <a:pt x="3227" y="2504"/>
                  </a:lnTo>
                  <a:cubicBezTo>
                    <a:pt x="3389" y="2318"/>
                    <a:pt x="3256" y="2027"/>
                    <a:pt x="3010" y="2027"/>
                  </a:cubicBezTo>
                  <a:lnTo>
                    <a:pt x="2355" y="2027"/>
                  </a:lnTo>
                  <a:cubicBezTo>
                    <a:pt x="2163" y="2027"/>
                    <a:pt x="2023" y="1834"/>
                    <a:pt x="2085" y="1650"/>
                  </a:cubicBezTo>
                  <a:lnTo>
                    <a:pt x="2509" y="377"/>
                  </a:lnTo>
                  <a:cubicBezTo>
                    <a:pt x="2571" y="191"/>
                    <a:pt x="2433" y="0"/>
                    <a:pt x="2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70"/>
          <p:cNvGrpSpPr/>
          <p:nvPr/>
        </p:nvGrpSpPr>
        <p:grpSpPr>
          <a:xfrm>
            <a:off x="6816990" y="2702712"/>
            <a:ext cx="359987" cy="376451"/>
            <a:chOff x="6816990" y="2702712"/>
            <a:chExt cx="359987" cy="376451"/>
          </a:xfrm>
        </p:grpSpPr>
        <p:sp>
          <p:nvSpPr>
            <p:cNvPr id="3806" name="Google Shape;3806;p70"/>
            <p:cNvSpPr/>
            <p:nvPr/>
          </p:nvSpPr>
          <p:spPr>
            <a:xfrm>
              <a:off x="6856970" y="2939018"/>
              <a:ext cx="280105" cy="140145"/>
            </a:xfrm>
            <a:custGeom>
              <a:rect b="b" l="l" r="r" t="t"/>
              <a:pathLst>
                <a:path extrusionOk="0" h="5286" w="10565">
                  <a:moveTo>
                    <a:pt x="5283" y="0"/>
                  </a:moveTo>
                  <a:cubicBezTo>
                    <a:pt x="2467" y="0"/>
                    <a:pt x="167" y="2205"/>
                    <a:pt x="7" y="4982"/>
                  </a:cubicBezTo>
                  <a:cubicBezTo>
                    <a:pt x="0" y="5146"/>
                    <a:pt x="129" y="5286"/>
                    <a:pt x="293" y="5286"/>
                  </a:cubicBezTo>
                  <a:lnTo>
                    <a:pt x="2070" y="5286"/>
                  </a:lnTo>
                  <a:lnTo>
                    <a:pt x="2285" y="4999"/>
                  </a:lnTo>
                  <a:lnTo>
                    <a:pt x="2498" y="5286"/>
                  </a:lnTo>
                  <a:lnTo>
                    <a:pt x="8067" y="5286"/>
                  </a:lnTo>
                  <a:lnTo>
                    <a:pt x="8282" y="4999"/>
                  </a:lnTo>
                  <a:lnTo>
                    <a:pt x="8495" y="5286"/>
                  </a:lnTo>
                  <a:lnTo>
                    <a:pt x="10271" y="5286"/>
                  </a:lnTo>
                  <a:cubicBezTo>
                    <a:pt x="10435" y="5286"/>
                    <a:pt x="10564" y="5146"/>
                    <a:pt x="10560" y="4982"/>
                  </a:cubicBezTo>
                  <a:cubicBezTo>
                    <a:pt x="10402" y="2205"/>
                    <a:pt x="8100" y="0"/>
                    <a:pt x="5283" y="0"/>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0"/>
            <p:cNvSpPr/>
            <p:nvPr/>
          </p:nvSpPr>
          <p:spPr>
            <a:xfrm>
              <a:off x="6911772" y="3058324"/>
              <a:ext cx="11427" cy="20839"/>
            </a:xfrm>
            <a:custGeom>
              <a:rect b="b" l="l" r="r" t="t"/>
              <a:pathLst>
                <a:path extrusionOk="0" h="786" w="431">
                  <a:moveTo>
                    <a:pt x="219" y="0"/>
                  </a:moveTo>
                  <a:cubicBezTo>
                    <a:pt x="218" y="0"/>
                    <a:pt x="217" y="0"/>
                    <a:pt x="215" y="0"/>
                  </a:cubicBezTo>
                  <a:cubicBezTo>
                    <a:pt x="98" y="0"/>
                    <a:pt x="0" y="94"/>
                    <a:pt x="0" y="213"/>
                  </a:cubicBezTo>
                  <a:lnTo>
                    <a:pt x="0" y="786"/>
                  </a:lnTo>
                  <a:lnTo>
                    <a:pt x="431" y="786"/>
                  </a:lnTo>
                  <a:lnTo>
                    <a:pt x="431" y="213"/>
                  </a:lnTo>
                  <a:cubicBezTo>
                    <a:pt x="431" y="95"/>
                    <a:pt x="335" y="0"/>
                    <a:pt x="219"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0"/>
            <p:cNvSpPr/>
            <p:nvPr/>
          </p:nvSpPr>
          <p:spPr>
            <a:xfrm>
              <a:off x="7070767" y="3058324"/>
              <a:ext cx="11427" cy="20839"/>
            </a:xfrm>
            <a:custGeom>
              <a:rect b="b" l="l" r="r" t="t"/>
              <a:pathLst>
                <a:path extrusionOk="0" h="786" w="431">
                  <a:moveTo>
                    <a:pt x="218" y="0"/>
                  </a:moveTo>
                  <a:cubicBezTo>
                    <a:pt x="216" y="0"/>
                    <a:pt x="215" y="0"/>
                    <a:pt x="213" y="0"/>
                  </a:cubicBezTo>
                  <a:cubicBezTo>
                    <a:pt x="98" y="0"/>
                    <a:pt x="1" y="94"/>
                    <a:pt x="1" y="213"/>
                  </a:cubicBezTo>
                  <a:lnTo>
                    <a:pt x="1" y="786"/>
                  </a:lnTo>
                  <a:lnTo>
                    <a:pt x="431" y="786"/>
                  </a:lnTo>
                  <a:lnTo>
                    <a:pt x="431" y="213"/>
                  </a:lnTo>
                  <a:cubicBezTo>
                    <a:pt x="431" y="95"/>
                    <a:pt x="338" y="0"/>
                    <a:pt x="218"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0"/>
            <p:cNvSpPr/>
            <p:nvPr/>
          </p:nvSpPr>
          <p:spPr>
            <a:xfrm>
              <a:off x="7068938" y="2702765"/>
              <a:ext cx="108038" cy="69330"/>
            </a:xfrm>
            <a:custGeom>
              <a:rect b="b" l="l" r="r" t="t"/>
              <a:pathLst>
                <a:path extrusionOk="0" h="2615" w="4075">
                  <a:moveTo>
                    <a:pt x="1761" y="0"/>
                  </a:moveTo>
                  <a:cubicBezTo>
                    <a:pt x="1352" y="0"/>
                    <a:pt x="937" y="104"/>
                    <a:pt x="557" y="323"/>
                  </a:cubicBezTo>
                  <a:lnTo>
                    <a:pt x="1" y="645"/>
                  </a:lnTo>
                  <a:lnTo>
                    <a:pt x="1136" y="2615"/>
                  </a:lnTo>
                  <a:cubicBezTo>
                    <a:pt x="1651" y="2086"/>
                    <a:pt x="2361" y="1721"/>
                    <a:pt x="3065" y="1721"/>
                  </a:cubicBezTo>
                  <a:cubicBezTo>
                    <a:pt x="3254" y="1721"/>
                    <a:pt x="3441" y="1747"/>
                    <a:pt x="3625" y="1803"/>
                  </a:cubicBezTo>
                  <a:cubicBezTo>
                    <a:pt x="3655" y="1812"/>
                    <a:pt x="3685" y="1817"/>
                    <a:pt x="3713" y="1817"/>
                  </a:cubicBezTo>
                  <a:cubicBezTo>
                    <a:pt x="3921" y="1817"/>
                    <a:pt x="4075" y="1587"/>
                    <a:pt x="3960" y="1390"/>
                  </a:cubicBezTo>
                  <a:lnTo>
                    <a:pt x="3853" y="1206"/>
                  </a:lnTo>
                  <a:cubicBezTo>
                    <a:pt x="3407" y="433"/>
                    <a:pt x="2595" y="0"/>
                    <a:pt x="1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0"/>
            <p:cNvSpPr/>
            <p:nvPr/>
          </p:nvSpPr>
          <p:spPr>
            <a:xfrm>
              <a:off x="6816990" y="2702765"/>
              <a:ext cx="108144" cy="69330"/>
            </a:xfrm>
            <a:custGeom>
              <a:rect b="b" l="l" r="r" t="t"/>
              <a:pathLst>
                <a:path extrusionOk="0" h="2615" w="4079">
                  <a:moveTo>
                    <a:pt x="2316" y="0"/>
                  </a:moveTo>
                  <a:cubicBezTo>
                    <a:pt x="1482" y="0"/>
                    <a:pt x="670" y="433"/>
                    <a:pt x="224" y="1206"/>
                  </a:cubicBezTo>
                  <a:lnTo>
                    <a:pt x="120" y="1390"/>
                  </a:lnTo>
                  <a:cubicBezTo>
                    <a:pt x="1" y="1587"/>
                    <a:pt x="154" y="1817"/>
                    <a:pt x="365" y="1817"/>
                  </a:cubicBezTo>
                  <a:cubicBezTo>
                    <a:pt x="394" y="1817"/>
                    <a:pt x="424" y="1812"/>
                    <a:pt x="455" y="1803"/>
                  </a:cubicBezTo>
                  <a:cubicBezTo>
                    <a:pt x="638" y="1747"/>
                    <a:pt x="825" y="1721"/>
                    <a:pt x="1013" y="1721"/>
                  </a:cubicBezTo>
                  <a:cubicBezTo>
                    <a:pt x="1716" y="1721"/>
                    <a:pt x="2426" y="2086"/>
                    <a:pt x="2941" y="2615"/>
                  </a:cubicBezTo>
                  <a:lnTo>
                    <a:pt x="4079" y="645"/>
                  </a:lnTo>
                  <a:lnTo>
                    <a:pt x="3520" y="323"/>
                  </a:lnTo>
                  <a:cubicBezTo>
                    <a:pt x="3140" y="104"/>
                    <a:pt x="2725" y="0"/>
                    <a:pt x="23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0"/>
            <p:cNvSpPr/>
            <p:nvPr/>
          </p:nvSpPr>
          <p:spPr>
            <a:xfrm>
              <a:off x="6934705" y="2702712"/>
              <a:ext cx="195477" cy="341348"/>
            </a:xfrm>
            <a:custGeom>
              <a:rect b="b" l="l" r="r" t="t"/>
              <a:pathLst>
                <a:path extrusionOk="0" h="12875" w="7373">
                  <a:moveTo>
                    <a:pt x="3389" y="0"/>
                  </a:moveTo>
                  <a:cubicBezTo>
                    <a:pt x="2997" y="0"/>
                    <a:pt x="2673" y="73"/>
                    <a:pt x="2467" y="133"/>
                  </a:cubicBezTo>
                  <a:cubicBezTo>
                    <a:pt x="2414" y="148"/>
                    <a:pt x="2359" y="156"/>
                    <a:pt x="2305" y="156"/>
                  </a:cubicBezTo>
                  <a:cubicBezTo>
                    <a:pt x="2266" y="156"/>
                    <a:pt x="2227" y="152"/>
                    <a:pt x="2189" y="144"/>
                  </a:cubicBezTo>
                  <a:cubicBezTo>
                    <a:pt x="1540" y="583"/>
                    <a:pt x="987" y="1053"/>
                    <a:pt x="892" y="1603"/>
                  </a:cubicBezTo>
                  <a:cubicBezTo>
                    <a:pt x="604" y="3238"/>
                    <a:pt x="750" y="8232"/>
                    <a:pt x="750" y="8232"/>
                  </a:cubicBezTo>
                  <a:cubicBezTo>
                    <a:pt x="0" y="10233"/>
                    <a:pt x="903" y="11919"/>
                    <a:pt x="2955" y="12874"/>
                  </a:cubicBezTo>
                  <a:cubicBezTo>
                    <a:pt x="3061" y="12750"/>
                    <a:pt x="3170" y="12606"/>
                    <a:pt x="3267" y="12442"/>
                  </a:cubicBezTo>
                  <a:cubicBezTo>
                    <a:pt x="3294" y="12397"/>
                    <a:pt x="3343" y="12372"/>
                    <a:pt x="3392" y="12372"/>
                  </a:cubicBezTo>
                  <a:cubicBezTo>
                    <a:pt x="3423" y="12372"/>
                    <a:pt x="3454" y="12383"/>
                    <a:pt x="3480" y="12404"/>
                  </a:cubicBezTo>
                  <a:cubicBezTo>
                    <a:pt x="3509" y="12426"/>
                    <a:pt x="3533" y="12449"/>
                    <a:pt x="3558" y="12464"/>
                  </a:cubicBezTo>
                  <a:cubicBezTo>
                    <a:pt x="3609" y="12505"/>
                    <a:pt x="3670" y="12526"/>
                    <a:pt x="3732" y="12526"/>
                  </a:cubicBezTo>
                  <a:cubicBezTo>
                    <a:pt x="3794" y="12526"/>
                    <a:pt x="3856" y="12505"/>
                    <a:pt x="3908" y="12464"/>
                  </a:cubicBezTo>
                  <a:cubicBezTo>
                    <a:pt x="4110" y="12307"/>
                    <a:pt x="4445" y="12005"/>
                    <a:pt x="4693" y="11584"/>
                  </a:cubicBezTo>
                  <a:cubicBezTo>
                    <a:pt x="4722" y="11537"/>
                    <a:pt x="4771" y="11512"/>
                    <a:pt x="4820" y="11512"/>
                  </a:cubicBezTo>
                  <a:cubicBezTo>
                    <a:pt x="4852" y="11512"/>
                    <a:pt x="4883" y="11522"/>
                    <a:pt x="4909" y="11544"/>
                  </a:cubicBezTo>
                  <a:cubicBezTo>
                    <a:pt x="4935" y="11566"/>
                    <a:pt x="4962" y="11588"/>
                    <a:pt x="4986" y="11606"/>
                  </a:cubicBezTo>
                  <a:cubicBezTo>
                    <a:pt x="5037" y="11646"/>
                    <a:pt x="5099" y="11666"/>
                    <a:pt x="5160" y="11666"/>
                  </a:cubicBezTo>
                  <a:cubicBezTo>
                    <a:pt x="5222" y="11666"/>
                    <a:pt x="5283" y="11646"/>
                    <a:pt x="5334" y="11606"/>
                  </a:cubicBezTo>
                  <a:cubicBezTo>
                    <a:pt x="5687" y="11331"/>
                    <a:pt x="6443" y="10619"/>
                    <a:pt x="6443" y="9590"/>
                  </a:cubicBezTo>
                  <a:cubicBezTo>
                    <a:pt x="6443" y="9477"/>
                    <a:pt x="6437" y="9366"/>
                    <a:pt x="6417" y="9259"/>
                  </a:cubicBezTo>
                  <a:cubicBezTo>
                    <a:pt x="6860" y="8745"/>
                    <a:pt x="7319" y="7931"/>
                    <a:pt x="7355" y="6973"/>
                  </a:cubicBezTo>
                  <a:cubicBezTo>
                    <a:pt x="7373" y="6176"/>
                    <a:pt x="7118" y="5582"/>
                    <a:pt x="6816" y="5154"/>
                  </a:cubicBezTo>
                  <a:cubicBezTo>
                    <a:pt x="6889" y="5117"/>
                    <a:pt x="6940" y="5096"/>
                    <a:pt x="6962" y="5096"/>
                  </a:cubicBezTo>
                  <a:cubicBezTo>
                    <a:pt x="6968" y="5096"/>
                    <a:pt x="6972" y="5097"/>
                    <a:pt x="6973" y="5101"/>
                  </a:cubicBezTo>
                  <a:cubicBezTo>
                    <a:pt x="6973" y="5061"/>
                    <a:pt x="7084" y="4506"/>
                    <a:pt x="6962" y="3692"/>
                  </a:cubicBezTo>
                  <a:cubicBezTo>
                    <a:pt x="6847" y="2861"/>
                    <a:pt x="6477" y="1749"/>
                    <a:pt x="5654" y="942"/>
                  </a:cubicBezTo>
                  <a:cubicBezTo>
                    <a:pt x="4850" y="192"/>
                    <a:pt x="4028" y="0"/>
                    <a:pt x="3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0"/>
            <p:cNvSpPr/>
            <p:nvPr/>
          </p:nvSpPr>
          <p:spPr>
            <a:xfrm>
              <a:off x="7088716" y="2828514"/>
              <a:ext cx="64293" cy="69012"/>
            </a:xfrm>
            <a:custGeom>
              <a:rect b="b" l="l" r="r" t="t"/>
              <a:pathLst>
                <a:path extrusionOk="0" h="2603" w="2425">
                  <a:moveTo>
                    <a:pt x="1910" y="1"/>
                  </a:moveTo>
                  <a:cubicBezTo>
                    <a:pt x="1893" y="1"/>
                    <a:pt x="1876" y="2"/>
                    <a:pt x="1859" y="5"/>
                  </a:cubicBezTo>
                  <a:lnTo>
                    <a:pt x="1295" y="105"/>
                  </a:lnTo>
                  <a:cubicBezTo>
                    <a:pt x="519" y="243"/>
                    <a:pt x="0" y="983"/>
                    <a:pt x="135" y="1760"/>
                  </a:cubicBezTo>
                  <a:lnTo>
                    <a:pt x="286" y="2602"/>
                  </a:lnTo>
                  <a:lnTo>
                    <a:pt x="1129" y="2452"/>
                  </a:lnTo>
                  <a:cubicBezTo>
                    <a:pt x="1905" y="2316"/>
                    <a:pt x="2424" y="1576"/>
                    <a:pt x="2287" y="799"/>
                  </a:cubicBezTo>
                  <a:lnTo>
                    <a:pt x="2187" y="238"/>
                  </a:lnTo>
                  <a:cubicBezTo>
                    <a:pt x="2163" y="100"/>
                    <a:pt x="2045" y="1"/>
                    <a:pt x="1910"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0"/>
            <p:cNvSpPr/>
            <p:nvPr/>
          </p:nvSpPr>
          <p:spPr>
            <a:xfrm>
              <a:off x="6861663" y="2702765"/>
              <a:ext cx="151280" cy="354976"/>
            </a:xfrm>
            <a:custGeom>
              <a:rect b="b" l="l" r="r" t="t"/>
              <a:pathLst>
                <a:path extrusionOk="0" h="13389" w="5706">
                  <a:moveTo>
                    <a:pt x="3977" y="0"/>
                  </a:moveTo>
                  <a:cubicBezTo>
                    <a:pt x="3338" y="0"/>
                    <a:pt x="2518" y="193"/>
                    <a:pt x="1717" y="942"/>
                  </a:cubicBezTo>
                  <a:cubicBezTo>
                    <a:pt x="892" y="1750"/>
                    <a:pt x="524" y="2861"/>
                    <a:pt x="407" y="3693"/>
                  </a:cubicBezTo>
                  <a:cubicBezTo>
                    <a:pt x="289" y="4502"/>
                    <a:pt x="398" y="5054"/>
                    <a:pt x="398" y="5099"/>
                  </a:cubicBezTo>
                  <a:cubicBezTo>
                    <a:pt x="399" y="5094"/>
                    <a:pt x="403" y="5092"/>
                    <a:pt x="408" y="5092"/>
                  </a:cubicBezTo>
                  <a:cubicBezTo>
                    <a:pt x="428" y="5092"/>
                    <a:pt x="474" y="5122"/>
                    <a:pt x="542" y="5172"/>
                  </a:cubicBezTo>
                  <a:cubicBezTo>
                    <a:pt x="247" y="5595"/>
                    <a:pt x="1" y="6185"/>
                    <a:pt x="9" y="6975"/>
                  </a:cubicBezTo>
                  <a:cubicBezTo>
                    <a:pt x="43" y="7933"/>
                    <a:pt x="504" y="8745"/>
                    <a:pt x="948" y="9264"/>
                  </a:cubicBezTo>
                  <a:cubicBezTo>
                    <a:pt x="932" y="9368"/>
                    <a:pt x="921" y="9479"/>
                    <a:pt x="921" y="9592"/>
                  </a:cubicBezTo>
                  <a:cubicBezTo>
                    <a:pt x="921" y="10621"/>
                    <a:pt x="1680" y="11333"/>
                    <a:pt x="2030" y="11608"/>
                  </a:cubicBezTo>
                  <a:cubicBezTo>
                    <a:pt x="2081" y="11648"/>
                    <a:pt x="2143" y="11668"/>
                    <a:pt x="2204" y="11668"/>
                  </a:cubicBezTo>
                  <a:cubicBezTo>
                    <a:pt x="2266" y="11668"/>
                    <a:pt x="2327" y="11648"/>
                    <a:pt x="2378" y="11608"/>
                  </a:cubicBezTo>
                  <a:cubicBezTo>
                    <a:pt x="2403" y="11588"/>
                    <a:pt x="2429" y="11571"/>
                    <a:pt x="2456" y="11548"/>
                  </a:cubicBezTo>
                  <a:cubicBezTo>
                    <a:pt x="2483" y="11526"/>
                    <a:pt x="2515" y="11515"/>
                    <a:pt x="2547" y="11515"/>
                  </a:cubicBezTo>
                  <a:cubicBezTo>
                    <a:pt x="2595" y="11515"/>
                    <a:pt x="2643" y="11540"/>
                    <a:pt x="2671" y="11586"/>
                  </a:cubicBezTo>
                  <a:cubicBezTo>
                    <a:pt x="2919" y="12007"/>
                    <a:pt x="3254" y="12309"/>
                    <a:pt x="3456" y="12469"/>
                  </a:cubicBezTo>
                  <a:cubicBezTo>
                    <a:pt x="3508" y="12509"/>
                    <a:pt x="3570" y="12529"/>
                    <a:pt x="3632" y="12529"/>
                  </a:cubicBezTo>
                  <a:cubicBezTo>
                    <a:pt x="3694" y="12529"/>
                    <a:pt x="3756" y="12509"/>
                    <a:pt x="3807" y="12469"/>
                  </a:cubicBezTo>
                  <a:cubicBezTo>
                    <a:pt x="3831" y="12449"/>
                    <a:pt x="3855" y="12429"/>
                    <a:pt x="3884" y="12407"/>
                  </a:cubicBezTo>
                  <a:cubicBezTo>
                    <a:pt x="3910" y="12385"/>
                    <a:pt x="3942" y="12374"/>
                    <a:pt x="3973" y="12374"/>
                  </a:cubicBezTo>
                  <a:cubicBezTo>
                    <a:pt x="4022" y="12374"/>
                    <a:pt x="4070" y="12400"/>
                    <a:pt x="4097" y="12447"/>
                  </a:cubicBezTo>
                  <a:cubicBezTo>
                    <a:pt x="4348" y="12868"/>
                    <a:pt x="4683" y="13170"/>
                    <a:pt x="4884" y="13327"/>
                  </a:cubicBezTo>
                  <a:cubicBezTo>
                    <a:pt x="4937" y="13368"/>
                    <a:pt x="4998" y="13389"/>
                    <a:pt x="5060" y="13389"/>
                  </a:cubicBezTo>
                  <a:cubicBezTo>
                    <a:pt x="5121" y="13389"/>
                    <a:pt x="5183" y="13368"/>
                    <a:pt x="5235" y="13327"/>
                  </a:cubicBezTo>
                  <a:cubicBezTo>
                    <a:pt x="5359" y="13232"/>
                    <a:pt x="5534" y="13081"/>
                    <a:pt x="5705" y="12879"/>
                  </a:cubicBezTo>
                  <a:cubicBezTo>
                    <a:pt x="4379" y="11795"/>
                    <a:pt x="3547" y="10096"/>
                    <a:pt x="3507" y="8233"/>
                  </a:cubicBezTo>
                  <a:cubicBezTo>
                    <a:pt x="3507" y="8233"/>
                    <a:pt x="4068" y="3291"/>
                    <a:pt x="4357" y="1656"/>
                  </a:cubicBezTo>
                  <a:cubicBezTo>
                    <a:pt x="4452" y="1106"/>
                    <a:pt x="4656" y="601"/>
                    <a:pt x="4947" y="146"/>
                  </a:cubicBezTo>
                  <a:cubicBezTo>
                    <a:pt x="4933" y="142"/>
                    <a:pt x="4918" y="139"/>
                    <a:pt x="4904" y="135"/>
                  </a:cubicBezTo>
                  <a:cubicBezTo>
                    <a:pt x="4697" y="74"/>
                    <a:pt x="4371" y="0"/>
                    <a:pt x="3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0"/>
            <p:cNvSpPr/>
            <p:nvPr/>
          </p:nvSpPr>
          <p:spPr>
            <a:xfrm>
              <a:off x="6934281" y="2759423"/>
              <a:ext cx="167373" cy="219550"/>
            </a:xfrm>
            <a:custGeom>
              <a:rect b="b" l="l" r="r" t="t"/>
              <a:pathLst>
                <a:path extrusionOk="0" h="8281" w="6313">
                  <a:moveTo>
                    <a:pt x="2327" y="1"/>
                  </a:moveTo>
                  <a:cubicBezTo>
                    <a:pt x="2326" y="1"/>
                    <a:pt x="2324" y="1"/>
                    <a:pt x="2323" y="1"/>
                  </a:cubicBezTo>
                  <a:cubicBezTo>
                    <a:pt x="2157" y="1"/>
                    <a:pt x="1997" y="12"/>
                    <a:pt x="1835" y="32"/>
                  </a:cubicBezTo>
                  <a:cubicBezTo>
                    <a:pt x="608" y="850"/>
                    <a:pt x="1" y="2427"/>
                    <a:pt x="1" y="3789"/>
                  </a:cubicBezTo>
                  <a:cubicBezTo>
                    <a:pt x="1" y="5639"/>
                    <a:pt x="910" y="7562"/>
                    <a:pt x="2715" y="8280"/>
                  </a:cubicBezTo>
                  <a:cubicBezTo>
                    <a:pt x="4734" y="8074"/>
                    <a:pt x="6313" y="6304"/>
                    <a:pt x="6313" y="4148"/>
                  </a:cubicBezTo>
                  <a:cubicBezTo>
                    <a:pt x="6313" y="1856"/>
                    <a:pt x="4530" y="1"/>
                    <a:pt x="2327"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0"/>
            <p:cNvSpPr/>
            <p:nvPr/>
          </p:nvSpPr>
          <p:spPr>
            <a:xfrm>
              <a:off x="6890058" y="2760138"/>
              <a:ext cx="116178" cy="219232"/>
            </a:xfrm>
            <a:custGeom>
              <a:rect b="b" l="l" r="r" t="t"/>
              <a:pathLst>
                <a:path extrusionOk="0" h="8269" w="4382">
                  <a:moveTo>
                    <a:pt x="3505" y="0"/>
                  </a:moveTo>
                  <a:lnTo>
                    <a:pt x="3505" y="0"/>
                  </a:lnTo>
                  <a:cubicBezTo>
                    <a:pt x="1533" y="249"/>
                    <a:pt x="1" y="1999"/>
                    <a:pt x="1" y="4119"/>
                  </a:cubicBezTo>
                  <a:cubicBezTo>
                    <a:pt x="1" y="6412"/>
                    <a:pt x="1786" y="8269"/>
                    <a:pt x="3991" y="8269"/>
                  </a:cubicBezTo>
                  <a:cubicBezTo>
                    <a:pt x="4124" y="8269"/>
                    <a:pt x="4255" y="8264"/>
                    <a:pt x="4381" y="8251"/>
                  </a:cubicBezTo>
                  <a:cubicBezTo>
                    <a:pt x="3153" y="7138"/>
                    <a:pt x="2370" y="5481"/>
                    <a:pt x="2372" y="3629"/>
                  </a:cubicBezTo>
                  <a:cubicBezTo>
                    <a:pt x="2372" y="2267"/>
                    <a:pt x="2793" y="1012"/>
                    <a:pt x="3505"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0"/>
            <p:cNvSpPr/>
            <p:nvPr/>
          </p:nvSpPr>
          <p:spPr>
            <a:xfrm>
              <a:off x="6969808" y="2952381"/>
              <a:ext cx="52177" cy="43587"/>
            </a:xfrm>
            <a:custGeom>
              <a:rect b="b" l="l" r="r" t="t"/>
              <a:pathLst>
                <a:path extrusionOk="0" h="1644" w="1968">
                  <a:moveTo>
                    <a:pt x="985" y="1"/>
                  </a:moveTo>
                  <a:cubicBezTo>
                    <a:pt x="789" y="1"/>
                    <a:pt x="593" y="100"/>
                    <a:pt x="484" y="297"/>
                  </a:cubicBezTo>
                  <a:lnTo>
                    <a:pt x="0" y="1182"/>
                  </a:lnTo>
                  <a:cubicBezTo>
                    <a:pt x="211" y="1459"/>
                    <a:pt x="573" y="1643"/>
                    <a:pt x="983" y="1643"/>
                  </a:cubicBezTo>
                  <a:cubicBezTo>
                    <a:pt x="1393" y="1643"/>
                    <a:pt x="1757" y="1459"/>
                    <a:pt x="1968" y="1182"/>
                  </a:cubicBezTo>
                  <a:lnTo>
                    <a:pt x="1486" y="297"/>
                  </a:lnTo>
                  <a:cubicBezTo>
                    <a:pt x="1378" y="100"/>
                    <a:pt x="1181" y="1"/>
                    <a:pt x="9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0"/>
            <p:cNvSpPr/>
            <p:nvPr/>
          </p:nvSpPr>
          <p:spPr>
            <a:xfrm>
              <a:off x="6838862" y="2828514"/>
              <a:ext cx="64293" cy="69012"/>
            </a:xfrm>
            <a:custGeom>
              <a:rect b="b" l="l" r="r" t="t"/>
              <a:pathLst>
                <a:path extrusionOk="0" h="2603" w="2425">
                  <a:moveTo>
                    <a:pt x="515" y="1"/>
                  </a:moveTo>
                  <a:cubicBezTo>
                    <a:pt x="380" y="1"/>
                    <a:pt x="261" y="100"/>
                    <a:pt x="237" y="238"/>
                  </a:cubicBezTo>
                  <a:lnTo>
                    <a:pt x="138" y="799"/>
                  </a:lnTo>
                  <a:cubicBezTo>
                    <a:pt x="0" y="1576"/>
                    <a:pt x="519" y="2316"/>
                    <a:pt x="1295" y="2452"/>
                  </a:cubicBezTo>
                  <a:lnTo>
                    <a:pt x="2138" y="2602"/>
                  </a:lnTo>
                  <a:lnTo>
                    <a:pt x="2287" y="1760"/>
                  </a:lnTo>
                  <a:cubicBezTo>
                    <a:pt x="2424" y="983"/>
                    <a:pt x="1905" y="243"/>
                    <a:pt x="1129" y="105"/>
                  </a:cubicBezTo>
                  <a:lnTo>
                    <a:pt x="566" y="5"/>
                  </a:lnTo>
                  <a:cubicBezTo>
                    <a:pt x="548" y="2"/>
                    <a:pt x="531" y="1"/>
                    <a:pt x="515"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0"/>
            <p:cNvSpPr/>
            <p:nvPr/>
          </p:nvSpPr>
          <p:spPr>
            <a:xfrm>
              <a:off x="6954112" y="2712124"/>
              <a:ext cx="160666" cy="163927"/>
            </a:xfrm>
            <a:custGeom>
              <a:rect b="b" l="l" r="r" t="t"/>
              <a:pathLst>
                <a:path extrusionOk="0" h="6183" w="6060">
                  <a:moveTo>
                    <a:pt x="1585" y="1"/>
                  </a:moveTo>
                  <a:cubicBezTo>
                    <a:pt x="1501" y="1"/>
                    <a:pt x="1417" y="2"/>
                    <a:pt x="1333" y="4"/>
                  </a:cubicBezTo>
                  <a:cubicBezTo>
                    <a:pt x="832" y="394"/>
                    <a:pt x="244" y="784"/>
                    <a:pt x="162" y="1250"/>
                  </a:cubicBezTo>
                  <a:cubicBezTo>
                    <a:pt x="0" y="2166"/>
                    <a:pt x="399" y="3091"/>
                    <a:pt x="1273" y="3943"/>
                  </a:cubicBezTo>
                  <a:lnTo>
                    <a:pt x="1304" y="3952"/>
                  </a:lnTo>
                  <a:cubicBezTo>
                    <a:pt x="1393" y="3974"/>
                    <a:pt x="1485" y="3985"/>
                    <a:pt x="1576" y="3985"/>
                  </a:cubicBezTo>
                  <a:cubicBezTo>
                    <a:pt x="1668" y="3985"/>
                    <a:pt x="1759" y="3974"/>
                    <a:pt x="1848" y="3952"/>
                  </a:cubicBezTo>
                  <a:lnTo>
                    <a:pt x="4210" y="3371"/>
                  </a:lnTo>
                  <a:cubicBezTo>
                    <a:pt x="4256" y="3359"/>
                    <a:pt x="4302" y="3354"/>
                    <a:pt x="4347" y="3354"/>
                  </a:cubicBezTo>
                  <a:cubicBezTo>
                    <a:pt x="4653" y="3354"/>
                    <a:pt x="4917" y="3602"/>
                    <a:pt x="4917" y="3925"/>
                  </a:cubicBezTo>
                  <a:lnTo>
                    <a:pt x="4917" y="6039"/>
                  </a:lnTo>
                  <a:cubicBezTo>
                    <a:pt x="4917" y="6129"/>
                    <a:pt x="4989" y="6182"/>
                    <a:pt x="5061" y="6182"/>
                  </a:cubicBezTo>
                  <a:cubicBezTo>
                    <a:pt x="5113" y="6182"/>
                    <a:pt x="5164" y="6155"/>
                    <a:pt x="5190" y="6096"/>
                  </a:cubicBezTo>
                  <a:lnTo>
                    <a:pt x="6060" y="4142"/>
                  </a:lnTo>
                  <a:lnTo>
                    <a:pt x="5186" y="1505"/>
                  </a:lnTo>
                  <a:cubicBezTo>
                    <a:pt x="5186" y="501"/>
                    <a:pt x="3386" y="1"/>
                    <a:pt x="15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0"/>
            <p:cNvSpPr/>
            <p:nvPr/>
          </p:nvSpPr>
          <p:spPr>
            <a:xfrm>
              <a:off x="6877067" y="2712098"/>
              <a:ext cx="112466" cy="163953"/>
            </a:xfrm>
            <a:custGeom>
              <a:rect b="b" l="l" r="r" t="t"/>
              <a:pathLst>
                <a:path extrusionOk="0" h="6184" w="4242">
                  <a:moveTo>
                    <a:pt x="4241" y="0"/>
                  </a:moveTo>
                  <a:lnTo>
                    <a:pt x="4241" y="0"/>
                  </a:lnTo>
                  <a:cubicBezTo>
                    <a:pt x="2522" y="45"/>
                    <a:pt x="877" y="544"/>
                    <a:pt x="877" y="1504"/>
                  </a:cubicBezTo>
                  <a:lnTo>
                    <a:pt x="1" y="4143"/>
                  </a:lnTo>
                  <a:lnTo>
                    <a:pt x="870" y="6097"/>
                  </a:lnTo>
                  <a:cubicBezTo>
                    <a:pt x="896" y="6156"/>
                    <a:pt x="948" y="6183"/>
                    <a:pt x="999" y="6183"/>
                  </a:cubicBezTo>
                  <a:cubicBezTo>
                    <a:pt x="1071" y="6183"/>
                    <a:pt x="1143" y="6130"/>
                    <a:pt x="1143" y="6040"/>
                  </a:cubicBezTo>
                  <a:lnTo>
                    <a:pt x="1143" y="3926"/>
                  </a:lnTo>
                  <a:cubicBezTo>
                    <a:pt x="1143" y="3603"/>
                    <a:pt x="1406" y="3355"/>
                    <a:pt x="1712" y="3355"/>
                  </a:cubicBezTo>
                  <a:cubicBezTo>
                    <a:pt x="1758" y="3355"/>
                    <a:pt x="1804" y="3360"/>
                    <a:pt x="1850" y="3372"/>
                  </a:cubicBezTo>
                  <a:lnTo>
                    <a:pt x="4179" y="3944"/>
                  </a:lnTo>
                  <a:cubicBezTo>
                    <a:pt x="3771" y="3125"/>
                    <a:pt x="3614" y="2216"/>
                    <a:pt x="3776" y="1298"/>
                  </a:cubicBezTo>
                  <a:cubicBezTo>
                    <a:pt x="3858" y="836"/>
                    <a:pt x="4015" y="400"/>
                    <a:pt x="4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0" name="Google Shape;3820;p70"/>
          <p:cNvGrpSpPr/>
          <p:nvPr/>
        </p:nvGrpSpPr>
        <p:grpSpPr>
          <a:xfrm>
            <a:off x="6826508" y="2071026"/>
            <a:ext cx="340951" cy="376371"/>
            <a:chOff x="6826508" y="2071026"/>
            <a:chExt cx="340951" cy="376371"/>
          </a:xfrm>
        </p:grpSpPr>
        <p:sp>
          <p:nvSpPr>
            <p:cNvPr id="3821" name="Google Shape;3821;p70"/>
            <p:cNvSpPr/>
            <p:nvPr/>
          </p:nvSpPr>
          <p:spPr>
            <a:xfrm>
              <a:off x="6946636" y="2130705"/>
              <a:ext cx="11188" cy="182724"/>
            </a:xfrm>
            <a:custGeom>
              <a:rect b="b" l="l" r="r" t="t"/>
              <a:pathLst>
                <a:path extrusionOk="0" h="6892" w="422">
                  <a:moveTo>
                    <a:pt x="211" y="1"/>
                  </a:moveTo>
                  <a:cubicBezTo>
                    <a:pt x="94" y="1"/>
                    <a:pt x="1" y="94"/>
                    <a:pt x="1" y="211"/>
                  </a:cubicBezTo>
                  <a:lnTo>
                    <a:pt x="1" y="6681"/>
                  </a:lnTo>
                  <a:cubicBezTo>
                    <a:pt x="1" y="6799"/>
                    <a:pt x="94" y="6892"/>
                    <a:pt x="211" y="6892"/>
                  </a:cubicBezTo>
                  <a:cubicBezTo>
                    <a:pt x="327" y="6892"/>
                    <a:pt x="422" y="6799"/>
                    <a:pt x="422" y="6681"/>
                  </a:cubicBezTo>
                  <a:lnTo>
                    <a:pt x="422" y="211"/>
                  </a:lnTo>
                  <a:cubicBezTo>
                    <a:pt x="422" y="94"/>
                    <a:pt x="327" y="1"/>
                    <a:pt x="2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0"/>
            <p:cNvSpPr/>
            <p:nvPr/>
          </p:nvSpPr>
          <p:spPr>
            <a:xfrm>
              <a:off x="7036142" y="2071026"/>
              <a:ext cx="11188" cy="242404"/>
            </a:xfrm>
            <a:custGeom>
              <a:rect b="b" l="l" r="r" t="t"/>
              <a:pathLst>
                <a:path extrusionOk="0" h="9143" w="422">
                  <a:moveTo>
                    <a:pt x="211" y="1"/>
                  </a:moveTo>
                  <a:cubicBezTo>
                    <a:pt x="96" y="1"/>
                    <a:pt x="0" y="94"/>
                    <a:pt x="0" y="211"/>
                  </a:cubicBezTo>
                  <a:lnTo>
                    <a:pt x="0" y="8932"/>
                  </a:lnTo>
                  <a:cubicBezTo>
                    <a:pt x="0" y="9050"/>
                    <a:pt x="96" y="9143"/>
                    <a:pt x="211" y="9143"/>
                  </a:cubicBezTo>
                  <a:cubicBezTo>
                    <a:pt x="328" y="9143"/>
                    <a:pt x="422" y="9050"/>
                    <a:pt x="422" y="8932"/>
                  </a:cubicBezTo>
                  <a:lnTo>
                    <a:pt x="422" y="211"/>
                  </a:lnTo>
                  <a:cubicBezTo>
                    <a:pt x="422" y="94"/>
                    <a:pt x="328" y="1"/>
                    <a:pt x="2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0"/>
            <p:cNvSpPr/>
            <p:nvPr/>
          </p:nvSpPr>
          <p:spPr>
            <a:xfrm>
              <a:off x="6991389" y="2100852"/>
              <a:ext cx="11188" cy="212577"/>
            </a:xfrm>
            <a:custGeom>
              <a:rect b="b" l="l" r="r" t="t"/>
              <a:pathLst>
                <a:path extrusionOk="0" h="8018" w="422">
                  <a:moveTo>
                    <a:pt x="211" y="0"/>
                  </a:moveTo>
                  <a:cubicBezTo>
                    <a:pt x="96" y="0"/>
                    <a:pt x="0" y="95"/>
                    <a:pt x="0" y="211"/>
                  </a:cubicBezTo>
                  <a:lnTo>
                    <a:pt x="0" y="7807"/>
                  </a:lnTo>
                  <a:cubicBezTo>
                    <a:pt x="0" y="7925"/>
                    <a:pt x="96" y="8018"/>
                    <a:pt x="211" y="8018"/>
                  </a:cubicBezTo>
                  <a:cubicBezTo>
                    <a:pt x="329" y="8018"/>
                    <a:pt x="422" y="7925"/>
                    <a:pt x="422" y="7807"/>
                  </a:cubicBezTo>
                  <a:lnTo>
                    <a:pt x="422" y="211"/>
                  </a:lnTo>
                  <a:cubicBezTo>
                    <a:pt x="422" y="95"/>
                    <a:pt x="329" y="0"/>
                    <a:pt x="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0"/>
            <p:cNvSpPr/>
            <p:nvPr/>
          </p:nvSpPr>
          <p:spPr>
            <a:xfrm>
              <a:off x="7013792" y="2085952"/>
              <a:ext cx="11188" cy="227477"/>
            </a:xfrm>
            <a:custGeom>
              <a:rect b="b" l="l" r="r" t="t"/>
              <a:pathLst>
                <a:path extrusionOk="0" h="8580" w="422">
                  <a:moveTo>
                    <a:pt x="211" y="1"/>
                  </a:moveTo>
                  <a:cubicBezTo>
                    <a:pt x="96" y="1"/>
                    <a:pt x="0" y="94"/>
                    <a:pt x="0" y="212"/>
                  </a:cubicBezTo>
                  <a:lnTo>
                    <a:pt x="0" y="8369"/>
                  </a:lnTo>
                  <a:cubicBezTo>
                    <a:pt x="0" y="8487"/>
                    <a:pt x="96" y="8580"/>
                    <a:pt x="211" y="8580"/>
                  </a:cubicBezTo>
                  <a:cubicBezTo>
                    <a:pt x="329" y="8580"/>
                    <a:pt x="422" y="8487"/>
                    <a:pt x="422" y="8369"/>
                  </a:cubicBezTo>
                  <a:lnTo>
                    <a:pt x="422" y="212"/>
                  </a:lnTo>
                  <a:cubicBezTo>
                    <a:pt x="422" y="94"/>
                    <a:pt x="329" y="1"/>
                    <a:pt x="2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0"/>
            <p:cNvSpPr/>
            <p:nvPr/>
          </p:nvSpPr>
          <p:spPr>
            <a:xfrm>
              <a:off x="6969039" y="2115779"/>
              <a:ext cx="11188" cy="197651"/>
            </a:xfrm>
            <a:custGeom>
              <a:rect b="b" l="l" r="r" t="t"/>
              <a:pathLst>
                <a:path extrusionOk="0" h="7455" w="422">
                  <a:moveTo>
                    <a:pt x="211" y="0"/>
                  </a:moveTo>
                  <a:cubicBezTo>
                    <a:pt x="94" y="0"/>
                    <a:pt x="1" y="96"/>
                    <a:pt x="1" y="211"/>
                  </a:cubicBezTo>
                  <a:lnTo>
                    <a:pt x="1" y="7244"/>
                  </a:lnTo>
                  <a:cubicBezTo>
                    <a:pt x="1" y="7362"/>
                    <a:pt x="94" y="7455"/>
                    <a:pt x="211" y="7455"/>
                  </a:cubicBezTo>
                  <a:cubicBezTo>
                    <a:pt x="329" y="7455"/>
                    <a:pt x="422" y="7362"/>
                    <a:pt x="422" y="7244"/>
                  </a:cubicBezTo>
                  <a:lnTo>
                    <a:pt x="422" y="211"/>
                  </a:lnTo>
                  <a:cubicBezTo>
                    <a:pt x="422" y="96"/>
                    <a:pt x="329" y="0"/>
                    <a:pt x="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0"/>
            <p:cNvSpPr/>
            <p:nvPr/>
          </p:nvSpPr>
          <p:spPr>
            <a:xfrm>
              <a:off x="6903765" y="2098466"/>
              <a:ext cx="186489" cy="188106"/>
            </a:xfrm>
            <a:custGeom>
              <a:rect b="b" l="l" r="r" t="t"/>
              <a:pathLst>
                <a:path extrusionOk="0" h="7095" w="7034">
                  <a:moveTo>
                    <a:pt x="6610" y="1"/>
                  </a:moveTo>
                  <a:cubicBezTo>
                    <a:pt x="6603" y="1"/>
                    <a:pt x="6597" y="1"/>
                    <a:pt x="6590" y="1"/>
                  </a:cubicBezTo>
                  <a:cubicBezTo>
                    <a:pt x="6364" y="12"/>
                    <a:pt x="6189" y="208"/>
                    <a:pt x="6189" y="434"/>
                  </a:cubicBezTo>
                  <a:lnTo>
                    <a:pt x="6189" y="4337"/>
                  </a:lnTo>
                  <a:cubicBezTo>
                    <a:pt x="6189" y="4493"/>
                    <a:pt x="6064" y="4617"/>
                    <a:pt x="5909" y="4617"/>
                  </a:cubicBezTo>
                  <a:lnTo>
                    <a:pt x="1127" y="4617"/>
                  </a:lnTo>
                  <a:cubicBezTo>
                    <a:pt x="972" y="4617"/>
                    <a:pt x="846" y="4493"/>
                    <a:pt x="846" y="4337"/>
                  </a:cubicBezTo>
                  <a:lnTo>
                    <a:pt x="846" y="2122"/>
                  </a:lnTo>
                  <a:cubicBezTo>
                    <a:pt x="846" y="1895"/>
                    <a:pt x="673" y="1700"/>
                    <a:pt x="444" y="1689"/>
                  </a:cubicBezTo>
                  <a:cubicBezTo>
                    <a:pt x="438" y="1689"/>
                    <a:pt x="431" y="1689"/>
                    <a:pt x="425" y="1689"/>
                  </a:cubicBezTo>
                  <a:cubicBezTo>
                    <a:pt x="192" y="1689"/>
                    <a:pt x="1" y="1880"/>
                    <a:pt x="1" y="2111"/>
                  </a:cubicBezTo>
                  <a:lnTo>
                    <a:pt x="1" y="6895"/>
                  </a:lnTo>
                  <a:cubicBezTo>
                    <a:pt x="1" y="7023"/>
                    <a:pt x="2124" y="7094"/>
                    <a:pt x="4038" y="7094"/>
                  </a:cubicBezTo>
                  <a:cubicBezTo>
                    <a:pt x="5606" y="7094"/>
                    <a:pt x="7034" y="7046"/>
                    <a:pt x="7034" y="6941"/>
                  </a:cubicBezTo>
                  <a:lnTo>
                    <a:pt x="7034" y="423"/>
                  </a:lnTo>
                  <a:cubicBezTo>
                    <a:pt x="7034" y="192"/>
                    <a:pt x="6845" y="1"/>
                    <a:pt x="6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0"/>
            <p:cNvSpPr/>
            <p:nvPr/>
          </p:nvSpPr>
          <p:spPr>
            <a:xfrm>
              <a:off x="6908776" y="2137704"/>
              <a:ext cx="176494" cy="55941"/>
            </a:xfrm>
            <a:custGeom>
              <a:rect b="b" l="l" r="r" t="t"/>
              <a:pathLst>
                <a:path extrusionOk="0" h="2110" w="6657">
                  <a:moveTo>
                    <a:pt x="6422" y="1"/>
                  </a:moveTo>
                  <a:cubicBezTo>
                    <a:pt x="6404" y="1"/>
                    <a:pt x="6386" y="3"/>
                    <a:pt x="6368" y="7"/>
                  </a:cubicBezTo>
                  <a:lnTo>
                    <a:pt x="178" y="1697"/>
                  </a:lnTo>
                  <a:cubicBezTo>
                    <a:pt x="67" y="1726"/>
                    <a:pt x="0" y="1842"/>
                    <a:pt x="31" y="1955"/>
                  </a:cubicBezTo>
                  <a:cubicBezTo>
                    <a:pt x="56" y="2048"/>
                    <a:pt x="142" y="2110"/>
                    <a:pt x="233" y="2110"/>
                  </a:cubicBezTo>
                  <a:cubicBezTo>
                    <a:pt x="251" y="2110"/>
                    <a:pt x="269" y="2108"/>
                    <a:pt x="289" y="2101"/>
                  </a:cubicBezTo>
                  <a:lnTo>
                    <a:pt x="6479" y="413"/>
                  </a:lnTo>
                  <a:cubicBezTo>
                    <a:pt x="6590" y="382"/>
                    <a:pt x="6656" y="269"/>
                    <a:pt x="6625" y="156"/>
                  </a:cubicBezTo>
                  <a:cubicBezTo>
                    <a:pt x="6601" y="63"/>
                    <a:pt x="6517" y="1"/>
                    <a:pt x="6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0"/>
            <p:cNvSpPr/>
            <p:nvPr/>
          </p:nvSpPr>
          <p:spPr>
            <a:xfrm>
              <a:off x="6898171" y="2171296"/>
              <a:ext cx="33565" cy="33538"/>
            </a:xfrm>
            <a:custGeom>
              <a:rect b="b" l="l" r="r" t="t"/>
              <a:pathLst>
                <a:path extrusionOk="0" h="1265" w="1266">
                  <a:moveTo>
                    <a:pt x="633" y="0"/>
                  </a:moveTo>
                  <a:cubicBezTo>
                    <a:pt x="285" y="0"/>
                    <a:pt x="1" y="282"/>
                    <a:pt x="1" y="632"/>
                  </a:cubicBezTo>
                  <a:cubicBezTo>
                    <a:pt x="1" y="980"/>
                    <a:pt x="285" y="1264"/>
                    <a:pt x="633" y="1264"/>
                  </a:cubicBezTo>
                  <a:cubicBezTo>
                    <a:pt x="981" y="1264"/>
                    <a:pt x="1265" y="980"/>
                    <a:pt x="1265" y="632"/>
                  </a:cubicBezTo>
                  <a:cubicBezTo>
                    <a:pt x="1265" y="282"/>
                    <a:pt x="981" y="0"/>
                    <a:pt x="6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0"/>
            <p:cNvSpPr/>
            <p:nvPr/>
          </p:nvSpPr>
          <p:spPr>
            <a:xfrm>
              <a:off x="7062310" y="2126543"/>
              <a:ext cx="33538" cy="33485"/>
            </a:xfrm>
            <a:custGeom>
              <a:rect b="b" l="l" r="r" t="t"/>
              <a:pathLst>
                <a:path extrusionOk="0" h="1263" w="1265">
                  <a:moveTo>
                    <a:pt x="632" y="0"/>
                  </a:moveTo>
                  <a:cubicBezTo>
                    <a:pt x="284" y="0"/>
                    <a:pt x="0" y="282"/>
                    <a:pt x="0" y="632"/>
                  </a:cubicBezTo>
                  <a:cubicBezTo>
                    <a:pt x="0" y="981"/>
                    <a:pt x="284" y="1262"/>
                    <a:pt x="632" y="1262"/>
                  </a:cubicBezTo>
                  <a:cubicBezTo>
                    <a:pt x="983" y="1262"/>
                    <a:pt x="1264" y="981"/>
                    <a:pt x="1264" y="632"/>
                  </a:cubicBezTo>
                  <a:cubicBezTo>
                    <a:pt x="1264" y="282"/>
                    <a:pt x="983" y="0"/>
                    <a:pt x="6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0"/>
            <p:cNvSpPr/>
            <p:nvPr/>
          </p:nvSpPr>
          <p:spPr>
            <a:xfrm>
              <a:off x="7131640" y="2333579"/>
              <a:ext cx="11188" cy="55941"/>
            </a:xfrm>
            <a:custGeom>
              <a:rect b="b" l="l" r="r" t="t"/>
              <a:pathLst>
                <a:path extrusionOk="0" h="2110" w="422">
                  <a:moveTo>
                    <a:pt x="211" y="1"/>
                  </a:moveTo>
                  <a:cubicBezTo>
                    <a:pt x="93" y="1"/>
                    <a:pt x="0" y="94"/>
                    <a:pt x="0" y="211"/>
                  </a:cubicBezTo>
                  <a:lnTo>
                    <a:pt x="0" y="1899"/>
                  </a:lnTo>
                  <a:cubicBezTo>
                    <a:pt x="0" y="2017"/>
                    <a:pt x="93" y="2110"/>
                    <a:pt x="211" y="2110"/>
                  </a:cubicBezTo>
                  <a:cubicBezTo>
                    <a:pt x="328" y="2110"/>
                    <a:pt x="421" y="2017"/>
                    <a:pt x="421" y="1899"/>
                  </a:cubicBezTo>
                  <a:lnTo>
                    <a:pt x="421" y="211"/>
                  </a:lnTo>
                  <a:cubicBezTo>
                    <a:pt x="421" y="94"/>
                    <a:pt x="328"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0"/>
            <p:cNvSpPr/>
            <p:nvPr/>
          </p:nvSpPr>
          <p:spPr>
            <a:xfrm>
              <a:off x="7092879" y="2310460"/>
              <a:ext cx="74580" cy="59653"/>
            </a:xfrm>
            <a:custGeom>
              <a:rect b="b" l="l" r="r" t="t"/>
              <a:pathLst>
                <a:path extrusionOk="0" h="2250" w="2813">
                  <a:moveTo>
                    <a:pt x="280" y="1"/>
                  </a:moveTo>
                  <a:cubicBezTo>
                    <a:pt x="125" y="1"/>
                    <a:pt x="0" y="127"/>
                    <a:pt x="0" y="283"/>
                  </a:cubicBezTo>
                  <a:lnTo>
                    <a:pt x="0" y="1970"/>
                  </a:lnTo>
                  <a:cubicBezTo>
                    <a:pt x="0" y="2126"/>
                    <a:pt x="125" y="2250"/>
                    <a:pt x="280" y="2250"/>
                  </a:cubicBezTo>
                  <a:lnTo>
                    <a:pt x="2533" y="2250"/>
                  </a:lnTo>
                  <a:cubicBezTo>
                    <a:pt x="2535" y="2250"/>
                    <a:pt x="2536" y="2250"/>
                    <a:pt x="2537" y="2250"/>
                  </a:cubicBezTo>
                  <a:cubicBezTo>
                    <a:pt x="2691" y="2250"/>
                    <a:pt x="2813" y="2124"/>
                    <a:pt x="2813" y="1970"/>
                  </a:cubicBezTo>
                  <a:lnTo>
                    <a:pt x="2813" y="283"/>
                  </a:lnTo>
                  <a:cubicBezTo>
                    <a:pt x="2813" y="127"/>
                    <a:pt x="2689" y="1"/>
                    <a:pt x="2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0"/>
            <p:cNvSpPr/>
            <p:nvPr/>
          </p:nvSpPr>
          <p:spPr>
            <a:xfrm>
              <a:off x="6851138" y="2333579"/>
              <a:ext cx="11215" cy="55941"/>
            </a:xfrm>
            <a:custGeom>
              <a:rect b="b" l="l" r="r" t="t"/>
              <a:pathLst>
                <a:path extrusionOk="0" h="2110" w="423">
                  <a:moveTo>
                    <a:pt x="211" y="1"/>
                  </a:moveTo>
                  <a:cubicBezTo>
                    <a:pt x="94" y="1"/>
                    <a:pt x="1" y="94"/>
                    <a:pt x="1" y="211"/>
                  </a:cubicBezTo>
                  <a:lnTo>
                    <a:pt x="1" y="1899"/>
                  </a:lnTo>
                  <a:cubicBezTo>
                    <a:pt x="1" y="2017"/>
                    <a:pt x="94" y="2110"/>
                    <a:pt x="211" y="2110"/>
                  </a:cubicBezTo>
                  <a:cubicBezTo>
                    <a:pt x="329" y="2110"/>
                    <a:pt x="422" y="2017"/>
                    <a:pt x="422" y="1899"/>
                  </a:cubicBezTo>
                  <a:lnTo>
                    <a:pt x="422" y="211"/>
                  </a:lnTo>
                  <a:cubicBezTo>
                    <a:pt x="422" y="94"/>
                    <a:pt x="329"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0"/>
            <p:cNvSpPr/>
            <p:nvPr/>
          </p:nvSpPr>
          <p:spPr>
            <a:xfrm>
              <a:off x="6826508" y="2310460"/>
              <a:ext cx="74580" cy="59653"/>
            </a:xfrm>
            <a:custGeom>
              <a:rect b="b" l="l" r="r" t="t"/>
              <a:pathLst>
                <a:path extrusionOk="0" h="2250" w="2813">
                  <a:moveTo>
                    <a:pt x="282" y="1"/>
                  </a:moveTo>
                  <a:cubicBezTo>
                    <a:pt x="125" y="1"/>
                    <a:pt x="0" y="127"/>
                    <a:pt x="0" y="283"/>
                  </a:cubicBezTo>
                  <a:lnTo>
                    <a:pt x="0" y="1970"/>
                  </a:lnTo>
                  <a:cubicBezTo>
                    <a:pt x="0" y="2124"/>
                    <a:pt x="127" y="2250"/>
                    <a:pt x="278" y="2250"/>
                  </a:cubicBezTo>
                  <a:cubicBezTo>
                    <a:pt x="279" y="2250"/>
                    <a:pt x="281" y="2250"/>
                    <a:pt x="282" y="2250"/>
                  </a:cubicBezTo>
                  <a:lnTo>
                    <a:pt x="2533" y="2250"/>
                  </a:lnTo>
                  <a:cubicBezTo>
                    <a:pt x="2688" y="2250"/>
                    <a:pt x="2813" y="2126"/>
                    <a:pt x="2813" y="1970"/>
                  </a:cubicBezTo>
                  <a:lnTo>
                    <a:pt x="2813" y="283"/>
                  </a:lnTo>
                  <a:cubicBezTo>
                    <a:pt x="2813" y="127"/>
                    <a:pt x="2688" y="1"/>
                    <a:pt x="2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0"/>
            <p:cNvSpPr/>
            <p:nvPr/>
          </p:nvSpPr>
          <p:spPr>
            <a:xfrm>
              <a:off x="6924339" y="2265733"/>
              <a:ext cx="188265" cy="134312"/>
            </a:xfrm>
            <a:custGeom>
              <a:rect b="b" l="l" r="r" t="t"/>
              <a:pathLst>
                <a:path extrusionOk="0" h="5066" w="7101">
                  <a:moveTo>
                    <a:pt x="1840" y="0"/>
                  </a:moveTo>
                  <a:cubicBezTo>
                    <a:pt x="1" y="1863"/>
                    <a:pt x="1194" y="4245"/>
                    <a:pt x="3286" y="5066"/>
                  </a:cubicBezTo>
                  <a:lnTo>
                    <a:pt x="7100" y="5066"/>
                  </a:lnTo>
                  <a:lnTo>
                    <a:pt x="71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0"/>
            <p:cNvSpPr/>
            <p:nvPr/>
          </p:nvSpPr>
          <p:spPr>
            <a:xfrm>
              <a:off x="6881362" y="2265733"/>
              <a:ext cx="130097" cy="134312"/>
            </a:xfrm>
            <a:custGeom>
              <a:rect b="b" l="l" r="r" t="t"/>
              <a:pathLst>
                <a:path extrusionOk="0" h="5066" w="4907">
                  <a:moveTo>
                    <a:pt x="1" y="0"/>
                  </a:moveTo>
                  <a:lnTo>
                    <a:pt x="1" y="5066"/>
                  </a:lnTo>
                  <a:lnTo>
                    <a:pt x="4907" y="5066"/>
                  </a:lnTo>
                  <a:cubicBezTo>
                    <a:pt x="3660" y="4123"/>
                    <a:pt x="2633" y="1717"/>
                    <a:pt x="34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0"/>
            <p:cNvSpPr/>
            <p:nvPr/>
          </p:nvSpPr>
          <p:spPr>
            <a:xfrm>
              <a:off x="6987438" y="2395141"/>
              <a:ext cx="140092" cy="29906"/>
            </a:xfrm>
            <a:custGeom>
              <a:rect b="b" l="l" r="r" t="t"/>
              <a:pathLst>
                <a:path extrusionOk="0" h="1128" w="5284">
                  <a:moveTo>
                    <a:pt x="1088" y="1"/>
                  </a:moveTo>
                  <a:cubicBezTo>
                    <a:pt x="1" y="185"/>
                    <a:pt x="149" y="974"/>
                    <a:pt x="1602" y="1127"/>
                  </a:cubicBezTo>
                  <a:lnTo>
                    <a:pt x="5284" y="1127"/>
                  </a:lnTo>
                  <a:lnTo>
                    <a:pt x="5284" y="564"/>
                  </a:lnTo>
                  <a:cubicBezTo>
                    <a:pt x="5284" y="251"/>
                    <a:pt x="5031" y="1"/>
                    <a:pt x="47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0"/>
            <p:cNvSpPr/>
            <p:nvPr/>
          </p:nvSpPr>
          <p:spPr>
            <a:xfrm>
              <a:off x="6866435" y="2395141"/>
              <a:ext cx="163503" cy="29906"/>
            </a:xfrm>
            <a:custGeom>
              <a:rect b="b" l="l" r="r" t="t"/>
              <a:pathLst>
                <a:path extrusionOk="0" h="1128" w="6167">
                  <a:moveTo>
                    <a:pt x="564" y="1"/>
                  </a:moveTo>
                  <a:cubicBezTo>
                    <a:pt x="253" y="1"/>
                    <a:pt x="0" y="254"/>
                    <a:pt x="0" y="564"/>
                  </a:cubicBezTo>
                  <a:lnTo>
                    <a:pt x="0" y="1127"/>
                  </a:lnTo>
                  <a:lnTo>
                    <a:pt x="6166" y="1127"/>
                  </a:lnTo>
                  <a:cubicBezTo>
                    <a:pt x="5658" y="844"/>
                    <a:pt x="5574" y="475"/>
                    <a:pt x="5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0"/>
            <p:cNvSpPr/>
            <p:nvPr/>
          </p:nvSpPr>
          <p:spPr>
            <a:xfrm>
              <a:off x="6983329" y="2417438"/>
              <a:ext cx="162919" cy="29906"/>
            </a:xfrm>
            <a:custGeom>
              <a:rect b="b" l="l" r="r" t="t"/>
              <a:pathLst>
                <a:path extrusionOk="0" h="1128" w="6145">
                  <a:moveTo>
                    <a:pt x="533" y="0"/>
                  </a:moveTo>
                  <a:cubicBezTo>
                    <a:pt x="327" y="98"/>
                    <a:pt x="0" y="318"/>
                    <a:pt x="12" y="462"/>
                  </a:cubicBezTo>
                  <a:cubicBezTo>
                    <a:pt x="27" y="712"/>
                    <a:pt x="329" y="976"/>
                    <a:pt x="783" y="1127"/>
                  </a:cubicBezTo>
                  <a:lnTo>
                    <a:pt x="5583" y="1127"/>
                  </a:lnTo>
                  <a:cubicBezTo>
                    <a:pt x="5738" y="1127"/>
                    <a:pt x="5878" y="1065"/>
                    <a:pt x="5980" y="963"/>
                  </a:cubicBezTo>
                  <a:cubicBezTo>
                    <a:pt x="6080" y="863"/>
                    <a:pt x="6144" y="721"/>
                    <a:pt x="6144" y="566"/>
                  </a:cubicBezTo>
                  <a:cubicBezTo>
                    <a:pt x="6144" y="255"/>
                    <a:pt x="5891" y="3"/>
                    <a:pt x="5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0"/>
            <p:cNvSpPr/>
            <p:nvPr/>
          </p:nvSpPr>
          <p:spPr>
            <a:xfrm>
              <a:off x="6944859" y="2258257"/>
              <a:ext cx="180550" cy="37250"/>
            </a:xfrm>
            <a:custGeom>
              <a:rect b="b" l="l" r="r" t="t"/>
              <a:pathLst>
                <a:path extrusionOk="0" h="1405" w="6810">
                  <a:moveTo>
                    <a:pt x="1141" y="0"/>
                  </a:moveTo>
                  <a:cubicBezTo>
                    <a:pt x="1" y="593"/>
                    <a:pt x="480" y="1109"/>
                    <a:pt x="1605" y="1404"/>
                  </a:cubicBezTo>
                  <a:lnTo>
                    <a:pt x="6329" y="1404"/>
                  </a:lnTo>
                  <a:lnTo>
                    <a:pt x="6737" y="384"/>
                  </a:lnTo>
                  <a:cubicBezTo>
                    <a:pt x="6810" y="202"/>
                    <a:pt x="6675" y="0"/>
                    <a:pt x="6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0"/>
            <p:cNvSpPr/>
            <p:nvPr/>
          </p:nvSpPr>
          <p:spPr>
            <a:xfrm>
              <a:off x="6868556" y="2258310"/>
              <a:ext cx="118909" cy="37303"/>
            </a:xfrm>
            <a:custGeom>
              <a:rect b="b" l="l" r="r" t="t"/>
              <a:pathLst>
                <a:path extrusionOk="0" h="1407" w="4485">
                  <a:moveTo>
                    <a:pt x="337" y="1"/>
                  </a:moveTo>
                  <a:cubicBezTo>
                    <a:pt x="138" y="1"/>
                    <a:pt x="0" y="200"/>
                    <a:pt x="76" y="387"/>
                  </a:cubicBezTo>
                  <a:lnTo>
                    <a:pt x="484" y="1407"/>
                  </a:lnTo>
                  <a:lnTo>
                    <a:pt x="4485" y="1407"/>
                  </a:lnTo>
                  <a:cubicBezTo>
                    <a:pt x="4048" y="1110"/>
                    <a:pt x="3813" y="591"/>
                    <a:pt x="40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0"/>
            <p:cNvSpPr/>
            <p:nvPr/>
          </p:nvSpPr>
          <p:spPr>
            <a:xfrm>
              <a:off x="6847850" y="2417597"/>
              <a:ext cx="156212" cy="29800"/>
            </a:xfrm>
            <a:custGeom>
              <a:rect b="b" l="l" r="r" t="t"/>
              <a:pathLst>
                <a:path extrusionOk="0" h="1124" w="5892">
                  <a:moveTo>
                    <a:pt x="559" y="1"/>
                  </a:moveTo>
                  <a:cubicBezTo>
                    <a:pt x="404" y="1"/>
                    <a:pt x="267" y="61"/>
                    <a:pt x="162" y="163"/>
                  </a:cubicBezTo>
                  <a:cubicBezTo>
                    <a:pt x="63" y="263"/>
                    <a:pt x="0" y="405"/>
                    <a:pt x="0" y="560"/>
                  </a:cubicBezTo>
                  <a:cubicBezTo>
                    <a:pt x="0" y="870"/>
                    <a:pt x="251" y="1123"/>
                    <a:pt x="562" y="1123"/>
                  </a:cubicBezTo>
                  <a:lnTo>
                    <a:pt x="5891" y="1123"/>
                  </a:lnTo>
                  <a:cubicBezTo>
                    <a:pt x="5703" y="915"/>
                    <a:pt x="5592" y="680"/>
                    <a:pt x="5572" y="429"/>
                  </a:cubicBezTo>
                  <a:cubicBezTo>
                    <a:pt x="5563" y="283"/>
                    <a:pt x="5585" y="139"/>
                    <a:pt x="5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2" name="Google Shape;3842;p70"/>
          <p:cNvGrpSpPr/>
          <p:nvPr/>
        </p:nvGrpSpPr>
        <p:grpSpPr>
          <a:xfrm>
            <a:off x="6807631" y="1439259"/>
            <a:ext cx="378758" cy="376424"/>
            <a:chOff x="6807631" y="1439259"/>
            <a:chExt cx="378758" cy="376424"/>
          </a:xfrm>
        </p:grpSpPr>
        <p:sp>
          <p:nvSpPr>
            <p:cNvPr id="3843" name="Google Shape;3843;p70"/>
            <p:cNvSpPr/>
            <p:nvPr/>
          </p:nvSpPr>
          <p:spPr>
            <a:xfrm>
              <a:off x="6839074" y="1664165"/>
              <a:ext cx="124397" cy="151439"/>
            </a:xfrm>
            <a:custGeom>
              <a:rect b="b" l="l" r="r" t="t"/>
              <a:pathLst>
                <a:path extrusionOk="0" h="5712" w="4692">
                  <a:moveTo>
                    <a:pt x="1" y="1"/>
                  </a:moveTo>
                  <a:lnTo>
                    <a:pt x="888" y="3549"/>
                  </a:lnTo>
                  <a:cubicBezTo>
                    <a:pt x="1207" y="4823"/>
                    <a:pt x="2350" y="5712"/>
                    <a:pt x="3658" y="5712"/>
                  </a:cubicBezTo>
                  <a:lnTo>
                    <a:pt x="4590" y="5712"/>
                  </a:lnTo>
                  <a:cubicBezTo>
                    <a:pt x="4692" y="4783"/>
                    <a:pt x="4690" y="4093"/>
                    <a:pt x="4647" y="3334"/>
                  </a:cubicBezTo>
                  <a:lnTo>
                    <a:pt x="3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0"/>
            <p:cNvSpPr/>
            <p:nvPr/>
          </p:nvSpPr>
          <p:spPr>
            <a:xfrm>
              <a:off x="6928395" y="1664165"/>
              <a:ext cx="69781" cy="151519"/>
            </a:xfrm>
            <a:custGeom>
              <a:rect b="b" l="l" r="r" t="t"/>
              <a:pathLst>
                <a:path extrusionOk="0" h="5715" w="2632">
                  <a:moveTo>
                    <a:pt x="1" y="1"/>
                  </a:moveTo>
                  <a:lnTo>
                    <a:pt x="1" y="3"/>
                  </a:lnTo>
                  <a:lnTo>
                    <a:pt x="1" y="3"/>
                  </a:lnTo>
                  <a:lnTo>
                    <a:pt x="1" y="1"/>
                  </a:lnTo>
                  <a:close/>
                  <a:moveTo>
                    <a:pt x="1" y="3"/>
                  </a:moveTo>
                  <a:lnTo>
                    <a:pt x="205" y="3882"/>
                  </a:lnTo>
                  <a:cubicBezTo>
                    <a:pt x="247" y="4645"/>
                    <a:pt x="642" y="5308"/>
                    <a:pt x="1223" y="5714"/>
                  </a:cubicBezTo>
                  <a:lnTo>
                    <a:pt x="2631" y="5714"/>
                  </a:lnTo>
                  <a:lnTo>
                    <a:pt x="2059" y="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0"/>
            <p:cNvSpPr/>
            <p:nvPr/>
          </p:nvSpPr>
          <p:spPr>
            <a:xfrm>
              <a:off x="7030495" y="1664165"/>
              <a:ext cx="124397" cy="151439"/>
            </a:xfrm>
            <a:custGeom>
              <a:rect b="b" l="l" r="r" t="t"/>
              <a:pathLst>
                <a:path extrusionOk="0" h="5712" w="4692">
                  <a:moveTo>
                    <a:pt x="1327" y="1"/>
                  </a:moveTo>
                  <a:lnTo>
                    <a:pt x="45" y="3334"/>
                  </a:lnTo>
                  <a:cubicBezTo>
                    <a:pt x="2" y="4093"/>
                    <a:pt x="0" y="4783"/>
                    <a:pt x="102" y="5712"/>
                  </a:cubicBezTo>
                  <a:lnTo>
                    <a:pt x="1034" y="5712"/>
                  </a:lnTo>
                  <a:cubicBezTo>
                    <a:pt x="2342" y="5712"/>
                    <a:pt x="3485" y="4823"/>
                    <a:pt x="3804" y="3549"/>
                  </a:cubicBezTo>
                  <a:lnTo>
                    <a:pt x="4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0"/>
            <p:cNvSpPr/>
            <p:nvPr/>
          </p:nvSpPr>
          <p:spPr>
            <a:xfrm>
              <a:off x="6995790" y="1664165"/>
              <a:ext cx="69781" cy="151519"/>
            </a:xfrm>
            <a:custGeom>
              <a:rect b="b" l="l" r="r" t="t"/>
              <a:pathLst>
                <a:path extrusionOk="0" h="5715" w="2632">
                  <a:moveTo>
                    <a:pt x="2631" y="1"/>
                  </a:moveTo>
                  <a:lnTo>
                    <a:pt x="2631" y="3"/>
                  </a:lnTo>
                  <a:lnTo>
                    <a:pt x="2631" y="3"/>
                  </a:lnTo>
                  <a:lnTo>
                    <a:pt x="2631" y="1"/>
                  </a:lnTo>
                  <a:close/>
                  <a:moveTo>
                    <a:pt x="573" y="3"/>
                  </a:moveTo>
                  <a:lnTo>
                    <a:pt x="1" y="5714"/>
                  </a:lnTo>
                  <a:lnTo>
                    <a:pt x="1409" y="5714"/>
                  </a:lnTo>
                  <a:cubicBezTo>
                    <a:pt x="1992" y="5308"/>
                    <a:pt x="2385" y="4645"/>
                    <a:pt x="2427" y="3882"/>
                  </a:cubicBezTo>
                  <a:lnTo>
                    <a:pt x="2631" y="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0"/>
            <p:cNvSpPr/>
            <p:nvPr/>
          </p:nvSpPr>
          <p:spPr>
            <a:xfrm>
              <a:off x="6933936" y="1530277"/>
              <a:ext cx="126146" cy="285407"/>
            </a:xfrm>
            <a:custGeom>
              <a:rect b="b" l="l" r="r" t="t"/>
              <a:pathLst>
                <a:path extrusionOk="0" h="10765" w="4758">
                  <a:moveTo>
                    <a:pt x="2378" y="1"/>
                  </a:moveTo>
                  <a:cubicBezTo>
                    <a:pt x="2144" y="1"/>
                    <a:pt x="763" y="897"/>
                    <a:pt x="180" y="897"/>
                  </a:cubicBezTo>
                  <a:cubicBezTo>
                    <a:pt x="106" y="897"/>
                    <a:pt x="45" y="883"/>
                    <a:pt x="0" y="850"/>
                  </a:cubicBezTo>
                  <a:lnTo>
                    <a:pt x="0" y="850"/>
                  </a:lnTo>
                  <a:lnTo>
                    <a:pt x="424" y="8910"/>
                  </a:lnTo>
                  <a:cubicBezTo>
                    <a:pt x="480" y="9950"/>
                    <a:pt x="1338" y="10764"/>
                    <a:pt x="2378" y="10764"/>
                  </a:cubicBezTo>
                  <a:cubicBezTo>
                    <a:pt x="2899" y="10764"/>
                    <a:pt x="3374" y="10560"/>
                    <a:pt x="3727" y="10227"/>
                  </a:cubicBezTo>
                  <a:cubicBezTo>
                    <a:pt x="4077" y="9895"/>
                    <a:pt x="4305" y="9429"/>
                    <a:pt x="4332" y="8910"/>
                  </a:cubicBezTo>
                  <a:lnTo>
                    <a:pt x="4758" y="850"/>
                  </a:lnTo>
                  <a:lnTo>
                    <a:pt x="4758" y="850"/>
                  </a:lnTo>
                  <a:cubicBezTo>
                    <a:pt x="4713" y="883"/>
                    <a:pt x="4652" y="897"/>
                    <a:pt x="4578" y="897"/>
                  </a:cubicBezTo>
                  <a:cubicBezTo>
                    <a:pt x="3993" y="897"/>
                    <a:pt x="2612" y="1"/>
                    <a:pt x="2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0"/>
            <p:cNvSpPr/>
            <p:nvPr/>
          </p:nvSpPr>
          <p:spPr>
            <a:xfrm>
              <a:off x="6932584" y="1527917"/>
              <a:ext cx="128798" cy="63603"/>
            </a:xfrm>
            <a:custGeom>
              <a:rect b="b" l="l" r="r" t="t"/>
              <a:pathLst>
                <a:path extrusionOk="0" h="2399" w="4858">
                  <a:moveTo>
                    <a:pt x="0" y="1"/>
                  </a:moveTo>
                  <a:lnTo>
                    <a:pt x="51" y="939"/>
                  </a:lnTo>
                  <a:cubicBezTo>
                    <a:pt x="451" y="1227"/>
                    <a:pt x="961" y="1445"/>
                    <a:pt x="1544" y="1556"/>
                  </a:cubicBezTo>
                  <a:lnTo>
                    <a:pt x="1804" y="2026"/>
                  </a:lnTo>
                  <a:cubicBezTo>
                    <a:pt x="1928" y="2257"/>
                    <a:pt x="2170" y="2398"/>
                    <a:pt x="2429" y="2398"/>
                  </a:cubicBezTo>
                  <a:cubicBezTo>
                    <a:pt x="2691" y="2398"/>
                    <a:pt x="2930" y="2257"/>
                    <a:pt x="3057" y="2026"/>
                  </a:cubicBezTo>
                  <a:lnTo>
                    <a:pt x="3314" y="1556"/>
                  </a:lnTo>
                  <a:cubicBezTo>
                    <a:pt x="3900" y="1445"/>
                    <a:pt x="4412" y="1227"/>
                    <a:pt x="4809" y="939"/>
                  </a:cubicBezTo>
                  <a:lnTo>
                    <a:pt x="4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0"/>
            <p:cNvSpPr/>
            <p:nvPr/>
          </p:nvSpPr>
          <p:spPr>
            <a:xfrm>
              <a:off x="6975084" y="1439259"/>
              <a:ext cx="114242" cy="119041"/>
            </a:xfrm>
            <a:custGeom>
              <a:rect b="b" l="l" r="r" t="t"/>
              <a:pathLst>
                <a:path extrusionOk="0" h="4490" w="4309">
                  <a:moveTo>
                    <a:pt x="3336" y="1"/>
                  </a:moveTo>
                  <a:cubicBezTo>
                    <a:pt x="3297" y="1"/>
                    <a:pt x="3256" y="9"/>
                    <a:pt x="3217" y="27"/>
                  </a:cubicBezTo>
                  <a:lnTo>
                    <a:pt x="2569" y="326"/>
                  </a:lnTo>
                  <a:cubicBezTo>
                    <a:pt x="2532" y="344"/>
                    <a:pt x="2491" y="353"/>
                    <a:pt x="2450" y="353"/>
                  </a:cubicBezTo>
                  <a:cubicBezTo>
                    <a:pt x="2425" y="353"/>
                    <a:pt x="2400" y="350"/>
                    <a:pt x="2376" y="344"/>
                  </a:cubicBezTo>
                  <a:lnTo>
                    <a:pt x="1813" y="193"/>
                  </a:lnTo>
                  <a:cubicBezTo>
                    <a:pt x="1789" y="187"/>
                    <a:pt x="1764" y="184"/>
                    <a:pt x="1740" y="184"/>
                  </a:cubicBezTo>
                  <a:cubicBezTo>
                    <a:pt x="1592" y="184"/>
                    <a:pt x="1464" y="303"/>
                    <a:pt x="1456" y="459"/>
                  </a:cubicBezTo>
                  <a:cubicBezTo>
                    <a:pt x="1449" y="608"/>
                    <a:pt x="1436" y="745"/>
                    <a:pt x="1420" y="876"/>
                  </a:cubicBezTo>
                  <a:cubicBezTo>
                    <a:pt x="1225" y="848"/>
                    <a:pt x="1028" y="834"/>
                    <a:pt x="824" y="834"/>
                  </a:cubicBezTo>
                  <a:cubicBezTo>
                    <a:pt x="760" y="834"/>
                    <a:pt x="693" y="839"/>
                    <a:pt x="629" y="841"/>
                  </a:cubicBezTo>
                  <a:cubicBezTo>
                    <a:pt x="229" y="1211"/>
                    <a:pt x="1" y="1843"/>
                    <a:pt x="1" y="2238"/>
                  </a:cubicBezTo>
                  <a:cubicBezTo>
                    <a:pt x="1" y="3247"/>
                    <a:pt x="496" y="4032"/>
                    <a:pt x="1560" y="4489"/>
                  </a:cubicBezTo>
                  <a:cubicBezTo>
                    <a:pt x="2780" y="4279"/>
                    <a:pt x="3683" y="3556"/>
                    <a:pt x="3683" y="2695"/>
                  </a:cubicBezTo>
                  <a:cubicBezTo>
                    <a:pt x="3683" y="2582"/>
                    <a:pt x="3667" y="2473"/>
                    <a:pt x="3638" y="2365"/>
                  </a:cubicBezTo>
                  <a:cubicBezTo>
                    <a:pt x="3780" y="2240"/>
                    <a:pt x="3944" y="2118"/>
                    <a:pt x="4131" y="2003"/>
                  </a:cubicBezTo>
                  <a:cubicBezTo>
                    <a:pt x="4286" y="1905"/>
                    <a:pt x="4308" y="1693"/>
                    <a:pt x="4177" y="1562"/>
                  </a:cubicBezTo>
                  <a:lnTo>
                    <a:pt x="3765" y="1147"/>
                  </a:lnTo>
                  <a:cubicBezTo>
                    <a:pt x="3718" y="1100"/>
                    <a:pt x="3687" y="1036"/>
                    <a:pt x="3683" y="970"/>
                  </a:cubicBezTo>
                  <a:lnTo>
                    <a:pt x="3621" y="260"/>
                  </a:lnTo>
                  <a:cubicBezTo>
                    <a:pt x="3608" y="107"/>
                    <a:pt x="3478" y="1"/>
                    <a:pt x="33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0"/>
            <p:cNvSpPr/>
            <p:nvPr/>
          </p:nvSpPr>
          <p:spPr>
            <a:xfrm>
              <a:off x="6904640" y="1439259"/>
              <a:ext cx="111830" cy="140887"/>
            </a:xfrm>
            <a:custGeom>
              <a:rect b="b" l="l" r="r" t="t"/>
              <a:pathLst>
                <a:path extrusionOk="0" h="5314" w="4218">
                  <a:moveTo>
                    <a:pt x="968" y="1"/>
                  </a:moveTo>
                  <a:cubicBezTo>
                    <a:pt x="827" y="1"/>
                    <a:pt x="698" y="109"/>
                    <a:pt x="686" y="262"/>
                  </a:cubicBezTo>
                  <a:lnTo>
                    <a:pt x="624" y="972"/>
                  </a:lnTo>
                  <a:cubicBezTo>
                    <a:pt x="620" y="1038"/>
                    <a:pt x="589" y="1100"/>
                    <a:pt x="542" y="1149"/>
                  </a:cubicBezTo>
                  <a:lnTo>
                    <a:pt x="130" y="1562"/>
                  </a:lnTo>
                  <a:cubicBezTo>
                    <a:pt x="1" y="1688"/>
                    <a:pt x="23" y="1905"/>
                    <a:pt x="178" y="2003"/>
                  </a:cubicBezTo>
                  <a:cubicBezTo>
                    <a:pt x="365" y="2121"/>
                    <a:pt x="529" y="2240"/>
                    <a:pt x="673" y="2365"/>
                  </a:cubicBezTo>
                  <a:cubicBezTo>
                    <a:pt x="644" y="2473"/>
                    <a:pt x="629" y="2582"/>
                    <a:pt x="629" y="2695"/>
                  </a:cubicBezTo>
                  <a:cubicBezTo>
                    <a:pt x="629" y="3584"/>
                    <a:pt x="1589" y="4327"/>
                    <a:pt x="2875" y="4509"/>
                  </a:cubicBezTo>
                  <a:lnTo>
                    <a:pt x="3235" y="5164"/>
                  </a:lnTo>
                  <a:cubicBezTo>
                    <a:pt x="3288" y="5263"/>
                    <a:pt x="3386" y="5313"/>
                    <a:pt x="3484" y="5313"/>
                  </a:cubicBezTo>
                  <a:cubicBezTo>
                    <a:pt x="3583" y="5313"/>
                    <a:pt x="3682" y="5263"/>
                    <a:pt x="3736" y="5164"/>
                  </a:cubicBezTo>
                  <a:lnTo>
                    <a:pt x="4093" y="4509"/>
                  </a:lnTo>
                  <a:cubicBezTo>
                    <a:pt x="4135" y="4503"/>
                    <a:pt x="4177" y="4498"/>
                    <a:pt x="4217" y="4489"/>
                  </a:cubicBezTo>
                  <a:cubicBezTo>
                    <a:pt x="3534" y="3877"/>
                    <a:pt x="3102" y="2972"/>
                    <a:pt x="3097" y="1963"/>
                  </a:cubicBezTo>
                  <a:cubicBezTo>
                    <a:pt x="3097" y="1571"/>
                    <a:pt x="3164" y="1194"/>
                    <a:pt x="3286" y="841"/>
                  </a:cubicBezTo>
                  <a:lnTo>
                    <a:pt x="3286" y="841"/>
                  </a:lnTo>
                  <a:cubicBezTo>
                    <a:pt x="3150" y="845"/>
                    <a:pt x="3017" y="861"/>
                    <a:pt x="2886" y="876"/>
                  </a:cubicBezTo>
                  <a:cubicBezTo>
                    <a:pt x="2869" y="743"/>
                    <a:pt x="2858" y="608"/>
                    <a:pt x="2851" y="462"/>
                  </a:cubicBezTo>
                  <a:cubicBezTo>
                    <a:pt x="2847" y="304"/>
                    <a:pt x="2718" y="185"/>
                    <a:pt x="2569" y="185"/>
                  </a:cubicBezTo>
                  <a:cubicBezTo>
                    <a:pt x="2545" y="185"/>
                    <a:pt x="2519" y="188"/>
                    <a:pt x="2494" y="195"/>
                  </a:cubicBezTo>
                  <a:lnTo>
                    <a:pt x="1931" y="344"/>
                  </a:lnTo>
                  <a:cubicBezTo>
                    <a:pt x="1906" y="351"/>
                    <a:pt x="1881" y="354"/>
                    <a:pt x="1857" y="354"/>
                  </a:cubicBezTo>
                  <a:cubicBezTo>
                    <a:pt x="1816" y="354"/>
                    <a:pt x="1775" y="345"/>
                    <a:pt x="1738" y="329"/>
                  </a:cubicBezTo>
                  <a:lnTo>
                    <a:pt x="1090" y="29"/>
                  </a:lnTo>
                  <a:cubicBezTo>
                    <a:pt x="1050" y="10"/>
                    <a:pt x="1008" y="1"/>
                    <a:pt x="9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0"/>
            <p:cNvSpPr/>
            <p:nvPr/>
          </p:nvSpPr>
          <p:spPr>
            <a:xfrm>
              <a:off x="7072172" y="1586138"/>
              <a:ext cx="114216" cy="118935"/>
            </a:xfrm>
            <a:custGeom>
              <a:rect b="b" l="l" r="r" t="t"/>
              <a:pathLst>
                <a:path extrusionOk="0" h="4486" w="4308">
                  <a:moveTo>
                    <a:pt x="3337" y="1"/>
                  </a:moveTo>
                  <a:cubicBezTo>
                    <a:pt x="3297" y="1"/>
                    <a:pt x="3256" y="9"/>
                    <a:pt x="3217" y="27"/>
                  </a:cubicBezTo>
                  <a:lnTo>
                    <a:pt x="2571" y="327"/>
                  </a:lnTo>
                  <a:cubicBezTo>
                    <a:pt x="2532" y="345"/>
                    <a:pt x="2491" y="353"/>
                    <a:pt x="2449" y="353"/>
                  </a:cubicBezTo>
                  <a:cubicBezTo>
                    <a:pt x="2425" y="353"/>
                    <a:pt x="2400" y="350"/>
                    <a:pt x="2376" y="344"/>
                  </a:cubicBezTo>
                  <a:lnTo>
                    <a:pt x="1813" y="194"/>
                  </a:lnTo>
                  <a:cubicBezTo>
                    <a:pt x="1788" y="187"/>
                    <a:pt x="1764" y="184"/>
                    <a:pt x="1740" y="184"/>
                  </a:cubicBezTo>
                  <a:cubicBezTo>
                    <a:pt x="1591" y="184"/>
                    <a:pt x="1463" y="303"/>
                    <a:pt x="1456" y="460"/>
                  </a:cubicBezTo>
                  <a:cubicBezTo>
                    <a:pt x="1451" y="606"/>
                    <a:pt x="1436" y="746"/>
                    <a:pt x="1420" y="877"/>
                  </a:cubicBezTo>
                  <a:cubicBezTo>
                    <a:pt x="1225" y="848"/>
                    <a:pt x="1030" y="835"/>
                    <a:pt x="824" y="835"/>
                  </a:cubicBezTo>
                  <a:cubicBezTo>
                    <a:pt x="759" y="835"/>
                    <a:pt x="693" y="837"/>
                    <a:pt x="631" y="839"/>
                  </a:cubicBezTo>
                  <a:cubicBezTo>
                    <a:pt x="231" y="1212"/>
                    <a:pt x="1" y="1844"/>
                    <a:pt x="1" y="2236"/>
                  </a:cubicBezTo>
                  <a:cubicBezTo>
                    <a:pt x="1" y="3243"/>
                    <a:pt x="498" y="4028"/>
                    <a:pt x="1562" y="4485"/>
                  </a:cubicBezTo>
                  <a:cubicBezTo>
                    <a:pt x="2782" y="4275"/>
                    <a:pt x="3683" y="3552"/>
                    <a:pt x="3683" y="2691"/>
                  </a:cubicBezTo>
                  <a:cubicBezTo>
                    <a:pt x="3683" y="2578"/>
                    <a:pt x="3669" y="2469"/>
                    <a:pt x="3638" y="2363"/>
                  </a:cubicBezTo>
                  <a:cubicBezTo>
                    <a:pt x="3782" y="2236"/>
                    <a:pt x="3944" y="2114"/>
                    <a:pt x="4131" y="1999"/>
                  </a:cubicBezTo>
                  <a:cubicBezTo>
                    <a:pt x="4284" y="1901"/>
                    <a:pt x="4308" y="1686"/>
                    <a:pt x="4179" y="1560"/>
                  </a:cubicBezTo>
                  <a:lnTo>
                    <a:pt x="3765" y="1147"/>
                  </a:lnTo>
                  <a:cubicBezTo>
                    <a:pt x="3718" y="1101"/>
                    <a:pt x="3687" y="1036"/>
                    <a:pt x="3683" y="970"/>
                  </a:cubicBezTo>
                  <a:lnTo>
                    <a:pt x="3620" y="260"/>
                  </a:lnTo>
                  <a:cubicBezTo>
                    <a:pt x="3608" y="106"/>
                    <a:pt x="3479" y="1"/>
                    <a:pt x="33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0"/>
            <p:cNvSpPr/>
            <p:nvPr/>
          </p:nvSpPr>
          <p:spPr>
            <a:xfrm>
              <a:off x="7001676" y="1585979"/>
              <a:ext cx="111803" cy="140861"/>
            </a:xfrm>
            <a:custGeom>
              <a:rect b="b" l="l" r="r" t="t"/>
              <a:pathLst>
                <a:path extrusionOk="0" h="5313" w="4217">
                  <a:moveTo>
                    <a:pt x="967" y="1"/>
                  </a:moveTo>
                  <a:cubicBezTo>
                    <a:pt x="826" y="1"/>
                    <a:pt x="698" y="108"/>
                    <a:pt x="686" y="262"/>
                  </a:cubicBezTo>
                  <a:lnTo>
                    <a:pt x="624" y="971"/>
                  </a:lnTo>
                  <a:cubicBezTo>
                    <a:pt x="619" y="1038"/>
                    <a:pt x="588" y="1100"/>
                    <a:pt x="542" y="1149"/>
                  </a:cubicBezTo>
                  <a:lnTo>
                    <a:pt x="129" y="1561"/>
                  </a:lnTo>
                  <a:cubicBezTo>
                    <a:pt x="0" y="1688"/>
                    <a:pt x="23" y="1905"/>
                    <a:pt x="178" y="2003"/>
                  </a:cubicBezTo>
                  <a:cubicBezTo>
                    <a:pt x="364" y="2120"/>
                    <a:pt x="528" y="2240"/>
                    <a:pt x="673" y="2364"/>
                  </a:cubicBezTo>
                  <a:cubicBezTo>
                    <a:pt x="644" y="2473"/>
                    <a:pt x="628" y="2582"/>
                    <a:pt x="628" y="2695"/>
                  </a:cubicBezTo>
                  <a:cubicBezTo>
                    <a:pt x="628" y="3584"/>
                    <a:pt x="1589" y="4327"/>
                    <a:pt x="2875" y="4509"/>
                  </a:cubicBezTo>
                  <a:lnTo>
                    <a:pt x="3234" y="5163"/>
                  </a:lnTo>
                  <a:cubicBezTo>
                    <a:pt x="3287" y="5263"/>
                    <a:pt x="3386" y="5313"/>
                    <a:pt x="3484" y="5313"/>
                  </a:cubicBezTo>
                  <a:cubicBezTo>
                    <a:pt x="3582" y="5313"/>
                    <a:pt x="3681" y="5263"/>
                    <a:pt x="3735" y="5163"/>
                  </a:cubicBezTo>
                  <a:lnTo>
                    <a:pt x="4093" y="4509"/>
                  </a:lnTo>
                  <a:cubicBezTo>
                    <a:pt x="4135" y="4502"/>
                    <a:pt x="4177" y="4498"/>
                    <a:pt x="4217" y="4489"/>
                  </a:cubicBezTo>
                  <a:cubicBezTo>
                    <a:pt x="3534" y="3877"/>
                    <a:pt x="3103" y="2972"/>
                    <a:pt x="3097" y="1963"/>
                  </a:cubicBezTo>
                  <a:cubicBezTo>
                    <a:pt x="3097" y="1570"/>
                    <a:pt x="3163" y="1193"/>
                    <a:pt x="3285" y="841"/>
                  </a:cubicBezTo>
                  <a:lnTo>
                    <a:pt x="3285" y="841"/>
                  </a:lnTo>
                  <a:cubicBezTo>
                    <a:pt x="3150" y="845"/>
                    <a:pt x="3017" y="861"/>
                    <a:pt x="2886" y="876"/>
                  </a:cubicBezTo>
                  <a:cubicBezTo>
                    <a:pt x="2868" y="743"/>
                    <a:pt x="2857" y="608"/>
                    <a:pt x="2851" y="461"/>
                  </a:cubicBezTo>
                  <a:cubicBezTo>
                    <a:pt x="2847" y="304"/>
                    <a:pt x="2717" y="185"/>
                    <a:pt x="2569" y="185"/>
                  </a:cubicBezTo>
                  <a:cubicBezTo>
                    <a:pt x="2544" y="185"/>
                    <a:pt x="2519" y="188"/>
                    <a:pt x="2493" y="195"/>
                  </a:cubicBezTo>
                  <a:lnTo>
                    <a:pt x="1930" y="344"/>
                  </a:lnTo>
                  <a:cubicBezTo>
                    <a:pt x="1906" y="350"/>
                    <a:pt x="1881" y="354"/>
                    <a:pt x="1856" y="354"/>
                  </a:cubicBezTo>
                  <a:cubicBezTo>
                    <a:pt x="1815" y="354"/>
                    <a:pt x="1774" y="345"/>
                    <a:pt x="1737" y="328"/>
                  </a:cubicBezTo>
                  <a:lnTo>
                    <a:pt x="1089" y="29"/>
                  </a:lnTo>
                  <a:cubicBezTo>
                    <a:pt x="1049" y="9"/>
                    <a:pt x="1008" y="1"/>
                    <a:pt x="9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0"/>
            <p:cNvSpPr/>
            <p:nvPr/>
          </p:nvSpPr>
          <p:spPr>
            <a:xfrm>
              <a:off x="6878074" y="1608860"/>
              <a:ext cx="114216" cy="118909"/>
            </a:xfrm>
            <a:custGeom>
              <a:rect b="b" l="l" r="r" t="t"/>
              <a:pathLst>
                <a:path extrusionOk="0" h="4485" w="4308">
                  <a:moveTo>
                    <a:pt x="3336" y="0"/>
                  </a:moveTo>
                  <a:cubicBezTo>
                    <a:pt x="3296" y="0"/>
                    <a:pt x="3256" y="8"/>
                    <a:pt x="3216" y="26"/>
                  </a:cubicBezTo>
                  <a:lnTo>
                    <a:pt x="2569" y="326"/>
                  </a:lnTo>
                  <a:cubicBezTo>
                    <a:pt x="2531" y="344"/>
                    <a:pt x="2490" y="352"/>
                    <a:pt x="2449" y="352"/>
                  </a:cubicBezTo>
                  <a:cubicBezTo>
                    <a:pt x="2424" y="352"/>
                    <a:pt x="2400" y="349"/>
                    <a:pt x="2376" y="344"/>
                  </a:cubicBezTo>
                  <a:lnTo>
                    <a:pt x="1812" y="193"/>
                  </a:lnTo>
                  <a:cubicBezTo>
                    <a:pt x="1788" y="186"/>
                    <a:pt x="1764" y="183"/>
                    <a:pt x="1740" y="183"/>
                  </a:cubicBezTo>
                  <a:cubicBezTo>
                    <a:pt x="1591" y="183"/>
                    <a:pt x="1463" y="302"/>
                    <a:pt x="1455" y="459"/>
                  </a:cubicBezTo>
                  <a:cubicBezTo>
                    <a:pt x="1449" y="607"/>
                    <a:pt x="1435" y="745"/>
                    <a:pt x="1420" y="876"/>
                  </a:cubicBezTo>
                  <a:cubicBezTo>
                    <a:pt x="1225" y="847"/>
                    <a:pt x="1027" y="834"/>
                    <a:pt x="823" y="834"/>
                  </a:cubicBezTo>
                  <a:cubicBezTo>
                    <a:pt x="759" y="834"/>
                    <a:pt x="692" y="836"/>
                    <a:pt x="628" y="840"/>
                  </a:cubicBezTo>
                  <a:cubicBezTo>
                    <a:pt x="229" y="1211"/>
                    <a:pt x="0" y="1843"/>
                    <a:pt x="0" y="2238"/>
                  </a:cubicBezTo>
                  <a:cubicBezTo>
                    <a:pt x="0" y="3242"/>
                    <a:pt x="495" y="4027"/>
                    <a:pt x="1560" y="4484"/>
                  </a:cubicBezTo>
                  <a:cubicBezTo>
                    <a:pt x="2779" y="4274"/>
                    <a:pt x="3682" y="3551"/>
                    <a:pt x="3682" y="2692"/>
                  </a:cubicBezTo>
                  <a:cubicBezTo>
                    <a:pt x="3682" y="2577"/>
                    <a:pt x="3667" y="2471"/>
                    <a:pt x="3638" y="2362"/>
                  </a:cubicBezTo>
                  <a:cubicBezTo>
                    <a:pt x="3780" y="2238"/>
                    <a:pt x="3944" y="2116"/>
                    <a:pt x="4130" y="1998"/>
                  </a:cubicBezTo>
                  <a:cubicBezTo>
                    <a:pt x="4285" y="1901"/>
                    <a:pt x="4308" y="1685"/>
                    <a:pt x="4177" y="1561"/>
                  </a:cubicBezTo>
                  <a:lnTo>
                    <a:pt x="3764" y="1146"/>
                  </a:lnTo>
                  <a:cubicBezTo>
                    <a:pt x="3718" y="1100"/>
                    <a:pt x="3687" y="1036"/>
                    <a:pt x="3682" y="969"/>
                  </a:cubicBezTo>
                  <a:lnTo>
                    <a:pt x="3620" y="259"/>
                  </a:lnTo>
                  <a:cubicBezTo>
                    <a:pt x="3608" y="107"/>
                    <a:pt x="3478" y="0"/>
                    <a:pt x="3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0"/>
            <p:cNvSpPr/>
            <p:nvPr/>
          </p:nvSpPr>
          <p:spPr>
            <a:xfrm>
              <a:off x="6807631" y="1608727"/>
              <a:ext cx="111803" cy="140887"/>
            </a:xfrm>
            <a:custGeom>
              <a:rect b="b" l="l" r="r" t="t"/>
              <a:pathLst>
                <a:path extrusionOk="0" h="5314" w="4217">
                  <a:moveTo>
                    <a:pt x="967" y="1"/>
                  </a:moveTo>
                  <a:cubicBezTo>
                    <a:pt x="826" y="1"/>
                    <a:pt x="698" y="109"/>
                    <a:pt x="686" y="262"/>
                  </a:cubicBezTo>
                  <a:lnTo>
                    <a:pt x="624" y="972"/>
                  </a:lnTo>
                  <a:cubicBezTo>
                    <a:pt x="619" y="1038"/>
                    <a:pt x="588" y="1103"/>
                    <a:pt x="542" y="1149"/>
                  </a:cubicBezTo>
                  <a:lnTo>
                    <a:pt x="129" y="1562"/>
                  </a:lnTo>
                  <a:cubicBezTo>
                    <a:pt x="0" y="1690"/>
                    <a:pt x="23" y="1906"/>
                    <a:pt x="178" y="2003"/>
                  </a:cubicBezTo>
                  <a:cubicBezTo>
                    <a:pt x="364" y="2123"/>
                    <a:pt x="528" y="2243"/>
                    <a:pt x="672" y="2367"/>
                  </a:cubicBezTo>
                  <a:cubicBezTo>
                    <a:pt x="644" y="2476"/>
                    <a:pt x="628" y="2582"/>
                    <a:pt x="628" y="2697"/>
                  </a:cubicBezTo>
                  <a:cubicBezTo>
                    <a:pt x="628" y="3587"/>
                    <a:pt x="1588" y="4330"/>
                    <a:pt x="2875" y="4509"/>
                  </a:cubicBezTo>
                  <a:lnTo>
                    <a:pt x="3234" y="5164"/>
                  </a:lnTo>
                  <a:cubicBezTo>
                    <a:pt x="3287" y="5263"/>
                    <a:pt x="3385" y="5313"/>
                    <a:pt x="3484" y="5313"/>
                  </a:cubicBezTo>
                  <a:cubicBezTo>
                    <a:pt x="3582" y="5313"/>
                    <a:pt x="3681" y="5263"/>
                    <a:pt x="3735" y="5164"/>
                  </a:cubicBezTo>
                  <a:lnTo>
                    <a:pt x="4092" y="4509"/>
                  </a:lnTo>
                  <a:cubicBezTo>
                    <a:pt x="4135" y="4505"/>
                    <a:pt x="4177" y="4498"/>
                    <a:pt x="4217" y="4489"/>
                  </a:cubicBezTo>
                  <a:cubicBezTo>
                    <a:pt x="3534" y="3875"/>
                    <a:pt x="3101" y="2970"/>
                    <a:pt x="3097" y="1965"/>
                  </a:cubicBezTo>
                  <a:cubicBezTo>
                    <a:pt x="3097" y="1571"/>
                    <a:pt x="3163" y="1194"/>
                    <a:pt x="3285" y="841"/>
                  </a:cubicBezTo>
                  <a:lnTo>
                    <a:pt x="3285" y="841"/>
                  </a:lnTo>
                  <a:cubicBezTo>
                    <a:pt x="3150" y="848"/>
                    <a:pt x="3017" y="861"/>
                    <a:pt x="2886" y="879"/>
                  </a:cubicBezTo>
                  <a:cubicBezTo>
                    <a:pt x="2868" y="746"/>
                    <a:pt x="2857" y="608"/>
                    <a:pt x="2850" y="462"/>
                  </a:cubicBezTo>
                  <a:cubicBezTo>
                    <a:pt x="2847" y="305"/>
                    <a:pt x="2716" y="186"/>
                    <a:pt x="2566" y="186"/>
                  </a:cubicBezTo>
                  <a:cubicBezTo>
                    <a:pt x="2542" y="186"/>
                    <a:pt x="2518" y="189"/>
                    <a:pt x="2493" y="195"/>
                  </a:cubicBezTo>
                  <a:lnTo>
                    <a:pt x="1930" y="346"/>
                  </a:lnTo>
                  <a:cubicBezTo>
                    <a:pt x="1906" y="352"/>
                    <a:pt x="1881" y="355"/>
                    <a:pt x="1857" y="355"/>
                  </a:cubicBezTo>
                  <a:cubicBezTo>
                    <a:pt x="1816" y="355"/>
                    <a:pt x="1775" y="347"/>
                    <a:pt x="1737" y="329"/>
                  </a:cubicBezTo>
                  <a:lnTo>
                    <a:pt x="1089" y="29"/>
                  </a:lnTo>
                  <a:cubicBezTo>
                    <a:pt x="1049" y="10"/>
                    <a:pt x="1008" y="1"/>
                    <a:pt x="9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70"/>
          <p:cNvGrpSpPr/>
          <p:nvPr/>
        </p:nvGrpSpPr>
        <p:grpSpPr>
          <a:xfrm>
            <a:off x="6116635" y="3981569"/>
            <a:ext cx="376371" cy="348348"/>
            <a:chOff x="6116635" y="3981569"/>
            <a:chExt cx="376371" cy="348348"/>
          </a:xfrm>
        </p:grpSpPr>
        <p:sp>
          <p:nvSpPr>
            <p:cNvPr id="3856" name="Google Shape;3856;p70"/>
            <p:cNvSpPr/>
            <p:nvPr/>
          </p:nvSpPr>
          <p:spPr>
            <a:xfrm>
              <a:off x="6316221" y="4255019"/>
              <a:ext cx="45416" cy="74898"/>
            </a:xfrm>
            <a:custGeom>
              <a:rect b="b" l="l" r="r" t="t"/>
              <a:pathLst>
                <a:path extrusionOk="0" h="2825" w="1713">
                  <a:moveTo>
                    <a:pt x="768" y="0"/>
                  </a:moveTo>
                  <a:lnTo>
                    <a:pt x="0" y="1701"/>
                  </a:lnTo>
                  <a:lnTo>
                    <a:pt x="0" y="1965"/>
                  </a:lnTo>
                  <a:cubicBezTo>
                    <a:pt x="0" y="2468"/>
                    <a:pt x="411" y="2824"/>
                    <a:pt x="857" y="2824"/>
                  </a:cubicBezTo>
                  <a:cubicBezTo>
                    <a:pt x="1007" y="2824"/>
                    <a:pt x="1161" y="2784"/>
                    <a:pt x="1304" y="2695"/>
                  </a:cubicBezTo>
                  <a:cubicBezTo>
                    <a:pt x="1557" y="2540"/>
                    <a:pt x="1710" y="2265"/>
                    <a:pt x="1710" y="1970"/>
                  </a:cubicBezTo>
                  <a:lnTo>
                    <a:pt x="1712" y="918"/>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0"/>
            <p:cNvSpPr/>
            <p:nvPr/>
          </p:nvSpPr>
          <p:spPr>
            <a:xfrm>
              <a:off x="6316221" y="4207138"/>
              <a:ext cx="45416" cy="93006"/>
            </a:xfrm>
            <a:custGeom>
              <a:rect b="b" l="l" r="r" t="t"/>
              <a:pathLst>
                <a:path extrusionOk="0" h="3508" w="1713">
                  <a:moveTo>
                    <a:pt x="1712" y="1"/>
                  </a:moveTo>
                  <a:lnTo>
                    <a:pt x="2" y="1063"/>
                  </a:lnTo>
                  <a:lnTo>
                    <a:pt x="0" y="3507"/>
                  </a:lnTo>
                  <a:cubicBezTo>
                    <a:pt x="643" y="3423"/>
                    <a:pt x="1227" y="3144"/>
                    <a:pt x="1710" y="2724"/>
                  </a:cubicBezTo>
                  <a:lnTo>
                    <a:pt x="1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0"/>
            <p:cNvSpPr/>
            <p:nvPr/>
          </p:nvSpPr>
          <p:spPr>
            <a:xfrm>
              <a:off x="6247952" y="4207138"/>
              <a:ext cx="45469" cy="122779"/>
            </a:xfrm>
            <a:custGeom>
              <a:rect b="b" l="l" r="r" t="t"/>
              <a:pathLst>
                <a:path extrusionOk="0" h="4631" w="1715">
                  <a:moveTo>
                    <a:pt x="0" y="1"/>
                  </a:moveTo>
                  <a:lnTo>
                    <a:pt x="5" y="3776"/>
                  </a:lnTo>
                  <a:cubicBezTo>
                    <a:pt x="5" y="4071"/>
                    <a:pt x="160" y="4346"/>
                    <a:pt x="408" y="4501"/>
                  </a:cubicBezTo>
                  <a:cubicBezTo>
                    <a:pt x="552" y="4590"/>
                    <a:pt x="707" y="4630"/>
                    <a:pt x="857" y="4630"/>
                  </a:cubicBezTo>
                  <a:cubicBezTo>
                    <a:pt x="1304" y="4630"/>
                    <a:pt x="1715" y="4274"/>
                    <a:pt x="1715" y="3771"/>
                  </a:cubicBezTo>
                  <a:lnTo>
                    <a:pt x="1712" y="106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0"/>
            <p:cNvSpPr/>
            <p:nvPr/>
          </p:nvSpPr>
          <p:spPr>
            <a:xfrm>
              <a:off x="6371606" y="4179459"/>
              <a:ext cx="75773" cy="52998"/>
            </a:xfrm>
            <a:custGeom>
              <a:rect b="b" l="l" r="r" t="t"/>
              <a:pathLst>
                <a:path extrusionOk="0" h="1999" w="2858">
                  <a:moveTo>
                    <a:pt x="2857" y="0"/>
                  </a:moveTo>
                  <a:lnTo>
                    <a:pt x="0" y="572"/>
                  </a:lnTo>
                  <a:lnTo>
                    <a:pt x="0" y="1999"/>
                  </a:lnTo>
                  <a:lnTo>
                    <a:pt x="2170" y="1566"/>
                  </a:lnTo>
                  <a:cubicBezTo>
                    <a:pt x="2569" y="1486"/>
                    <a:pt x="2857" y="1134"/>
                    <a:pt x="2857" y="726"/>
                  </a:cubicBezTo>
                  <a:lnTo>
                    <a:pt x="28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0"/>
            <p:cNvSpPr/>
            <p:nvPr/>
          </p:nvSpPr>
          <p:spPr>
            <a:xfrm>
              <a:off x="6386771" y="4149181"/>
              <a:ext cx="75720" cy="52998"/>
            </a:xfrm>
            <a:custGeom>
              <a:rect b="b" l="l" r="r" t="t"/>
              <a:pathLst>
                <a:path extrusionOk="0" h="1999" w="2856">
                  <a:moveTo>
                    <a:pt x="2855" y="0"/>
                  </a:moveTo>
                  <a:lnTo>
                    <a:pt x="1" y="572"/>
                  </a:lnTo>
                  <a:lnTo>
                    <a:pt x="1" y="1998"/>
                  </a:lnTo>
                  <a:lnTo>
                    <a:pt x="2168" y="1566"/>
                  </a:lnTo>
                  <a:cubicBezTo>
                    <a:pt x="2567" y="1486"/>
                    <a:pt x="2855" y="1133"/>
                    <a:pt x="2855" y="728"/>
                  </a:cubicBezTo>
                  <a:lnTo>
                    <a:pt x="28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0"/>
            <p:cNvSpPr/>
            <p:nvPr/>
          </p:nvSpPr>
          <p:spPr>
            <a:xfrm>
              <a:off x="6401883" y="4118878"/>
              <a:ext cx="75773" cy="53025"/>
            </a:xfrm>
            <a:custGeom>
              <a:rect b="b" l="l" r="r" t="t"/>
              <a:pathLst>
                <a:path extrusionOk="0" h="2000" w="2858">
                  <a:moveTo>
                    <a:pt x="2857" y="1"/>
                  </a:moveTo>
                  <a:lnTo>
                    <a:pt x="1" y="573"/>
                  </a:lnTo>
                  <a:lnTo>
                    <a:pt x="1" y="1999"/>
                  </a:lnTo>
                  <a:lnTo>
                    <a:pt x="2170" y="1567"/>
                  </a:lnTo>
                  <a:cubicBezTo>
                    <a:pt x="2569" y="1487"/>
                    <a:pt x="2857" y="1134"/>
                    <a:pt x="2857" y="728"/>
                  </a:cubicBezTo>
                  <a:lnTo>
                    <a:pt x="28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0"/>
            <p:cNvSpPr/>
            <p:nvPr/>
          </p:nvSpPr>
          <p:spPr>
            <a:xfrm>
              <a:off x="6356600" y="4087222"/>
              <a:ext cx="136407" cy="150538"/>
            </a:xfrm>
            <a:custGeom>
              <a:rect b="b" l="l" r="r" t="t"/>
              <a:pathLst>
                <a:path extrusionOk="0" h="5678" w="5145">
                  <a:moveTo>
                    <a:pt x="4854" y="0"/>
                  </a:moveTo>
                  <a:cubicBezTo>
                    <a:pt x="4832" y="0"/>
                    <a:pt x="4810" y="3"/>
                    <a:pt x="4787" y="8"/>
                  </a:cubicBezTo>
                  <a:lnTo>
                    <a:pt x="2452" y="618"/>
                  </a:lnTo>
                  <a:cubicBezTo>
                    <a:pt x="1633" y="831"/>
                    <a:pt x="1001" y="1481"/>
                    <a:pt x="806" y="2302"/>
                  </a:cubicBezTo>
                  <a:lnTo>
                    <a:pt x="1" y="5677"/>
                  </a:lnTo>
                  <a:lnTo>
                    <a:pt x="673" y="5677"/>
                  </a:lnTo>
                  <a:cubicBezTo>
                    <a:pt x="1068" y="5677"/>
                    <a:pt x="1416" y="5407"/>
                    <a:pt x="1507" y="5021"/>
                  </a:cubicBezTo>
                  <a:lnTo>
                    <a:pt x="2099" y="2528"/>
                  </a:lnTo>
                  <a:cubicBezTo>
                    <a:pt x="2174" y="2222"/>
                    <a:pt x="2410" y="1980"/>
                    <a:pt x="2718" y="1900"/>
                  </a:cubicBezTo>
                  <a:lnTo>
                    <a:pt x="4290" y="1488"/>
                  </a:lnTo>
                  <a:cubicBezTo>
                    <a:pt x="4792" y="1357"/>
                    <a:pt x="5144" y="904"/>
                    <a:pt x="5144" y="383"/>
                  </a:cubicBezTo>
                  <a:lnTo>
                    <a:pt x="5144" y="288"/>
                  </a:lnTo>
                  <a:cubicBezTo>
                    <a:pt x="5144" y="125"/>
                    <a:pt x="5008" y="0"/>
                    <a:pt x="4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0"/>
            <p:cNvSpPr/>
            <p:nvPr/>
          </p:nvSpPr>
          <p:spPr>
            <a:xfrm>
              <a:off x="6162263" y="4179459"/>
              <a:ext cx="75773" cy="52998"/>
            </a:xfrm>
            <a:custGeom>
              <a:rect b="b" l="l" r="r" t="t"/>
              <a:pathLst>
                <a:path extrusionOk="0" h="1999" w="2858">
                  <a:moveTo>
                    <a:pt x="1" y="0"/>
                  </a:moveTo>
                  <a:lnTo>
                    <a:pt x="1" y="726"/>
                  </a:lnTo>
                  <a:cubicBezTo>
                    <a:pt x="1" y="1134"/>
                    <a:pt x="289" y="1486"/>
                    <a:pt x="688" y="1566"/>
                  </a:cubicBezTo>
                  <a:lnTo>
                    <a:pt x="2857" y="1999"/>
                  </a:lnTo>
                  <a:lnTo>
                    <a:pt x="2857" y="572"/>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0"/>
            <p:cNvSpPr/>
            <p:nvPr/>
          </p:nvSpPr>
          <p:spPr>
            <a:xfrm>
              <a:off x="6147151" y="4149181"/>
              <a:ext cx="75720" cy="52998"/>
            </a:xfrm>
            <a:custGeom>
              <a:rect b="b" l="l" r="r" t="t"/>
              <a:pathLst>
                <a:path extrusionOk="0" h="1999" w="2856">
                  <a:moveTo>
                    <a:pt x="1" y="0"/>
                  </a:moveTo>
                  <a:lnTo>
                    <a:pt x="1" y="728"/>
                  </a:lnTo>
                  <a:cubicBezTo>
                    <a:pt x="1" y="1133"/>
                    <a:pt x="289" y="1486"/>
                    <a:pt x="688" y="1566"/>
                  </a:cubicBezTo>
                  <a:lnTo>
                    <a:pt x="2855" y="1998"/>
                  </a:lnTo>
                  <a:lnTo>
                    <a:pt x="2855" y="57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0"/>
            <p:cNvSpPr/>
            <p:nvPr/>
          </p:nvSpPr>
          <p:spPr>
            <a:xfrm>
              <a:off x="6131986" y="4118878"/>
              <a:ext cx="75773" cy="53025"/>
            </a:xfrm>
            <a:custGeom>
              <a:rect b="b" l="l" r="r" t="t"/>
              <a:pathLst>
                <a:path extrusionOk="0" h="2000" w="2858">
                  <a:moveTo>
                    <a:pt x="0" y="1"/>
                  </a:moveTo>
                  <a:lnTo>
                    <a:pt x="0" y="728"/>
                  </a:lnTo>
                  <a:cubicBezTo>
                    <a:pt x="0" y="1134"/>
                    <a:pt x="289" y="1487"/>
                    <a:pt x="688" y="1567"/>
                  </a:cubicBezTo>
                  <a:lnTo>
                    <a:pt x="2857" y="1999"/>
                  </a:lnTo>
                  <a:lnTo>
                    <a:pt x="2857" y="57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0"/>
            <p:cNvSpPr/>
            <p:nvPr/>
          </p:nvSpPr>
          <p:spPr>
            <a:xfrm>
              <a:off x="6116635" y="4087222"/>
              <a:ext cx="136380" cy="150538"/>
            </a:xfrm>
            <a:custGeom>
              <a:rect b="b" l="l" r="r" t="t"/>
              <a:pathLst>
                <a:path extrusionOk="0" h="5678" w="5144">
                  <a:moveTo>
                    <a:pt x="291" y="0"/>
                  </a:moveTo>
                  <a:cubicBezTo>
                    <a:pt x="137" y="0"/>
                    <a:pt x="1" y="125"/>
                    <a:pt x="1" y="288"/>
                  </a:cubicBezTo>
                  <a:lnTo>
                    <a:pt x="1" y="383"/>
                  </a:lnTo>
                  <a:cubicBezTo>
                    <a:pt x="1" y="904"/>
                    <a:pt x="353" y="1357"/>
                    <a:pt x="854" y="1488"/>
                  </a:cubicBezTo>
                  <a:lnTo>
                    <a:pt x="2427" y="1900"/>
                  </a:lnTo>
                  <a:cubicBezTo>
                    <a:pt x="2733" y="1980"/>
                    <a:pt x="2970" y="2222"/>
                    <a:pt x="3044" y="2528"/>
                  </a:cubicBezTo>
                  <a:lnTo>
                    <a:pt x="3638" y="5021"/>
                  </a:lnTo>
                  <a:cubicBezTo>
                    <a:pt x="3729" y="5407"/>
                    <a:pt x="4075" y="5677"/>
                    <a:pt x="4472" y="5677"/>
                  </a:cubicBezTo>
                  <a:lnTo>
                    <a:pt x="5144" y="5677"/>
                  </a:lnTo>
                  <a:lnTo>
                    <a:pt x="4339" y="2302"/>
                  </a:lnTo>
                  <a:cubicBezTo>
                    <a:pt x="4141" y="1481"/>
                    <a:pt x="3509" y="831"/>
                    <a:pt x="2693" y="618"/>
                  </a:cubicBezTo>
                  <a:lnTo>
                    <a:pt x="358" y="8"/>
                  </a:lnTo>
                  <a:cubicBezTo>
                    <a:pt x="335" y="3"/>
                    <a:pt x="313" y="0"/>
                    <a:pt x="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0"/>
            <p:cNvSpPr/>
            <p:nvPr/>
          </p:nvSpPr>
          <p:spPr>
            <a:xfrm>
              <a:off x="6263170" y="4126168"/>
              <a:ext cx="117344" cy="154674"/>
            </a:xfrm>
            <a:custGeom>
              <a:rect b="b" l="l" r="r" t="t"/>
              <a:pathLst>
                <a:path extrusionOk="0" h="5834" w="4426">
                  <a:moveTo>
                    <a:pt x="2711" y="1"/>
                  </a:moveTo>
                  <a:cubicBezTo>
                    <a:pt x="1141" y="411"/>
                    <a:pt x="1" y="1820"/>
                    <a:pt x="1" y="3011"/>
                  </a:cubicBezTo>
                  <a:cubicBezTo>
                    <a:pt x="1" y="4137"/>
                    <a:pt x="1008" y="5370"/>
                    <a:pt x="2549" y="5834"/>
                  </a:cubicBezTo>
                  <a:cubicBezTo>
                    <a:pt x="3645" y="5393"/>
                    <a:pt x="4425" y="4237"/>
                    <a:pt x="4425" y="2882"/>
                  </a:cubicBezTo>
                  <a:cubicBezTo>
                    <a:pt x="4425" y="1591"/>
                    <a:pt x="3720" y="482"/>
                    <a:pt x="27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0"/>
            <p:cNvSpPr/>
            <p:nvPr/>
          </p:nvSpPr>
          <p:spPr>
            <a:xfrm>
              <a:off x="6229075" y="4119249"/>
              <a:ext cx="105970" cy="166605"/>
            </a:xfrm>
            <a:custGeom>
              <a:rect b="b" l="l" r="r" t="t"/>
              <a:pathLst>
                <a:path extrusionOk="0" h="6284" w="3997">
                  <a:moveTo>
                    <a:pt x="2857" y="0"/>
                  </a:moveTo>
                  <a:cubicBezTo>
                    <a:pt x="1280" y="0"/>
                    <a:pt x="0" y="1406"/>
                    <a:pt x="0" y="3143"/>
                  </a:cubicBezTo>
                  <a:cubicBezTo>
                    <a:pt x="0" y="4877"/>
                    <a:pt x="1280" y="6283"/>
                    <a:pt x="2857" y="6283"/>
                  </a:cubicBezTo>
                  <a:cubicBezTo>
                    <a:pt x="3201" y="6283"/>
                    <a:pt x="3531" y="6217"/>
                    <a:pt x="3835" y="6095"/>
                  </a:cubicBezTo>
                  <a:cubicBezTo>
                    <a:pt x="2932" y="5379"/>
                    <a:pt x="2367" y="4365"/>
                    <a:pt x="2367" y="3238"/>
                  </a:cubicBezTo>
                  <a:cubicBezTo>
                    <a:pt x="2367" y="2047"/>
                    <a:pt x="2999" y="978"/>
                    <a:pt x="3997" y="262"/>
                  </a:cubicBezTo>
                  <a:cubicBezTo>
                    <a:pt x="3647" y="93"/>
                    <a:pt x="3261" y="0"/>
                    <a:pt x="28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0"/>
            <p:cNvSpPr/>
            <p:nvPr/>
          </p:nvSpPr>
          <p:spPr>
            <a:xfrm>
              <a:off x="6274570" y="4033905"/>
              <a:ext cx="94650" cy="152871"/>
            </a:xfrm>
            <a:custGeom>
              <a:rect b="b" l="l" r="r" t="t"/>
              <a:pathLst>
                <a:path extrusionOk="0" h="5766" w="3570">
                  <a:moveTo>
                    <a:pt x="1378" y="1"/>
                  </a:moveTo>
                  <a:cubicBezTo>
                    <a:pt x="919" y="735"/>
                    <a:pt x="1" y="1835"/>
                    <a:pt x="1" y="2773"/>
                  </a:cubicBezTo>
                  <a:cubicBezTo>
                    <a:pt x="1" y="4015"/>
                    <a:pt x="735" y="5178"/>
                    <a:pt x="1888" y="5765"/>
                  </a:cubicBezTo>
                  <a:cubicBezTo>
                    <a:pt x="2299" y="5504"/>
                    <a:pt x="2603" y="5029"/>
                    <a:pt x="2687" y="4468"/>
                  </a:cubicBezTo>
                  <a:cubicBezTo>
                    <a:pt x="2707" y="4346"/>
                    <a:pt x="2762" y="4230"/>
                    <a:pt x="2851" y="4142"/>
                  </a:cubicBezTo>
                  <a:cubicBezTo>
                    <a:pt x="3295" y="3703"/>
                    <a:pt x="3570" y="3093"/>
                    <a:pt x="3570" y="2418"/>
                  </a:cubicBezTo>
                  <a:cubicBezTo>
                    <a:pt x="3570" y="1156"/>
                    <a:pt x="2607" y="121"/>
                    <a:pt x="1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0"/>
            <p:cNvSpPr/>
            <p:nvPr/>
          </p:nvSpPr>
          <p:spPr>
            <a:xfrm>
              <a:off x="6240369" y="4033613"/>
              <a:ext cx="84230" cy="159048"/>
            </a:xfrm>
            <a:custGeom>
              <a:rect b="b" l="l" r="r" t="t"/>
              <a:pathLst>
                <a:path extrusionOk="0" h="5999" w="3177">
                  <a:moveTo>
                    <a:pt x="2424" y="0"/>
                  </a:moveTo>
                  <a:cubicBezTo>
                    <a:pt x="2407" y="0"/>
                    <a:pt x="2390" y="0"/>
                    <a:pt x="2373" y="1"/>
                  </a:cubicBezTo>
                  <a:cubicBezTo>
                    <a:pt x="1067" y="32"/>
                    <a:pt x="13" y="1108"/>
                    <a:pt x="2" y="2409"/>
                  </a:cubicBezTo>
                  <a:cubicBezTo>
                    <a:pt x="0" y="3093"/>
                    <a:pt x="273" y="3707"/>
                    <a:pt x="721" y="4151"/>
                  </a:cubicBezTo>
                  <a:cubicBezTo>
                    <a:pt x="810" y="4237"/>
                    <a:pt x="867" y="4355"/>
                    <a:pt x="887" y="4479"/>
                  </a:cubicBezTo>
                  <a:cubicBezTo>
                    <a:pt x="1020" y="5344"/>
                    <a:pt x="1659" y="5998"/>
                    <a:pt x="2431" y="5998"/>
                  </a:cubicBezTo>
                  <a:cubicBezTo>
                    <a:pt x="2699" y="5998"/>
                    <a:pt x="2954" y="5918"/>
                    <a:pt x="3176" y="5776"/>
                  </a:cubicBezTo>
                  <a:cubicBezTo>
                    <a:pt x="2409" y="4933"/>
                    <a:pt x="1941" y="3802"/>
                    <a:pt x="1941" y="2558"/>
                  </a:cubicBezTo>
                  <a:cubicBezTo>
                    <a:pt x="1941" y="1620"/>
                    <a:pt x="2207" y="746"/>
                    <a:pt x="2666" y="12"/>
                  </a:cubicBezTo>
                  <a:cubicBezTo>
                    <a:pt x="2585" y="5"/>
                    <a:pt x="2506" y="0"/>
                    <a:pt x="2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0"/>
            <p:cNvSpPr/>
            <p:nvPr/>
          </p:nvSpPr>
          <p:spPr>
            <a:xfrm>
              <a:off x="6229367" y="4028629"/>
              <a:ext cx="39663" cy="51302"/>
            </a:xfrm>
            <a:custGeom>
              <a:rect b="b" l="l" r="r" t="t"/>
              <a:pathLst>
                <a:path extrusionOk="0" h="1935" w="1496">
                  <a:moveTo>
                    <a:pt x="498" y="0"/>
                  </a:moveTo>
                  <a:cubicBezTo>
                    <a:pt x="391" y="0"/>
                    <a:pt x="289" y="60"/>
                    <a:pt x="240" y="162"/>
                  </a:cubicBezTo>
                  <a:cubicBezTo>
                    <a:pt x="127" y="400"/>
                    <a:pt x="0" y="799"/>
                    <a:pt x="153" y="1216"/>
                  </a:cubicBezTo>
                  <a:cubicBezTo>
                    <a:pt x="279" y="1559"/>
                    <a:pt x="652" y="1935"/>
                    <a:pt x="967" y="1935"/>
                  </a:cubicBezTo>
                  <a:cubicBezTo>
                    <a:pt x="1008" y="1935"/>
                    <a:pt x="1048" y="1928"/>
                    <a:pt x="1087" y="1914"/>
                  </a:cubicBezTo>
                  <a:cubicBezTo>
                    <a:pt x="1418" y="1795"/>
                    <a:pt x="1495" y="1167"/>
                    <a:pt x="1358" y="777"/>
                  </a:cubicBezTo>
                  <a:cubicBezTo>
                    <a:pt x="1205" y="362"/>
                    <a:pt x="852" y="136"/>
                    <a:pt x="615" y="25"/>
                  </a:cubicBezTo>
                  <a:cubicBezTo>
                    <a:pt x="577" y="8"/>
                    <a:pt x="537" y="0"/>
                    <a:pt x="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0"/>
            <p:cNvSpPr/>
            <p:nvPr/>
          </p:nvSpPr>
          <p:spPr>
            <a:xfrm>
              <a:off x="6340613" y="4028602"/>
              <a:ext cx="39610" cy="51328"/>
            </a:xfrm>
            <a:custGeom>
              <a:rect b="b" l="l" r="r" t="t"/>
              <a:pathLst>
                <a:path extrusionOk="0" h="1936" w="1494">
                  <a:moveTo>
                    <a:pt x="1001" y="0"/>
                  </a:moveTo>
                  <a:cubicBezTo>
                    <a:pt x="962" y="0"/>
                    <a:pt x="922" y="8"/>
                    <a:pt x="883" y="26"/>
                  </a:cubicBezTo>
                  <a:cubicBezTo>
                    <a:pt x="644" y="137"/>
                    <a:pt x="293" y="363"/>
                    <a:pt x="140" y="778"/>
                  </a:cubicBezTo>
                  <a:cubicBezTo>
                    <a:pt x="1" y="1168"/>
                    <a:pt x="74" y="1793"/>
                    <a:pt x="407" y="1915"/>
                  </a:cubicBezTo>
                  <a:cubicBezTo>
                    <a:pt x="445" y="1929"/>
                    <a:pt x="486" y="1936"/>
                    <a:pt x="527" y="1936"/>
                  </a:cubicBezTo>
                  <a:cubicBezTo>
                    <a:pt x="842" y="1936"/>
                    <a:pt x="1217" y="1560"/>
                    <a:pt x="1345" y="1214"/>
                  </a:cubicBezTo>
                  <a:cubicBezTo>
                    <a:pt x="1493" y="798"/>
                    <a:pt x="1371" y="401"/>
                    <a:pt x="1258" y="161"/>
                  </a:cubicBezTo>
                  <a:cubicBezTo>
                    <a:pt x="1210" y="60"/>
                    <a:pt x="1108" y="0"/>
                    <a:pt x="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0"/>
            <p:cNvSpPr/>
            <p:nvPr/>
          </p:nvSpPr>
          <p:spPr>
            <a:xfrm>
              <a:off x="6311873" y="4155571"/>
              <a:ext cx="15669" cy="16332"/>
            </a:xfrm>
            <a:custGeom>
              <a:rect b="b" l="l" r="r" t="t"/>
              <a:pathLst>
                <a:path extrusionOk="0" h="616" w="591">
                  <a:moveTo>
                    <a:pt x="347" y="0"/>
                  </a:moveTo>
                  <a:cubicBezTo>
                    <a:pt x="271" y="0"/>
                    <a:pt x="196" y="41"/>
                    <a:pt x="158" y="112"/>
                  </a:cubicBezTo>
                  <a:lnTo>
                    <a:pt x="56" y="300"/>
                  </a:lnTo>
                  <a:cubicBezTo>
                    <a:pt x="0" y="404"/>
                    <a:pt x="38" y="535"/>
                    <a:pt x="142" y="591"/>
                  </a:cubicBezTo>
                  <a:cubicBezTo>
                    <a:pt x="175" y="606"/>
                    <a:pt x="209" y="615"/>
                    <a:pt x="244" y="615"/>
                  </a:cubicBezTo>
                  <a:cubicBezTo>
                    <a:pt x="319" y="615"/>
                    <a:pt x="393" y="577"/>
                    <a:pt x="433" y="504"/>
                  </a:cubicBezTo>
                  <a:lnTo>
                    <a:pt x="535" y="316"/>
                  </a:lnTo>
                  <a:cubicBezTo>
                    <a:pt x="590" y="211"/>
                    <a:pt x="550" y="81"/>
                    <a:pt x="448" y="25"/>
                  </a:cubicBezTo>
                  <a:cubicBezTo>
                    <a:pt x="416" y="8"/>
                    <a:pt x="382"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0"/>
            <p:cNvSpPr/>
            <p:nvPr/>
          </p:nvSpPr>
          <p:spPr>
            <a:xfrm>
              <a:off x="6282100" y="4155544"/>
              <a:ext cx="15669" cy="16358"/>
            </a:xfrm>
            <a:custGeom>
              <a:rect b="b" l="l" r="r" t="t"/>
              <a:pathLst>
                <a:path extrusionOk="0" h="617" w="591">
                  <a:moveTo>
                    <a:pt x="244" y="0"/>
                  </a:moveTo>
                  <a:cubicBezTo>
                    <a:pt x="209" y="0"/>
                    <a:pt x="173" y="9"/>
                    <a:pt x="141" y="26"/>
                  </a:cubicBezTo>
                  <a:cubicBezTo>
                    <a:pt x="36" y="84"/>
                    <a:pt x="1" y="215"/>
                    <a:pt x="56" y="317"/>
                  </a:cubicBezTo>
                  <a:lnTo>
                    <a:pt x="158" y="505"/>
                  </a:lnTo>
                  <a:cubicBezTo>
                    <a:pt x="196" y="574"/>
                    <a:pt x="271" y="616"/>
                    <a:pt x="347" y="616"/>
                  </a:cubicBezTo>
                  <a:cubicBezTo>
                    <a:pt x="382" y="616"/>
                    <a:pt x="416" y="609"/>
                    <a:pt x="449" y="592"/>
                  </a:cubicBezTo>
                  <a:cubicBezTo>
                    <a:pt x="555" y="534"/>
                    <a:pt x="591" y="403"/>
                    <a:pt x="535" y="301"/>
                  </a:cubicBezTo>
                  <a:lnTo>
                    <a:pt x="433" y="113"/>
                  </a:lnTo>
                  <a:cubicBezTo>
                    <a:pt x="392" y="40"/>
                    <a:pt x="319" y="0"/>
                    <a:pt x="2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0"/>
            <p:cNvSpPr/>
            <p:nvPr/>
          </p:nvSpPr>
          <p:spPr>
            <a:xfrm>
              <a:off x="6267412" y="3981569"/>
              <a:ext cx="68243" cy="77602"/>
            </a:xfrm>
            <a:custGeom>
              <a:rect b="b" l="l" r="r" t="t"/>
              <a:pathLst>
                <a:path extrusionOk="0" h="2927" w="2574">
                  <a:moveTo>
                    <a:pt x="1234" y="1"/>
                  </a:moveTo>
                  <a:cubicBezTo>
                    <a:pt x="1196" y="1"/>
                    <a:pt x="1158" y="19"/>
                    <a:pt x="1136" y="59"/>
                  </a:cubicBezTo>
                  <a:cubicBezTo>
                    <a:pt x="1036" y="240"/>
                    <a:pt x="970" y="433"/>
                    <a:pt x="943" y="629"/>
                  </a:cubicBezTo>
                  <a:cubicBezTo>
                    <a:pt x="934" y="730"/>
                    <a:pt x="878" y="772"/>
                    <a:pt x="795" y="772"/>
                  </a:cubicBezTo>
                  <a:cubicBezTo>
                    <a:pt x="740" y="772"/>
                    <a:pt x="673" y="754"/>
                    <a:pt x="599" y="722"/>
                  </a:cubicBezTo>
                  <a:cubicBezTo>
                    <a:pt x="588" y="717"/>
                    <a:pt x="577" y="715"/>
                    <a:pt x="566" y="715"/>
                  </a:cubicBezTo>
                  <a:cubicBezTo>
                    <a:pt x="514" y="715"/>
                    <a:pt x="471" y="763"/>
                    <a:pt x="482" y="819"/>
                  </a:cubicBezTo>
                  <a:cubicBezTo>
                    <a:pt x="499" y="910"/>
                    <a:pt x="499" y="1008"/>
                    <a:pt x="466" y="1101"/>
                  </a:cubicBezTo>
                  <a:cubicBezTo>
                    <a:pt x="413" y="1263"/>
                    <a:pt x="333" y="1389"/>
                    <a:pt x="284" y="1549"/>
                  </a:cubicBezTo>
                  <a:cubicBezTo>
                    <a:pt x="0" y="2507"/>
                    <a:pt x="757" y="2926"/>
                    <a:pt x="1404" y="2926"/>
                  </a:cubicBezTo>
                  <a:cubicBezTo>
                    <a:pt x="1954" y="2926"/>
                    <a:pt x="2573" y="2549"/>
                    <a:pt x="2573" y="2004"/>
                  </a:cubicBezTo>
                  <a:cubicBezTo>
                    <a:pt x="2569" y="1400"/>
                    <a:pt x="2012" y="997"/>
                    <a:pt x="1579" y="542"/>
                  </a:cubicBezTo>
                  <a:cubicBezTo>
                    <a:pt x="1458" y="402"/>
                    <a:pt x="1387" y="247"/>
                    <a:pt x="1347" y="90"/>
                  </a:cubicBezTo>
                  <a:cubicBezTo>
                    <a:pt x="1333" y="32"/>
                    <a:pt x="1284" y="1"/>
                    <a:pt x="1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6" name="Google Shape;3876;p70"/>
          <p:cNvGrpSpPr/>
          <p:nvPr/>
        </p:nvGrpSpPr>
        <p:grpSpPr>
          <a:xfrm>
            <a:off x="6116450" y="3335221"/>
            <a:ext cx="376743" cy="376239"/>
            <a:chOff x="6116450" y="3335221"/>
            <a:chExt cx="376743" cy="376239"/>
          </a:xfrm>
        </p:grpSpPr>
        <p:sp>
          <p:nvSpPr>
            <p:cNvPr id="3877" name="Google Shape;3877;p70"/>
            <p:cNvSpPr/>
            <p:nvPr/>
          </p:nvSpPr>
          <p:spPr>
            <a:xfrm>
              <a:off x="6116450" y="3571368"/>
              <a:ext cx="277771" cy="140092"/>
            </a:xfrm>
            <a:custGeom>
              <a:rect b="b" l="l" r="r" t="t"/>
              <a:pathLst>
                <a:path extrusionOk="0" h="5284" w="10477">
                  <a:moveTo>
                    <a:pt x="5286" y="1"/>
                  </a:moveTo>
                  <a:cubicBezTo>
                    <a:pt x="2469" y="1"/>
                    <a:pt x="167" y="2205"/>
                    <a:pt x="10" y="4982"/>
                  </a:cubicBezTo>
                  <a:cubicBezTo>
                    <a:pt x="1" y="5146"/>
                    <a:pt x="132" y="5284"/>
                    <a:pt x="296" y="5284"/>
                  </a:cubicBezTo>
                  <a:lnTo>
                    <a:pt x="2072" y="5284"/>
                  </a:lnTo>
                  <a:lnTo>
                    <a:pt x="2285" y="5000"/>
                  </a:lnTo>
                  <a:lnTo>
                    <a:pt x="2501" y="5284"/>
                  </a:lnTo>
                  <a:lnTo>
                    <a:pt x="8070" y="5284"/>
                  </a:lnTo>
                  <a:lnTo>
                    <a:pt x="8283" y="5000"/>
                  </a:lnTo>
                  <a:lnTo>
                    <a:pt x="8496" y="5284"/>
                  </a:lnTo>
                  <a:lnTo>
                    <a:pt x="9576" y="5284"/>
                  </a:lnTo>
                  <a:cubicBezTo>
                    <a:pt x="10146" y="5051"/>
                    <a:pt x="10476" y="4164"/>
                    <a:pt x="10310" y="3647"/>
                  </a:cubicBezTo>
                  <a:cubicBezTo>
                    <a:pt x="9622" y="1531"/>
                    <a:pt x="7631" y="1"/>
                    <a:pt x="5286"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0"/>
            <p:cNvSpPr/>
            <p:nvPr/>
          </p:nvSpPr>
          <p:spPr>
            <a:xfrm>
              <a:off x="6171278" y="3690674"/>
              <a:ext cx="11374" cy="20786"/>
            </a:xfrm>
            <a:custGeom>
              <a:rect b="b" l="l" r="r" t="t"/>
              <a:pathLst>
                <a:path extrusionOk="0" h="784" w="429">
                  <a:moveTo>
                    <a:pt x="213" y="1"/>
                  </a:moveTo>
                  <a:cubicBezTo>
                    <a:pt x="95" y="1"/>
                    <a:pt x="0" y="94"/>
                    <a:pt x="0" y="214"/>
                  </a:cubicBezTo>
                  <a:lnTo>
                    <a:pt x="0" y="784"/>
                  </a:lnTo>
                  <a:lnTo>
                    <a:pt x="428" y="784"/>
                  </a:lnTo>
                  <a:lnTo>
                    <a:pt x="428" y="214"/>
                  </a:lnTo>
                  <a:cubicBezTo>
                    <a:pt x="428" y="96"/>
                    <a:pt x="335" y="1"/>
                    <a:pt x="213"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0"/>
            <p:cNvSpPr/>
            <p:nvPr/>
          </p:nvSpPr>
          <p:spPr>
            <a:xfrm>
              <a:off x="6330326" y="3690674"/>
              <a:ext cx="11374" cy="20786"/>
            </a:xfrm>
            <a:custGeom>
              <a:rect b="b" l="l" r="r" t="t"/>
              <a:pathLst>
                <a:path extrusionOk="0" h="784" w="429">
                  <a:moveTo>
                    <a:pt x="213" y="1"/>
                  </a:moveTo>
                  <a:cubicBezTo>
                    <a:pt x="96" y="1"/>
                    <a:pt x="1" y="94"/>
                    <a:pt x="1" y="214"/>
                  </a:cubicBezTo>
                  <a:lnTo>
                    <a:pt x="1" y="784"/>
                  </a:lnTo>
                  <a:lnTo>
                    <a:pt x="429" y="784"/>
                  </a:lnTo>
                  <a:lnTo>
                    <a:pt x="429" y="214"/>
                  </a:lnTo>
                  <a:cubicBezTo>
                    <a:pt x="429" y="96"/>
                    <a:pt x="333" y="1"/>
                    <a:pt x="213"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0"/>
            <p:cNvSpPr/>
            <p:nvPr/>
          </p:nvSpPr>
          <p:spPr>
            <a:xfrm>
              <a:off x="6370307" y="3668059"/>
              <a:ext cx="26327" cy="43401"/>
            </a:xfrm>
            <a:custGeom>
              <a:rect b="b" l="l" r="r" t="t"/>
              <a:pathLst>
                <a:path extrusionOk="0" h="1637" w="993">
                  <a:moveTo>
                    <a:pt x="730" y="0"/>
                  </a:moveTo>
                  <a:cubicBezTo>
                    <a:pt x="305" y="166"/>
                    <a:pt x="1" y="579"/>
                    <a:pt x="1" y="1067"/>
                  </a:cubicBezTo>
                  <a:lnTo>
                    <a:pt x="1" y="1637"/>
                  </a:lnTo>
                  <a:lnTo>
                    <a:pt x="992" y="1637"/>
                  </a:lnTo>
                  <a:cubicBezTo>
                    <a:pt x="992" y="1067"/>
                    <a:pt x="901" y="517"/>
                    <a:pt x="730"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0"/>
            <p:cNvSpPr/>
            <p:nvPr/>
          </p:nvSpPr>
          <p:spPr>
            <a:xfrm>
              <a:off x="6261791" y="3349697"/>
              <a:ext cx="122806" cy="128692"/>
            </a:xfrm>
            <a:custGeom>
              <a:rect b="b" l="l" r="r" t="t"/>
              <a:pathLst>
                <a:path extrusionOk="0" h="4854" w="4632">
                  <a:moveTo>
                    <a:pt x="2" y="202"/>
                  </a:moveTo>
                  <a:cubicBezTo>
                    <a:pt x="1" y="203"/>
                    <a:pt x="1" y="204"/>
                    <a:pt x="2" y="204"/>
                  </a:cubicBezTo>
                  <a:lnTo>
                    <a:pt x="2" y="204"/>
                  </a:lnTo>
                  <a:cubicBezTo>
                    <a:pt x="2" y="203"/>
                    <a:pt x="2" y="202"/>
                    <a:pt x="2" y="202"/>
                  </a:cubicBezTo>
                  <a:close/>
                  <a:moveTo>
                    <a:pt x="1122" y="1"/>
                  </a:moveTo>
                  <a:cubicBezTo>
                    <a:pt x="481" y="1"/>
                    <a:pt x="33" y="204"/>
                    <a:pt x="3" y="204"/>
                  </a:cubicBezTo>
                  <a:cubicBezTo>
                    <a:pt x="3" y="204"/>
                    <a:pt x="2" y="204"/>
                    <a:pt x="2" y="204"/>
                  </a:cubicBezTo>
                  <a:lnTo>
                    <a:pt x="2" y="204"/>
                  </a:lnTo>
                  <a:cubicBezTo>
                    <a:pt x="33" y="290"/>
                    <a:pt x="350" y="2485"/>
                    <a:pt x="1989" y="2884"/>
                  </a:cubicBezTo>
                  <a:cubicBezTo>
                    <a:pt x="3191" y="3176"/>
                    <a:pt x="4486" y="4683"/>
                    <a:pt x="4528" y="4849"/>
                  </a:cubicBezTo>
                  <a:lnTo>
                    <a:pt x="4528" y="4849"/>
                  </a:lnTo>
                  <a:cubicBezTo>
                    <a:pt x="4528" y="4801"/>
                    <a:pt x="4631" y="4278"/>
                    <a:pt x="4517" y="3511"/>
                  </a:cubicBezTo>
                  <a:cubicBezTo>
                    <a:pt x="4406" y="2719"/>
                    <a:pt x="4056" y="1664"/>
                    <a:pt x="3273" y="894"/>
                  </a:cubicBezTo>
                  <a:cubicBezTo>
                    <a:pt x="2511" y="183"/>
                    <a:pt x="1730" y="1"/>
                    <a:pt x="1122" y="1"/>
                  </a:cubicBezTo>
                  <a:close/>
                  <a:moveTo>
                    <a:pt x="4528" y="4849"/>
                  </a:moveTo>
                  <a:cubicBezTo>
                    <a:pt x="4528" y="4852"/>
                    <a:pt x="4528" y="4853"/>
                    <a:pt x="4528" y="4853"/>
                  </a:cubicBezTo>
                  <a:cubicBezTo>
                    <a:pt x="4528" y="4852"/>
                    <a:pt x="4528" y="4851"/>
                    <a:pt x="4528" y="48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0"/>
            <p:cNvSpPr/>
            <p:nvPr/>
          </p:nvSpPr>
          <p:spPr>
            <a:xfrm>
              <a:off x="6128486" y="3349697"/>
              <a:ext cx="122779" cy="128692"/>
            </a:xfrm>
            <a:custGeom>
              <a:rect b="b" l="l" r="r" t="t"/>
              <a:pathLst>
                <a:path extrusionOk="0" h="4854" w="4631">
                  <a:moveTo>
                    <a:pt x="4630" y="202"/>
                  </a:moveTo>
                  <a:cubicBezTo>
                    <a:pt x="4630" y="202"/>
                    <a:pt x="4630" y="203"/>
                    <a:pt x="4630" y="204"/>
                  </a:cubicBezTo>
                  <a:lnTo>
                    <a:pt x="4630" y="204"/>
                  </a:lnTo>
                  <a:cubicBezTo>
                    <a:pt x="4631" y="204"/>
                    <a:pt x="4631" y="203"/>
                    <a:pt x="4630" y="202"/>
                  </a:cubicBezTo>
                  <a:close/>
                  <a:moveTo>
                    <a:pt x="3510" y="1"/>
                  </a:moveTo>
                  <a:cubicBezTo>
                    <a:pt x="2902" y="1"/>
                    <a:pt x="2121" y="183"/>
                    <a:pt x="1359" y="894"/>
                  </a:cubicBezTo>
                  <a:cubicBezTo>
                    <a:pt x="574" y="1664"/>
                    <a:pt x="223" y="2719"/>
                    <a:pt x="113" y="3511"/>
                  </a:cubicBezTo>
                  <a:cubicBezTo>
                    <a:pt x="1" y="4278"/>
                    <a:pt x="102" y="4801"/>
                    <a:pt x="102" y="4849"/>
                  </a:cubicBezTo>
                  <a:lnTo>
                    <a:pt x="102" y="4849"/>
                  </a:lnTo>
                  <a:cubicBezTo>
                    <a:pt x="144" y="4683"/>
                    <a:pt x="1439" y="3176"/>
                    <a:pt x="2641" y="2884"/>
                  </a:cubicBezTo>
                  <a:cubicBezTo>
                    <a:pt x="4280" y="2485"/>
                    <a:pt x="4597" y="290"/>
                    <a:pt x="4630" y="204"/>
                  </a:cubicBezTo>
                  <a:lnTo>
                    <a:pt x="4630" y="204"/>
                  </a:lnTo>
                  <a:cubicBezTo>
                    <a:pt x="4629" y="204"/>
                    <a:pt x="4629" y="204"/>
                    <a:pt x="4629" y="204"/>
                  </a:cubicBezTo>
                  <a:cubicBezTo>
                    <a:pt x="4598" y="204"/>
                    <a:pt x="4150" y="1"/>
                    <a:pt x="3510" y="1"/>
                  </a:cubicBezTo>
                  <a:close/>
                  <a:moveTo>
                    <a:pt x="102" y="4849"/>
                  </a:moveTo>
                  <a:lnTo>
                    <a:pt x="102" y="4849"/>
                  </a:lnTo>
                  <a:cubicBezTo>
                    <a:pt x="102" y="4851"/>
                    <a:pt x="102" y="4852"/>
                    <a:pt x="101" y="4853"/>
                  </a:cubicBezTo>
                  <a:cubicBezTo>
                    <a:pt x="102" y="4853"/>
                    <a:pt x="102" y="4852"/>
                    <a:pt x="102" y="48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0"/>
            <p:cNvSpPr/>
            <p:nvPr/>
          </p:nvSpPr>
          <p:spPr>
            <a:xfrm>
              <a:off x="6350794" y="3468155"/>
              <a:ext cx="133" cy="53"/>
            </a:xfrm>
            <a:custGeom>
              <a:rect b="b" l="l" r="r" t="t"/>
              <a:pathLst>
                <a:path extrusionOk="0" h="2" w="5">
                  <a:moveTo>
                    <a:pt x="3" y="0"/>
                  </a:moveTo>
                  <a:cubicBezTo>
                    <a:pt x="3" y="0"/>
                    <a:pt x="2" y="1"/>
                    <a:pt x="0" y="1"/>
                  </a:cubicBezTo>
                  <a:cubicBezTo>
                    <a:pt x="3" y="1"/>
                    <a:pt x="4" y="0"/>
                    <a:pt x="3" y="0"/>
                  </a:cubicBezTo>
                  <a:close/>
                </a:path>
              </a:pathLst>
            </a:custGeom>
            <a:solidFill>
              <a:srgbClr val="FFF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0"/>
            <p:cNvSpPr/>
            <p:nvPr/>
          </p:nvSpPr>
          <p:spPr>
            <a:xfrm>
              <a:off x="6206009" y="3468181"/>
              <a:ext cx="185084" cy="199135"/>
            </a:xfrm>
            <a:custGeom>
              <a:rect b="b" l="l" r="r" t="t"/>
              <a:pathLst>
                <a:path extrusionOk="0" h="7511" w="6981">
                  <a:moveTo>
                    <a:pt x="5461" y="0"/>
                  </a:moveTo>
                  <a:cubicBezTo>
                    <a:pt x="5428" y="60"/>
                    <a:pt x="4428" y="1211"/>
                    <a:pt x="4729" y="2444"/>
                  </a:cubicBezTo>
                  <a:lnTo>
                    <a:pt x="2008" y="3336"/>
                  </a:lnTo>
                  <a:lnTo>
                    <a:pt x="544" y="3332"/>
                  </a:lnTo>
                  <a:lnTo>
                    <a:pt x="544" y="3332"/>
                  </a:lnTo>
                  <a:cubicBezTo>
                    <a:pt x="1" y="5157"/>
                    <a:pt x="724" y="6665"/>
                    <a:pt x="2871" y="7421"/>
                  </a:cubicBezTo>
                  <a:cubicBezTo>
                    <a:pt x="2899" y="7379"/>
                    <a:pt x="2945" y="7356"/>
                    <a:pt x="2992" y="7356"/>
                  </a:cubicBezTo>
                  <a:cubicBezTo>
                    <a:pt x="3023" y="7356"/>
                    <a:pt x="3055" y="7366"/>
                    <a:pt x="3082" y="7388"/>
                  </a:cubicBezTo>
                  <a:cubicBezTo>
                    <a:pt x="3108" y="7410"/>
                    <a:pt x="3133" y="7433"/>
                    <a:pt x="3159" y="7450"/>
                  </a:cubicBezTo>
                  <a:cubicBezTo>
                    <a:pt x="3210" y="7490"/>
                    <a:pt x="3272" y="7510"/>
                    <a:pt x="3333" y="7510"/>
                  </a:cubicBezTo>
                  <a:cubicBezTo>
                    <a:pt x="3395" y="7510"/>
                    <a:pt x="3456" y="7490"/>
                    <a:pt x="3507" y="7450"/>
                  </a:cubicBezTo>
                  <a:cubicBezTo>
                    <a:pt x="3709" y="7291"/>
                    <a:pt x="4046" y="6989"/>
                    <a:pt x="4295" y="6568"/>
                  </a:cubicBezTo>
                  <a:cubicBezTo>
                    <a:pt x="4322" y="6521"/>
                    <a:pt x="4371" y="6496"/>
                    <a:pt x="4420" y="6496"/>
                  </a:cubicBezTo>
                  <a:cubicBezTo>
                    <a:pt x="4451" y="6496"/>
                    <a:pt x="4482" y="6506"/>
                    <a:pt x="4508" y="6528"/>
                  </a:cubicBezTo>
                  <a:cubicBezTo>
                    <a:pt x="4536" y="6552"/>
                    <a:pt x="4561" y="6572"/>
                    <a:pt x="4585" y="6590"/>
                  </a:cubicBezTo>
                  <a:cubicBezTo>
                    <a:pt x="4637" y="6630"/>
                    <a:pt x="4699" y="6650"/>
                    <a:pt x="4761" y="6650"/>
                  </a:cubicBezTo>
                  <a:cubicBezTo>
                    <a:pt x="4823" y="6650"/>
                    <a:pt x="4885" y="6630"/>
                    <a:pt x="4936" y="6590"/>
                  </a:cubicBezTo>
                  <a:cubicBezTo>
                    <a:pt x="5235" y="6357"/>
                    <a:pt x="5832" y="5802"/>
                    <a:pt x="6000" y="5006"/>
                  </a:cubicBezTo>
                  <a:cubicBezTo>
                    <a:pt x="6448" y="4492"/>
                    <a:pt x="6923" y="3671"/>
                    <a:pt x="6958" y="2697"/>
                  </a:cubicBezTo>
                  <a:cubicBezTo>
                    <a:pt x="6981" y="779"/>
                    <a:pt x="5488" y="36"/>
                    <a:pt x="5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0"/>
            <p:cNvSpPr/>
            <p:nvPr/>
          </p:nvSpPr>
          <p:spPr>
            <a:xfrm>
              <a:off x="6162157" y="3468128"/>
              <a:ext cx="80" cy="80"/>
            </a:xfrm>
            <a:custGeom>
              <a:rect b="b" l="l" r="r" t="t"/>
              <a:pathLst>
                <a:path extrusionOk="0" h="3" w="3">
                  <a:moveTo>
                    <a:pt x="0" y="0"/>
                  </a:moveTo>
                  <a:cubicBezTo>
                    <a:pt x="0" y="0"/>
                    <a:pt x="0" y="2"/>
                    <a:pt x="0" y="0"/>
                  </a:cubicBezTo>
                  <a:cubicBezTo>
                    <a:pt x="2" y="0"/>
                    <a:pt x="2" y="0"/>
                    <a:pt x="0" y="0"/>
                  </a:cubicBezTo>
                  <a:close/>
                </a:path>
              </a:pathLst>
            </a:custGeom>
            <a:solidFill>
              <a:srgbClr val="FFEB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0"/>
            <p:cNvSpPr/>
            <p:nvPr/>
          </p:nvSpPr>
          <p:spPr>
            <a:xfrm>
              <a:off x="6121938" y="3468181"/>
              <a:ext cx="160268" cy="222069"/>
            </a:xfrm>
            <a:custGeom>
              <a:rect b="b" l="l" r="r" t="t"/>
              <a:pathLst>
                <a:path extrusionOk="0" h="8376" w="6045">
                  <a:moveTo>
                    <a:pt x="1519" y="0"/>
                  </a:moveTo>
                  <a:cubicBezTo>
                    <a:pt x="1495" y="36"/>
                    <a:pt x="0" y="779"/>
                    <a:pt x="25" y="2704"/>
                  </a:cubicBezTo>
                  <a:cubicBezTo>
                    <a:pt x="60" y="3673"/>
                    <a:pt x="535" y="4496"/>
                    <a:pt x="985" y="5013"/>
                  </a:cubicBezTo>
                  <a:cubicBezTo>
                    <a:pt x="1154" y="5809"/>
                    <a:pt x="1750" y="6359"/>
                    <a:pt x="2050" y="6596"/>
                  </a:cubicBezTo>
                  <a:cubicBezTo>
                    <a:pt x="2101" y="6636"/>
                    <a:pt x="2162" y="6656"/>
                    <a:pt x="2224" y="6656"/>
                  </a:cubicBezTo>
                  <a:cubicBezTo>
                    <a:pt x="2285" y="6656"/>
                    <a:pt x="2347" y="6636"/>
                    <a:pt x="2398" y="6596"/>
                  </a:cubicBezTo>
                  <a:cubicBezTo>
                    <a:pt x="2422" y="6576"/>
                    <a:pt x="2449" y="6556"/>
                    <a:pt x="2475" y="6534"/>
                  </a:cubicBezTo>
                  <a:cubicBezTo>
                    <a:pt x="2502" y="6513"/>
                    <a:pt x="2533" y="6502"/>
                    <a:pt x="2565" y="6502"/>
                  </a:cubicBezTo>
                  <a:cubicBezTo>
                    <a:pt x="2613" y="6502"/>
                    <a:pt x="2661" y="6527"/>
                    <a:pt x="2688" y="6574"/>
                  </a:cubicBezTo>
                  <a:cubicBezTo>
                    <a:pt x="2939" y="6996"/>
                    <a:pt x="3274" y="7297"/>
                    <a:pt x="3476" y="7455"/>
                  </a:cubicBezTo>
                  <a:cubicBezTo>
                    <a:pt x="3528" y="7495"/>
                    <a:pt x="3590" y="7515"/>
                    <a:pt x="3652" y="7515"/>
                  </a:cubicBezTo>
                  <a:cubicBezTo>
                    <a:pt x="3714" y="7515"/>
                    <a:pt x="3775" y="7495"/>
                    <a:pt x="3826" y="7455"/>
                  </a:cubicBezTo>
                  <a:cubicBezTo>
                    <a:pt x="3851" y="7435"/>
                    <a:pt x="3875" y="7417"/>
                    <a:pt x="3904" y="7395"/>
                  </a:cubicBezTo>
                  <a:cubicBezTo>
                    <a:pt x="3930" y="7373"/>
                    <a:pt x="3963" y="7362"/>
                    <a:pt x="3995" y="7362"/>
                  </a:cubicBezTo>
                  <a:cubicBezTo>
                    <a:pt x="4043" y="7362"/>
                    <a:pt x="4090" y="7386"/>
                    <a:pt x="4117" y="7433"/>
                  </a:cubicBezTo>
                  <a:cubicBezTo>
                    <a:pt x="4367" y="7854"/>
                    <a:pt x="4702" y="8156"/>
                    <a:pt x="4904" y="8315"/>
                  </a:cubicBezTo>
                  <a:cubicBezTo>
                    <a:pt x="4955" y="8355"/>
                    <a:pt x="5017" y="8375"/>
                    <a:pt x="5078" y="8375"/>
                  </a:cubicBezTo>
                  <a:cubicBezTo>
                    <a:pt x="5140" y="8375"/>
                    <a:pt x="5202" y="8355"/>
                    <a:pt x="5254" y="8315"/>
                  </a:cubicBezTo>
                  <a:cubicBezTo>
                    <a:pt x="5456" y="8156"/>
                    <a:pt x="5791" y="7854"/>
                    <a:pt x="6042" y="7433"/>
                  </a:cubicBezTo>
                  <a:cubicBezTo>
                    <a:pt x="6042" y="7430"/>
                    <a:pt x="6044" y="7430"/>
                    <a:pt x="6044" y="7430"/>
                  </a:cubicBezTo>
                  <a:cubicBezTo>
                    <a:pt x="4778" y="6479"/>
                    <a:pt x="3928" y="5000"/>
                    <a:pt x="3715" y="3329"/>
                  </a:cubicBezTo>
                  <a:lnTo>
                    <a:pt x="2249" y="2451"/>
                  </a:lnTo>
                  <a:cubicBezTo>
                    <a:pt x="2555" y="1214"/>
                    <a:pt x="1551" y="58"/>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0"/>
            <p:cNvSpPr/>
            <p:nvPr/>
          </p:nvSpPr>
          <p:spPr>
            <a:xfrm>
              <a:off x="6190552" y="3391746"/>
              <a:ext cx="171721" cy="209290"/>
            </a:xfrm>
            <a:custGeom>
              <a:rect b="b" l="l" r="r" t="t"/>
              <a:pathLst>
                <a:path extrusionOk="0" h="7894" w="6477">
                  <a:moveTo>
                    <a:pt x="2489" y="0"/>
                  </a:moveTo>
                  <a:cubicBezTo>
                    <a:pt x="2159" y="0"/>
                    <a:pt x="1837" y="40"/>
                    <a:pt x="1529" y="118"/>
                  </a:cubicBezTo>
                  <a:cubicBezTo>
                    <a:pt x="630" y="969"/>
                    <a:pt x="1" y="2633"/>
                    <a:pt x="1" y="3830"/>
                  </a:cubicBezTo>
                  <a:cubicBezTo>
                    <a:pt x="1" y="4891"/>
                    <a:pt x="710" y="5412"/>
                    <a:pt x="1280" y="6170"/>
                  </a:cubicBezTo>
                  <a:cubicBezTo>
                    <a:pt x="1518" y="5844"/>
                    <a:pt x="1691" y="5801"/>
                    <a:pt x="2035" y="5801"/>
                  </a:cubicBezTo>
                  <a:cubicBezTo>
                    <a:pt x="2159" y="5801"/>
                    <a:pt x="2305" y="5807"/>
                    <a:pt x="2485" y="5807"/>
                  </a:cubicBezTo>
                  <a:cubicBezTo>
                    <a:pt x="3511" y="5807"/>
                    <a:pt x="4343" y="6487"/>
                    <a:pt x="4343" y="7328"/>
                  </a:cubicBezTo>
                  <a:cubicBezTo>
                    <a:pt x="4343" y="7528"/>
                    <a:pt x="4297" y="7718"/>
                    <a:pt x="4210" y="7894"/>
                  </a:cubicBezTo>
                  <a:cubicBezTo>
                    <a:pt x="5552" y="7224"/>
                    <a:pt x="6477" y="5800"/>
                    <a:pt x="6477" y="4150"/>
                  </a:cubicBezTo>
                  <a:cubicBezTo>
                    <a:pt x="6477" y="1861"/>
                    <a:pt x="4691" y="2"/>
                    <a:pt x="2489" y="0"/>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0"/>
            <p:cNvSpPr/>
            <p:nvPr/>
          </p:nvSpPr>
          <p:spPr>
            <a:xfrm>
              <a:off x="6150677" y="3395033"/>
              <a:ext cx="80412" cy="206055"/>
            </a:xfrm>
            <a:custGeom>
              <a:rect b="b" l="l" r="r" t="t"/>
              <a:pathLst>
                <a:path extrusionOk="0" h="7772" w="3033">
                  <a:moveTo>
                    <a:pt x="3033" y="0"/>
                  </a:moveTo>
                  <a:cubicBezTo>
                    <a:pt x="1292" y="446"/>
                    <a:pt x="1" y="2078"/>
                    <a:pt x="1" y="4028"/>
                  </a:cubicBezTo>
                  <a:cubicBezTo>
                    <a:pt x="1" y="5678"/>
                    <a:pt x="926" y="7104"/>
                    <a:pt x="2267" y="7772"/>
                  </a:cubicBezTo>
                  <a:cubicBezTo>
                    <a:pt x="2181" y="7597"/>
                    <a:pt x="2134" y="7406"/>
                    <a:pt x="2134" y="7206"/>
                  </a:cubicBezTo>
                  <a:cubicBezTo>
                    <a:pt x="2134" y="6743"/>
                    <a:pt x="2387" y="6330"/>
                    <a:pt x="2786" y="6051"/>
                  </a:cubicBezTo>
                  <a:cubicBezTo>
                    <a:pt x="2376" y="5212"/>
                    <a:pt x="2143" y="4261"/>
                    <a:pt x="2143" y="3252"/>
                  </a:cubicBezTo>
                  <a:cubicBezTo>
                    <a:pt x="2143" y="2056"/>
                    <a:pt x="2469" y="941"/>
                    <a:pt x="3033"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0"/>
            <p:cNvSpPr/>
            <p:nvPr/>
          </p:nvSpPr>
          <p:spPr>
            <a:xfrm>
              <a:off x="6334038" y="3460996"/>
              <a:ext cx="56472" cy="71663"/>
            </a:xfrm>
            <a:custGeom>
              <a:rect b="b" l="l" r="r" t="t"/>
              <a:pathLst>
                <a:path extrusionOk="0" h="2703" w="2130">
                  <a:moveTo>
                    <a:pt x="1065" y="1"/>
                  </a:moveTo>
                  <a:cubicBezTo>
                    <a:pt x="477" y="1"/>
                    <a:pt x="0" y="606"/>
                    <a:pt x="0" y="1351"/>
                  </a:cubicBezTo>
                  <a:cubicBezTo>
                    <a:pt x="0" y="2097"/>
                    <a:pt x="477" y="2702"/>
                    <a:pt x="1065" y="2702"/>
                  </a:cubicBezTo>
                  <a:cubicBezTo>
                    <a:pt x="1653" y="2702"/>
                    <a:pt x="2129" y="2097"/>
                    <a:pt x="2129" y="1351"/>
                  </a:cubicBezTo>
                  <a:cubicBezTo>
                    <a:pt x="2129" y="606"/>
                    <a:pt x="1653" y="1"/>
                    <a:pt x="1065"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0"/>
            <p:cNvSpPr/>
            <p:nvPr/>
          </p:nvSpPr>
          <p:spPr>
            <a:xfrm>
              <a:off x="6122521" y="3460996"/>
              <a:ext cx="56472" cy="71663"/>
            </a:xfrm>
            <a:custGeom>
              <a:rect b="b" l="l" r="r" t="t"/>
              <a:pathLst>
                <a:path extrusionOk="0" h="2703" w="2130">
                  <a:moveTo>
                    <a:pt x="1065" y="1"/>
                  </a:moveTo>
                  <a:cubicBezTo>
                    <a:pt x="477" y="1"/>
                    <a:pt x="0" y="606"/>
                    <a:pt x="0" y="1351"/>
                  </a:cubicBezTo>
                  <a:cubicBezTo>
                    <a:pt x="0" y="2097"/>
                    <a:pt x="477" y="2702"/>
                    <a:pt x="1065" y="2702"/>
                  </a:cubicBezTo>
                  <a:cubicBezTo>
                    <a:pt x="1653" y="2702"/>
                    <a:pt x="2130" y="2097"/>
                    <a:pt x="2130" y="1351"/>
                  </a:cubicBezTo>
                  <a:cubicBezTo>
                    <a:pt x="2130" y="606"/>
                    <a:pt x="1653" y="1"/>
                    <a:pt x="1065" y="1"/>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0"/>
            <p:cNvSpPr/>
            <p:nvPr/>
          </p:nvSpPr>
          <p:spPr>
            <a:xfrm>
              <a:off x="6172550" y="3544617"/>
              <a:ext cx="167983" cy="59892"/>
            </a:xfrm>
            <a:custGeom>
              <a:rect b="b" l="l" r="r" t="t"/>
              <a:pathLst>
                <a:path extrusionOk="0" h="2259" w="6336">
                  <a:moveTo>
                    <a:pt x="2499" y="0"/>
                  </a:moveTo>
                  <a:cubicBezTo>
                    <a:pt x="2093" y="0"/>
                    <a:pt x="1605" y="126"/>
                    <a:pt x="1296" y="648"/>
                  </a:cubicBezTo>
                  <a:cubicBezTo>
                    <a:pt x="1063" y="1043"/>
                    <a:pt x="624" y="1376"/>
                    <a:pt x="254" y="1600"/>
                  </a:cubicBezTo>
                  <a:cubicBezTo>
                    <a:pt x="1" y="1753"/>
                    <a:pt x="61" y="2134"/>
                    <a:pt x="349" y="2196"/>
                  </a:cubicBezTo>
                  <a:cubicBezTo>
                    <a:pt x="356" y="2196"/>
                    <a:pt x="358" y="2199"/>
                    <a:pt x="365" y="2199"/>
                  </a:cubicBezTo>
                  <a:cubicBezTo>
                    <a:pt x="534" y="2235"/>
                    <a:pt x="729" y="2259"/>
                    <a:pt x="938" y="2259"/>
                  </a:cubicBezTo>
                  <a:cubicBezTo>
                    <a:pt x="1317" y="2259"/>
                    <a:pt x="1741" y="2180"/>
                    <a:pt x="2139" y="1952"/>
                  </a:cubicBezTo>
                  <a:cubicBezTo>
                    <a:pt x="2518" y="1722"/>
                    <a:pt x="2764" y="1453"/>
                    <a:pt x="2922" y="1192"/>
                  </a:cubicBezTo>
                  <a:cubicBezTo>
                    <a:pt x="2979" y="1100"/>
                    <a:pt x="3074" y="1054"/>
                    <a:pt x="3169" y="1054"/>
                  </a:cubicBezTo>
                  <a:cubicBezTo>
                    <a:pt x="3263" y="1054"/>
                    <a:pt x="3358" y="1100"/>
                    <a:pt x="3414" y="1192"/>
                  </a:cubicBezTo>
                  <a:cubicBezTo>
                    <a:pt x="3572" y="1453"/>
                    <a:pt x="3818" y="1722"/>
                    <a:pt x="4197" y="1952"/>
                  </a:cubicBezTo>
                  <a:cubicBezTo>
                    <a:pt x="4595" y="2180"/>
                    <a:pt x="5019" y="2259"/>
                    <a:pt x="5398" y="2259"/>
                  </a:cubicBezTo>
                  <a:cubicBezTo>
                    <a:pt x="5607" y="2259"/>
                    <a:pt x="5802" y="2235"/>
                    <a:pt x="5971" y="2199"/>
                  </a:cubicBezTo>
                  <a:cubicBezTo>
                    <a:pt x="5978" y="2199"/>
                    <a:pt x="5980" y="2196"/>
                    <a:pt x="5987" y="2196"/>
                  </a:cubicBezTo>
                  <a:cubicBezTo>
                    <a:pt x="6275" y="2134"/>
                    <a:pt x="6335" y="1753"/>
                    <a:pt x="6082" y="1600"/>
                  </a:cubicBezTo>
                  <a:cubicBezTo>
                    <a:pt x="5710" y="1376"/>
                    <a:pt x="5275" y="1043"/>
                    <a:pt x="5042" y="648"/>
                  </a:cubicBezTo>
                  <a:cubicBezTo>
                    <a:pt x="4733" y="126"/>
                    <a:pt x="4244" y="0"/>
                    <a:pt x="3839" y="0"/>
                  </a:cubicBezTo>
                  <a:cubicBezTo>
                    <a:pt x="3647" y="0"/>
                    <a:pt x="3475" y="28"/>
                    <a:pt x="3348" y="56"/>
                  </a:cubicBezTo>
                  <a:cubicBezTo>
                    <a:pt x="3288" y="68"/>
                    <a:pt x="3227" y="74"/>
                    <a:pt x="3167" y="74"/>
                  </a:cubicBezTo>
                  <a:cubicBezTo>
                    <a:pt x="3108" y="74"/>
                    <a:pt x="3048" y="68"/>
                    <a:pt x="2991" y="56"/>
                  </a:cubicBezTo>
                  <a:cubicBezTo>
                    <a:pt x="2863" y="28"/>
                    <a:pt x="2690" y="0"/>
                    <a:pt x="2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0"/>
            <p:cNvSpPr/>
            <p:nvPr/>
          </p:nvSpPr>
          <p:spPr>
            <a:xfrm>
              <a:off x="6171198" y="3533216"/>
              <a:ext cx="170794" cy="59998"/>
            </a:xfrm>
            <a:custGeom>
              <a:rect b="b" l="l" r="r" t="t"/>
              <a:pathLst>
                <a:path extrusionOk="0" h="2263" w="6442">
                  <a:moveTo>
                    <a:pt x="2551" y="0"/>
                  </a:moveTo>
                  <a:cubicBezTo>
                    <a:pt x="2144" y="0"/>
                    <a:pt x="1656" y="127"/>
                    <a:pt x="1347" y="650"/>
                  </a:cubicBezTo>
                  <a:cubicBezTo>
                    <a:pt x="1094" y="1074"/>
                    <a:pt x="611" y="1426"/>
                    <a:pt x="223" y="1650"/>
                  </a:cubicBezTo>
                  <a:cubicBezTo>
                    <a:pt x="1" y="1777"/>
                    <a:pt x="50" y="2110"/>
                    <a:pt x="296" y="2174"/>
                  </a:cubicBezTo>
                  <a:cubicBezTo>
                    <a:pt x="334" y="2185"/>
                    <a:pt x="376" y="2194"/>
                    <a:pt x="418" y="2203"/>
                  </a:cubicBezTo>
                  <a:cubicBezTo>
                    <a:pt x="586" y="2239"/>
                    <a:pt x="780" y="2262"/>
                    <a:pt x="987" y="2262"/>
                  </a:cubicBezTo>
                  <a:cubicBezTo>
                    <a:pt x="1368" y="2262"/>
                    <a:pt x="1794" y="2183"/>
                    <a:pt x="2192" y="1954"/>
                  </a:cubicBezTo>
                  <a:cubicBezTo>
                    <a:pt x="2447" y="1799"/>
                    <a:pt x="2640" y="1628"/>
                    <a:pt x="2791" y="1453"/>
                  </a:cubicBezTo>
                  <a:cubicBezTo>
                    <a:pt x="2903" y="1320"/>
                    <a:pt x="3063" y="1253"/>
                    <a:pt x="3222" y="1253"/>
                  </a:cubicBezTo>
                  <a:cubicBezTo>
                    <a:pt x="3382" y="1253"/>
                    <a:pt x="3542" y="1320"/>
                    <a:pt x="3654" y="1453"/>
                  </a:cubicBezTo>
                  <a:cubicBezTo>
                    <a:pt x="3800" y="1628"/>
                    <a:pt x="3998" y="1799"/>
                    <a:pt x="4253" y="1954"/>
                  </a:cubicBezTo>
                  <a:cubicBezTo>
                    <a:pt x="4650" y="2183"/>
                    <a:pt x="5077" y="2262"/>
                    <a:pt x="5458" y="2262"/>
                  </a:cubicBezTo>
                  <a:cubicBezTo>
                    <a:pt x="5665" y="2262"/>
                    <a:pt x="5859" y="2239"/>
                    <a:pt x="6027" y="2203"/>
                  </a:cubicBezTo>
                  <a:cubicBezTo>
                    <a:pt x="6069" y="2194"/>
                    <a:pt x="6109" y="2183"/>
                    <a:pt x="6149" y="2174"/>
                  </a:cubicBezTo>
                  <a:cubicBezTo>
                    <a:pt x="6395" y="2110"/>
                    <a:pt x="6442" y="1777"/>
                    <a:pt x="6220" y="1650"/>
                  </a:cubicBezTo>
                  <a:cubicBezTo>
                    <a:pt x="5827" y="1429"/>
                    <a:pt x="5342" y="1074"/>
                    <a:pt x="5093" y="650"/>
                  </a:cubicBezTo>
                  <a:cubicBezTo>
                    <a:pt x="4784" y="127"/>
                    <a:pt x="4295" y="0"/>
                    <a:pt x="3889" y="0"/>
                  </a:cubicBezTo>
                  <a:cubicBezTo>
                    <a:pt x="3698" y="0"/>
                    <a:pt x="3526" y="28"/>
                    <a:pt x="3399" y="56"/>
                  </a:cubicBezTo>
                  <a:cubicBezTo>
                    <a:pt x="3339" y="68"/>
                    <a:pt x="3278" y="74"/>
                    <a:pt x="3218" y="74"/>
                  </a:cubicBezTo>
                  <a:cubicBezTo>
                    <a:pt x="3159" y="74"/>
                    <a:pt x="3099" y="68"/>
                    <a:pt x="3042" y="56"/>
                  </a:cubicBezTo>
                  <a:cubicBezTo>
                    <a:pt x="2914" y="28"/>
                    <a:pt x="2741" y="0"/>
                    <a:pt x="2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0"/>
            <p:cNvSpPr/>
            <p:nvPr/>
          </p:nvSpPr>
          <p:spPr>
            <a:xfrm>
              <a:off x="6211709" y="3384375"/>
              <a:ext cx="163688" cy="124079"/>
            </a:xfrm>
            <a:custGeom>
              <a:rect b="b" l="l" r="r" t="t"/>
              <a:pathLst>
                <a:path extrusionOk="0" h="4680" w="6174">
                  <a:moveTo>
                    <a:pt x="881" y="1"/>
                  </a:moveTo>
                  <a:cubicBezTo>
                    <a:pt x="356" y="278"/>
                    <a:pt x="1" y="575"/>
                    <a:pt x="1" y="664"/>
                  </a:cubicBezTo>
                  <a:cubicBezTo>
                    <a:pt x="1" y="1476"/>
                    <a:pt x="759" y="1977"/>
                    <a:pt x="1793" y="2467"/>
                  </a:cubicBezTo>
                  <a:cubicBezTo>
                    <a:pt x="1873" y="2463"/>
                    <a:pt x="1951" y="2452"/>
                    <a:pt x="2028" y="2432"/>
                  </a:cubicBezTo>
                  <a:lnTo>
                    <a:pt x="3969" y="1955"/>
                  </a:lnTo>
                  <a:cubicBezTo>
                    <a:pt x="4039" y="1938"/>
                    <a:pt x="4108" y="1929"/>
                    <a:pt x="4176" y="1929"/>
                  </a:cubicBezTo>
                  <a:cubicBezTo>
                    <a:pt x="4636" y="1929"/>
                    <a:pt x="5031" y="2302"/>
                    <a:pt x="5031" y="2786"/>
                  </a:cubicBezTo>
                  <a:lnTo>
                    <a:pt x="5031" y="4536"/>
                  </a:lnTo>
                  <a:cubicBezTo>
                    <a:pt x="5031" y="4627"/>
                    <a:pt x="5103" y="4680"/>
                    <a:pt x="5176" y="4680"/>
                  </a:cubicBezTo>
                  <a:cubicBezTo>
                    <a:pt x="5227" y="4680"/>
                    <a:pt x="5279" y="4653"/>
                    <a:pt x="5306" y="4594"/>
                  </a:cubicBezTo>
                  <a:lnTo>
                    <a:pt x="6173" y="2640"/>
                  </a:lnTo>
                  <a:lnTo>
                    <a:pt x="5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0"/>
            <p:cNvSpPr/>
            <p:nvPr/>
          </p:nvSpPr>
          <p:spPr>
            <a:xfrm>
              <a:off x="6137633" y="3384375"/>
              <a:ext cx="121639" cy="124079"/>
            </a:xfrm>
            <a:custGeom>
              <a:rect b="b" l="l" r="r" t="t"/>
              <a:pathLst>
                <a:path extrusionOk="0" h="4680" w="4588">
                  <a:moveTo>
                    <a:pt x="876" y="1"/>
                  </a:moveTo>
                  <a:lnTo>
                    <a:pt x="0" y="2640"/>
                  </a:lnTo>
                  <a:lnTo>
                    <a:pt x="870" y="4594"/>
                  </a:lnTo>
                  <a:cubicBezTo>
                    <a:pt x="896" y="4653"/>
                    <a:pt x="947" y="4680"/>
                    <a:pt x="999" y="4680"/>
                  </a:cubicBezTo>
                  <a:cubicBezTo>
                    <a:pt x="1071" y="4680"/>
                    <a:pt x="1143" y="4627"/>
                    <a:pt x="1143" y="4536"/>
                  </a:cubicBezTo>
                  <a:lnTo>
                    <a:pt x="1143" y="2786"/>
                  </a:lnTo>
                  <a:cubicBezTo>
                    <a:pt x="1143" y="2303"/>
                    <a:pt x="1538" y="1930"/>
                    <a:pt x="1998" y="1930"/>
                  </a:cubicBezTo>
                  <a:cubicBezTo>
                    <a:pt x="2066" y="1930"/>
                    <a:pt x="2135" y="1938"/>
                    <a:pt x="2205" y="1955"/>
                  </a:cubicBezTo>
                  <a:lnTo>
                    <a:pt x="4143" y="2432"/>
                  </a:lnTo>
                  <a:cubicBezTo>
                    <a:pt x="4254" y="2457"/>
                    <a:pt x="4367" y="2471"/>
                    <a:pt x="4482" y="2471"/>
                  </a:cubicBezTo>
                  <a:cubicBezTo>
                    <a:pt x="4517" y="2471"/>
                    <a:pt x="4552" y="2470"/>
                    <a:pt x="4587" y="2467"/>
                  </a:cubicBezTo>
                  <a:cubicBezTo>
                    <a:pt x="4002" y="1835"/>
                    <a:pt x="3664" y="1079"/>
                    <a:pt x="3664" y="267"/>
                  </a:cubicBezTo>
                  <a:cubicBezTo>
                    <a:pt x="3664" y="178"/>
                    <a:pt x="3667" y="90"/>
                    <a:pt x="3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0"/>
            <p:cNvSpPr/>
            <p:nvPr/>
          </p:nvSpPr>
          <p:spPr>
            <a:xfrm>
              <a:off x="6165843" y="3335221"/>
              <a:ext cx="181505" cy="76833"/>
            </a:xfrm>
            <a:custGeom>
              <a:rect b="b" l="l" r="r" t="t"/>
              <a:pathLst>
                <a:path extrusionOk="0" h="2898" w="6846">
                  <a:moveTo>
                    <a:pt x="3418" y="1"/>
                  </a:moveTo>
                  <a:cubicBezTo>
                    <a:pt x="3333" y="1"/>
                    <a:pt x="3248" y="38"/>
                    <a:pt x="3190" y="114"/>
                  </a:cubicBezTo>
                  <a:cubicBezTo>
                    <a:pt x="2969" y="402"/>
                    <a:pt x="2654" y="888"/>
                    <a:pt x="2576" y="1398"/>
                  </a:cubicBezTo>
                  <a:cubicBezTo>
                    <a:pt x="2558" y="1522"/>
                    <a:pt x="2463" y="1620"/>
                    <a:pt x="2339" y="1637"/>
                  </a:cubicBezTo>
                  <a:lnTo>
                    <a:pt x="2099" y="1677"/>
                  </a:lnTo>
                  <a:cubicBezTo>
                    <a:pt x="2083" y="1680"/>
                    <a:pt x="2067" y="1681"/>
                    <a:pt x="2052" y="1681"/>
                  </a:cubicBezTo>
                  <a:cubicBezTo>
                    <a:pt x="1921" y="1681"/>
                    <a:pt x="1803" y="1593"/>
                    <a:pt x="1775" y="1460"/>
                  </a:cubicBezTo>
                  <a:cubicBezTo>
                    <a:pt x="1707" y="1147"/>
                    <a:pt x="1534" y="855"/>
                    <a:pt x="1387" y="639"/>
                  </a:cubicBezTo>
                  <a:cubicBezTo>
                    <a:pt x="1331" y="559"/>
                    <a:pt x="1244" y="519"/>
                    <a:pt x="1157" y="519"/>
                  </a:cubicBezTo>
                  <a:cubicBezTo>
                    <a:pt x="1059" y="519"/>
                    <a:pt x="962" y="569"/>
                    <a:pt x="908" y="666"/>
                  </a:cubicBezTo>
                  <a:cubicBezTo>
                    <a:pt x="735" y="970"/>
                    <a:pt x="511" y="1427"/>
                    <a:pt x="453" y="1833"/>
                  </a:cubicBezTo>
                  <a:cubicBezTo>
                    <a:pt x="442" y="1910"/>
                    <a:pt x="414" y="1986"/>
                    <a:pt x="374" y="2054"/>
                  </a:cubicBezTo>
                  <a:lnTo>
                    <a:pt x="121" y="2458"/>
                  </a:lnTo>
                  <a:cubicBezTo>
                    <a:pt x="1" y="2651"/>
                    <a:pt x="136" y="2897"/>
                    <a:pt x="363" y="2897"/>
                  </a:cubicBezTo>
                  <a:lnTo>
                    <a:pt x="6488" y="2897"/>
                  </a:lnTo>
                  <a:cubicBezTo>
                    <a:pt x="6710" y="2897"/>
                    <a:pt x="6845" y="2658"/>
                    <a:pt x="6735" y="2467"/>
                  </a:cubicBezTo>
                  <a:lnTo>
                    <a:pt x="6497" y="2059"/>
                  </a:lnTo>
                  <a:cubicBezTo>
                    <a:pt x="6462" y="1988"/>
                    <a:pt x="6437" y="1919"/>
                    <a:pt x="6426" y="1844"/>
                  </a:cubicBezTo>
                  <a:cubicBezTo>
                    <a:pt x="6371" y="1433"/>
                    <a:pt x="6145" y="970"/>
                    <a:pt x="5967" y="659"/>
                  </a:cubicBezTo>
                  <a:cubicBezTo>
                    <a:pt x="5913" y="563"/>
                    <a:pt x="5816" y="514"/>
                    <a:pt x="5719" y="514"/>
                  </a:cubicBezTo>
                  <a:cubicBezTo>
                    <a:pt x="5632" y="514"/>
                    <a:pt x="5545" y="553"/>
                    <a:pt x="5488" y="635"/>
                  </a:cubicBezTo>
                  <a:cubicBezTo>
                    <a:pt x="5340" y="848"/>
                    <a:pt x="5167" y="1147"/>
                    <a:pt x="5098" y="1464"/>
                  </a:cubicBezTo>
                  <a:cubicBezTo>
                    <a:pt x="5070" y="1596"/>
                    <a:pt x="4948" y="1685"/>
                    <a:pt x="4817" y="1685"/>
                  </a:cubicBezTo>
                  <a:cubicBezTo>
                    <a:pt x="4803" y="1685"/>
                    <a:pt x="4788" y="1684"/>
                    <a:pt x="4774" y="1682"/>
                  </a:cubicBezTo>
                  <a:lnTo>
                    <a:pt x="4497" y="1637"/>
                  </a:lnTo>
                  <a:cubicBezTo>
                    <a:pt x="4370" y="1620"/>
                    <a:pt x="4277" y="1520"/>
                    <a:pt x="4257" y="1398"/>
                  </a:cubicBezTo>
                  <a:cubicBezTo>
                    <a:pt x="4180" y="888"/>
                    <a:pt x="3867" y="402"/>
                    <a:pt x="3645" y="114"/>
                  </a:cubicBezTo>
                  <a:cubicBezTo>
                    <a:pt x="3587" y="38"/>
                    <a:pt x="3503" y="1"/>
                    <a:pt x="3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0"/>
            <p:cNvSpPr/>
            <p:nvPr/>
          </p:nvSpPr>
          <p:spPr>
            <a:xfrm>
              <a:off x="6353657" y="3524547"/>
              <a:ext cx="139535" cy="166286"/>
            </a:xfrm>
            <a:custGeom>
              <a:rect b="b" l="l" r="r" t="t"/>
              <a:pathLst>
                <a:path extrusionOk="0" h="6272" w="5263">
                  <a:moveTo>
                    <a:pt x="2635" y="1"/>
                  </a:moveTo>
                  <a:cubicBezTo>
                    <a:pt x="2571" y="1"/>
                    <a:pt x="2507" y="40"/>
                    <a:pt x="2494" y="119"/>
                  </a:cubicBezTo>
                  <a:lnTo>
                    <a:pt x="2008" y="3033"/>
                  </a:lnTo>
                  <a:cubicBezTo>
                    <a:pt x="1986" y="3173"/>
                    <a:pt x="1866" y="3273"/>
                    <a:pt x="1727" y="3273"/>
                  </a:cubicBezTo>
                  <a:lnTo>
                    <a:pt x="1582" y="3273"/>
                  </a:lnTo>
                  <a:cubicBezTo>
                    <a:pt x="1456" y="3273"/>
                    <a:pt x="1350" y="3191"/>
                    <a:pt x="1310" y="3073"/>
                  </a:cubicBezTo>
                  <a:cubicBezTo>
                    <a:pt x="1068" y="2319"/>
                    <a:pt x="722" y="1545"/>
                    <a:pt x="280" y="751"/>
                  </a:cubicBezTo>
                  <a:cubicBezTo>
                    <a:pt x="252" y="700"/>
                    <a:pt x="204" y="677"/>
                    <a:pt x="157" y="677"/>
                  </a:cubicBezTo>
                  <a:cubicBezTo>
                    <a:pt x="78" y="677"/>
                    <a:pt x="0" y="741"/>
                    <a:pt x="14" y="840"/>
                  </a:cubicBezTo>
                  <a:lnTo>
                    <a:pt x="425" y="3918"/>
                  </a:lnTo>
                  <a:cubicBezTo>
                    <a:pt x="465" y="4200"/>
                    <a:pt x="706" y="4415"/>
                    <a:pt x="990" y="4415"/>
                  </a:cubicBezTo>
                  <a:lnTo>
                    <a:pt x="1489" y="4415"/>
                  </a:lnTo>
                  <a:cubicBezTo>
                    <a:pt x="1806" y="4415"/>
                    <a:pt x="2061" y="4670"/>
                    <a:pt x="2061" y="4985"/>
                  </a:cubicBezTo>
                  <a:lnTo>
                    <a:pt x="2061" y="6271"/>
                  </a:lnTo>
                  <a:lnTo>
                    <a:pt x="3204" y="6271"/>
                  </a:lnTo>
                  <a:lnTo>
                    <a:pt x="3204" y="4985"/>
                  </a:lnTo>
                  <a:cubicBezTo>
                    <a:pt x="3204" y="4670"/>
                    <a:pt x="3459" y="4415"/>
                    <a:pt x="3774" y="4415"/>
                  </a:cubicBezTo>
                  <a:lnTo>
                    <a:pt x="4273" y="4415"/>
                  </a:lnTo>
                  <a:cubicBezTo>
                    <a:pt x="4559" y="4415"/>
                    <a:pt x="4803" y="4204"/>
                    <a:pt x="4838" y="3918"/>
                  </a:cubicBezTo>
                  <a:lnTo>
                    <a:pt x="5249" y="840"/>
                  </a:lnTo>
                  <a:cubicBezTo>
                    <a:pt x="5263" y="742"/>
                    <a:pt x="5183" y="678"/>
                    <a:pt x="5104" y="678"/>
                  </a:cubicBezTo>
                  <a:cubicBezTo>
                    <a:pt x="5057" y="678"/>
                    <a:pt x="5010" y="700"/>
                    <a:pt x="4982" y="751"/>
                  </a:cubicBezTo>
                  <a:cubicBezTo>
                    <a:pt x="4543" y="1545"/>
                    <a:pt x="4200" y="2321"/>
                    <a:pt x="3956" y="3073"/>
                  </a:cubicBezTo>
                  <a:cubicBezTo>
                    <a:pt x="3922" y="3195"/>
                    <a:pt x="3811" y="3273"/>
                    <a:pt x="3689" y="3273"/>
                  </a:cubicBezTo>
                  <a:lnTo>
                    <a:pt x="3545" y="3273"/>
                  </a:lnTo>
                  <a:cubicBezTo>
                    <a:pt x="3406" y="3273"/>
                    <a:pt x="3286" y="3173"/>
                    <a:pt x="3261" y="3033"/>
                  </a:cubicBezTo>
                  <a:lnTo>
                    <a:pt x="2776" y="119"/>
                  </a:lnTo>
                  <a:cubicBezTo>
                    <a:pt x="2762" y="40"/>
                    <a:pt x="2699" y="1"/>
                    <a:pt x="26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0"/>
            <p:cNvSpPr/>
            <p:nvPr/>
          </p:nvSpPr>
          <p:spPr>
            <a:xfrm>
              <a:off x="6381840" y="3666044"/>
              <a:ext cx="83276" cy="45416"/>
            </a:xfrm>
            <a:custGeom>
              <a:rect b="b" l="l" r="r" t="t"/>
              <a:pathLst>
                <a:path extrusionOk="0" h="1713" w="3141">
                  <a:moveTo>
                    <a:pt x="1143" y="1"/>
                  </a:moveTo>
                  <a:cubicBezTo>
                    <a:pt x="513" y="1"/>
                    <a:pt x="0" y="513"/>
                    <a:pt x="0" y="1143"/>
                  </a:cubicBezTo>
                  <a:lnTo>
                    <a:pt x="0" y="1713"/>
                  </a:lnTo>
                  <a:lnTo>
                    <a:pt x="2855" y="1713"/>
                  </a:lnTo>
                  <a:cubicBezTo>
                    <a:pt x="3015" y="1713"/>
                    <a:pt x="3141" y="1586"/>
                    <a:pt x="3141" y="1429"/>
                  </a:cubicBezTo>
                  <a:lnTo>
                    <a:pt x="3141" y="1143"/>
                  </a:lnTo>
                  <a:cubicBezTo>
                    <a:pt x="3141" y="511"/>
                    <a:pt x="2631" y="1"/>
                    <a:pt x="1999"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70"/>
          <p:cNvGrpSpPr/>
          <p:nvPr/>
        </p:nvGrpSpPr>
        <p:grpSpPr>
          <a:xfrm>
            <a:off x="6164809" y="2702686"/>
            <a:ext cx="280105" cy="376478"/>
            <a:chOff x="6164809" y="2702686"/>
            <a:chExt cx="280105" cy="376478"/>
          </a:xfrm>
        </p:grpSpPr>
        <p:sp>
          <p:nvSpPr>
            <p:cNvPr id="3899" name="Google Shape;3899;p70"/>
            <p:cNvSpPr/>
            <p:nvPr/>
          </p:nvSpPr>
          <p:spPr>
            <a:xfrm>
              <a:off x="6164809" y="2939018"/>
              <a:ext cx="280105" cy="140145"/>
            </a:xfrm>
            <a:custGeom>
              <a:rect b="b" l="l" r="r" t="t"/>
              <a:pathLst>
                <a:path extrusionOk="0" h="5286" w="10565">
                  <a:moveTo>
                    <a:pt x="5283" y="0"/>
                  </a:moveTo>
                  <a:cubicBezTo>
                    <a:pt x="2466" y="0"/>
                    <a:pt x="166" y="2205"/>
                    <a:pt x="7" y="4982"/>
                  </a:cubicBezTo>
                  <a:cubicBezTo>
                    <a:pt x="0" y="5146"/>
                    <a:pt x="129" y="5286"/>
                    <a:pt x="293" y="5286"/>
                  </a:cubicBezTo>
                  <a:lnTo>
                    <a:pt x="2069" y="5286"/>
                  </a:lnTo>
                  <a:lnTo>
                    <a:pt x="2285" y="4999"/>
                  </a:lnTo>
                  <a:lnTo>
                    <a:pt x="2497" y="5286"/>
                  </a:lnTo>
                  <a:lnTo>
                    <a:pt x="8067" y="5286"/>
                  </a:lnTo>
                  <a:lnTo>
                    <a:pt x="8280" y="4999"/>
                  </a:lnTo>
                  <a:lnTo>
                    <a:pt x="8495" y="5286"/>
                  </a:lnTo>
                  <a:lnTo>
                    <a:pt x="10271" y="5286"/>
                  </a:lnTo>
                  <a:cubicBezTo>
                    <a:pt x="10435" y="5286"/>
                    <a:pt x="10564" y="5146"/>
                    <a:pt x="10560" y="4982"/>
                  </a:cubicBezTo>
                  <a:cubicBezTo>
                    <a:pt x="10402" y="2205"/>
                    <a:pt x="8100" y="0"/>
                    <a:pt x="5283" y="0"/>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0"/>
            <p:cNvSpPr/>
            <p:nvPr/>
          </p:nvSpPr>
          <p:spPr>
            <a:xfrm>
              <a:off x="6219610" y="3058324"/>
              <a:ext cx="11427" cy="20839"/>
            </a:xfrm>
            <a:custGeom>
              <a:rect b="b" l="l" r="r" t="t"/>
              <a:pathLst>
                <a:path extrusionOk="0" h="786" w="431">
                  <a:moveTo>
                    <a:pt x="217" y="0"/>
                  </a:moveTo>
                  <a:cubicBezTo>
                    <a:pt x="216" y="0"/>
                    <a:pt x="214" y="0"/>
                    <a:pt x="213" y="0"/>
                  </a:cubicBezTo>
                  <a:cubicBezTo>
                    <a:pt x="98" y="0"/>
                    <a:pt x="0" y="94"/>
                    <a:pt x="0" y="213"/>
                  </a:cubicBezTo>
                  <a:lnTo>
                    <a:pt x="0" y="786"/>
                  </a:lnTo>
                  <a:lnTo>
                    <a:pt x="430" y="786"/>
                  </a:lnTo>
                  <a:lnTo>
                    <a:pt x="430" y="213"/>
                  </a:lnTo>
                  <a:cubicBezTo>
                    <a:pt x="430" y="95"/>
                    <a:pt x="335" y="0"/>
                    <a:pt x="217" y="0"/>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0"/>
            <p:cNvSpPr/>
            <p:nvPr/>
          </p:nvSpPr>
          <p:spPr>
            <a:xfrm>
              <a:off x="6378605" y="3058324"/>
              <a:ext cx="11427" cy="20839"/>
            </a:xfrm>
            <a:custGeom>
              <a:rect b="b" l="l" r="r" t="t"/>
              <a:pathLst>
                <a:path extrusionOk="0" h="786" w="431">
                  <a:moveTo>
                    <a:pt x="217" y="0"/>
                  </a:moveTo>
                  <a:cubicBezTo>
                    <a:pt x="216" y="0"/>
                    <a:pt x="215" y="0"/>
                    <a:pt x="213" y="0"/>
                  </a:cubicBezTo>
                  <a:cubicBezTo>
                    <a:pt x="98" y="0"/>
                    <a:pt x="0" y="94"/>
                    <a:pt x="0" y="213"/>
                  </a:cubicBezTo>
                  <a:lnTo>
                    <a:pt x="0" y="786"/>
                  </a:lnTo>
                  <a:lnTo>
                    <a:pt x="431" y="786"/>
                  </a:lnTo>
                  <a:lnTo>
                    <a:pt x="431" y="213"/>
                  </a:lnTo>
                  <a:cubicBezTo>
                    <a:pt x="431" y="95"/>
                    <a:pt x="335" y="0"/>
                    <a:pt x="217" y="0"/>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0"/>
            <p:cNvSpPr/>
            <p:nvPr/>
          </p:nvSpPr>
          <p:spPr>
            <a:xfrm>
              <a:off x="6239468" y="2702686"/>
              <a:ext cx="198897" cy="328675"/>
            </a:xfrm>
            <a:custGeom>
              <a:rect b="b" l="l" r="r" t="t"/>
              <a:pathLst>
                <a:path extrusionOk="0" h="12397" w="7502">
                  <a:moveTo>
                    <a:pt x="2503" y="0"/>
                  </a:moveTo>
                  <a:cubicBezTo>
                    <a:pt x="2199" y="0"/>
                    <a:pt x="1922" y="96"/>
                    <a:pt x="1720" y="247"/>
                  </a:cubicBezTo>
                  <a:cubicBezTo>
                    <a:pt x="1686" y="273"/>
                    <a:pt x="1647" y="289"/>
                    <a:pt x="1609" y="302"/>
                  </a:cubicBezTo>
                  <a:cubicBezTo>
                    <a:pt x="1" y="2154"/>
                    <a:pt x="939" y="4239"/>
                    <a:pt x="2531" y="5581"/>
                  </a:cubicBezTo>
                  <a:cubicBezTo>
                    <a:pt x="1737" y="5991"/>
                    <a:pt x="1116" y="6565"/>
                    <a:pt x="857" y="7282"/>
                  </a:cubicBezTo>
                  <a:cubicBezTo>
                    <a:pt x="289" y="8839"/>
                    <a:pt x="957" y="11554"/>
                    <a:pt x="3130" y="12396"/>
                  </a:cubicBezTo>
                  <a:cubicBezTo>
                    <a:pt x="3179" y="12368"/>
                    <a:pt x="3223" y="12334"/>
                    <a:pt x="3268" y="12299"/>
                  </a:cubicBezTo>
                  <a:cubicBezTo>
                    <a:pt x="3327" y="12252"/>
                    <a:pt x="3404" y="12226"/>
                    <a:pt x="3481" y="12226"/>
                  </a:cubicBezTo>
                  <a:cubicBezTo>
                    <a:pt x="3520" y="12226"/>
                    <a:pt x="3559" y="12232"/>
                    <a:pt x="3596" y="12246"/>
                  </a:cubicBezTo>
                  <a:cubicBezTo>
                    <a:pt x="3732" y="12296"/>
                    <a:pt x="3880" y="12323"/>
                    <a:pt x="4030" y="12323"/>
                  </a:cubicBezTo>
                  <a:cubicBezTo>
                    <a:pt x="4188" y="12323"/>
                    <a:pt x="4348" y="12294"/>
                    <a:pt x="4499" y="12232"/>
                  </a:cubicBezTo>
                  <a:cubicBezTo>
                    <a:pt x="4754" y="12130"/>
                    <a:pt x="4940" y="11955"/>
                    <a:pt x="5047" y="11751"/>
                  </a:cubicBezTo>
                  <a:cubicBezTo>
                    <a:pt x="5091" y="11667"/>
                    <a:pt x="5180" y="11607"/>
                    <a:pt x="5284" y="11596"/>
                  </a:cubicBezTo>
                  <a:cubicBezTo>
                    <a:pt x="5550" y="11565"/>
                    <a:pt x="5803" y="11452"/>
                    <a:pt x="5991" y="11259"/>
                  </a:cubicBezTo>
                  <a:cubicBezTo>
                    <a:pt x="6233" y="11010"/>
                    <a:pt x="6302" y="10686"/>
                    <a:pt x="6213" y="10394"/>
                  </a:cubicBezTo>
                  <a:cubicBezTo>
                    <a:pt x="6173" y="10269"/>
                    <a:pt x="6255" y="10141"/>
                    <a:pt x="6391" y="10092"/>
                  </a:cubicBezTo>
                  <a:cubicBezTo>
                    <a:pt x="6794" y="9948"/>
                    <a:pt x="7080" y="9604"/>
                    <a:pt x="7080" y="9203"/>
                  </a:cubicBezTo>
                  <a:cubicBezTo>
                    <a:pt x="7080" y="9041"/>
                    <a:pt x="7036" y="8892"/>
                    <a:pt x="6956" y="8759"/>
                  </a:cubicBezTo>
                  <a:cubicBezTo>
                    <a:pt x="6894" y="8659"/>
                    <a:pt x="6921" y="8535"/>
                    <a:pt x="7014" y="8457"/>
                  </a:cubicBezTo>
                  <a:cubicBezTo>
                    <a:pt x="7227" y="8282"/>
                    <a:pt x="7358" y="8036"/>
                    <a:pt x="7358" y="7761"/>
                  </a:cubicBezTo>
                  <a:cubicBezTo>
                    <a:pt x="7360" y="7448"/>
                    <a:pt x="7191" y="7171"/>
                    <a:pt x="6925" y="6996"/>
                  </a:cubicBezTo>
                  <a:cubicBezTo>
                    <a:pt x="6861" y="6954"/>
                    <a:pt x="6963" y="6060"/>
                    <a:pt x="6872" y="5432"/>
                  </a:cubicBezTo>
                  <a:cubicBezTo>
                    <a:pt x="6938" y="5335"/>
                    <a:pt x="6998" y="5275"/>
                    <a:pt x="7038" y="5268"/>
                  </a:cubicBezTo>
                  <a:cubicBezTo>
                    <a:pt x="7043" y="5250"/>
                    <a:pt x="7047" y="5235"/>
                    <a:pt x="7054" y="5233"/>
                  </a:cubicBezTo>
                  <a:cubicBezTo>
                    <a:pt x="7324" y="5066"/>
                    <a:pt x="7502" y="4809"/>
                    <a:pt x="7502" y="4514"/>
                  </a:cubicBezTo>
                  <a:cubicBezTo>
                    <a:pt x="7502" y="4257"/>
                    <a:pt x="7367" y="4026"/>
                    <a:pt x="7147" y="3860"/>
                  </a:cubicBezTo>
                  <a:cubicBezTo>
                    <a:pt x="7049" y="3789"/>
                    <a:pt x="7025" y="3671"/>
                    <a:pt x="7087" y="3578"/>
                  </a:cubicBezTo>
                  <a:cubicBezTo>
                    <a:pt x="7169" y="3454"/>
                    <a:pt x="7216" y="3312"/>
                    <a:pt x="7216" y="3161"/>
                  </a:cubicBezTo>
                  <a:cubicBezTo>
                    <a:pt x="7216" y="2784"/>
                    <a:pt x="6923" y="2460"/>
                    <a:pt x="6504" y="2327"/>
                  </a:cubicBezTo>
                  <a:cubicBezTo>
                    <a:pt x="6362" y="2280"/>
                    <a:pt x="6280" y="2161"/>
                    <a:pt x="6322" y="2041"/>
                  </a:cubicBezTo>
                  <a:cubicBezTo>
                    <a:pt x="6413" y="1766"/>
                    <a:pt x="6340" y="1462"/>
                    <a:pt x="6093" y="1229"/>
                  </a:cubicBezTo>
                  <a:cubicBezTo>
                    <a:pt x="5903" y="1050"/>
                    <a:pt x="5641" y="943"/>
                    <a:pt x="5368" y="912"/>
                  </a:cubicBezTo>
                  <a:cubicBezTo>
                    <a:pt x="5260" y="901"/>
                    <a:pt x="5164" y="845"/>
                    <a:pt x="5120" y="766"/>
                  </a:cubicBezTo>
                  <a:cubicBezTo>
                    <a:pt x="5013" y="573"/>
                    <a:pt x="4818" y="409"/>
                    <a:pt x="4559" y="311"/>
                  </a:cubicBezTo>
                  <a:cubicBezTo>
                    <a:pt x="4402" y="253"/>
                    <a:pt x="4238" y="226"/>
                    <a:pt x="4076" y="226"/>
                  </a:cubicBezTo>
                  <a:cubicBezTo>
                    <a:pt x="3921" y="226"/>
                    <a:pt x="3768" y="251"/>
                    <a:pt x="3627" y="298"/>
                  </a:cubicBezTo>
                  <a:cubicBezTo>
                    <a:pt x="3588" y="310"/>
                    <a:pt x="3548" y="316"/>
                    <a:pt x="3509" y="316"/>
                  </a:cubicBezTo>
                  <a:cubicBezTo>
                    <a:pt x="3428" y="316"/>
                    <a:pt x="3349" y="291"/>
                    <a:pt x="3288" y="247"/>
                  </a:cubicBezTo>
                  <a:cubicBezTo>
                    <a:pt x="3084" y="96"/>
                    <a:pt x="2806" y="0"/>
                    <a:pt x="25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0"/>
            <p:cNvSpPr/>
            <p:nvPr/>
          </p:nvSpPr>
          <p:spPr>
            <a:xfrm>
              <a:off x="6173319" y="2708651"/>
              <a:ext cx="197757" cy="327058"/>
            </a:xfrm>
            <a:custGeom>
              <a:rect b="b" l="l" r="r" t="t"/>
              <a:pathLst>
                <a:path extrusionOk="0" h="12336" w="7459">
                  <a:moveTo>
                    <a:pt x="3432" y="0"/>
                  </a:moveTo>
                  <a:cubicBezTo>
                    <a:pt x="3269" y="0"/>
                    <a:pt x="3104" y="28"/>
                    <a:pt x="2946" y="86"/>
                  </a:cubicBezTo>
                  <a:cubicBezTo>
                    <a:pt x="2687" y="184"/>
                    <a:pt x="2491" y="348"/>
                    <a:pt x="2385" y="541"/>
                  </a:cubicBezTo>
                  <a:cubicBezTo>
                    <a:pt x="2338" y="623"/>
                    <a:pt x="2247" y="678"/>
                    <a:pt x="2137" y="689"/>
                  </a:cubicBezTo>
                  <a:cubicBezTo>
                    <a:pt x="1864" y="716"/>
                    <a:pt x="1602" y="825"/>
                    <a:pt x="1411" y="1004"/>
                  </a:cubicBezTo>
                  <a:cubicBezTo>
                    <a:pt x="1161" y="1237"/>
                    <a:pt x="1090" y="1543"/>
                    <a:pt x="1183" y="1816"/>
                  </a:cubicBezTo>
                  <a:cubicBezTo>
                    <a:pt x="1223" y="1933"/>
                    <a:pt x="1143" y="2055"/>
                    <a:pt x="1001" y="2102"/>
                  </a:cubicBezTo>
                  <a:cubicBezTo>
                    <a:pt x="582" y="2237"/>
                    <a:pt x="289" y="2559"/>
                    <a:pt x="289" y="2936"/>
                  </a:cubicBezTo>
                  <a:cubicBezTo>
                    <a:pt x="289" y="3087"/>
                    <a:pt x="336" y="3229"/>
                    <a:pt x="415" y="3353"/>
                  </a:cubicBezTo>
                  <a:cubicBezTo>
                    <a:pt x="478" y="3446"/>
                    <a:pt x="451" y="3564"/>
                    <a:pt x="356" y="3635"/>
                  </a:cubicBezTo>
                  <a:cubicBezTo>
                    <a:pt x="136" y="3799"/>
                    <a:pt x="1" y="4032"/>
                    <a:pt x="1" y="4289"/>
                  </a:cubicBezTo>
                  <a:cubicBezTo>
                    <a:pt x="1" y="4582"/>
                    <a:pt x="174" y="4841"/>
                    <a:pt x="449" y="5008"/>
                  </a:cubicBezTo>
                  <a:cubicBezTo>
                    <a:pt x="524" y="5052"/>
                    <a:pt x="367" y="6201"/>
                    <a:pt x="571" y="6751"/>
                  </a:cubicBezTo>
                  <a:cubicBezTo>
                    <a:pt x="571" y="6760"/>
                    <a:pt x="571" y="6769"/>
                    <a:pt x="573" y="6773"/>
                  </a:cubicBezTo>
                  <a:cubicBezTo>
                    <a:pt x="313" y="6948"/>
                    <a:pt x="145" y="7225"/>
                    <a:pt x="145" y="7534"/>
                  </a:cubicBezTo>
                  <a:cubicBezTo>
                    <a:pt x="145" y="7809"/>
                    <a:pt x="278" y="8055"/>
                    <a:pt x="489" y="8230"/>
                  </a:cubicBezTo>
                  <a:cubicBezTo>
                    <a:pt x="582" y="8308"/>
                    <a:pt x="606" y="8432"/>
                    <a:pt x="546" y="8532"/>
                  </a:cubicBezTo>
                  <a:cubicBezTo>
                    <a:pt x="466" y="8665"/>
                    <a:pt x="422" y="8813"/>
                    <a:pt x="422" y="8975"/>
                  </a:cubicBezTo>
                  <a:cubicBezTo>
                    <a:pt x="422" y="9377"/>
                    <a:pt x="706" y="9721"/>
                    <a:pt x="1112" y="9865"/>
                  </a:cubicBezTo>
                  <a:cubicBezTo>
                    <a:pt x="1249" y="9916"/>
                    <a:pt x="1327" y="10042"/>
                    <a:pt x="1289" y="10166"/>
                  </a:cubicBezTo>
                  <a:cubicBezTo>
                    <a:pt x="1201" y="10459"/>
                    <a:pt x="1269" y="10783"/>
                    <a:pt x="1511" y="11031"/>
                  </a:cubicBezTo>
                  <a:cubicBezTo>
                    <a:pt x="1695" y="11224"/>
                    <a:pt x="1950" y="11337"/>
                    <a:pt x="2219" y="11369"/>
                  </a:cubicBezTo>
                  <a:cubicBezTo>
                    <a:pt x="2323" y="11380"/>
                    <a:pt x="2414" y="11439"/>
                    <a:pt x="2456" y="11524"/>
                  </a:cubicBezTo>
                  <a:cubicBezTo>
                    <a:pt x="2562" y="11728"/>
                    <a:pt x="2751" y="11903"/>
                    <a:pt x="3002" y="12005"/>
                  </a:cubicBezTo>
                  <a:cubicBezTo>
                    <a:pt x="3154" y="12066"/>
                    <a:pt x="3314" y="12096"/>
                    <a:pt x="3472" y="12096"/>
                  </a:cubicBezTo>
                  <a:cubicBezTo>
                    <a:pt x="3622" y="12096"/>
                    <a:pt x="3770" y="12069"/>
                    <a:pt x="3906" y="12018"/>
                  </a:cubicBezTo>
                  <a:cubicBezTo>
                    <a:pt x="3943" y="12005"/>
                    <a:pt x="3982" y="11999"/>
                    <a:pt x="4021" y="11999"/>
                  </a:cubicBezTo>
                  <a:cubicBezTo>
                    <a:pt x="4097" y="11999"/>
                    <a:pt x="4173" y="12024"/>
                    <a:pt x="4232" y="12072"/>
                  </a:cubicBezTo>
                  <a:cubicBezTo>
                    <a:pt x="4432" y="12236"/>
                    <a:pt x="4703" y="12336"/>
                    <a:pt x="4995" y="12336"/>
                  </a:cubicBezTo>
                  <a:cubicBezTo>
                    <a:pt x="5228" y="12336"/>
                    <a:pt x="5441" y="12273"/>
                    <a:pt x="5619" y="12169"/>
                  </a:cubicBezTo>
                  <a:cubicBezTo>
                    <a:pt x="4381" y="10847"/>
                    <a:pt x="3866" y="9113"/>
                    <a:pt x="4432" y="7556"/>
                  </a:cubicBezTo>
                  <a:lnTo>
                    <a:pt x="4474" y="7447"/>
                  </a:lnTo>
                  <a:cubicBezTo>
                    <a:pt x="4490" y="7448"/>
                    <a:pt x="4505" y="7448"/>
                    <a:pt x="4520" y="7448"/>
                  </a:cubicBezTo>
                  <a:cubicBezTo>
                    <a:pt x="6866" y="7448"/>
                    <a:pt x="7458" y="4231"/>
                    <a:pt x="5911" y="4178"/>
                  </a:cubicBezTo>
                  <a:cubicBezTo>
                    <a:pt x="4332" y="3191"/>
                    <a:pt x="3277" y="1559"/>
                    <a:pt x="4106" y="79"/>
                  </a:cubicBezTo>
                  <a:lnTo>
                    <a:pt x="4106" y="79"/>
                  </a:lnTo>
                  <a:cubicBezTo>
                    <a:pt x="4074" y="89"/>
                    <a:pt x="4040" y="94"/>
                    <a:pt x="4006" y="94"/>
                  </a:cubicBezTo>
                  <a:cubicBezTo>
                    <a:pt x="3963" y="94"/>
                    <a:pt x="3920" y="86"/>
                    <a:pt x="3878" y="73"/>
                  </a:cubicBezTo>
                  <a:cubicBezTo>
                    <a:pt x="3737" y="25"/>
                    <a:pt x="3586" y="0"/>
                    <a:pt x="3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0"/>
            <p:cNvSpPr/>
            <p:nvPr/>
          </p:nvSpPr>
          <p:spPr>
            <a:xfrm>
              <a:off x="6262162" y="2759370"/>
              <a:ext cx="149451" cy="196431"/>
            </a:xfrm>
            <a:custGeom>
              <a:rect b="b" l="l" r="r" t="t"/>
              <a:pathLst>
                <a:path extrusionOk="0" h="7409" w="5637">
                  <a:moveTo>
                    <a:pt x="1647" y="1"/>
                  </a:moveTo>
                  <a:cubicBezTo>
                    <a:pt x="1534" y="1"/>
                    <a:pt x="1420" y="3"/>
                    <a:pt x="1310" y="14"/>
                  </a:cubicBezTo>
                  <a:cubicBezTo>
                    <a:pt x="254" y="763"/>
                    <a:pt x="1" y="1584"/>
                    <a:pt x="1" y="2465"/>
                  </a:cubicBezTo>
                  <a:cubicBezTo>
                    <a:pt x="1" y="3736"/>
                    <a:pt x="531" y="5632"/>
                    <a:pt x="1935" y="5825"/>
                  </a:cubicBezTo>
                  <a:cubicBezTo>
                    <a:pt x="2733" y="5929"/>
                    <a:pt x="3363" y="6444"/>
                    <a:pt x="3485" y="7098"/>
                  </a:cubicBezTo>
                  <a:lnTo>
                    <a:pt x="4120" y="7408"/>
                  </a:lnTo>
                  <a:cubicBezTo>
                    <a:pt x="5044" y="6645"/>
                    <a:pt x="5637" y="5470"/>
                    <a:pt x="5637" y="4150"/>
                  </a:cubicBezTo>
                  <a:cubicBezTo>
                    <a:pt x="5637" y="1857"/>
                    <a:pt x="3851" y="1"/>
                    <a:pt x="1647" y="1"/>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0"/>
            <p:cNvSpPr/>
            <p:nvPr/>
          </p:nvSpPr>
          <p:spPr>
            <a:xfrm>
              <a:off x="6200150" y="2759847"/>
              <a:ext cx="113447" cy="208839"/>
            </a:xfrm>
            <a:custGeom>
              <a:rect b="b" l="l" r="r" t="t"/>
              <a:pathLst>
                <a:path extrusionOk="0" h="7877" w="4279">
                  <a:moveTo>
                    <a:pt x="3651" y="0"/>
                  </a:moveTo>
                  <a:lnTo>
                    <a:pt x="3651" y="0"/>
                  </a:lnTo>
                  <a:cubicBezTo>
                    <a:pt x="1606" y="178"/>
                    <a:pt x="0" y="1959"/>
                    <a:pt x="0" y="4132"/>
                  </a:cubicBezTo>
                  <a:cubicBezTo>
                    <a:pt x="0" y="5782"/>
                    <a:pt x="925" y="7209"/>
                    <a:pt x="2267" y="7876"/>
                  </a:cubicBezTo>
                  <a:cubicBezTo>
                    <a:pt x="2182" y="7701"/>
                    <a:pt x="2134" y="7510"/>
                    <a:pt x="2134" y="7311"/>
                  </a:cubicBezTo>
                  <a:cubicBezTo>
                    <a:pt x="2134" y="6470"/>
                    <a:pt x="2965" y="5791"/>
                    <a:pt x="3992" y="5791"/>
                  </a:cubicBezTo>
                  <a:cubicBezTo>
                    <a:pt x="4090" y="5791"/>
                    <a:pt x="4183" y="5796"/>
                    <a:pt x="4278" y="5807"/>
                  </a:cubicBezTo>
                  <a:cubicBezTo>
                    <a:pt x="3495" y="4886"/>
                    <a:pt x="3027" y="3720"/>
                    <a:pt x="3027" y="2447"/>
                  </a:cubicBezTo>
                  <a:cubicBezTo>
                    <a:pt x="3027" y="1566"/>
                    <a:pt x="3252" y="730"/>
                    <a:pt x="3651" y="0"/>
                  </a:cubicBezTo>
                  <a:close/>
                </a:path>
              </a:pathLst>
            </a:custGeom>
            <a:solidFill>
              <a:srgbClr val="F2B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0"/>
            <p:cNvSpPr/>
            <p:nvPr/>
          </p:nvSpPr>
          <p:spPr>
            <a:xfrm>
              <a:off x="6383431" y="2828700"/>
              <a:ext cx="56472" cy="71584"/>
            </a:xfrm>
            <a:custGeom>
              <a:rect b="b" l="l" r="r" t="t"/>
              <a:pathLst>
                <a:path extrusionOk="0" h="2700" w="2130">
                  <a:moveTo>
                    <a:pt x="1065" y="0"/>
                  </a:moveTo>
                  <a:cubicBezTo>
                    <a:pt x="477" y="0"/>
                    <a:pt x="0" y="604"/>
                    <a:pt x="0" y="1349"/>
                  </a:cubicBezTo>
                  <a:cubicBezTo>
                    <a:pt x="0" y="2096"/>
                    <a:pt x="477" y="2700"/>
                    <a:pt x="1065" y="2700"/>
                  </a:cubicBezTo>
                  <a:cubicBezTo>
                    <a:pt x="1653" y="2700"/>
                    <a:pt x="2129" y="2096"/>
                    <a:pt x="2129" y="1349"/>
                  </a:cubicBezTo>
                  <a:cubicBezTo>
                    <a:pt x="2129" y="604"/>
                    <a:pt x="1653" y="0"/>
                    <a:pt x="1065" y="0"/>
                  </a:cubicBezTo>
                  <a:close/>
                </a:path>
              </a:pathLst>
            </a:custGeom>
            <a:solidFill>
              <a:srgbClr val="F2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0"/>
            <p:cNvSpPr/>
            <p:nvPr/>
          </p:nvSpPr>
          <p:spPr>
            <a:xfrm>
              <a:off x="6171914" y="2828700"/>
              <a:ext cx="56472" cy="71584"/>
            </a:xfrm>
            <a:custGeom>
              <a:rect b="b" l="l" r="r" t="t"/>
              <a:pathLst>
                <a:path extrusionOk="0" h="2700" w="2130">
                  <a:moveTo>
                    <a:pt x="1065" y="0"/>
                  </a:moveTo>
                  <a:cubicBezTo>
                    <a:pt x="477" y="0"/>
                    <a:pt x="0" y="604"/>
                    <a:pt x="0" y="1349"/>
                  </a:cubicBezTo>
                  <a:cubicBezTo>
                    <a:pt x="0" y="2096"/>
                    <a:pt x="477" y="2700"/>
                    <a:pt x="1065" y="2700"/>
                  </a:cubicBezTo>
                  <a:cubicBezTo>
                    <a:pt x="1653" y="2700"/>
                    <a:pt x="2130" y="2096"/>
                    <a:pt x="2130" y="1349"/>
                  </a:cubicBezTo>
                  <a:cubicBezTo>
                    <a:pt x="2130" y="604"/>
                    <a:pt x="1653" y="0"/>
                    <a:pt x="1065" y="0"/>
                  </a:cubicBezTo>
                  <a:close/>
                </a:path>
              </a:pathLst>
            </a:custGeom>
            <a:solidFill>
              <a:srgbClr val="F2B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0"/>
            <p:cNvSpPr/>
            <p:nvPr/>
          </p:nvSpPr>
          <p:spPr>
            <a:xfrm>
              <a:off x="6214254" y="2912188"/>
              <a:ext cx="183440" cy="59998"/>
            </a:xfrm>
            <a:custGeom>
              <a:rect b="b" l="l" r="r" t="t"/>
              <a:pathLst>
                <a:path extrusionOk="0" h="2263" w="6919">
                  <a:moveTo>
                    <a:pt x="4183" y="1"/>
                  </a:moveTo>
                  <a:cubicBezTo>
                    <a:pt x="3847" y="1"/>
                    <a:pt x="3564" y="75"/>
                    <a:pt x="3458" y="103"/>
                  </a:cubicBezTo>
                  <a:cubicBezTo>
                    <a:pt x="3352" y="77"/>
                    <a:pt x="3067" y="3"/>
                    <a:pt x="2730" y="3"/>
                  </a:cubicBezTo>
                  <a:cubicBezTo>
                    <a:pt x="2292" y="3"/>
                    <a:pt x="1767" y="128"/>
                    <a:pt x="1433" y="649"/>
                  </a:cubicBezTo>
                  <a:cubicBezTo>
                    <a:pt x="1165" y="1068"/>
                    <a:pt x="646" y="1420"/>
                    <a:pt x="231" y="1644"/>
                  </a:cubicBezTo>
                  <a:cubicBezTo>
                    <a:pt x="0" y="1769"/>
                    <a:pt x="45" y="2112"/>
                    <a:pt x="300" y="2174"/>
                  </a:cubicBezTo>
                  <a:cubicBezTo>
                    <a:pt x="342" y="2186"/>
                    <a:pt x="386" y="2194"/>
                    <a:pt x="431" y="2201"/>
                  </a:cubicBezTo>
                  <a:cubicBezTo>
                    <a:pt x="613" y="2238"/>
                    <a:pt x="823" y="2262"/>
                    <a:pt x="1048" y="2262"/>
                  </a:cubicBezTo>
                  <a:cubicBezTo>
                    <a:pt x="1458" y="2262"/>
                    <a:pt x="1915" y="2182"/>
                    <a:pt x="2345" y="1955"/>
                  </a:cubicBezTo>
                  <a:cubicBezTo>
                    <a:pt x="2642" y="1789"/>
                    <a:pt x="2864" y="1600"/>
                    <a:pt x="3030" y="1411"/>
                  </a:cubicBezTo>
                  <a:cubicBezTo>
                    <a:pt x="3142" y="1282"/>
                    <a:pt x="3300" y="1217"/>
                    <a:pt x="3458" y="1217"/>
                  </a:cubicBezTo>
                  <a:cubicBezTo>
                    <a:pt x="3616" y="1217"/>
                    <a:pt x="3774" y="1282"/>
                    <a:pt x="3886" y="1411"/>
                  </a:cubicBezTo>
                  <a:cubicBezTo>
                    <a:pt x="4050" y="1600"/>
                    <a:pt x="4272" y="1789"/>
                    <a:pt x="4571" y="1955"/>
                  </a:cubicBezTo>
                  <a:cubicBezTo>
                    <a:pt x="5001" y="2182"/>
                    <a:pt x="5459" y="2262"/>
                    <a:pt x="5868" y="2262"/>
                  </a:cubicBezTo>
                  <a:cubicBezTo>
                    <a:pt x="6094" y="2262"/>
                    <a:pt x="6304" y="2238"/>
                    <a:pt x="6488" y="2201"/>
                  </a:cubicBezTo>
                  <a:cubicBezTo>
                    <a:pt x="6532" y="2194"/>
                    <a:pt x="6576" y="2186"/>
                    <a:pt x="6619" y="2174"/>
                  </a:cubicBezTo>
                  <a:cubicBezTo>
                    <a:pt x="6874" y="2112"/>
                    <a:pt x="6918" y="1769"/>
                    <a:pt x="6687" y="1644"/>
                  </a:cubicBezTo>
                  <a:cubicBezTo>
                    <a:pt x="6268" y="1420"/>
                    <a:pt x="5749" y="1070"/>
                    <a:pt x="5481" y="649"/>
                  </a:cubicBezTo>
                  <a:cubicBezTo>
                    <a:pt x="5147" y="127"/>
                    <a:pt x="4621" y="1"/>
                    <a:pt x="4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0"/>
            <p:cNvSpPr/>
            <p:nvPr/>
          </p:nvSpPr>
          <p:spPr>
            <a:xfrm>
              <a:off x="6214254" y="2900867"/>
              <a:ext cx="183307" cy="59971"/>
            </a:xfrm>
            <a:custGeom>
              <a:rect b="b" l="l" r="r" t="t"/>
              <a:pathLst>
                <a:path extrusionOk="0" h="2262" w="6914">
                  <a:moveTo>
                    <a:pt x="4186" y="1"/>
                  </a:moveTo>
                  <a:cubicBezTo>
                    <a:pt x="3904" y="1"/>
                    <a:pt x="3659" y="53"/>
                    <a:pt x="3525" y="86"/>
                  </a:cubicBezTo>
                  <a:cubicBezTo>
                    <a:pt x="3501" y="92"/>
                    <a:pt x="3479" y="95"/>
                    <a:pt x="3457" y="95"/>
                  </a:cubicBezTo>
                  <a:cubicBezTo>
                    <a:pt x="3435" y="95"/>
                    <a:pt x="3414" y="92"/>
                    <a:pt x="3392" y="86"/>
                  </a:cubicBezTo>
                  <a:cubicBezTo>
                    <a:pt x="3258" y="54"/>
                    <a:pt x="3014" y="2"/>
                    <a:pt x="2734" y="2"/>
                  </a:cubicBezTo>
                  <a:cubicBezTo>
                    <a:pt x="2296" y="2"/>
                    <a:pt x="1768" y="128"/>
                    <a:pt x="1433" y="650"/>
                  </a:cubicBezTo>
                  <a:cubicBezTo>
                    <a:pt x="1165" y="1067"/>
                    <a:pt x="648" y="1419"/>
                    <a:pt x="231" y="1646"/>
                  </a:cubicBezTo>
                  <a:cubicBezTo>
                    <a:pt x="0" y="1770"/>
                    <a:pt x="45" y="2114"/>
                    <a:pt x="300" y="2173"/>
                  </a:cubicBezTo>
                  <a:cubicBezTo>
                    <a:pt x="342" y="2184"/>
                    <a:pt x="386" y="2193"/>
                    <a:pt x="428" y="2202"/>
                  </a:cubicBezTo>
                  <a:cubicBezTo>
                    <a:pt x="611" y="2238"/>
                    <a:pt x="820" y="2262"/>
                    <a:pt x="1045" y="2262"/>
                  </a:cubicBezTo>
                  <a:cubicBezTo>
                    <a:pt x="1455" y="2262"/>
                    <a:pt x="1914" y="2183"/>
                    <a:pt x="2345" y="1956"/>
                  </a:cubicBezTo>
                  <a:cubicBezTo>
                    <a:pt x="2775" y="1714"/>
                    <a:pt x="3048" y="1430"/>
                    <a:pt x="3216" y="1160"/>
                  </a:cubicBezTo>
                  <a:cubicBezTo>
                    <a:pt x="3272" y="1071"/>
                    <a:pt x="3364" y="1027"/>
                    <a:pt x="3457" y="1027"/>
                  </a:cubicBezTo>
                  <a:cubicBezTo>
                    <a:pt x="3550" y="1027"/>
                    <a:pt x="3642" y="1071"/>
                    <a:pt x="3698" y="1160"/>
                  </a:cubicBezTo>
                  <a:cubicBezTo>
                    <a:pt x="3866" y="1430"/>
                    <a:pt x="4139" y="1714"/>
                    <a:pt x="4569" y="1956"/>
                  </a:cubicBezTo>
                  <a:cubicBezTo>
                    <a:pt x="5000" y="2183"/>
                    <a:pt x="5459" y="2262"/>
                    <a:pt x="5869" y="2262"/>
                  </a:cubicBezTo>
                  <a:cubicBezTo>
                    <a:pt x="6093" y="2262"/>
                    <a:pt x="6302" y="2238"/>
                    <a:pt x="6483" y="2202"/>
                  </a:cubicBezTo>
                  <a:cubicBezTo>
                    <a:pt x="6528" y="2193"/>
                    <a:pt x="6572" y="2184"/>
                    <a:pt x="6614" y="2173"/>
                  </a:cubicBezTo>
                  <a:cubicBezTo>
                    <a:pt x="6869" y="2114"/>
                    <a:pt x="6914" y="1770"/>
                    <a:pt x="6683" y="1646"/>
                  </a:cubicBezTo>
                  <a:cubicBezTo>
                    <a:pt x="6268" y="1419"/>
                    <a:pt x="5749" y="1067"/>
                    <a:pt x="5481" y="650"/>
                  </a:cubicBezTo>
                  <a:cubicBezTo>
                    <a:pt x="5147" y="127"/>
                    <a:pt x="4623" y="1"/>
                    <a:pt x="41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0"/>
            <p:cNvSpPr/>
            <p:nvPr/>
          </p:nvSpPr>
          <p:spPr>
            <a:xfrm>
              <a:off x="6251876" y="2804998"/>
              <a:ext cx="108065" cy="68243"/>
            </a:xfrm>
            <a:custGeom>
              <a:rect b="b" l="l" r="r" t="t"/>
              <a:pathLst>
                <a:path extrusionOk="0" h="2574" w="4076">
                  <a:moveTo>
                    <a:pt x="2039" y="1"/>
                  </a:moveTo>
                  <a:cubicBezTo>
                    <a:pt x="1187" y="1"/>
                    <a:pt x="553" y="522"/>
                    <a:pt x="203" y="899"/>
                  </a:cubicBezTo>
                  <a:cubicBezTo>
                    <a:pt x="1" y="1118"/>
                    <a:pt x="1" y="1456"/>
                    <a:pt x="203" y="1675"/>
                  </a:cubicBezTo>
                  <a:cubicBezTo>
                    <a:pt x="553" y="2057"/>
                    <a:pt x="1187" y="2573"/>
                    <a:pt x="2039" y="2573"/>
                  </a:cubicBezTo>
                  <a:cubicBezTo>
                    <a:pt x="2889" y="2573"/>
                    <a:pt x="3525" y="2052"/>
                    <a:pt x="3873" y="1675"/>
                  </a:cubicBezTo>
                  <a:cubicBezTo>
                    <a:pt x="4075" y="1456"/>
                    <a:pt x="4075" y="1118"/>
                    <a:pt x="3873" y="899"/>
                  </a:cubicBezTo>
                  <a:cubicBezTo>
                    <a:pt x="3525" y="520"/>
                    <a:pt x="2889" y="1"/>
                    <a:pt x="20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0"/>
            <p:cNvSpPr/>
            <p:nvPr/>
          </p:nvSpPr>
          <p:spPr>
            <a:xfrm>
              <a:off x="6279343" y="2804998"/>
              <a:ext cx="53131" cy="68243"/>
            </a:xfrm>
            <a:custGeom>
              <a:rect b="b" l="l" r="r" t="t"/>
              <a:pathLst>
                <a:path extrusionOk="0" h="2574" w="2004">
                  <a:moveTo>
                    <a:pt x="1003" y="1"/>
                  </a:moveTo>
                  <a:cubicBezTo>
                    <a:pt x="449" y="1"/>
                    <a:pt x="1" y="577"/>
                    <a:pt x="1" y="1287"/>
                  </a:cubicBezTo>
                  <a:cubicBezTo>
                    <a:pt x="1" y="1999"/>
                    <a:pt x="449" y="2573"/>
                    <a:pt x="1003" y="2573"/>
                  </a:cubicBezTo>
                  <a:cubicBezTo>
                    <a:pt x="1555" y="2573"/>
                    <a:pt x="2003" y="1999"/>
                    <a:pt x="2003" y="1287"/>
                  </a:cubicBezTo>
                  <a:cubicBezTo>
                    <a:pt x="2003" y="577"/>
                    <a:pt x="1555" y="1"/>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70"/>
          <p:cNvGrpSpPr/>
          <p:nvPr/>
        </p:nvGrpSpPr>
        <p:grpSpPr>
          <a:xfrm>
            <a:off x="6115707" y="2071026"/>
            <a:ext cx="378413" cy="376318"/>
            <a:chOff x="6115707" y="2071026"/>
            <a:chExt cx="378413" cy="376318"/>
          </a:xfrm>
        </p:grpSpPr>
        <p:sp>
          <p:nvSpPr>
            <p:cNvPr id="3913" name="Google Shape;3913;p70"/>
            <p:cNvSpPr/>
            <p:nvPr/>
          </p:nvSpPr>
          <p:spPr>
            <a:xfrm>
              <a:off x="6444118" y="2111033"/>
              <a:ext cx="50003" cy="54510"/>
            </a:xfrm>
            <a:custGeom>
              <a:rect b="b" l="l" r="r" t="t"/>
              <a:pathLst>
                <a:path extrusionOk="0" h="2056" w="1886">
                  <a:moveTo>
                    <a:pt x="972" y="0"/>
                  </a:moveTo>
                  <a:cubicBezTo>
                    <a:pt x="873" y="0"/>
                    <a:pt x="777" y="53"/>
                    <a:pt x="728" y="148"/>
                  </a:cubicBezTo>
                  <a:lnTo>
                    <a:pt x="0" y="1588"/>
                  </a:lnTo>
                  <a:lnTo>
                    <a:pt x="668" y="2056"/>
                  </a:lnTo>
                  <a:lnTo>
                    <a:pt x="1770" y="880"/>
                  </a:lnTo>
                  <a:cubicBezTo>
                    <a:pt x="1885" y="758"/>
                    <a:pt x="1865" y="565"/>
                    <a:pt x="1730" y="470"/>
                  </a:cubicBezTo>
                  <a:lnTo>
                    <a:pt x="1127" y="49"/>
                  </a:lnTo>
                  <a:cubicBezTo>
                    <a:pt x="1079" y="16"/>
                    <a:pt x="1025" y="0"/>
                    <a:pt x="9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0"/>
            <p:cNvSpPr/>
            <p:nvPr/>
          </p:nvSpPr>
          <p:spPr>
            <a:xfrm>
              <a:off x="6398410" y="2071026"/>
              <a:ext cx="55782" cy="48889"/>
            </a:xfrm>
            <a:custGeom>
              <a:rect b="b" l="l" r="r" t="t"/>
              <a:pathLst>
                <a:path extrusionOk="0" h="1844" w="2104">
                  <a:moveTo>
                    <a:pt x="1364" y="1"/>
                  </a:moveTo>
                  <a:cubicBezTo>
                    <a:pt x="1298" y="1"/>
                    <a:pt x="1230" y="25"/>
                    <a:pt x="1176" y="76"/>
                  </a:cubicBezTo>
                  <a:lnTo>
                    <a:pt x="1" y="1176"/>
                  </a:lnTo>
                  <a:lnTo>
                    <a:pt x="471" y="1844"/>
                  </a:lnTo>
                  <a:lnTo>
                    <a:pt x="1908" y="1118"/>
                  </a:lnTo>
                  <a:cubicBezTo>
                    <a:pt x="2057" y="1043"/>
                    <a:pt x="2103" y="854"/>
                    <a:pt x="2008" y="719"/>
                  </a:cubicBezTo>
                  <a:lnTo>
                    <a:pt x="1587" y="116"/>
                  </a:lnTo>
                  <a:cubicBezTo>
                    <a:pt x="1533" y="40"/>
                    <a:pt x="1449" y="1"/>
                    <a:pt x="13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0"/>
            <p:cNvSpPr/>
            <p:nvPr/>
          </p:nvSpPr>
          <p:spPr>
            <a:xfrm>
              <a:off x="6251054" y="2087437"/>
              <a:ext cx="230314" cy="224932"/>
            </a:xfrm>
            <a:custGeom>
              <a:rect b="b" l="l" r="r" t="t"/>
              <a:pathLst>
                <a:path extrusionOk="0" h="8484" w="8687">
                  <a:moveTo>
                    <a:pt x="5653" y="1"/>
                  </a:moveTo>
                  <a:cubicBezTo>
                    <a:pt x="5500" y="1"/>
                    <a:pt x="5338" y="52"/>
                    <a:pt x="5171" y="169"/>
                  </a:cubicBezTo>
                  <a:cubicBezTo>
                    <a:pt x="5133" y="193"/>
                    <a:pt x="5100" y="222"/>
                    <a:pt x="5066" y="249"/>
                  </a:cubicBezTo>
                  <a:cubicBezTo>
                    <a:pt x="5014" y="294"/>
                    <a:pt x="4946" y="318"/>
                    <a:pt x="4878" y="318"/>
                  </a:cubicBezTo>
                  <a:cubicBezTo>
                    <a:pt x="4846" y="318"/>
                    <a:pt x="4814" y="313"/>
                    <a:pt x="4783" y="302"/>
                  </a:cubicBezTo>
                  <a:cubicBezTo>
                    <a:pt x="4640" y="252"/>
                    <a:pt x="4492" y="225"/>
                    <a:pt x="4340" y="225"/>
                  </a:cubicBezTo>
                  <a:cubicBezTo>
                    <a:pt x="4061" y="225"/>
                    <a:pt x="3771" y="315"/>
                    <a:pt x="3485" y="515"/>
                  </a:cubicBezTo>
                  <a:cubicBezTo>
                    <a:pt x="3195" y="717"/>
                    <a:pt x="2982" y="987"/>
                    <a:pt x="2849" y="1280"/>
                  </a:cubicBezTo>
                  <a:cubicBezTo>
                    <a:pt x="2798" y="1391"/>
                    <a:pt x="2715" y="1480"/>
                    <a:pt x="2609" y="1542"/>
                  </a:cubicBezTo>
                  <a:lnTo>
                    <a:pt x="1598" y="2123"/>
                  </a:lnTo>
                  <a:cubicBezTo>
                    <a:pt x="779" y="2817"/>
                    <a:pt x="1" y="4104"/>
                    <a:pt x="203" y="4807"/>
                  </a:cubicBezTo>
                  <a:cubicBezTo>
                    <a:pt x="301" y="5149"/>
                    <a:pt x="762" y="5559"/>
                    <a:pt x="1397" y="5559"/>
                  </a:cubicBezTo>
                  <a:cubicBezTo>
                    <a:pt x="1576" y="5559"/>
                    <a:pt x="1770" y="5526"/>
                    <a:pt x="1972" y="5450"/>
                  </a:cubicBezTo>
                  <a:lnTo>
                    <a:pt x="4173" y="3600"/>
                  </a:lnTo>
                  <a:cubicBezTo>
                    <a:pt x="4224" y="3560"/>
                    <a:pt x="4284" y="3538"/>
                    <a:pt x="4348" y="3534"/>
                  </a:cubicBezTo>
                  <a:cubicBezTo>
                    <a:pt x="4459" y="3529"/>
                    <a:pt x="4567" y="3518"/>
                    <a:pt x="4678" y="3494"/>
                  </a:cubicBezTo>
                  <a:cubicBezTo>
                    <a:pt x="4699" y="3489"/>
                    <a:pt x="4720" y="3487"/>
                    <a:pt x="4740" y="3487"/>
                  </a:cubicBezTo>
                  <a:cubicBezTo>
                    <a:pt x="4915" y="3487"/>
                    <a:pt x="5055" y="3652"/>
                    <a:pt x="5015" y="3831"/>
                  </a:cubicBezTo>
                  <a:cubicBezTo>
                    <a:pt x="4991" y="3939"/>
                    <a:pt x="4978" y="4050"/>
                    <a:pt x="4973" y="4161"/>
                  </a:cubicBezTo>
                  <a:cubicBezTo>
                    <a:pt x="4971" y="4226"/>
                    <a:pt x="4949" y="4285"/>
                    <a:pt x="4909" y="4336"/>
                  </a:cubicBezTo>
                  <a:lnTo>
                    <a:pt x="3946" y="5481"/>
                  </a:lnTo>
                  <a:cubicBezTo>
                    <a:pt x="3685" y="6093"/>
                    <a:pt x="3341" y="6982"/>
                    <a:pt x="3436" y="7311"/>
                  </a:cubicBezTo>
                  <a:cubicBezTo>
                    <a:pt x="3634" y="7996"/>
                    <a:pt x="4181" y="8483"/>
                    <a:pt x="5046" y="8483"/>
                  </a:cubicBezTo>
                  <a:cubicBezTo>
                    <a:pt x="5189" y="8483"/>
                    <a:pt x="5341" y="8470"/>
                    <a:pt x="5501" y="8442"/>
                  </a:cubicBezTo>
                  <a:lnTo>
                    <a:pt x="6965" y="5900"/>
                  </a:lnTo>
                  <a:cubicBezTo>
                    <a:pt x="7027" y="5794"/>
                    <a:pt x="7116" y="5712"/>
                    <a:pt x="7227" y="5661"/>
                  </a:cubicBezTo>
                  <a:cubicBezTo>
                    <a:pt x="7520" y="5527"/>
                    <a:pt x="7788" y="5315"/>
                    <a:pt x="7992" y="5024"/>
                  </a:cubicBezTo>
                  <a:cubicBezTo>
                    <a:pt x="8298" y="4583"/>
                    <a:pt x="8347" y="4130"/>
                    <a:pt x="8205" y="3726"/>
                  </a:cubicBezTo>
                  <a:cubicBezTo>
                    <a:pt x="8172" y="3629"/>
                    <a:pt x="8187" y="3520"/>
                    <a:pt x="8258" y="3443"/>
                  </a:cubicBezTo>
                  <a:cubicBezTo>
                    <a:pt x="8285" y="3409"/>
                    <a:pt x="8314" y="3376"/>
                    <a:pt x="8347" y="3343"/>
                  </a:cubicBezTo>
                  <a:cubicBezTo>
                    <a:pt x="8686" y="2857"/>
                    <a:pt x="8475" y="2413"/>
                    <a:pt x="8043" y="2112"/>
                  </a:cubicBezTo>
                  <a:cubicBezTo>
                    <a:pt x="7792" y="1937"/>
                    <a:pt x="7406" y="1768"/>
                    <a:pt x="7060" y="1755"/>
                  </a:cubicBezTo>
                  <a:cubicBezTo>
                    <a:pt x="6896" y="1746"/>
                    <a:pt x="6765" y="1615"/>
                    <a:pt x="6761" y="1455"/>
                  </a:cubicBezTo>
                  <a:cubicBezTo>
                    <a:pt x="6745" y="1109"/>
                    <a:pt x="6577" y="721"/>
                    <a:pt x="6402" y="471"/>
                  </a:cubicBezTo>
                  <a:cubicBezTo>
                    <a:pt x="6204" y="188"/>
                    <a:pt x="5945" y="1"/>
                    <a:pt x="56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0"/>
            <p:cNvSpPr/>
            <p:nvPr/>
          </p:nvSpPr>
          <p:spPr>
            <a:xfrm>
              <a:off x="6169210" y="2143696"/>
              <a:ext cx="134100" cy="153110"/>
            </a:xfrm>
            <a:custGeom>
              <a:rect b="b" l="l" r="r" t="t"/>
              <a:pathLst>
                <a:path extrusionOk="0" h="5775" w="5058">
                  <a:moveTo>
                    <a:pt x="4685" y="1"/>
                  </a:moveTo>
                  <a:lnTo>
                    <a:pt x="0" y="2702"/>
                  </a:lnTo>
                  <a:lnTo>
                    <a:pt x="404" y="4705"/>
                  </a:lnTo>
                  <a:lnTo>
                    <a:pt x="2147" y="5774"/>
                  </a:lnTo>
                  <a:lnTo>
                    <a:pt x="5057" y="3328"/>
                  </a:lnTo>
                  <a:cubicBezTo>
                    <a:pt x="4716" y="3006"/>
                    <a:pt x="4470" y="2625"/>
                    <a:pt x="4348" y="2186"/>
                  </a:cubicBezTo>
                  <a:cubicBezTo>
                    <a:pt x="4143" y="1483"/>
                    <a:pt x="4281" y="728"/>
                    <a:pt x="46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0"/>
            <p:cNvSpPr/>
            <p:nvPr/>
          </p:nvSpPr>
          <p:spPr>
            <a:xfrm>
              <a:off x="6218708" y="2221855"/>
              <a:ext cx="22801" cy="22774"/>
            </a:xfrm>
            <a:custGeom>
              <a:rect b="b" l="l" r="r" t="t"/>
              <a:pathLst>
                <a:path extrusionOk="0" h="859" w="860">
                  <a:moveTo>
                    <a:pt x="431" y="1"/>
                  </a:moveTo>
                  <a:cubicBezTo>
                    <a:pt x="194" y="1"/>
                    <a:pt x="1" y="191"/>
                    <a:pt x="1" y="431"/>
                  </a:cubicBezTo>
                  <a:cubicBezTo>
                    <a:pt x="1" y="668"/>
                    <a:pt x="194" y="859"/>
                    <a:pt x="431" y="859"/>
                  </a:cubicBezTo>
                  <a:cubicBezTo>
                    <a:pt x="668" y="859"/>
                    <a:pt x="859" y="668"/>
                    <a:pt x="859" y="431"/>
                  </a:cubicBezTo>
                  <a:cubicBezTo>
                    <a:pt x="859" y="191"/>
                    <a:pt x="668" y="1"/>
                    <a:pt x="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0"/>
            <p:cNvSpPr/>
            <p:nvPr/>
          </p:nvSpPr>
          <p:spPr>
            <a:xfrm>
              <a:off x="6254235" y="2196986"/>
              <a:ext cx="22774" cy="22827"/>
            </a:xfrm>
            <a:custGeom>
              <a:rect b="b" l="l" r="r" t="t"/>
              <a:pathLst>
                <a:path extrusionOk="0" h="861" w="859">
                  <a:moveTo>
                    <a:pt x="431" y="0"/>
                  </a:moveTo>
                  <a:cubicBezTo>
                    <a:pt x="191" y="0"/>
                    <a:pt x="1" y="193"/>
                    <a:pt x="1" y="431"/>
                  </a:cubicBezTo>
                  <a:cubicBezTo>
                    <a:pt x="1" y="668"/>
                    <a:pt x="191" y="861"/>
                    <a:pt x="431" y="861"/>
                  </a:cubicBezTo>
                  <a:cubicBezTo>
                    <a:pt x="668" y="861"/>
                    <a:pt x="859" y="668"/>
                    <a:pt x="859" y="431"/>
                  </a:cubicBezTo>
                  <a:cubicBezTo>
                    <a:pt x="859" y="193"/>
                    <a:pt x="668"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0"/>
            <p:cNvSpPr/>
            <p:nvPr/>
          </p:nvSpPr>
          <p:spPr>
            <a:xfrm>
              <a:off x="6288993" y="2172118"/>
              <a:ext cx="24551" cy="22801"/>
            </a:xfrm>
            <a:custGeom>
              <a:rect b="b" l="l" r="r" t="t"/>
              <a:pathLst>
                <a:path extrusionOk="0" h="860" w="926">
                  <a:moveTo>
                    <a:pt x="460" y="1"/>
                  </a:moveTo>
                  <a:cubicBezTo>
                    <a:pt x="254" y="1"/>
                    <a:pt x="72" y="151"/>
                    <a:pt x="38" y="362"/>
                  </a:cubicBezTo>
                  <a:cubicBezTo>
                    <a:pt x="0" y="595"/>
                    <a:pt x="160" y="816"/>
                    <a:pt x="395" y="854"/>
                  </a:cubicBezTo>
                  <a:cubicBezTo>
                    <a:pt x="418" y="858"/>
                    <a:pt x="441" y="860"/>
                    <a:pt x="463" y="860"/>
                  </a:cubicBezTo>
                  <a:cubicBezTo>
                    <a:pt x="670" y="860"/>
                    <a:pt x="853" y="709"/>
                    <a:pt x="887" y="499"/>
                  </a:cubicBezTo>
                  <a:cubicBezTo>
                    <a:pt x="925" y="264"/>
                    <a:pt x="765" y="45"/>
                    <a:pt x="533" y="7"/>
                  </a:cubicBezTo>
                  <a:cubicBezTo>
                    <a:pt x="508" y="3"/>
                    <a:pt x="484" y="1"/>
                    <a:pt x="4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0"/>
            <p:cNvSpPr/>
            <p:nvPr/>
          </p:nvSpPr>
          <p:spPr>
            <a:xfrm>
              <a:off x="6115707" y="2215333"/>
              <a:ext cx="110451" cy="123177"/>
            </a:xfrm>
            <a:custGeom>
              <a:rect b="b" l="l" r="r" t="t"/>
              <a:pathLst>
                <a:path extrusionOk="0" h="4646" w="4166">
                  <a:moveTo>
                    <a:pt x="2014" y="0"/>
                  </a:moveTo>
                  <a:lnTo>
                    <a:pt x="945" y="615"/>
                  </a:lnTo>
                  <a:cubicBezTo>
                    <a:pt x="923" y="627"/>
                    <a:pt x="899" y="633"/>
                    <a:pt x="876" y="633"/>
                  </a:cubicBezTo>
                  <a:cubicBezTo>
                    <a:pt x="833" y="633"/>
                    <a:pt x="790" y="613"/>
                    <a:pt x="763" y="577"/>
                  </a:cubicBezTo>
                  <a:lnTo>
                    <a:pt x="754" y="559"/>
                  </a:lnTo>
                  <a:cubicBezTo>
                    <a:pt x="701" y="484"/>
                    <a:pt x="617" y="444"/>
                    <a:pt x="530" y="444"/>
                  </a:cubicBezTo>
                  <a:cubicBezTo>
                    <a:pt x="476" y="444"/>
                    <a:pt x="421" y="459"/>
                    <a:pt x="373" y="493"/>
                  </a:cubicBezTo>
                  <a:lnTo>
                    <a:pt x="151" y="648"/>
                  </a:lnTo>
                  <a:cubicBezTo>
                    <a:pt x="29" y="734"/>
                    <a:pt x="0" y="903"/>
                    <a:pt x="84" y="1027"/>
                  </a:cubicBezTo>
                  <a:lnTo>
                    <a:pt x="2540" y="4529"/>
                  </a:lnTo>
                  <a:cubicBezTo>
                    <a:pt x="2591" y="4604"/>
                    <a:pt x="2676" y="4645"/>
                    <a:pt x="2762" y="4645"/>
                  </a:cubicBezTo>
                  <a:cubicBezTo>
                    <a:pt x="2816" y="4645"/>
                    <a:pt x="2871" y="4629"/>
                    <a:pt x="2919" y="4596"/>
                  </a:cubicBezTo>
                  <a:lnTo>
                    <a:pt x="3141" y="4441"/>
                  </a:lnTo>
                  <a:cubicBezTo>
                    <a:pt x="3263" y="4354"/>
                    <a:pt x="3294" y="4186"/>
                    <a:pt x="3207" y="4061"/>
                  </a:cubicBezTo>
                  <a:lnTo>
                    <a:pt x="3196" y="4044"/>
                  </a:lnTo>
                  <a:cubicBezTo>
                    <a:pt x="3154" y="3993"/>
                    <a:pt x="3165" y="3911"/>
                    <a:pt x="3221" y="3866"/>
                  </a:cubicBezTo>
                  <a:lnTo>
                    <a:pt x="4165" y="3072"/>
                  </a:lnTo>
                  <a:lnTo>
                    <a:pt x="20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0"/>
            <p:cNvSpPr/>
            <p:nvPr/>
          </p:nvSpPr>
          <p:spPr>
            <a:xfrm>
              <a:off x="6267226" y="2232805"/>
              <a:ext cx="129699" cy="162071"/>
            </a:xfrm>
            <a:custGeom>
              <a:rect b="b" l="l" r="r" t="t"/>
              <a:pathLst>
                <a:path extrusionOk="0" h="6113" w="4892">
                  <a:moveTo>
                    <a:pt x="3334" y="0"/>
                  </a:moveTo>
                  <a:lnTo>
                    <a:pt x="1" y="3966"/>
                  </a:lnTo>
                  <a:lnTo>
                    <a:pt x="1068" y="5709"/>
                  </a:lnTo>
                  <a:lnTo>
                    <a:pt x="3073" y="6113"/>
                  </a:lnTo>
                  <a:lnTo>
                    <a:pt x="4891" y="2959"/>
                  </a:lnTo>
                  <a:cubicBezTo>
                    <a:pt x="4201" y="2453"/>
                    <a:pt x="3700" y="1786"/>
                    <a:pt x="3470" y="994"/>
                  </a:cubicBezTo>
                  <a:cubicBezTo>
                    <a:pt x="3374" y="665"/>
                    <a:pt x="3330" y="333"/>
                    <a:pt x="3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0"/>
            <p:cNvSpPr/>
            <p:nvPr/>
          </p:nvSpPr>
          <p:spPr>
            <a:xfrm>
              <a:off x="6224303" y="2337821"/>
              <a:ext cx="124344" cy="109523"/>
            </a:xfrm>
            <a:custGeom>
              <a:rect b="b" l="l" r="r" t="t"/>
              <a:pathLst>
                <a:path extrusionOk="0" h="4131" w="4690">
                  <a:moveTo>
                    <a:pt x="1617" y="0"/>
                  </a:moveTo>
                  <a:lnTo>
                    <a:pt x="821" y="947"/>
                  </a:lnTo>
                  <a:cubicBezTo>
                    <a:pt x="795" y="978"/>
                    <a:pt x="755" y="994"/>
                    <a:pt x="715" y="994"/>
                  </a:cubicBezTo>
                  <a:cubicBezTo>
                    <a:pt x="688" y="994"/>
                    <a:pt x="661" y="987"/>
                    <a:pt x="637" y="972"/>
                  </a:cubicBezTo>
                  <a:lnTo>
                    <a:pt x="622" y="961"/>
                  </a:lnTo>
                  <a:cubicBezTo>
                    <a:pt x="575" y="927"/>
                    <a:pt x="520" y="911"/>
                    <a:pt x="466" y="911"/>
                  </a:cubicBezTo>
                  <a:cubicBezTo>
                    <a:pt x="380" y="911"/>
                    <a:pt x="294" y="952"/>
                    <a:pt x="242" y="1027"/>
                  </a:cubicBezTo>
                  <a:lnTo>
                    <a:pt x="87" y="1249"/>
                  </a:lnTo>
                  <a:cubicBezTo>
                    <a:pt x="1" y="1371"/>
                    <a:pt x="32" y="1542"/>
                    <a:pt x="154" y="1628"/>
                  </a:cubicBezTo>
                  <a:lnTo>
                    <a:pt x="3654" y="4081"/>
                  </a:lnTo>
                  <a:cubicBezTo>
                    <a:pt x="3700" y="4115"/>
                    <a:pt x="3755" y="4130"/>
                    <a:pt x="3809" y="4130"/>
                  </a:cubicBezTo>
                  <a:cubicBezTo>
                    <a:pt x="3896" y="4130"/>
                    <a:pt x="3982" y="4090"/>
                    <a:pt x="4035" y="4015"/>
                  </a:cubicBezTo>
                  <a:lnTo>
                    <a:pt x="4190" y="3793"/>
                  </a:lnTo>
                  <a:cubicBezTo>
                    <a:pt x="4283" y="3669"/>
                    <a:pt x="4255" y="3500"/>
                    <a:pt x="4128" y="3414"/>
                  </a:cubicBezTo>
                  <a:lnTo>
                    <a:pt x="4113" y="3403"/>
                  </a:lnTo>
                  <a:cubicBezTo>
                    <a:pt x="4053" y="3360"/>
                    <a:pt x="4037" y="3283"/>
                    <a:pt x="4073" y="3223"/>
                  </a:cubicBezTo>
                  <a:lnTo>
                    <a:pt x="4689" y="2152"/>
                  </a:lnTo>
                  <a:lnTo>
                    <a:pt x="16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0"/>
            <p:cNvSpPr/>
            <p:nvPr/>
          </p:nvSpPr>
          <p:spPr>
            <a:xfrm>
              <a:off x="6319323" y="2322417"/>
              <a:ext cx="22854" cy="22774"/>
            </a:xfrm>
            <a:custGeom>
              <a:rect b="b" l="l" r="r" t="t"/>
              <a:pathLst>
                <a:path extrusionOk="0" h="859" w="862">
                  <a:moveTo>
                    <a:pt x="431" y="0"/>
                  </a:moveTo>
                  <a:cubicBezTo>
                    <a:pt x="194" y="0"/>
                    <a:pt x="1" y="191"/>
                    <a:pt x="1" y="428"/>
                  </a:cubicBezTo>
                  <a:cubicBezTo>
                    <a:pt x="1" y="668"/>
                    <a:pt x="194" y="859"/>
                    <a:pt x="431" y="859"/>
                  </a:cubicBezTo>
                  <a:cubicBezTo>
                    <a:pt x="668" y="859"/>
                    <a:pt x="861" y="668"/>
                    <a:pt x="861" y="428"/>
                  </a:cubicBezTo>
                  <a:cubicBezTo>
                    <a:pt x="861" y="191"/>
                    <a:pt x="668"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0"/>
            <p:cNvSpPr/>
            <p:nvPr/>
          </p:nvSpPr>
          <p:spPr>
            <a:xfrm>
              <a:off x="6344192" y="2286943"/>
              <a:ext cx="22801" cy="22854"/>
            </a:xfrm>
            <a:custGeom>
              <a:rect b="b" l="l" r="r" t="t"/>
              <a:pathLst>
                <a:path extrusionOk="0" h="862" w="860">
                  <a:moveTo>
                    <a:pt x="431" y="1"/>
                  </a:moveTo>
                  <a:cubicBezTo>
                    <a:pt x="192" y="1"/>
                    <a:pt x="1" y="194"/>
                    <a:pt x="1" y="431"/>
                  </a:cubicBezTo>
                  <a:cubicBezTo>
                    <a:pt x="1" y="668"/>
                    <a:pt x="192" y="861"/>
                    <a:pt x="431" y="861"/>
                  </a:cubicBezTo>
                  <a:cubicBezTo>
                    <a:pt x="669" y="861"/>
                    <a:pt x="859" y="668"/>
                    <a:pt x="859" y="431"/>
                  </a:cubicBezTo>
                  <a:cubicBezTo>
                    <a:pt x="859" y="194"/>
                    <a:pt x="669" y="1"/>
                    <a:pt x="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0"/>
            <p:cNvSpPr/>
            <p:nvPr/>
          </p:nvSpPr>
          <p:spPr>
            <a:xfrm>
              <a:off x="6369008" y="2251443"/>
              <a:ext cx="22854" cy="22827"/>
            </a:xfrm>
            <a:custGeom>
              <a:rect b="b" l="l" r="r" t="t"/>
              <a:pathLst>
                <a:path extrusionOk="0" h="861" w="862">
                  <a:moveTo>
                    <a:pt x="431" y="0"/>
                  </a:moveTo>
                  <a:cubicBezTo>
                    <a:pt x="194" y="0"/>
                    <a:pt x="1" y="193"/>
                    <a:pt x="1" y="430"/>
                  </a:cubicBezTo>
                  <a:cubicBezTo>
                    <a:pt x="1" y="668"/>
                    <a:pt x="194" y="861"/>
                    <a:pt x="431" y="861"/>
                  </a:cubicBezTo>
                  <a:cubicBezTo>
                    <a:pt x="668" y="861"/>
                    <a:pt x="861" y="668"/>
                    <a:pt x="861" y="430"/>
                  </a:cubicBezTo>
                  <a:cubicBezTo>
                    <a:pt x="861" y="193"/>
                    <a:pt x="668"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70"/>
          <p:cNvGrpSpPr/>
          <p:nvPr/>
        </p:nvGrpSpPr>
        <p:grpSpPr>
          <a:xfrm>
            <a:off x="6114700" y="1439259"/>
            <a:ext cx="379420" cy="376424"/>
            <a:chOff x="6114700" y="1439259"/>
            <a:chExt cx="379420" cy="376424"/>
          </a:xfrm>
        </p:grpSpPr>
        <p:sp>
          <p:nvSpPr>
            <p:cNvPr id="3927" name="Google Shape;3927;p70"/>
            <p:cNvSpPr/>
            <p:nvPr/>
          </p:nvSpPr>
          <p:spPr>
            <a:xfrm>
              <a:off x="6114700" y="1578609"/>
              <a:ext cx="56763" cy="48836"/>
            </a:xfrm>
            <a:custGeom>
              <a:rect b="b" l="l" r="r" t="t"/>
              <a:pathLst>
                <a:path extrusionOk="0" h="1842" w="2141">
                  <a:moveTo>
                    <a:pt x="361" y="1"/>
                  </a:moveTo>
                  <a:cubicBezTo>
                    <a:pt x="141" y="1"/>
                    <a:pt x="1" y="241"/>
                    <a:pt x="111" y="431"/>
                  </a:cubicBezTo>
                  <a:lnTo>
                    <a:pt x="588" y="1261"/>
                  </a:lnTo>
                  <a:cubicBezTo>
                    <a:pt x="788" y="1607"/>
                    <a:pt x="1158" y="1824"/>
                    <a:pt x="1560" y="1831"/>
                  </a:cubicBezTo>
                  <a:lnTo>
                    <a:pt x="2141" y="1842"/>
                  </a:lnTo>
                  <a:lnTo>
                    <a:pt x="1087" y="18"/>
                  </a:lnTo>
                  <a:lnTo>
                    <a:pt x="364" y="1"/>
                  </a:lnTo>
                  <a:cubicBezTo>
                    <a:pt x="363" y="1"/>
                    <a:pt x="362" y="1"/>
                    <a:pt x="3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0"/>
            <p:cNvSpPr/>
            <p:nvPr/>
          </p:nvSpPr>
          <p:spPr>
            <a:xfrm>
              <a:off x="6143519" y="1558327"/>
              <a:ext cx="40591" cy="69118"/>
            </a:xfrm>
            <a:custGeom>
              <a:rect b="b" l="l" r="r" t="t"/>
              <a:pathLst>
                <a:path extrusionOk="0" h="2607" w="1531">
                  <a:moveTo>
                    <a:pt x="605" y="1"/>
                  </a:moveTo>
                  <a:cubicBezTo>
                    <a:pt x="508" y="1"/>
                    <a:pt x="410" y="50"/>
                    <a:pt x="355" y="147"/>
                  </a:cubicBezTo>
                  <a:lnTo>
                    <a:pt x="0" y="783"/>
                  </a:lnTo>
                  <a:lnTo>
                    <a:pt x="1054" y="2607"/>
                  </a:lnTo>
                  <a:lnTo>
                    <a:pt x="1338" y="2096"/>
                  </a:lnTo>
                  <a:cubicBezTo>
                    <a:pt x="1531" y="1744"/>
                    <a:pt x="1528" y="1318"/>
                    <a:pt x="1329" y="972"/>
                  </a:cubicBezTo>
                  <a:lnTo>
                    <a:pt x="852" y="143"/>
                  </a:lnTo>
                  <a:cubicBezTo>
                    <a:pt x="797" y="48"/>
                    <a:pt x="701" y="1"/>
                    <a:pt x="6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0"/>
            <p:cNvSpPr/>
            <p:nvPr/>
          </p:nvSpPr>
          <p:spPr>
            <a:xfrm>
              <a:off x="6130740" y="1562357"/>
              <a:ext cx="115223" cy="188530"/>
            </a:xfrm>
            <a:custGeom>
              <a:rect b="b" l="l" r="r" t="t"/>
              <a:pathLst>
                <a:path extrusionOk="0" h="7111" w="4346">
                  <a:moveTo>
                    <a:pt x="243" y="0"/>
                  </a:moveTo>
                  <a:cubicBezTo>
                    <a:pt x="207" y="0"/>
                    <a:pt x="170" y="9"/>
                    <a:pt x="136" y="28"/>
                  </a:cubicBezTo>
                  <a:cubicBezTo>
                    <a:pt x="34" y="90"/>
                    <a:pt x="1" y="221"/>
                    <a:pt x="59" y="323"/>
                  </a:cubicBezTo>
                  <a:lnTo>
                    <a:pt x="3916" y="7001"/>
                  </a:lnTo>
                  <a:cubicBezTo>
                    <a:pt x="3953" y="7070"/>
                    <a:pt x="4026" y="7110"/>
                    <a:pt x="4102" y="7110"/>
                  </a:cubicBezTo>
                  <a:cubicBezTo>
                    <a:pt x="4137" y="7110"/>
                    <a:pt x="4173" y="7101"/>
                    <a:pt x="4208" y="7079"/>
                  </a:cubicBezTo>
                  <a:cubicBezTo>
                    <a:pt x="4313" y="7019"/>
                    <a:pt x="4346" y="6888"/>
                    <a:pt x="4286" y="6786"/>
                  </a:cubicBezTo>
                  <a:lnTo>
                    <a:pt x="431" y="106"/>
                  </a:lnTo>
                  <a:cubicBezTo>
                    <a:pt x="390" y="38"/>
                    <a:pt x="317" y="0"/>
                    <a:pt x="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0"/>
            <p:cNvSpPr/>
            <p:nvPr/>
          </p:nvSpPr>
          <p:spPr>
            <a:xfrm>
              <a:off x="6180265" y="1661222"/>
              <a:ext cx="129275" cy="143857"/>
            </a:xfrm>
            <a:custGeom>
              <a:rect b="b" l="l" r="r" t="t"/>
              <a:pathLst>
                <a:path extrusionOk="0" h="5426" w="4876">
                  <a:moveTo>
                    <a:pt x="2981" y="1"/>
                  </a:moveTo>
                  <a:lnTo>
                    <a:pt x="559" y="1398"/>
                  </a:lnTo>
                  <a:cubicBezTo>
                    <a:pt x="129" y="1649"/>
                    <a:pt x="0" y="2206"/>
                    <a:pt x="275" y="2618"/>
                  </a:cubicBezTo>
                  <a:lnTo>
                    <a:pt x="2154" y="5426"/>
                  </a:lnTo>
                  <a:lnTo>
                    <a:pt x="4875" y="3856"/>
                  </a:lnTo>
                  <a:lnTo>
                    <a:pt x="29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0"/>
            <p:cNvSpPr/>
            <p:nvPr/>
          </p:nvSpPr>
          <p:spPr>
            <a:xfrm>
              <a:off x="6220432" y="1617185"/>
              <a:ext cx="265231" cy="177740"/>
            </a:xfrm>
            <a:custGeom>
              <a:rect b="b" l="l" r="r" t="t"/>
              <a:pathLst>
                <a:path extrusionOk="0" h="6704" w="10004">
                  <a:moveTo>
                    <a:pt x="570" y="1"/>
                  </a:moveTo>
                  <a:cubicBezTo>
                    <a:pt x="229" y="198"/>
                    <a:pt x="0" y="566"/>
                    <a:pt x="0" y="992"/>
                  </a:cubicBezTo>
                  <a:cubicBezTo>
                    <a:pt x="0" y="1316"/>
                    <a:pt x="136" y="1609"/>
                    <a:pt x="351" y="1817"/>
                  </a:cubicBezTo>
                  <a:cubicBezTo>
                    <a:pt x="450" y="1915"/>
                    <a:pt x="473" y="2063"/>
                    <a:pt x="411" y="2190"/>
                  </a:cubicBezTo>
                  <a:cubicBezTo>
                    <a:pt x="331" y="2345"/>
                    <a:pt x="284" y="2522"/>
                    <a:pt x="284" y="2707"/>
                  </a:cubicBezTo>
                  <a:cubicBezTo>
                    <a:pt x="284" y="3292"/>
                    <a:pt x="728" y="3778"/>
                    <a:pt x="1300" y="3842"/>
                  </a:cubicBezTo>
                  <a:cubicBezTo>
                    <a:pt x="1060" y="4246"/>
                    <a:pt x="1091" y="4774"/>
                    <a:pt x="1411" y="5153"/>
                  </a:cubicBezTo>
                  <a:cubicBezTo>
                    <a:pt x="1637" y="5422"/>
                    <a:pt x="1960" y="5562"/>
                    <a:pt x="2285" y="5562"/>
                  </a:cubicBezTo>
                  <a:cubicBezTo>
                    <a:pt x="2298" y="5562"/>
                    <a:pt x="2310" y="5561"/>
                    <a:pt x="2322" y="5561"/>
                  </a:cubicBezTo>
                  <a:cubicBezTo>
                    <a:pt x="2398" y="5845"/>
                    <a:pt x="2580" y="6104"/>
                    <a:pt x="2857" y="6264"/>
                  </a:cubicBezTo>
                  <a:cubicBezTo>
                    <a:pt x="3037" y="6369"/>
                    <a:pt x="3234" y="6419"/>
                    <a:pt x="3428" y="6419"/>
                  </a:cubicBezTo>
                  <a:cubicBezTo>
                    <a:pt x="3656" y="6419"/>
                    <a:pt x="3881" y="6350"/>
                    <a:pt x="4070" y="6222"/>
                  </a:cubicBezTo>
                  <a:cubicBezTo>
                    <a:pt x="4276" y="6515"/>
                    <a:pt x="4616" y="6703"/>
                    <a:pt x="5002" y="6703"/>
                  </a:cubicBezTo>
                  <a:cubicBezTo>
                    <a:pt x="5388" y="6703"/>
                    <a:pt x="5725" y="6510"/>
                    <a:pt x="5933" y="6220"/>
                  </a:cubicBezTo>
                  <a:cubicBezTo>
                    <a:pt x="6122" y="6346"/>
                    <a:pt x="6346" y="6415"/>
                    <a:pt x="6575" y="6415"/>
                  </a:cubicBezTo>
                  <a:cubicBezTo>
                    <a:pt x="6736" y="6415"/>
                    <a:pt x="6900" y="6381"/>
                    <a:pt x="7055" y="6308"/>
                  </a:cubicBezTo>
                  <a:cubicBezTo>
                    <a:pt x="7377" y="6155"/>
                    <a:pt x="7597" y="5876"/>
                    <a:pt x="7679" y="5557"/>
                  </a:cubicBezTo>
                  <a:cubicBezTo>
                    <a:pt x="7691" y="5557"/>
                    <a:pt x="7704" y="5557"/>
                    <a:pt x="7717" y="5557"/>
                  </a:cubicBezTo>
                  <a:cubicBezTo>
                    <a:pt x="8043" y="5557"/>
                    <a:pt x="8368" y="5420"/>
                    <a:pt x="8592" y="5148"/>
                  </a:cubicBezTo>
                  <a:cubicBezTo>
                    <a:pt x="8910" y="4769"/>
                    <a:pt x="8941" y="4244"/>
                    <a:pt x="8703" y="3838"/>
                  </a:cubicBezTo>
                  <a:cubicBezTo>
                    <a:pt x="9273" y="3776"/>
                    <a:pt x="9717" y="3292"/>
                    <a:pt x="9717" y="2704"/>
                  </a:cubicBezTo>
                  <a:cubicBezTo>
                    <a:pt x="9717" y="2518"/>
                    <a:pt x="9673" y="2341"/>
                    <a:pt x="9593" y="2185"/>
                  </a:cubicBezTo>
                  <a:cubicBezTo>
                    <a:pt x="9531" y="2061"/>
                    <a:pt x="9551" y="1913"/>
                    <a:pt x="9650" y="1815"/>
                  </a:cubicBezTo>
                  <a:cubicBezTo>
                    <a:pt x="9868" y="1606"/>
                    <a:pt x="10003" y="1314"/>
                    <a:pt x="10003" y="988"/>
                  </a:cubicBezTo>
                  <a:cubicBezTo>
                    <a:pt x="10003" y="566"/>
                    <a:pt x="9772" y="196"/>
                    <a:pt x="94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0"/>
            <p:cNvSpPr/>
            <p:nvPr/>
          </p:nvSpPr>
          <p:spPr>
            <a:xfrm>
              <a:off x="6220485" y="1617078"/>
              <a:ext cx="142213" cy="177713"/>
            </a:xfrm>
            <a:custGeom>
              <a:rect b="b" l="l" r="r" t="t"/>
              <a:pathLst>
                <a:path extrusionOk="0" h="6703" w="5364">
                  <a:moveTo>
                    <a:pt x="573" y="0"/>
                  </a:moveTo>
                  <a:cubicBezTo>
                    <a:pt x="231" y="198"/>
                    <a:pt x="0" y="568"/>
                    <a:pt x="0" y="989"/>
                  </a:cubicBezTo>
                  <a:cubicBezTo>
                    <a:pt x="0" y="1313"/>
                    <a:pt x="136" y="1608"/>
                    <a:pt x="353" y="1815"/>
                  </a:cubicBezTo>
                  <a:cubicBezTo>
                    <a:pt x="455" y="1912"/>
                    <a:pt x="475" y="2063"/>
                    <a:pt x="411" y="2187"/>
                  </a:cubicBezTo>
                  <a:cubicBezTo>
                    <a:pt x="331" y="2342"/>
                    <a:pt x="287" y="2520"/>
                    <a:pt x="287" y="2706"/>
                  </a:cubicBezTo>
                  <a:cubicBezTo>
                    <a:pt x="287" y="3294"/>
                    <a:pt x="730" y="3780"/>
                    <a:pt x="1300" y="3842"/>
                  </a:cubicBezTo>
                  <a:cubicBezTo>
                    <a:pt x="1063" y="4248"/>
                    <a:pt x="1094" y="4773"/>
                    <a:pt x="1411" y="5152"/>
                  </a:cubicBezTo>
                  <a:cubicBezTo>
                    <a:pt x="1639" y="5424"/>
                    <a:pt x="1960" y="5561"/>
                    <a:pt x="2287" y="5561"/>
                  </a:cubicBezTo>
                  <a:cubicBezTo>
                    <a:pt x="2299" y="5561"/>
                    <a:pt x="2312" y="5561"/>
                    <a:pt x="2325" y="5561"/>
                  </a:cubicBezTo>
                  <a:cubicBezTo>
                    <a:pt x="2398" y="5847"/>
                    <a:pt x="2582" y="6104"/>
                    <a:pt x="2859" y="6266"/>
                  </a:cubicBezTo>
                  <a:cubicBezTo>
                    <a:pt x="3039" y="6370"/>
                    <a:pt x="3234" y="6419"/>
                    <a:pt x="3428" y="6419"/>
                  </a:cubicBezTo>
                  <a:cubicBezTo>
                    <a:pt x="3655" y="6419"/>
                    <a:pt x="3880" y="6351"/>
                    <a:pt x="4070" y="6224"/>
                  </a:cubicBezTo>
                  <a:cubicBezTo>
                    <a:pt x="4279" y="6512"/>
                    <a:pt x="4616" y="6703"/>
                    <a:pt x="5002" y="6703"/>
                  </a:cubicBezTo>
                  <a:cubicBezTo>
                    <a:pt x="5130" y="6703"/>
                    <a:pt x="5248" y="6685"/>
                    <a:pt x="5363" y="6645"/>
                  </a:cubicBezTo>
                  <a:cubicBezTo>
                    <a:pt x="4379" y="5711"/>
                    <a:pt x="3762" y="4390"/>
                    <a:pt x="3760" y="2919"/>
                  </a:cubicBezTo>
                  <a:cubicBezTo>
                    <a:pt x="3760" y="1834"/>
                    <a:pt x="4095" y="828"/>
                    <a:pt x="4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0"/>
            <p:cNvSpPr/>
            <p:nvPr/>
          </p:nvSpPr>
          <p:spPr>
            <a:xfrm>
              <a:off x="6213008" y="1675459"/>
              <a:ext cx="280237" cy="140145"/>
            </a:xfrm>
            <a:custGeom>
              <a:rect b="b" l="l" r="r" t="t"/>
              <a:pathLst>
                <a:path extrusionOk="0" h="5286" w="10570">
                  <a:moveTo>
                    <a:pt x="5284" y="1"/>
                  </a:moveTo>
                  <a:cubicBezTo>
                    <a:pt x="2467" y="1"/>
                    <a:pt x="167" y="2205"/>
                    <a:pt x="7" y="4984"/>
                  </a:cubicBezTo>
                  <a:cubicBezTo>
                    <a:pt x="1" y="5148"/>
                    <a:pt x="129" y="5286"/>
                    <a:pt x="294" y="5286"/>
                  </a:cubicBezTo>
                  <a:lnTo>
                    <a:pt x="1092" y="5286"/>
                  </a:lnTo>
                  <a:lnTo>
                    <a:pt x="5284" y="4916"/>
                  </a:lnTo>
                  <a:lnTo>
                    <a:pt x="9476" y="5286"/>
                  </a:lnTo>
                  <a:lnTo>
                    <a:pt x="10274" y="5286"/>
                  </a:lnTo>
                  <a:cubicBezTo>
                    <a:pt x="10438" y="5286"/>
                    <a:pt x="10569" y="5148"/>
                    <a:pt x="10560" y="4984"/>
                  </a:cubicBezTo>
                  <a:cubicBezTo>
                    <a:pt x="10403" y="2205"/>
                    <a:pt x="8101" y="1"/>
                    <a:pt x="5284"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0"/>
            <p:cNvSpPr/>
            <p:nvPr/>
          </p:nvSpPr>
          <p:spPr>
            <a:xfrm>
              <a:off x="6241933" y="1707619"/>
              <a:ext cx="112519" cy="108065"/>
            </a:xfrm>
            <a:custGeom>
              <a:rect b="b" l="l" r="r" t="t"/>
              <a:pathLst>
                <a:path extrusionOk="0" h="4076" w="4244">
                  <a:moveTo>
                    <a:pt x="642" y="1"/>
                  </a:moveTo>
                  <a:cubicBezTo>
                    <a:pt x="411" y="192"/>
                    <a:pt x="196" y="402"/>
                    <a:pt x="1" y="631"/>
                  </a:cubicBezTo>
                  <a:lnTo>
                    <a:pt x="1" y="4075"/>
                  </a:lnTo>
                  <a:lnTo>
                    <a:pt x="3252" y="4075"/>
                  </a:lnTo>
                  <a:cubicBezTo>
                    <a:pt x="4162" y="3951"/>
                    <a:pt x="4244" y="3809"/>
                    <a:pt x="4193" y="3569"/>
                  </a:cubicBezTo>
                  <a:cubicBezTo>
                    <a:pt x="2676" y="2660"/>
                    <a:pt x="1400" y="1425"/>
                    <a:pt x="6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0"/>
            <p:cNvSpPr/>
            <p:nvPr/>
          </p:nvSpPr>
          <p:spPr>
            <a:xfrm>
              <a:off x="6235703" y="1698392"/>
              <a:ext cx="34148" cy="34201"/>
            </a:xfrm>
            <a:custGeom>
              <a:rect b="b" l="l" r="r" t="t"/>
              <a:pathLst>
                <a:path extrusionOk="0" h="1290" w="1288">
                  <a:moveTo>
                    <a:pt x="644" y="1"/>
                  </a:moveTo>
                  <a:cubicBezTo>
                    <a:pt x="289" y="1"/>
                    <a:pt x="1" y="289"/>
                    <a:pt x="1" y="646"/>
                  </a:cubicBezTo>
                  <a:cubicBezTo>
                    <a:pt x="1" y="1001"/>
                    <a:pt x="289" y="1289"/>
                    <a:pt x="644" y="1289"/>
                  </a:cubicBezTo>
                  <a:cubicBezTo>
                    <a:pt x="999" y="1289"/>
                    <a:pt x="1287" y="1001"/>
                    <a:pt x="1287" y="646"/>
                  </a:cubicBezTo>
                  <a:cubicBezTo>
                    <a:pt x="1287" y="289"/>
                    <a:pt x="999" y="1"/>
                    <a:pt x="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0"/>
            <p:cNvSpPr/>
            <p:nvPr/>
          </p:nvSpPr>
          <p:spPr>
            <a:xfrm>
              <a:off x="6328152" y="1708865"/>
              <a:ext cx="136089" cy="106739"/>
            </a:xfrm>
            <a:custGeom>
              <a:rect b="b" l="l" r="r" t="t"/>
              <a:pathLst>
                <a:path extrusionOk="0" h="4026" w="5133">
                  <a:moveTo>
                    <a:pt x="4465" y="0"/>
                  </a:moveTo>
                  <a:cubicBezTo>
                    <a:pt x="3549" y="1693"/>
                    <a:pt x="1908" y="3106"/>
                    <a:pt x="0" y="4026"/>
                  </a:cubicBezTo>
                  <a:lnTo>
                    <a:pt x="5133" y="4026"/>
                  </a:lnTo>
                  <a:lnTo>
                    <a:pt x="5133" y="684"/>
                  </a:lnTo>
                  <a:cubicBezTo>
                    <a:pt x="4931" y="440"/>
                    <a:pt x="4709" y="209"/>
                    <a:pt x="4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0"/>
            <p:cNvSpPr/>
            <p:nvPr/>
          </p:nvSpPr>
          <p:spPr>
            <a:xfrm>
              <a:off x="6436350" y="1698392"/>
              <a:ext cx="34122" cy="34201"/>
            </a:xfrm>
            <a:custGeom>
              <a:rect b="b" l="l" r="r" t="t"/>
              <a:pathLst>
                <a:path extrusionOk="0" h="1290" w="1287">
                  <a:moveTo>
                    <a:pt x="644" y="1"/>
                  </a:moveTo>
                  <a:cubicBezTo>
                    <a:pt x="289" y="1"/>
                    <a:pt x="0" y="289"/>
                    <a:pt x="0" y="646"/>
                  </a:cubicBezTo>
                  <a:cubicBezTo>
                    <a:pt x="0" y="1001"/>
                    <a:pt x="289" y="1289"/>
                    <a:pt x="644" y="1289"/>
                  </a:cubicBezTo>
                  <a:cubicBezTo>
                    <a:pt x="998" y="1289"/>
                    <a:pt x="1287" y="1001"/>
                    <a:pt x="1287" y="646"/>
                  </a:cubicBezTo>
                  <a:cubicBezTo>
                    <a:pt x="1287" y="289"/>
                    <a:pt x="998" y="1"/>
                    <a:pt x="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0"/>
            <p:cNvSpPr/>
            <p:nvPr/>
          </p:nvSpPr>
          <p:spPr>
            <a:xfrm>
              <a:off x="6295515" y="1439312"/>
              <a:ext cx="198605" cy="178005"/>
            </a:xfrm>
            <a:custGeom>
              <a:rect b="b" l="l" r="r" t="t"/>
              <a:pathLst>
                <a:path extrusionOk="0" h="6714" w="7491">
                  <a:moveTo>
                    <a:pt x="3062" y="0"/>
                  </a:moveTo>
                  <a:cubicBezTo>
                    <a:pt x="2820" y="0"/>
                    <a:pt x="2584" y="35"/>
                    <a:pt x="2358" y="109"/>
                  </a:cubicBezTo>
                  <a:cubicBezTo>
                    <a:pt x="2299" y="127"/>
                    <a:pt x="2240" y="138"/>
                    <a:pt x="2181" y="138"/>
                  </a:cubicBezTo>
                  <a:cubicBezTo>
                    <a:pt x="2167" y="138"/>
                    <a:pt x="2153" y="137"/>
                    <a:pt x="2139" y="136"/>
                  </a:cubicBezTo>
                  <a:cubicBezTo>
                    <a:pt x="744" y="828"/>
                    <a:pt x="1" y="1959"/>
                    <a:pt x="1" y="2802"/>
                  </a:cubicBezTo>
                  <a:cubicBezTo>
                    <a:pt x="1" y="4780"/>
                    <a:pt x="2711" y="6714"/>
                    <a:pt x="5669" y="6714"/>
                  </a:cubicBezTo>
                  <a:cubicBezTo>
                    <a:pt x="6045" y="6714"/>
                    <a:pt x="6424" y="6683"/>
                    <a:pt x="6803" y="6617"/>
                  </a:cubicBezTo>
                  <a:cubicBezTo>
                    <a:pt x="6865" y="6605"/>
                    <a:pt x="7062" y="6441"/>
                    <a:pt x="7062" y="6441"/>
                  </a:cubicBezTo>
                  <a:cubicBezTo>
                    <a:pt x="7490" y="5599"/>
                    <a:pt x="7293" y="4108"/>
                    <a:pt x="7051" y="3387"/>
                  </a:cubicBezTo>
                  <a:cubicBezTo>
                    <a:pt x="6388" y="1426"/>
                    <a:pt x="4606" y="0"/>
                    <a:pt x="3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0"/>
            <p:cNvSpPr/>
            <p:nvPr/>
          </p:nvSpPr>
          <p:spPr>
            <a:xfrm>
              <a:off x="6209084" y="1439259"/>
              <a:ext cx="273689" cy="194655"/>
            </a:xfrm>
            <a:custGeom>
              <a:rect b="b" l="l" r="r" t="t"/>
              <a:pathLst>
                <a:path extrusionOk="0" h="7342" w="10323">
                  <a:moveTo>
                    <a:pt x="4543" y="0"/>
                  </a:moveTo>
                  <a:cubicBezTo>
                    <a:pt x="2995" y="0"/>
                    <a:pt x="1218" y="1427"/>
                    <a:pt x="555" y="3385"/>
                  </a:cubicBezTo>
                  <a:cubicBezTo>
                    <a:pt x="240" y="4325"/>
                    <a:pt x="0" y="6568"/>
                    <a:pt x="1114" y="6989"/>
                  </a:cubicBezTo>
                  <a:cubicBezTo>
                    <a:pt x="1114" y="6989"/>
                    <a:pt x="3272" y="7226"/>
                    <a:pt x="5432" y="7342"/>
                  </a:cubicBezTo>
                  <a:cubicBezTo>
                    <a:pt x="7592" y="7226"/>
                    <a:pt x="9752" y="6989"/>
                    <a:pt x="9752" y="6989"/>
                  </a:cubicBezTo>
                  <a:cubicBezTo>
                    <a:pt x="10010" y="6894"/>
                    <a:pt x="10196" y="6698"/>
                    <a:pt x="10322" y="6443"/>
                  </a:cubicBezTo>
                  <a:lnTo>
                    <a:pt x="10322" y="6443"/>
                  </a:lnTo>
                  <a:cubicBezTo>
                    <a:pt x="10256" y="6446"/>
                    <a:pt x="10189" y="6446"/>
                    <a:pt x="10123" y="6446"/>
                  </a:cubicBezTo>
                  <a:cubicBezTo>
                    <a:pt x="6967" y="6446"/>
                    <a:pt x="4412" y="4636"/>
                    <a:pt x="4412" y="2407"/>
                  </a:cubicBezTo>
                  <a:cubicBezTo>
                    <a:pt x="4412" y="1564"/>
                    <a:pt x="4775" y="783"/>
                    <a:pt x="5399" y="136"/>
                  </a:cubicBezTo>
                  <a:cubicBezTo>
                    <a:pt x="5350" y="133"/>
                    <a:pt x="5299" y="124"/>
                    <a:pt x="5250" y="109"/>
                  </a:cubicBezTo>
                  <a:cubicBezTo>
                    <a:pt x="5024" y="35"/>
                    <a:pt x="4786" y="0"/>
                    <a:pt x="4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0"/>
            <p:cNvSpPr/>
            <p:nvPr/>
          </p:nvSpPr>
          <p:spPr>
            <a:xfrm>
              <a:off x="6430649" y="1572723"/>
              <a:ext cx="56472" cy="71663"/>
            </a:xfrm>
            <a:custGeom>
              <a:rect b="b" l="l" r="r" t="t"/>
              <a:pathLst>
                <a:path extrusionOk="0" h="2703" w="2130">
                  <a:moveTo>
                    <a:pt x="1065" y="1"/>
                  </a:moveTo>
                  <a:cubicBezTo>
                    <a:pt x="477" y="1"/>
                    <a:pt x="0" y="606"/>
                    <a:pt x="0" y="1352"/>
                  </a:cubicBezTo>
                  <a:cubicBezTo>
                    <a:pt x="0" y="2097"/>
                    <a:pt x="477" y="2702"/>
                    <a:pt x="1065" y="2702"/>
                  </a:cubicBezTo>
                  <a:cubicBezTo>
                    <a:pt x="1653" y="2702"/>
                    <a:pt x="2129" y="2097"/>
                    <a:pt x="2129" y="1352"/>
                  </a:cubicBezTo>
                  <a:cubicBezTo>
                    <a:pt x="2129" y="606"/>
                    <a:pt x="1653" y="1"/>
                    <a:pt x="10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0"/>
            <p:cNvSpPr/>
            <p:nvPr/>
          </p:nvSpPr>
          <p:spPr>
            <a:xfrm>
              <a:off x="6219080" y="1572723"/>
              <a:ext cx="56472" cy="71663"/>
            </a:xfrm>
            <a:custGeom>
              <a:rect b="b" l="l" r="r" t="t"/>
              <a:pathLst>
                <a:path extrusionOk="0" h="2703" w="2130">
                  <a:moveTo>
                    <a:pt x="1065" y="1"/>
                  </a:moveTo>
                  <a:cubicBezTo>
                    <a:pt x="477" y="1"/>
                    <a:pt x="0" y="606"/>
                    <a:pt x="0" y="1352"/>
                  </a:cubicBezTo>
                  <a:cubicBezTo>
                    <a:pt x="0" y="2097"/>
                    <a:pt x="477" y="2702"/>
                    <a:pt x="1065" y="2702"/>
                  </a:cubicBezTo>
                  <a:cubicBezTo>
                    <a:pt x="1653" y="2702"/>
                    <a:pt x="2129" y="2097"/>
                    <a:pt x="2129" y="1352"/>
                  </a:cubicBezTo>
                  <a:cubicBezTo>
                    <a:pt x="2129" y="606"/>
                    <a:pt x="1653" y="1"/>
                    <a:pt x="1065"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0"/>
            <p:cNvSpPr/>
            <p:nvPr/>
          </p:nvSpPr>
          <p:spPr>
            <a:xfrm>
              <a:off x="6266537" y="1495810"/>
              <a:ext cx="192348" cy="211543"/>
            </a:xfrm>
            <a:custGeom>
              <a:rect b="b" l="l" r="r" t="t"/>
              <a:pathLst>
                <a:path extrusionOk="0" h="7979" w="7255">
                  <a:moveTo>
                    <a:pt x="3263" y="1"/>
                  </a:moveTo>
                  <a:cubicBezTo>
                    <a:pt x="2460" y="1"/>
                    <a:pt x="1715" y="249"/>
                    <a:pt x="1091" y="671"/>
                  </a:cubicBezTo>
                  <a:cubicBezTo>
                    <a:pt x="501" y="1494"/>
                    <a:pt x="0" y="2257"/>
                    <a:pt x="0" y="2902"/>
                  </a:cubicBezTo>
                  <a:cubicBezTo>
                    <a:pt x="0" y="5470"/>
                    <a:pt x="2225" y="7926"/>
                    <a:pt x="4813" y="7979"/>
                  </a:cubicBezTo>
                  <a:cubicBezTo>
                    <a:pt x="6248" y="7349"/>
                    <a:pt x="7255" y="5874"/>
                    <a:pt x="7255" y="4153"/>
                  </a:cubicBezTo>
                  <a:cubicBezTo>
                    <a:pt x="7255" y="1862"/>
                    <a:pt x="5469" y="5"/>
                    <a:pt x="3263"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0"/>
            <p:cNvSpPr/>
            <p:nvPr/>
          </p:nvSpPr>
          <p:spPr>
            <a:xfrm>
              <a:off x="6247289" y="1513574"/>
              <a:ext cx="146853" cy="202370"/>
            </a:xfrm>
            <a:custGeom>
              <a:rect b="b" l="l" r="r" t="t"/>
              <a:pathLst>
                <a:path extrusionOk="0" h="7633" w="5539">
                  <a:moveTo>
                    <a:pt x="1820" y="1"/>
                  </a:moveTo>
                  <a:lnTo>
                    <a:pt x="1820" y="1"/>
                  </a:lnTo>
                  <a:cubicBezTo>
                    <a:pt x="726" y="742"/>
                    <a:pt x="1" y="2023"/>
                    <a:pt x="1" y="3483"/>
                  </a:cubicBezTo>
                  <a:cubicBezTo>
                    <a:pt x="1" y="5776"/>
                    <a:pt x="1786" y="7633"/>
                    <a:pt x="3991" y="7633"/>
                  </a:cubicBezTo>
                  <a:cubicBezTo>
                    <a:pt x="4541" y="7633"/>
                    <a:pt x="5062" y="7517"/>
                    <a:pt x="5539" y="7309"/>
                  </a:cubicBezTo>
                  <a:cubicBezTo>
                    <a:pt x="3206" y="6590"/>
                    <a:pt x="1513" y="4417"/>
                    <a:pt x="1516" y="1850"/>
                  </a:cubicBezTo>
                  <a:cubicBezTo>
                    <a:pt x="1516" y="1203"/>
                    <a:pt x="1620" y="580"/>
                    <a:pt x="1820"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0"/>
            <p:cNvSpPr/>
            <p:nvPr/>
          </p:nvSpPr>
          <p:spPr>
            <a:xfrm>
              <a:off x="6300394" y="1448539"/>
              <a:ext cx="171562" cy="150061"/>
            </a:xfrm>
            <a:custGeom>
              <a:rect b="b" l="l" r="r" t="t"/>
              <a:pathLst>
                <a:path extrusionOk="0" h="5660" w="6471">
                  <a:moveTo>
                    <a:pt x="1991" y="0"/>
                  </a:moveTo>
                  <a:cubicBezTo>
                    <a:pt x="1914" y="0"/>
                    <a:pt x="1838" y="1"/>
                    <a:pt x="1762" y="3"/>
                  </a:cubicBezTo>
                  <a:cubicBezTo>
                    <a:pt x="564" y="475"/>
                    <a:pt x="178" y="1327"/>
                    <a:pt x="178" y="2077"/>
                  </a:cubicBezTo>
                  <a:cubicBezTo>
                    <a:pt x="178" y="2545"/>
                    <a:pt x="1" y="2988"/>
                    <a:pt x="1291" y="3396"/>
                  </a:cubicBezTo>
                  <a:cubicBezTo>
                    <a:pt x="1321" y="3386"/>
                    <a:pt x="1353" y="3381"/>
                    <a:pt x="1384" y="3381"/>
                  </a:cubicBezTo>
                  <a:cubicBezTo>
                    <a:pt x="1464" y="3381"/>
                    <a:pt x="1545" y="3414"/>
                    <a:pt x="1602" y="3483"/>
                  </a:cubicBezTo>
                  <a:cubicBezTo>
                    <a:pt x="1735" y="3640"/>
                    <a:pt x="1890" y="3793"/>
                    <a:pt x="2072" y="3940"/>
                  </a:cubicBezTo>
                  <a:cubicBezTo>
                    <a:pt x="2871" y="4566"/>
                    <a:pt x="3839" y="4750"/>
                    <a:pt x="4568" y="4750"/>
                  </a:cubicBezTo>
                  <a:cubicBezTo>
                    <a:pt x="4599" y="4750"/>
                    <a:pt x="4629" y="4750"/>
                    <a:pt x="4658" y="4749"/>
                  </a:cubicBezTo>
                  <a:cubicBezTo>
                    <a:pt x="4785" y="4749"/>
                    <a:pt x="4904" y="4740"/>
                    <a:pt x="5015" y="4729"/>
                  </a:cubicBezTo>
                  <a:cubicBezTo>
                    <a:pt x="5024" y="4728"/>
                    <a:pt x="5033" y="4728"/>
                    <a:pt x="5042" y="4728"/>
                  </a:cubicBezTo>
                  <a:cubicBezTo>
                    <a:pt x="5199" y="4728"/>
                    <a:pt x="5328" y="4854"/>
                    <a:pt x="5328" y="5015"/>
                  </a:cubicBezTo>
                  <a:lnTo>
                    <a:pt x="5328" y="5373"/>
                  </a:lnTo>
                  <a:cubicBezTo>
                    <a:pt x="5328" y="5553"/>
                    <a:pt x="5473" y="5659"/>
                    <a:pt x="5618" y="5659"/>
                  </a:cubicBezTo>
                  <a:cubicBezTo>
                    <a:pt x="5721" y="5659"/>
                    <a:pt x="5824" y="5607"/>
                    <a:pt x="5876" y="5490"/>
                  </a:cubicBezTo>
                  <a:lnTo>
                    <a:pt x="6470" y="4148"/>
                  </a:lnTo>
                  <a:lnTo>
                    <a:pt x="5599" y="1504"/>
                  </a:lnTo>
                  <a:cubicBezTo>
                    <a:pt x="5599" y="502"/>
                    <a:pt x="3794" y="0"/>
                    <a:pt x="19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0"/>
            <p:cNvSpPr/>
            <p:nvPr/>
          </p:nvSpPr>
          <p:spPr>
            <a:xfrm>
              <a:off x="6234245" y="1448592"/>
              <a:ext cx="112758" cy="149928"/>
            </a:xfrm>
            <a:custGeom>
              <a:rect b="b" l="l" r="r" t="t"/>
              <a:pathLst>
                <a:path extrusionOk="0" h="5655" w="4253">
                  <a:moveTo>
                    <a:pt x="4252" y="1"/>
                  </a:moveTo>
                  <a:cubicBezTo>
                    <a:pt x="2529" y="43"/>
                    <a:pt x="877" y="542"/>
                    <a:pt x="877" y="1502"/>
                  </a:cubicBezTo>
                  <a:lnTo>
                    <a:pt x="0" y="4142"/>
                  </a:lnTo>
                  <a:lnTo>
                    <a:pt x="597" y="5484"/>
                  </a:lnTo>
                  <a:cubicBezTo>
                    <a:pt x="649" y="5601"/>
                    <a:pt x="751" y="5655"/>
                    <a:pt x="854" y="5655"/>
                  </a:cubicBezTo>
                  <a:cubicBezTo>
                    <a:pt x="998" y="5655"/>
                    <a:pt x="1143" y="5549"/>
                    <a:pt x="1143" y="5368"/>
                  </a:cubicBezTo>
                  <a:lnTo>
                    <a:pt x="1143" y="5224"/>
                  </a:lnTo>
                  <a:cubicBezTo>
                    <a:pt x="1143" y="5089"/>
                    <a:pt x="1236" y="4971"/>
                    <a:pt x="1369" y="4945"/>
                  </a:cubicBezTo>
                  <a:cubicBezTo>
                    <a:pt x="1903" y="4836"/>
                    <a:pt x="2473" y="4616"/>
                    <a:pt x="2975" y="4226"/>
                  </a:cubicBezTo>
                  <a:cubicBezTo>
                    <a:pt x="3256" y="3995"/>
                    <a:pt x="3476" y="3751"/>
                    <a:pt x="3644" y="3507"/>
                  </a:cubicBezTo>
                  <a:cubicBezTo>
                    <a:pt x="3682" y="3454"/>
                    <a:pt x="3731" y="3419"/>
                    <a:pt x="3786" y="3399"/>
                  </a:cubicBezTo>
                  <a:cubicBezTo>
                    <a:pt x="3576" y="2982"/>
                    <a:pt x="3463" y="2529"/>
                    <a:pt x="3463" y="2057"/>
                  </a:cubicBezTo>
                  <a:cubicBezTo>
                    <a:pt x="3463" y="1307"/>
                    <a:pt x="3751" y="604"/>
                    <a:pt x="4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0"/>
            <p:cNvSpPr/>
            <p:nvPr/>
          </p:nvSpPr>
          <p:spPr>
            <a:xfrm>
              <a:off x="6370201" y="1479293"/>
              <a:ext cx="41651" cy="48597"/>
            </a:xfrm>
            <a:custGeom>
              <a:rect b="b" l="l" r="r" t="t"/>
              <a:pathLst>
                <a:path extrusionOk="0" h="1833" w="1571">
                  <a:moveTo>
                    <a:pt x="422" y="1"/>
                  </a:moveTo>
                  <a:cubicBezTo>
                    <a:pt x="298" y="1"/>
                    <a:pt x="187" y="79"/>
                    <a:pt x="149" y="200"/>
                  </a:cubicBezTo>
                  <a:cubicBezTo>
                    <a:pt x="71" y="451"/>
                    <a:pt x="0" y="866"/>
                    <a:pt x="218" y="1243"/>
                  </a:cubicBezTo>
                  <a:cubicBezTo>
                    <a:pt x="437" y="1620"/>
                    <a:pt x="830" y="1771"/>
                    <a:pt x="1085" y="1826"/>
                  </a:cubicBezTo>
                  <a:cubicBezTo>
                    <a:pt x="1105" y="1830"/>
                    <a:pt x="1126" y="1832"/>
                    <a:pt x="1146" y="1832"/>
                  </a:cubicBezTo>
                  <a:cubicBezTo>
                    <a:pt x="1269" y="1832"/>
                    <a:pt x="1382" y="1753"/>
                    <a:pt x="1420" y="1631"/>
                  </a:cubicBezTo>
                  <a:cubicBezTo>
                    <a:pt x="1502" y="1382"/>
                    <a:pt x="1571" y="965"/>
                    <a:pt x="1351" y="588"/>
                  </a:cubicBezTo>
                  <a:cubicBezTo>
                    <a:pt x="1131" y="209"/>
                    <a:pt x="739" y="63"/>
                    <a:pt x="484" y="7"/>
                  </a:cubicBezTo>
                  <a:cubicBezTo>
                    <a:pt x="463" y="3"/>
                    <a:pt x="442" y="1"/>
                    <a:pt x="4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0"/>
            <p:cNvSpPr/>
            <p:nvPr/>
          </p:nvSpPr>
          <p:spPr>
            <a:xfrm>
              <a:off x="6408008" y="1486876"/>
              <a:ext cx="41598" cy="48571"/>
            </a:xfrm>
            <a:custGeom>
              <a:rect b="b" l="l" r="r" t="t"/>
              <a:pathLst>
                <a:path extrusionOk="0" h="1832" w="1569">
                  <a:moveTo>
                    <a:pt x="420" y="1"/>
                  </a:moveTo>
                  <a:cubicBezTo>
                    <a:pt x="296" y="1"/>
                    <a:pt x="185" y="79"/>
                    <a:pt x="147" y="200"/>
                  </a:cubicBezTo>
                  <a:cubicBezTo>
                    <a:pt x="69" y="451"/>
                    <a:pt x="0" y="866"/>
                    <a:pt x="216" y="1243"/>
                  </a:cubicBezTo>
                  <a:cubicBezTo>
                    <a:pt x="435" y="1620"/>
                    <a:pt x="830" y="1771"/>
                    <a:pt x="1085" y="1826"/>
                  </a:cubicBezTo>
                  <a:cubicBezTo>
                    <a:pt x="1105" y="1830"/>
                    <a:pt x="1124" y="1832"/>
                    <a:pt x="1143" y="1832"/>
                  </a:cubicBezTo>
                  <a:cubicBezTo>
                    <a:pt x="1268" y="1832"/>
                    <a:pt x="1381" y="1754"/>
                    <a:pt x="1420" y="1631"/>
                  </a:cubicBezTo>
                  <a:cubicBezTo>
                    <a:pt x="1500" y="1383"/>
                    <a:pt x="1568" y="966"/>
                    <a:pt x="1351" y="589"/>
                  </a:cubicBezTo>
                  <a:cubicBezTo>
                    <a:pt x="1132" y="209"/>
                    <a:pt x="737" y="63"/>
                    <a:pt x="482" y="7"/>
                  </a:cubicBezTo>
                  <a:cubicBezTo>
                    <a:pt x="461" y="3"/>
                    <a:pt x="440" y="1"/>
                    <a:pt x="4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0"/>
            <p:cNvSpPr/>
            <p:nvPr/>
          </p:nvSpPr>
          <p:spPr>
            <a:xfrm>
              <a:off x="6445921" y="1494432"/>
              <a:ext cx="41598" cy="48571"/>
            </a:xfrm>
            <a:custGeom>
              <a:rect b="b" l="l" r="r" t="t"/>
              <a:pathLst>
                <a:path extrusionOk="0" h="1832" w="1569">
                  <a:moveTo>
                    <a:pt x="424" y="1"/>
                  </a:moveTo>
                  <a:cubicBezTo>
                    <a:pt x="299" y="1"/>
                    <a:pt x="186" y="79"/>
                    <a:pt x="147" y="202"/>
                  </a:cubicBezTo>
                  <a:cubicBezTo>
                    <a:pt x="70" y="450"/>
                    <a:pt x="1" y="867"/>
                    <a:pt x="216" y="1244"/>
                  </a:cubicBezTo>
                  <a:cubicBezTo>
                    <a:pt x="436" y="1621"/>
                    <a:pt x="830" y="1770"/>
                    <a:pt x="1086" y="1825"/>
                  </a:cubicBezTo>
                  <a:cubicBezTo>
                    <a:pt x="1106" y="1829"/>
                    <a:pt x="1127" y="1832"/>
                    <a:pt x="1147" y="1832"/>
                  </a:cubicBezTo>
                  <a:cubicBezTo>
                    <a:pt x="1271" y="1832"/>
                    <a:pt x="1382" y="1754"/>
                    <a:pt x="1420" y="1632"/>
                  </a:cubicBezTo>
                  <a:cubicBezTo>
                    <a:pt x="1500" y="1381"/>
                    <a:pt x="1569" y="967"/>
                    <a:pt x="1352" y="590"/>
                  </a:cubicBezTo>
                  <a:cubicBezTo>
                    <a:pt x="1132" y="210"/>
                    <a:pt x="737" y="62"/>
                    <a:pt x="482" y="6"/>
                  </a:cubicBezTo>
                  <a:cubicBezTo>
                    <a:pt x="463" y="2"/>
                    <a:pt x="443" y="1"/>
                    <a:pt x="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0"/>
            <p:cNvSpPr/>
            <p:nvPr/>
          </p:nvSpPr>
          <p:spPr>
            <a:xfrm>
              <a:off x="6294349" y="1479293"/>
              <a:ext cx="41704" cy="48597"/>
            </a:xfrm>
            <a:custGeom>
              <a:rect b="b" l="l" r="r" t="t"/>
              <a:pathLst>
                <a:path extrusionOk="0" h="1833" w="1573">
                  <a:moveTo>
                    <a:pt x="1150" y="1"/>
                  </a:moveTo>
                  <a:cubicBezTo>
                    <a:pt x="1129" y="1"/>
                    <a:pt x="1108" y="3"/>
                    <a:pt x="1087" y="7"/>
                  </a:cubicBezTo>
                  <a:cubicBezTo>
                    <a:pt x="832" y="63"/>
                    <a:pt x="439" y="209"/>
                    <a:pt x="220" y="588"/>
                  </a:cubicBezTo>
                  <a:cubicBezTo>
                    <a:pt x="0" y="965"/>
                    <a:pt x="71" y="1382"/>
                    <a:pt x="151" y="1631"/>
                  </a:cubicBezTo>
                  <a:cubicBezTo>
                    <a:pt x="189" y="1753"/>
                    <a:pt x="301" y="1832"/>
                    <a:pt x="425" y="1832"/>
                  </a:cubicBezTo>
                  <a:cubicBezTo>
                    <a:pt x="445" y="1832"/>
                    <a:pt x="465" y="1830"/>
                    <a:pt x="486" y="1826"/>
                  </a:cubicBezTo>
                  <a:cubicBezTo>
                    <a:pt x="741" y="1771"/>
                    <a:pt x="1136" y="1620"/>
                    <a:pt x="1353" y="1243"/>
                  </a:cubicBezTo>
                  <a:cubicBezTo>
                    <a:pt x="1573" y="866"/>
                    <a:pt x="1502" y="451"/>
                    <a:pt x="1424" y="200"/>
                  </a:cubicBezTo>
                  <a:cubicBezTo>
                    <a:pt x="1386" y="79"/>
                    <a:pt x="1274" y="1"/>
                    <a:pt x="1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0"/>
            <p:cNvSpPr/>
            <p:nvPr/>
          </p:nvSpPr>
          <p:spPr>
            <a:xfrm>
              <a:off x="6256595" y="1486876"/>
              <a:ext cx="41598" cy="48571"/>
            </a:xfrm>
            <a:custGeom>
              <a:rect b="b" l="l" r="r" t="t"/>
              <a:pathLst>
                <a:path extrusionOk="0" h="1832" w="1569">
                  <a:moveTo>
                    <a:pt x="1149" y="1"/>
                  </a:moveTo>
                  <a:cubicBezTo>
                    <a:pt x="1129" y="1"/>
                    <a:pt x="1108" y="3"/>
                    <a:pt x="1087" y="7"/>
                  </a:cubicBezTo>
                  <a:cubicBezTo>
                    <a:pt x="832" y="63"/>
                    <a:pt x="437" y="209"/>
                    <a:pt x="218" y="589"/>
                  </a:cubicBezTo>
                  <a:cubicBezTo>
                    <a:pt x="0" y="966"/>
                    <a:pt x="69" y="1383"/>
                    <a:pt x="149" y="1631"/>
                  </a:cubicBezTo>
                  <a:cubicBezTo>
                    <a:pt x="187" y="1754"/>
                    <a:pt x="300" y="1832"/>
                    <a:pt x="427" y="1832"/>
                  </a:cubicBezTo>
                  <a:cubicBezTo>
                    <a:pt x="446" y="1832"/>
                    <a:pt x="466" y="1830"/>
                    <a:pt x="486" y="1826"/>
                  </a:cubicBezTo>
                  <a:cubicBezTo>
                    <a:pt x="741" y="1771"/>
                    <a:pt x="1134" y="1620"/>
                    <a:pt x="1353" y="1243"/>
                  </a:cubicBezTo>
                  <a:cubicBezTo>
                    <a:pt x="1568" y="866"/>
                    <a:pt x="1500" y="451"/>
                    <a:pt x="1422" y="200"/>
                  </a:cubicBezTo>
                  <a:cubicBezTo>
                    <a:pt x="1384" y="79"/>
                    <a:pt x="1272" y="1"/>
                    <a:pt x="11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0"/>
            <p:cNvSpPr/>
            <p:nvPr/>
          </p:nvSpPr>
          <p:spPr>
            <a:xfrm>
              <a:off x="6218655" y="1494432"/>
              <a:ext cx="41598" cy="48571"/>
            </a:xfrm>
            <a:custGeom>
              <a:rect b="b" l="l" r="r" t="t"/>
              <a:pathLst>
                <a:path extrusionOk="0" h="1832" w="1569">
                  <a:moveTo>
                    <a:pt x="1146" y="1"/>
                  </a:moveTo>
                  <a:cubicBezTo>
                    <a:pt x="1127" y="1"/>
                    <a:pt x="1107" y="2"/>
                    <a:pt x="1087" y="6"/>
                  </a:cubicBezTo>
                  <a:cubicBezTo>
                    <a:pt x="832" y="62"/>
                    <a:pt x="438" y="210"/>
                    <a:pt x="220" y="590"/>
                  </a:cubicBezTo>
                  <a:cubicBezTo>
                    <a:pt x="1" y="967"/>
                    <a:pt x="69" y="1381"/>
                    <a:pt x="149" y="1632"/>
                  </a:cubicBezTo>
                  <a:cubicBezTo>
                    <a:pt x="187" y="1754"/>
                    <a:pt x="299" y="1832"/>
                    <a:pt x="424" y="1832"/>
                  </a:cubicBezTo>
                  <a:cubicBezTo>
                    <a:pt x="444" y="1832"/>
                    <a:pt x="465" y="1829"/>
                    <a:pt x="486" y="1825"/>
                  </a:cubicBezTo>
                  <a:cubicBezTo>
                    <a:pt x="741" y="1770"/>
                    <a:pt x="1134" y="1621"/>
                    <a:pt x="1354" y="1244"/>
                  </a:cubicBezTo>
                  <a:cubicBezTo>
                    <a:pt x="1569" y="867"/>
                    <a:pt x="1500" y="450"/>
                    <a:pt x="1422" y="202"/>
                  </a:cubicBezTo>
                  <a:cubicBezTo>
                    <a:pt x="1384" y="79"/>
                    <a:pt x="1271" y="1"/>
                    <a:pt x="1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2" name="Google Shape;3952;p70"/>
          <p:cNvGrpSpPr/>
          <p:nvPr/>
        </p:nvGrpSpPr>
        <p:grpSpPr>
          <a:xfrm>
            <a:off x="4061074" y="4004237"/>
            <a:ext cx="378174" cy="302905"/>
            <a:chOff x="4061074" y="4004237"/>
            <a:chExt cx="378174" cy="302905"/>
          </a:xfrm>
        </p:grpSpPr>
        <p:sp>
          <p:nvSpPr>
            <p:cNvPr id="3953" name="Google Shape;3953;p70"/>
            <p:cNvSpPr/>
            <p:nvPr/>
          </p:nvSpPr>
          <p:spPr>
            <a:xfrm>
              <a:off x="4202094" y="4079692"/>
              <a:ext cx="235511" cy="227451"/>
            </a:xfrm>
            <a:custGeom>
              <a:rect b="b" l="l" r="r" t="t"/>
              <a:pathLst>
                <a:path extrusionOk="0" h="8579" w="8883">
                  <a:moveTo>
                    <a:pt x="6421" y="4870"/>
                  </a:moveTo>
                  <a:cubicBezTo>
                    <a:pt x="7133" y="4870"/>
                    <a:pt x="7734" y="5451"/>
                    <a:pt x="7729" y="6161"/>
                  </a:cubicBezTo>
                  <a:cubicBezTo>
                    <a:pt x="7729" y="6511"/>
                    <a:pt x="7585" y="6831"/>
                    <a:pt x="7357" y="7064"/>
                  </a:cubicBezTo>
                  <a:cubicBezTo>
                    <a:pt x="7124" y="7294"/>
                    <a:pt x="6802" y="7441"/>
                    <a:pt x="6448" y="7441"/>
                  </a:cubicBezTo>
                  <a:lnTo>
                    <a:pt x="4252" y="7441"/>
                  </a:lnTo>
                  <a:cubicBezTo>
                    <a:pt x="3722" y="7441"/>
                    <a:pt x="3478" y="6782"/>
                    <a:pt x="3877" y="6436"/>
                  </a:cubicBezTo>
                  <a:lnTo>
                    <a:pt x="5523" y="5008"/>
                  </a:lnTo>
                  <a:cubicBezTo>
                    <a:pt x="5629" y="4917"/>
                    <a:pt x="5760" y="4870"/>
                    <a:pt x="5897" y="4870"/>
                  </a:cubicBezTo>
                  <a:close/>
                  <a:moveTo>
                    <a:pt x="4621" y="1"/>
                  </a:moveTo>
                  <a:cubicBezTo>
                    <a:pt x="3824" y="1"/>
                    <a:pt x="2075" y="706"/>
                    <a:pt x="1825" y="1082"/>
                  </a:cubicBezTo>
                  <a:cubicBezTo>
                    <a:pt x="342" y="3317"/>
                    <a:pt x="0" y="5458"/>
                    <a:pt x="1147" y="7436"/>
                  </a:cubicBezTo>
                  <a:cubicBezTo>
                    <a:pt x="1306" y="7718"/>
                    <a:pt x="2038" y="8332"/>
                    <a:pt x="3280" y="8578"/>
                  </a:cubicBezTo>
                  <a:lnTo>
                    <a:pt x="6419" y="8578"/>
                  </a:lnTo>
                  <a:cubicBezTo>
                    <a:pt x="7756" y="8578"/>
                    <a:pt x="8861" y="7512"/>
                    <a:pt x="8876" y="6176"/>
                  </a:cubicBezTo>
                  <a:cubicBezTo>
                    <a:pt x="8883" y="5167"/>
                    <a:pt x="8277" y="4298"/>
                    <a:pt x="7408" y="3921"/>
                  </a:cubicBezTo>
                  <a:cubicBezTo>
                    <a:pt x="7226" y="3843"/>
                    <a:pt x="7175" y="3612"/>
                    <a:pt x="7301" y="3473"/>
                  </a:cubicBezTo>
                  <a:lnTo>
                    <a:pt x="4964" y="93"/>
                  </a:lnTo>
                  <a:cubicBezTo>
                    <a:pt x="4900" y="29"/>
                    <a:pt x="4779" y="1"/>
                    <a:pt x="4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0"/>
            <p:cNvSpPr/>
            <p:nvPr/>
          </p:nvSpPr>
          <p:spPr>
            <a:xfrm>
              <a:off x="4061074" y="4024520"/>
              <a:ext cx="356142" cy="282623"/>
            </a:xfrm>
            <a:custGeom>
              <a:rect b="b" l="l" r="r" t="t"/>
              <a:pathLst>
                <a:path extrusionOk="0" h="10660" w="13433">
                  <a:moveTo>
                    <a:pt x="8584" y="0"/>
                  </a:moveTo>
                  <a:lnTo>
                    <a:pt x="3332" y="6057"/>
                  </a:lnTo>
                  <a:lnTo>
                    <a:pt x="1316" y="7122"/>
                  </a:lnTo>
                  <a:cubicBezTo>
                    <a:pt x="857" y="7372"/>
                    <a:pt x="477" y="7741"/>
                    <a:pt x="213" y="8193"/>
                  </a:cubicBezTo>
                  <a:cubicBezTo>
                    <a:pt x="69" y="8439"/>
                    <a:pt x="0" y="8710"/>
                    <a:pt x="0" y="8980"/>
                  </a:cubicBezTo>
                  <a:cubicBezTo>
                    <a:pt x="0" y="9384"/>
                    <a:pt x="156" y="9783"/>
                    <a:pt x="457" y="10083"/>
                  </a:cubicBezTo>
                  <a:cubicBezTo>
                    <a:pt x="644" y="10267"/>
                    <a:pt x="859" y="10411"/>
                    <a:pt x="1094" y="10511"/>
                  </a:cubicBezTo>
                  <a:cubicBezTo>
                    <a:pt x="1331" y="10606"/>
                    <a:pt x="1589" y="10659"/>
                    <a:pt x="1848" y="10659"/>
                  </a:cubicBezTo>
                  <a:lnTo>
                    <a:pt x="8599" y="10659"/>
                  </a:lnTo>
                  <a:cubicBezTo>
                    <a:pt x="8391" y="10422"/>
                    <a:pt x="8202" y="10160"/>
                    <a:pt x="8043" y="9881"/>
                  </a:cubicBezTo>
                  <a:cubicBezTo>
                    <a:pt x="6900" y="7900"/>
                    <a:pt x="7258" y="5365"/>
                    <a:pt x="8739" y="3130"/>
                  </a:cubicBezTo>
                  <a:cubicBezTo>
                    <a:pt x="8907" y="2876"/>
                    <a:pt x="9180" y="2744"/>
                    <a:pt x="9456" y="2744"/>
                  </a:cubicBezTo>
                  <a:cubicBezTo>
                    <a:pt x="9673" y="2744"/>
                    <a:pt x="9891" y="2825"/>
                    <a:pt x="10061" y="2994"/>
                  </a:cubicBezTo>
                  <a:lnTo>
                    <a:pt x="12620" y="5554"/>
                  </a:lnTo>
                  <a:cubicBezTo>
                    <a:pt x="12627" y="5543"/>
                    <a:pt x="12638" y="5534"/>
                    <a:pt x="12649" y="5523"/>
                  </a:cubicBezTo>
                  <a:lnTo>
                    <a:pt x="13432" y="4846"/>
                  </a:lnTo>
                  <a:lnTo>
                    <a:pt x="10081" y="1497"/>
                  </a:lnTo>
                  <a:lnTo>
                    <a:pt x="85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0"/>
            <p:cNvSpPr/>
            <p:nvPr/>
          </p:nvSpPr>
          <p:spPr>
            <a:xfrm>
              <a:off x="4091642" y="4234658"/>
              <a:ext cx="46370" cy="31417"/>
            </a:xfrm>
            <a:custGeom>
              <a:rect b="b" l="l" r="r" t="t"/>
              <a:pathLst>
                <a:path extrusionOk="0" h="1185" w="1749">
                  <a:moveTo>
                    <a:pt x="1002" y="1"/>
                  </a:moveTo>
                  <a:cubicBezTo>
                    <a:pt x="898" y="1"/>
                    <a:pt x="789" y="17"/>
                    <a:pt x="679" y="56"/>
                  </a:cubicBezTo>
                  <a:cubicBezTo>
                    <a:pt x="345" y="178"/>
                    <a:pt x="158" y="467"/>
                    <a:pt x="63" y="675"/>
                  </a:cubicBezTo>
                  <a:cubicBezTo>
                    <a:pt x="1" y="815"/>
                    <a:pt x="61" y="981"/>
                    <a:pt x="200" y="1048"/>
                  </a:cubicBezTo>
                  <a:cubicBezTo>
                    <a:pt x="339" y="1115"/>
                    <a:pt x="534" y="1185"/>
                    <a:pt x="750" y="1185"/>
                  </a:cubicBezTo>
                  <a:cubicBezTo>
                    <a:pt x="853" y="1185"/>
                    <a:pt x="961" y="1169"/>
                    <a:pt x="1070" y="1130"/>
                  </a:cubicBezTo>
                  <a:cubicBezTo>
                    <a:pt x="1409" y="1008"/>
                    <a:pt x="1591" y="719"/>
                    <a:pt x="1686" y="511"/>
                  </a:cubicBezTo>
                  <a:cubicBezTo>
                    <a:pt x="1749" y="369"/>
                    <a:pt x="1689" y="203"/>
                    <a:pt x="1549" y="136"/>
                  </a:cubicBezTo>
                  <a:cubicBezTo>
                    <a:pt x="1411" y="69"/>
                    <a:pt x="1217" y="1"/>
                    <a:pt x="10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0"/>
            <p:cNvSpPr/>
            <p:nvPr/>
          </p:nvSpPr>
          <p:spPr>
            <a:xfrm>
              <a:off x="4274526" y="4004237"/>
              <a:ext cx="164722" cy="161037"/>
            </a:xfrm>
            <a:custGeom>
              <a:rect b="b" l="l" r="r" t="t"/>
              <a:pathLst>
                <a:path extrusionOk="0" h="6074" w="6213">
                  <a:moveTo>
                    <a:pt x="784" y="1"/>
                  </a:moveTo>
                  <a:cubicBezTo>
                    <a:pt x="601" y="1"/>
                    <a:pt x="419" y="71"/>
                    <a:pt x="280" y="211"/>
                  </a:cubicBezTo>
                  <a:cubicBezTo>
                    <a:pt x="1" y="490"/>
                    <a:pt x="1" y="942"/>
                    <a:pt x="280" y="1220"/>
                  </a:cubicBezTo>
                  <a:lnTo>
                    <a:pt x="4924" y="5864"/>
                  </a:lnTo>
                  <a:cubicBezTo>
                    <a:pt x="5064" y="6004"/>
                    <a:pt x="5247" y="6074"/>
                    <a:pt x="5430" y="6074"/>
                  </a:cubicBezTo>
                  <a:cubicBezTo>
                    <a:pt x="5612" y="6074"/>
                    <a:pt x="5795" y="6004"/>
                    <a:pt x="5933" y="5864"/>
                  </a:cubicBezTo>
                  <a:cubicBezTo>
                    <a:pt x="6213" y="5585"/>
                    <a:pt x="6213" y="5132"/>
                    <a:pt x="5933" y="4855"/>
                  </a:cubicBezTo>
                  <a:lnTo>
                    <a:pt x="1289" y="211"/>
                  </a:lnTo>
                  <a:cubicBezTo>
                    <a:pt x="1149" y="71"/>
                    <a:pt x="966" y="1"/>
                    <a:pt x="7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0"/>
            <p:cNvSpPr/>
            <p:nvPr/>
          </p:nvSpPr>
          <p:spPr>
            <a:xfrm>
              <a:off x="4136740" y="4140061"/>
              <a:ext cx="113712" cy="94703"/>
            </a:xfrm>
            <a:custGeom>
              <a:rect b="b" l="l" r="r" t="t"/>
              <a:pathLst>
                <a:path extrusionOk="0" h="3572" w="4289">
                  <a:moveTo>
                    <a:pt x="2143" y="0"/>
                  </a:moveTo>
                  <a:cubicBezTo>
                    <a:pt x="961" y="0"/>
                    <a:pt x="1" y="961"/>
                    <a:pt x="1" y="2143"/>
                  </a:cubicBezTo>
                  <a:lnTo>
                    <a:pt x="1431" y="2143"/>
                  </a:lnTo>
                  <a:cubicBezTo>
                    <a:pt x="1431" y="2932"/>
                    <a:pt x="2070" y="3571"/>
                    <a:pt x="2860" y="3571"/>
                  </a:cubicBezTo>
                  <a:cubicBezTo>
                    <a:pt x="3649" y="3571"/>
                    <a:pt x="4288" y="2932"/>
                    <a:pt x="4288" y="2143"/>
                  </a:cubicBezTo>
                  <a:cubicBezTo>
                    <a:pt x="4288" y="961"/>
                    <a:pt x="3328" y="0"/>
                    <a:pt x="2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0"/>
            <p:cNvSpPr/>
            <p:nvPr/>
          </p:nvSpPr>
          <p:spPr>
            <a:xfrm>
              <a:off x="4131173" y="4134414"/>
              <a:ext cx="124980" cy="105997"/>
            </a:xfrm>
            <a:custGeom>
              <a:rect b="b" l="l" r="r" t="t"/>
              <a:pathLst>
                <a:path extrusionOk="0" h="3998" w="4714">
                  <a:moveTo>
                    <a:pt x="2358" y="0"/>
                  </a:moveTo>
                  <a:cubicBezTo>
                    <a:pt x="1056" y="0"/>
                    <a:pt x="0" y="1056"/>
                    <a:pt x="0" y="2356"/>
                  </a:cubicBezTo>
                  <a:cubicBezTo>
                    <a:pt x="0" y="2476"/>
                    <a:pt x="98" y="2569"/>
                    <a:pt x="213" y="2569"/>
                  </a:cubicBezTo>
                  <a:cubicBezTo>
                    <a:pt x="333" y="2569"/>
                    <a:pt x="428" y="2473"/>
                    <a:pt x="428" y="2356"/>
                  </a:cubicBezTo>
                  <a:cubicBezTo>
                    <a:pt x="428" y="1293"/>
                    <a:pt x="1291" y="428"/>
                    <a:pt x="2353" y="428"/>
                  </a:cubicBezTo>
                  <a:cubicBezTo>
                    <a:pt x="3416" y="428"/>
                    <a:pt x="4281" y="1293"/>
                    <a:pt x="4281" y="2356"/>
                  </a:cubicBezTo>
                  <a:cubicBezTo>
                    <a:pt x="4281" y="3026"/>
                    <a:pt x="3737" y="3571"/>
                    <a:pt x="3065" y="3571"/>
                  </a:cubicBezTo>
                  <a:cubicBezTo>
                    <a:pt x="2398" y="3571"/>
                    <a:pt x="1852" y="3028"/>
                    <a:pt x="1852" y="2356"/>
                  </a:cubicBezTo>
                  <a:cubicBezTo>
                    <a:pt x="1852" y="2083"/>
                    <a:pt x="2076" y="1857"/>
                    <a:pt x="2351" y="1857"/>
                  </a:cubicBezTo>
                  <a:cubicBezTo>
                    <a:pt x="2626" y="1857"/>
                    <a:pt x="2850" y="2083"/>
                    <a:pt x="2850" y="2356"/>
                  </a:cubicBezTo>
                  <a:cubicBezTo>
                    <a:pt x="2850" y="2476"/>
                    <a:pt x="2948" y="2569"/>
                    <a:pt x="3063" y="2569"/>
                  </a:cubicBezTo>
                  <a:cubicBezTo>
                    <a:pt x="3181" y="2569"/>
                    <a:pt x="3276" y="2473"/>
                    <a:pt x="3276" y="2356"/>
                  </a:cubicBezTo>
                  <a:cubicBezTo>
                    <a:pt x="3276" y="1843"/>
                    <a:pt x="2861" y="1426"/>
                    <a:pt x="2349" y="1426"/>
                  </a:cubicBezTo>
                  <a:cubicBezTo>
                    <a:pt x="1834" y="1426"/>
                    <a:pt x="1420" y="1843"/>
                    <a:pt x="1420" y="2356"/>
                  </a:cubicBezTo>
                  <a:cubicBezTo>
                    <a:pt x="1420" y="3263"/>
                    <a:pt x="2156" y="3997"/>
                    <a:pt x="3061" y="3997"/>
                  </a:cubicBezTo>
                  <a:cubicBezTo>
                    <a:pt x="3964" y="3997"/>
                    <a:pt x="4702" y="3261"/>
                    <a:pt x="4702" y="2356"/>
                  </a:cubicBezTo>
                  <a:cubicBezTo>
                    <a:pt x="4713" y="1058"/>
                    <a:pt x="3658" y="0"/>
                    <a:pt x="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70"/>
          <p:cNvGrpSpPr/>
          <p:nvPr/>
        </p:nvGrpSpPr>
        <p:grpSpPr>
          <a:xfrm>
            <a:off x="5430412" y="3335142"/>
            <a:ext cx="364945" cy="376451"/>
            <a:chOff x="5430412" y="3335142"/>
            <a:chExt cx="364945" cy="376451"/>
          </a:xfrm>
        </p:grpSpPr>
        <p:sp>
          <p:nvSpPr>
            <p:cNvPr id="3960" name="Google Shape;3960;p70"/>
            <p:cNvSpPr/>
            <p:nvPr/>
          </p:nvSpPr>
          <p:spPr>
            <a:xfrm>
              <a:off x="5668044" y="3509700"/>
              <a:ext cx="127313" cy="188186"/>
            </a:xfrm>
            <a:custGeom>
              <a:rect b="b" l="l" r="r" t="t"/>
              <a:pathLst>
                <a:path extrusionOk="0" h="7098" w="4802">
                  <a:moveTo>
                    <a:pt x="3283" y="0"/>
                  </a:moveTo>
                  <a:cubicBezTo>
                    <a:pt x="3282" y="0"/>
                    <a:pt x="3281" y="1"/>
                    <a:pt x="3282" y="2"/>
                  </a:cubicBezTo>
                  <a:lnTo>
                    <a:pt x="3282" y="2"/>
                  </a:lnTo>
                  <a:cubicBezTo>
                    <a:pt x="3282" y="1"/>
                    <a:pt x="3283" y="1"/>
                    <a:pt x="3283" y="0"/>
                  </a:cubicBezTo>
                  <a:close/>
                  <a:moveTo>
                    <a:pt x="3282" y="2"/>
                  </a:moveTo>
                  <a:cubicBezTo>
                    <a:pt x="3223" y="92"/>
                    <a:pt x="1" y="2076"/>
                    <a:pt x="716" y="3999"/>
                  </a:cubicBezTo>
                  <a:cubicBezTo>
                    <a:pt x="1174" y="5228"/>
                    <a:pt x="2855" y="7097"/>
                    <a:pt x="3566" y="7097"/>
                  </a:cubicBezTo>
                  <a:cubicBezTo>
                    <a:pt x="3671" y="7097"/>
                    <a:pt x="3755" y="7056"/>
                    <a:pt x="3810" y="6967"/>
                  </a:cubicBezTo>
                  <a:cubicBezTo>
                    <a:pt x="4261" y="6255"/>
                    <a:pt x="4744" y="5108"/>
                    <a:pt x="4777" y="3748"/>
                  </a:cubicBezTo>
                  <a:cubicBezTo>
                    <a:pt x="4801" y="1077"/>
                    <a:pt x="3299" y="48"/>
                    <a:pt x="3282"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0"/>
            <p:cNvSpPr/>
            <p:nvPr/>
          </p:nvSpPr>
          <p:spPr>
            <a:xfrm>
              <a:off x="5513927" y="3509700"/>
              <a:ext cx="127313" cy="188186"/>
            </a:xfrm>
            <a:custGeom>
              <a:rect b="b" l="l" r="r" t="t"/>
              <a:pathLst>
                <a:path extrusionOk="0" h="7098" w="4802">
                  <a:moveTo>
                    <a:pt x="1519" y="0"/>
                  </a:moveTo>
                  <a:cubicBezTo>
                    <a:pt x="1519" y="1"/>
                    <a:pt x="1520" y="1"/>
                    <a:pt x="1520" y="2"/>
                  </a:cubicBezTo>
                  <a:lnTo>
                    <a:pt x="1520" y="2"/>
                  </a:lnTo>
                  <a:cubicBezTo>
                    <a:pt x="1520" y="1"/>
                    <a:pt x="1520" y="0"/>
                    <a:pt x="1519" y="0"/>
                  </a:cubicBezTo>
                  <a:close/>
                  <a:moveTo>
                    <a:pt x="1520" y="2"/>
                  </a:moveTo>
                  <a:cubicBezTo>
                    <a:pt x="1502" y="48"/>
                    <a:pt x="0" y="1077"/>
                    <a:pt x="24" y="3748"/>
                  </a:cubicBezTo>
                  <a:cubicBezTo>
                    <a:pt x="58" y="5108"/>
                    <a:pt x="541" y="6255"/>
                    <a:pt x="991" y="6967"/>
                  </a:cubicBezTo>
                  <a:cubicBezTo>
                    <a:pt x="1047" y="7056"/>
                    <a:pt x="1131" y="7097"/>
                    <a:pt x="1236" y="7097"/>
                  </a:cubicBezTo>
                  <a:cubicBezTo>
                    <a:pt x="1947" y="7097"/>
                    <a:pt x="3627" y="5228"/>
                    <a:pt x="4085" y="3999"/>
                  </a:cubicBezTo>
                  <a:cubicBezTo>
                    <a:pt x="4801" y="2076"/>
                    <a:pt x="1579" y="92"/>
                    <a:pt x="1520" y="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0"/>
            <p:cNvSpPr/>
            <p:nvPr/>
          </p:nvSpPr>
          <p:spPr>
            <a:xfrm>
              <a:off x="5514563" y="3626116"/>
              <a:ext cx="60528" cy="85344"/>
            </a:xfrm>
            <a:custGeom>
              <a:rect b="b" l="l" r="r" t="t"/>
              <a:pathLst>
                <a:path extrusionOk="0" h="3219" w="2283">
                  <a:moveTo>
                    <a:pt x="1092" y="1"/>
                  </a:moveTo>
                  <a:cubicBezTo>
                    <a:pt x="408" y="894"/>
                    <a:pt x="0" y="2008"/>
                    <a:pt x="0" y="3219"/>
                  </a:cubicBezTo>
                  <a:lnTo>
                    <a:pt x="1092" y="3219"/>
                  </a:lnTo>
                  <a:cubicBezTo>
                    <a:pt x="1817" y="2236"/>
                    <a:pt x="2283" y="1172"/>
                    <a:pt x="1092"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0"/>
            <p:cNvSpPr/>
            <p:nvPr/>
          </p:nvSpPr>
          <p:spPr>
            <a:xfrm>
              <a:off x="5543488" y="3571368"/>
              <a:ext cx="251285" cy="140092"/>
            </a:xfrm>
            <a:custGeom>
              <a:rect b="b" l="l" r="r" t="t"/>
              <a:pathLst>
                <a:path extrusionOk="0" h="5284" w="9478">
                  <a:moveTo>
                    <a:pt x="4192" y="1"/>
                  </a:moveTo>
                  <a:cubicBezTo>
                    <a:pt x="2487" y="1"/>
                    <a:pt x="968" y="810"/>
                    <a:pt x="1" y="2066"/>
                  </a:cubicBezTo>
                  <a:lnTo>
                    <a:pt x="4042" y="5066"/>
                  </a:lnTo>
                  <a:lnTo>
                    <a:pt x="6350" y="4428"/>
                  </a:lnTo>
                  <a:lnTo>
                    <a:pt x="8382" y="5284"/>
                  </a:lnTo>
                  <a:lnTo>
                    <a:pt x="9181" y="5284"/>
                  </a:lnTo>
                  <a:cubicBezTo>
                    <a:pt x="9347" y="5284"/>
                    <a:pt x="9478" y="5146"/>
                    <a:pt x="9469" y="4982"/>
                  </a:cubicBezTo>
                  <a:cubicBezTo>
                    <a:pt x="9311" y="2205"/>
                    <a:pt x="7011" y="1"/>
                    <a:pt x="4192"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0"/>
            <p:cNvSpPr/>
            <p:nvPr/>
          </p:nvSpPr>
          <p:spPr>
            <a:xfrm>
              <a:off x="5543541" y="3604827"/>
              <a:ext cx="111061" cy="106766"/>
            </a:xfrm>
            <a:custGeom>
              <a:rect b="b" l="l" r="r" t="t"/>
              <a:pathLst>
                <a:path extrusionOk="0" h="4027" w="4189">
                  <a:moveTo>
                    <a:pt x="668" y="1"/>
                  </a:moveTo>
                  <a:cubicBezTo>
                    <a:pt x="424" y="207"/>
                    <a:pt x="203" y="435"/>
                    <a:pt x="1" y="682"/>
                  </a:cubicBezTo>
                  <a:lnTo>
                    <a:pt x="1" y="4026"/>
                  </a:lnTo>
                  <a:lnTo>
                    <a:pt x="3250" y="4026"/>
                  </a:lnTo>
                  <a:cubicBezTo>
                    <a:pt x="3765" y="3964"/>
                    <a:pt x="4106" y="3809"/>
                    <a:pt x="4188" y="3518"/>
                  </a:cubicBezTo>
                  <a:cubicBezTo>
                    <a:pt x="2689" y="2620"/>
                    <a:pt x="1427" y="1405"/>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0"/>
            <p:cNvSpPr/>
            <p:nvPr/>
          </p:nvSpPr>
          <p:spPr>
            <a:xfrm>
              <a:off x="5537258" y="3594301"/>
              <a:ext cx="34122" cy="34148"/>
            </a:xfrm>
            <a:custGeom>
              <a:rect b="b" l="l" r="r" t="t"/>
              <a:pathLst>
                <a:path extrusionOk="0" h="1288" w="1287">
                  <a:moveTo>
                    <a:pt x="644" y="1"/>
                  </a:moveTo>
                  <a:cubicBezTo>
                    <a:pt x="289" y="1"/>
                    <a:pt x="0" y="289"/>
                    <a:pt x="0" y="644"/>
                  </a:cubicBezTo>
                  <a:cubicBezTo>
                    <a:pt x="0" y="999"/>
                    <a:pt x="289" y="1287"/>
                    <a:pt x="644" y="1287"/>
                  </a:cubicBezTo>
                  <a:cubicBezTo>
                    <a:pt x="999" y="1287"/>
                    <a:pt x="1287" y="999"/>
                    <a:pt x="1287" y="644"/>
                  </a:cubicBezTo>
                  <a:cubicBezTo>
                    <a:pt x="1287" y="289"/>
                    <a:pt x="999" y="1"/>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0"/>
            <p:cNvSpPr/>
            <p:nvPr/>
          </p:nvSpPr>
          <p:spPr>
            <a:xfrm>
              <a:off x="5629707" y="3603421"/>
              <a:ext cx="136036" cy="108038"/>
            </a:xfrm>
            <a:custGeom>
              <a:rect b="b" l="l" r="r" t="t"/>
              <a:pathLst>
                <a:path extrusionOk="0" h="4075" w="5131">
                  <a:moveTo>
                    <a:pt x="4491" y="1"/>
                  </a:moveTo>
                  <a:cubicBezTo>
                    <a:pt x="3582" y="1717"/>
                    <a:pt x="1925" y="3150"/>
                    <a:pt x="0" y="4075"/>
                  </a:cubicBezTo>
                  <a:lnTo>
                    <a:pt x="5130" y="4075"/>
                  </a:lnTo>
                  <a:lnTo>
                    <a:pt x="5130" y="630"/>
                  </a:lnTo>
                  <a:cubicBezTo>
                    <a:pt x="4937" y="402"/>
                    <a:pt x="4720" y="191"/>
                    <a:pt x="4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0"/>
            <p:cNvSpPr/>
            <p:nvPr/>
          </p:nvSpPr>
          <p:spPr>
            <a:xfrm>
              <a:off x="5737825" y="3594301"/>
              <a:ext cx="34148" cy="34148"/>
            </a:xfrm>
            <a:custGeom>
              <a:rect b="b" l="l" r="r" t="t"/>
              <a:pathLst>
                <a:path extrusionOk="0" h="1288" w="1288">
                  <a:moveTo>
                    <a:pt x="644" y="1"/>
                  </a:moveTo>
                  <a:cubicBezTo>
                    <a:pt x="289" y="1"/>
                    <a:pt x="1" y="289"/>
                    <a:pt x="1" y="644"/>
                  </a:cubicBezTo>
                  <a:cubicBezTo>
                    <a:pt x="1" y="999"/>
                    <a:pt x="289" y="1287"/>
                    <a:pt x="644" y="1287"/>
                  </a:cubicBezTo>
                  <a:cubicBezTo>
                    <a:pt x="1001" y="1287"/>
                    <a:pt x="1287" y="999"/>
                    <a:pt x="1287" y="644"/>
                  </a:cubicBezTo>
                  <a:cubicBezTo>
                    <a:pt x="1287" y="289"/>
                    <a:pt x="1001" y="1"/>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0"/>
            <p:cNvSpPr/>
            <p:nvPr/>
          </p:nvSpPr>
          <p:spPr>
            <a:xfrm>
              <a:off x="5593120" y="3335168"/>
              <a:ext cx="187841" cy="176255"/>
            </a:xfrm>
            <a:custGeom>
              <a:rect b="b" l="l" r="r" t="t"/>
              <a:pathLst>
                <a:path extrusionOk="0" h="6648" w="7085">
                  <a:moveTo>
                    <a:pt x="3098" y="0"/>
                  </a:moveTo>
                  <a:cubicBezTo>
                    <a:pt x="2800" y="0"/>
                    <a:pt x="2532" y="58"/>
                    <a:pt x="2318" y="180"/>
                  </a:cubicBezTo>
                  <a:cubicBezTo>
                    <a:pt x="2287" y="160"/>
                    <a:pt x="2256" y="142"/>
                    <a:pt x="2223" y="129"/>
                  </a:cubicBezTo>
                  <a:cubicBezTo>
                    <a:pt x="1114" y="573"/>
                    <a:pt x="0" y="1744"/>
                    <a:pt x="0" y="2589"/>
                  </a:cubicBezTo>
                  <a:cubicBezTo>
                    <a:pt x="0" y="4483"/>
                    <a:pt x="2356" y="6647"/>
                    <a:pt x="5318" y="6647"/>
                  </a:cubicBezTo>
                  <a:cubicBezTo>
                    <a:pt x="5824" y="6647"/>
                    <a:pt x="6348" y="6584"/>
                    <a:pt x="6880" y="6446"/>
                  </a:cubicBezTo>
                  <a:cubicBezTo>
                    <a:pt x="6998" y="5647"/>
                    <a:pt x="7047" y="4365"/>
                    <a:pt x="7047" y="3673"/>
                  </a:cubicBezTo>
                  <a:cubicBezTo>
                    <a:pt x="7084" y="1580"/>
                    <a:pt x="4665" y="0"/>
                    <a:pt x="30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0"/>
            <p:cNvSpPr/>
            <p:nvPr/>
          </p:nvSpPr>
          <p:spPr>
            <a:xfrm>
              <a:off x="5528296" y="3335142"/>
              <a:ext cx="247256" cy="194681"/>
            </a:xfrm>
            <a:custGeom>
              <a:rect b="b" l="l" r="r" t="t"/>
              <a:pathLst>
                <a:path extrusionOk="0" h="7343" w="9326">
                  <a:moveTo>
                    <a:pt x="3986" y="0"/>
                  </a:moveTo>
                  <a:cubicBezTo>
                    <a:pt x="2420" y="0"/>
                    <a:pt x="1" y="1581"/>
                    <a:pt x="37" y="3674"/>
                  </a:cubicBezTo>
                  <a:cubicBezTo>
                    <a:pt x="37" y="4566"/>
                    <a:pt x="117" y="6440"/>
                    <a:pt x="323" y="6992"/>
                  </a:cubicBezTo>
                  <a:cubicBezTo>
                    <a:pt x="323" y="6992"/>
                    <a:pt x="2432" y="7192"/>
                    <a:pt x="4493" y="7314"/>
                  </a:cubicBezTo>
                  <a:lnTo>
                    <a:pt x="4493" y="7343"/>
                  </a:lnTo>
                  <a:cubicBezTo>
                    <a:pt x="4584" y="7340"/>
                    <a:pt x="4672" y="7336"/>
                    <a:pt x="4763" y="7329"/>
                  </a:cubicBezTo>
                  <a:cubicBezTo>
                    <a:pt x="4856" y="7332"/>
                    <a:pt x="4945" y="7338"/>
                    <a:pt x="5036" y="7343"/>
                  </a:cubicBezTo>
                  <a:lnTo>
                    <a:pt x="5036" y="7314"/>
                  </a:lnTo>
                  <a:cubicBezTo>
                    <a:pt x="7096" y="7190"/>
                    <a:pt x="9206" y="6992"/>
                    <a:pt x="9206" y="6992"/>
                  </a:cubicBezTo>
                  <a:cubicBezTo>
                    <a:pt x="9252" y="6868"/>
                    <a:pt x="9292" y="6675"/>
                    <a:pt x="9325" y="6442"/>
                  </a:cubicBezTo>
                  <a:cubicBezTo>
                    <a:pt x="6198" y="6420"/>
                    <a:pt x="3672" y="4621"/>
                    <a:pt x="3672" y="2406"/>
                  </a:cubicBezTo>
                  <a:cubicBezTo>
                    <a:pt x="3672" y="1563"/>
                    <a:pt x="4040" y="780"/>
                    <a:pt x="4668" y="130"/>
                  </a:cubicBezTo>
                  <a:cubicBezTo>
                    <a:pt x="4473" y="42"/>
                    <a:pt x="4241" y="0"/>
                    <a:pt x="3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0"/>
            <p:cNvSpPr/>
            <p:nvPr/>
          </p:nvSpPr>
          <p:spPr>
            <a:xfrm>
              <a:off x="5520555" y="3468579"/>
              <a:ext cx="56525" cy="71663"/>
            </a:xfrm>
            <a:custGeom>
              <a:rect b="b" l="l" r="r" t="t"/>
              <a:pathLst>
                <a:path extrusionOk="0" h="2703" w="2132">
                  <a:moveTo>
                    <a:pt x="1067" y="1"/>
                  </a:moveTo>
                  <a:cubicBezTo>
                    <a:pt x="477" y="1"/>
                    <a:pt x="1" y="606"/>
                    <a:pt x="1" y="1352"/>
                  </a:cubicBezTo>
                  <a:cubicBezTo>
                    <a:pt x="1" y="2097"/>
                    <a:pt x="477" y="2702"/>
                    <a:pt x="1067" y="2702"/>
                  </a:cubicBezTo>
                  <a:cubicBezTo>
                    <a:pt x="1655" y="2702"/>
                    <a:pt x="2132" y="2097"/>
                    <a:pt x="2132" y="1352"/>
                  </a:cubicBezTo>
                  <a:cubicBezTo>
                    <a:pt x="2132" y="606"/>
                    <a:pt x="1655" y="1"/>
                    <a:pt x="1067"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0"/>
            <p:cNvSpPr/>
            <p:nvPr/>
          </p:nvSpPr>
          <p:spPr>
            <a:xfrm>
              <a:off x="5732178" y="3468579"/>
              <a:ext cx="56498" cy="71663"/>
            </a:xfrm>
            <a:custGeom>
              <a:rect b="b" l="l" r="r" t="t"/>
              <a:pathLst>
                <a:path extrusionOk="0" h="2703" w="2131">
                  <a:moveTo>
                    <a:pt x="1065" y="1"/>
                  </a:moveTo>
                  <a:cubicBezTo>
                    <a:pt x="478" y="1"/>
                    <a:pt x="1" y="606"/>
                    <a:pt x="1" y="1352"/>
                  </a:cubicBezTo>
                  <a:cubicBezTo>
                    <a:pt x="1" y="2097"/>
                    <a:pt x="478" y="2702"/>
                    <a:pt x="1065" y="2702"/>
                  </a:cubicBezTo>
                  <a:cubicBezTo>
                    <a:pt x="1653" y="2702"/>
                    <a:pt x="2130" y="2097"/>
                    <a:pt x="2130" y="1352"/>
                  </a:cubicBezTo>
                  <a:cubicBezTo>
                    <a:pt x="2130" y="606"/>
                    <a:pt x="1653" y="1"/>
                    <a:pt x="10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0"/>
            <p:cNvSpPr/>
            <p:nvPr/>
          </p:nvSpPr>
          <p:spPr>
            <a:xfrm>
              <a:off x="5577053" y="3391746"/>
              <a:ext cx="183387" cy="211119"/>
            </a:xfrm>
            <a:custGeom>
              <a:rect b="b" l="l" r="r" t="t"/>
              <a:pathLst>
                <a:path extrusionOk="0" h="7963" w="6917">
                  <a:moveTo>
                    <a:pt x="2929" y="0"/>
                  </a:moveTo>
                  <a:cubicBezTo>
                    <a:pt x="2166" y="0"/>
                    <a:pt x="1454" y="222"/>
                    <a:pt x="848" y="608"/>
                  </a:cubicBezTo>
                  <a:cubicBezTo>
                    <a:pt x="318" y="1300"/>
                    <a:pt x="1" y="2074"/>
                    <a:pt x="1" y="2744"/>
                  </a:cubicBezTo>
                  <a:cubicBezTo>
                    <a:pt x="1" y="5294"/>
                    <a:pt x="1491" y="7783"/>
                    <a:pt x="4501" y="7962"/>
                  </a:cubicBezTo>
                  <a:cubicBezTo>
                    <a:pt x="5923" y="7328"/>
                    <a:pt x="6916" y="5860"/>
                    <a:pt x="6916" y="4150"/>
                  </a:cubicBezTo>
                  <a:cubicBezTo>
                    <a:pt x="6916" y="1861"/>
                    <a:pt x="5129" y="2"/>
                    <a:pt x="2929" y="0"/>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0"/>
            <p:cNvSpPr/>
            <p:nvPr/>
          </p:nvSpPr>
          <p:spPr>
            <a:xfrm>
              <a:off x="5548844" y="3407839"/>
              <a:ext cx="147622" cy="203961"/>
            </a:xfrm>
            <a:custGeom>
              <a:rect b="b" l="l" r="r" t="t"/>
              <a:pathLst>
                <a:path extrusionOk="0" h="7693" w="5568">
                  <a:moveTo>
                    <a:pt x="1910" y="1"/>
                  </a:moveTo>
                  <a:lnTo>
                    <a:pt x="1910" y="1"/>
                  </a:lnTo>
                  <a:cubicBezTo>
                    <a:pt x="766" y="728"/>
                    <a:pt x="0" y="2043"/>
                    <a:pt x="0" y="3543"/>
                  </a:cubicBezTo>
                  <a:cubicBezTo>
                    <a:pt x="0" y="5836"/>
                    <a:pt x="1786" y="7692"/>
                    <a:pt x="3988" y="7692"/>
                  </a:cubicBezTo>
                  <a:cubicBezTo>
                    <a:pt x="4549" y="7692"/>
                    <a:pt x="5084" y="7575"/>
                    <a:pt x="5567" y="7358"/>
                  </a:cubicBezTo>
                  <a:cubicBezTo>
                    <a:pt x="3256" y="6623"/>
                    <a:pt x="1586" y="4463"/>
                    <a:pt x="1582" y="1910"/>
                  </a:cubicBezTo>
                  <a:cubicBezTo>
                    <a:pt x="1582" y="1238"/>
                    <a:pt x="1699" y="595"/>
                    <a:pt x="1910"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0"/>
            <p:cNvSpPr/>
            <p:nvPr/>
          </p:nvSpPr>
          <p:spPr>
            <a:xfrm>
              <a:off x="5599536" y="3344500"/>
              <a:ext cx="173949" cy="149875"/>
            </a:xfrm>
            <a:custGeom>
              <a:rect b="b" l="l" r="r" t="t"/>
              <a:pathLst>
                <a:path extrusionOk="0" h="5653" w="6561">
                  <a:moveTo>
                    <a:pt x="2092" y="0"/>
                  </a:moveTo>
                  <a:cubicBezTo>
                    <a:pt x="1987" y="0"/>
                    <a:pt x="1882" y="2"/>
                    <a:pt x="1777" y="5"/>
                  </a:cubicBezTo>
                  <a:cubicBezTo>
                    <a:pt x="874" y="629"/>
                    <a:pt x="0" y="1640"/>
                    <a:pt x="0" y="2390"/>
                  </a:cubicBezTo>
                  <a:cubicBezTo>
                    <a:pt x="0" y="3210"/>
                    <a:pt x="850" y="3987"/>
                    <a:pt x="1928" y="4277"/>
                  </a:cubicBezTo>
                  <a:cubicBezTo>
                    <a:pt x="1950" y="4259"/>
                    <a:pt x="1974" y="4244"/>
                    <a:pt x="1996" y="4224"/>
                  </a:cubicBezTo>
                  <a:cubicBezTo>
                    <a:pt x="2225" y="4038"/>
                    <a:pt x="2413" y="3842"/>
                    <a:pt x="2564" y="3643"/>
                  </a:cubicBezTo>
                  <a:cubicBezTo>
                    <a:pt x="2622" y="3567"/>
                    <a:pt x="2707" y="3530"/>
                    <a:pt x="2791" y="3530"/>
                  </a:cubicBezTo>
                  <a:cubicBezTo>
                    <a:pt x="2876" y="3530"/>
                    <a:pt x="2960" y="3567"/>
                    <a:pt x="3017" y="3643"/>
                  </a:cubicBezTo>
                  <a:cubicBezTo>
                    <a:pt x="3170" y="3842"/>
                    <a:pt x="3358" y="4035"/>
                    <a:pt x="3584" y="4224"/>
                  </a:cubicBezTo>
                  <a:cubicBezTo>
                    <a:pt x="4088" y="4614"/>
                    <a:pt x="4656" y="4834"/>
                    <a:pt x="5190" y="4943"/>
                  </a:cubicBezTo>
                  <a:cubicBezTo>
                    <a:pt x="5323" y="4969"/>
                    <a:pt x="5419" y="5087"/>
                    <a:pt x="5419" y="5222"/>
                  </a:cubicBezTo>
                  <a:lnTo>
                    <a:pt x="5419" y="5366"/>
                  </a:lnTo>
                  <a:cubicBezTo>
                    <a:pt x="5419" y="5547"/>
                    <a:pt x="5563" y="5653"/>
                    <a:pt x="5707" y="5653"/>
                  </a:cubicBezTo>
                  <a:cubicBezTo>
                    <a:pt x="5810" y="5653"/>
                    <a:pt x="5913" y="5599"/>
                    <a:pt x="5964" y="5482"/>
                  </a:cubicBezTo>
                  <a:lnTo>
                    <a:pt x="6561" y="4140"/>
                  </a:lnTo>
                  <a:lnTo>
                    <a:pt x="5687" y="1505"/>
                  </a:lnTo>
                  <a:cubicBezTo>
                    <a:pt x="5687" y="503"/>
                    <a:pt x="3893" y="0"/>
                    <a:pt x="20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0"/>
            <p:cNvSpPr/>
            <p:nvPr/>
          </p:nvSpPr>
          <p:spPr>
            <a:xfrm>
              <a:off x="5535773" y="3344686"/>
              <a:ext cx="114879" cy="149822"/>
            </a:xfrm>
            <a:custGeom>
              <a:rect b="b" l="l" r="r" t="t"/>
              <a:pathLst>
                <a:path extrusionOk="0" h="5651" w="4333">
                  <a:moveTo>
                    <a:pt x="4182" y="1"/>
                  </a:moveTo>
                  <a:lnTo>
                    <a:pt x="4182" y="1"/>
                  </a:lnTo>
                  <a:cubicBezTo>
                    <a:pt x="2485" y="54"/>
                    <a:pt x="877" y="553"/>
                    <a:pt x="877" y="1500"/>
                  </a:cubicBezTo>
                  <a:lnTo>
                    <a:pt x="1" y="4139"/>
                  </a:lnTo>
                  <a:lnTo>
                    <a:pt x="598" y="5481"/>
                  </a:lnTo>
                  <a:cubicBezTo>
                    <a:pt x="649" y="5598"/>
                    <a:pt x="752" y="5651"/>
                    <a:pt x="854" y="5651"/>
                  </a:cubicBezTo>
                  <a:cubicBezTo>
                    <a:pt x="999" y="5651"/>
                    <a:pt x="1143" y="5545"/>
                    <a:pt x="1143" y="5366"/>
                  </a:cubicBezTo>
                  <a:lnTo>
                    <a:pt x="1143" y="5293"/>
                  </a:lnTo>
                  <a:cubicBezTo>
                    <a:pt x="1143" y="5133"/>
                    <a:pt x="1272" y="5005"/>
                    <a:pt x="1431" y="5005"/>
                  </a:cubicBezTo>
                  <a:cubicBezTo>
                    <a:pt x="1440" y="5005"/>
                    <a:pt x="1449" y="5006"/>
                    <a:pt x="1458" y="5007"/>
                  </a:cubicBezTo>
                  <a:cubicBezTo>
                    <a:pt x="1569" y="5018"/>
                    <a:pt x="1687" y="5026"/>
                    <a:pt x="1815" y="5026"/>
                  </a:cubicBezTo>
                  <a:cubicBezTo>
                    <a:pt x="1845" y="5027"/>
                    <a:pt x="1875" y="5027"/>
                    <a:pt x="1906" y="5027"/>
                  </a:cubicBezTo>
                  <a:cubicBezTo>
                    <a:pt x="2615" y="5027"/>
                    <a:pt x="3548" y="4851"/>
                    <a:pt x="4333" y="4270"/>
                  </a:cubicBezTo>
                  <a:cubicBezTo>
                    <a:pt x="3736" y="3631"/>
                    <a:pt x="3392" y="2871"/>
                    <a:pt x="3392" y="2050"/>
                  </a:cubicBezTo>
                  <a:cubicBezTo>
                    <a:pt x="3392" y="1300"/>
                    <a:pt x="3681" y="600"/>
                    <a:pt x="4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0"/>
            <p:cNvSpPr/>
            <p:nvPr/>
          </p:nvSpPr>
          <p:spPr>
            <a:xfrm>
              <a:off x="5556188" y="3359109"/>
              <a:ext cx="196882" cy="84045"/>
            </a:xfrm>
            <a:custGeom>
              <a:rect b="b" l="l" r="r" t="t"/>
              <a:pathLst>
                <a:path extrusionOk="0" h="3170" w="7426">
                  <a:moveTo>
                    <a:pt x="3712" y="1"/>
                  </a:moveTo>
                  <a:cubicBezTo>
                    <a:pt x="3401" y="1"/>
                    <a:pt x="3089" y="85"/>
                    <a:pt x="2813" y="255"/>
                  </a:cubicBezTo>
                  <a:lnTo>
                    <a:pt x="271" y="1819"/>
                  </a:lnTo>
                  <a:cubicBezTo>
                    <a:pt x="103" y="1921"/>
                    <a:pt x="1" y="2105"/>
                    <a:pt x="1" y="2304"/>
                  </a:cubicBezTo>
                  <a:lnTo>
                    <a:pt x="1" y="2883"/>
                  </a:lnTo>
                  <a:cubicBezTo>
                    <a:pt x="1" y="3051"/>
                    <a:pt x="139" y="3169"/>
                    <a:pt x="288" y="3169"/>
                  </a:cubicBezTo>
                  <a:cubicBezTo>
                    <a:pt x="337" y="3169"/>
                    <a:pt x="388" y="3156"/>
                    <a:pt x="435" y="3127"/>
                  </a:cubicBezTo>
                  <a:cubicBezTo>
                    <a:pt x="1568" y="2425"/>
                    <a:pt x="2682" y="2075"/>
                    <a:pt x="3777" y="2075"/>
                  </a:cubicBezTo>
                  <a:cubicBezTo>
                    <a:pt x="4864" y="2075"/>
                    <a:pt x="5932" y="2419"/>
                    <a:pt x="6983" y="3105"/>
                  </a:cubicBezTo>
                  <a:cubicBezTo>
                    <a:pt x="7033" y="3138"/>
                    <a:pt x="7087" y="3152"/>
                    <a:pt x="7140" y="3152"/>
                  </a:cubicBezTo>
                  <a:cubicBezTo>
                    <a:pt x="7289" y="3152"/>
                    <a:pt x="7426" y="3034"/>
                    <a:pt x="7424" y="2863"/>
                  </a:cubicBezTo>
                  <a:lnTo>
                    <a:pt x="7424" y="2304"/>
                  </a:lnTo>
                  <a:cubicBezTo>
                    <a:pt x="7424" y="2107"/>
                    <a:pt x="7322" y="1923"/>
                    <a:pt x="7153" y="1819"/>
                  </a:cubicBezTo>
                  <a:lnTo>
                    <a:pt x="4609" y="255"/>
                  </a:lnTo>
                  <a:cubicBezTo>
                    <a:pt x="4334" y="85"/>
                    <a:pt x="4023" y="1"/>
                    <a:pt x="3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0"/>
            <p:cNvSpPr/>
            <p:nvPr/>
          </p:nvSpPr>
          <p:spPr>
            <a:xfrm>
              <a:off x="5458648" y="3337289"/>
              <a:ext cx="30012" cy="47829"/>
            </a:xfrm>
            <a:custGeom>
              <a:rect b="b" l="l" r="r" t="t"/>
              <a:pathLst>
                <a:path extrusionOk="0" h="1804" w="1132">
                  <a:moveTo>
                    <a:pt x="566" y="1"/>
                  </a:moveTo>
                  <a:cubicBezTo>
                    <a:pt x="494" y="1"/>
                    <a:pt x="421" y="28"/>
                    <a:pt x="366" y="82"/>
                  </a:cubicBezTo>
                  <a:cubicBezTo>
                    <a:pt x="202" y="240"/>
                    <a:pt x="0" y="510"/>
                    <a:pt x="0" y="861"/>
                  </a:cubicBezTo>
                  <a:cubicBezTo>
                    <a:pt x="0" y="1449"/>
                    <a:pt x="566" y="1803"/>
                    <a:pt x="566" y="1803"/>
                  </a:cubicBezTo>
                  <a:cubicBezTo>
                    <a:pt x="566" y="1803"/>
                    <a:pt x="1131" y="1453"/>
                    <a:pt x="1131" y="861"/>
                  </a:cubicBezTo>
                  <a:cubicBezTo>
                    <a:pt x="1131" y="510"/>
                    <a:pt x="929" y="240"/>
                    <a:pt x="765" y="82"/>
                  </a:cubicBezTo>
                  <a:cubicBezTo>
                    <a:pt x="710" y="28"/>
                    <a:pt x="638"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0"/>
            <p:cNvSpPr/>
            <p:nvPr/>
          </p:nvSpPr>
          <p:spPr>
            <a:xfrm>
              <a:off x="5437995" y="3355689"/>
              <a:ext cx="40060" cy="36746"/>
            </a:xfrm>
            <a:custGeom>
              <a:rect b="b" l="l" r="r" t="t"/>
              <a:pathLst>
                <a:path extrusionOk="0" h="1386" w="1511">
                  <a:moveTo>
                    <a:pt x="300" y="0"/>
                  </a:moveTo>
                  <a:cubicBezTo>
                    <a:pt x="295" y="0"/>
                    <a:pt x="290" y="0"/>
                    <a:pt x="284" y="0"/>
                  </a:cubicBezTo>
                  <a:cubicBezTo>
                    <a:pt x="129" y="5"/>
                    <a:pt x="5" y="129"/>
                    <a:pt x="3" y="284"/>
                  </a:cubicBezTo>
                  <a:cubicBezTo>
                    <a:pt x="1" y="511"/>
                    <a:pt x="47" y="843"/>
                    <a:pt x="296" y="1094"/>
                  </a:cubicBezTo>
                  <a:cubicBezTo>
                    <a:pt x="538" y="1335"/>
                    <a:pt x="860" y="1386"/>
                    <a:pt x="1085" y="1386"/>
                  </a:cubicBezTo>
                  <a:cubicBezTo>
                    <a:pt x="1247" y="1386"/>
                    <a:pt x="1360" y="1360"/>
                    <a:pt x="1360" y="1360"/>
                  </a:cubicBezTo>
                  <a:cubicBezTo>
                    <a:pt x="1360" y="1360"/>
                    <a:pt x="1511" y="710"/>
                    <a:pt x="1094" y="295"/>
                  </a:cubicBezTo>
                  <a:cubicBezTo>
                    <a:pt x="851" y="48"/>
                    <a:pt x="528" y="0"/>
                    <a:pt x="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0"/>
            <p:cNvSpPr/>
            <p:nvPr/>
          </p:nvSpPr>
          <p:spPr>
            <a:xfrm>
              <a:off x="5469227" y="3355689"/>
              <a:ext cx="40113" cy="36746"/>
            </a:xfrm>
            <a:custGeom>
              <a:rect b="b" l="l" r="r" t="t"/>
              <a:pathLst>
                <a:path extrusionOk="0" h="1386" w="1513">
                  <a:moveTo>
                    <a:pt x="1209" y="0"/>
                  </a:moveTo>
                  <a:cubicBezTo>
                    <a:pt x="983" y="0"/>
                    <a:pt x="660" y="48"/>
                    <a:pt x="415" y="295"/>
                  </a:cubicBezTo>
                  <a:cubicBezTo>
                    <a:pt x="0" y="710"/>
                    <a:pt x="149" y="1360"/>
                    <a:pt x="149" y="1360"/>
                  </a:cubicBezTo>
                  <a:cubicBezTo>
                    <a:pt x="149" y="1360"/>
                    <a:pt x="262" y="1386"/>
                    <a:pt x="424" y="1386"/>
                  </a:cubicBezTo>
                  <a:cubicBezTo>
                    <a:pt x="650" y="1386"/>
                    <a:pt x="972" y="1335"/>
                    <a:pt x="1214" y="1094"/>
                  </a:cubicBezTo>
                  <a:cubicBezTo>
                    <a:pt x="1466" y="843"/>
                    <a:pt x="1513" y="511"/>
                    <a:pt x="1508" y="284"/>
                  </a:cubicBezTo>
                  <a:cubicBezTo>
                    <a:pt x="1506" y="129"/>
                    <a:pt x="1380" y="5"/>
                    <a:pt x="1225" y="0"/>
                  </a:cubicBezTo>
                  <a:cubicBezTo>
                    <a:pt x="1219" y="0"/>
                    <a:pt x="1214" y="0"/>
                    <a:pt x="1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0"/>
            <p:cNvSpPr/>
            <p:nvPr/>
          </p:nvSpPr>
          <p:spPr>
            <a:xfrm>
              <a:off x="5460451" y="3476241"/>
              <a:ext cx="26566" cy="222572"/>
            </a:xfrm>
            <a:custGeom>
              <a:rect b="b" l="l" r="r" t="t"/>
              <a:pathLst>
                <a:path extrusionOk="0" h="8395" w="1002">
                  <a:moveTo>
                    <a:pt x="500" y="0"/>
                  </a:moveTo>
                  <a:lnTo>
                    <a:pt x="1" y="1005"/>
                  </a:lnTo>
                  <a:lnTo>
                    <a:pt x="1" y="8395"/>
                  </a:lnTo>
                  <a:lnTo>
                    <a:pt x="1001" y="8395"/>
                  </a:lnTo>
                  <a:lnTo>
                    <a:pt x="1001" y="1005"/>
                  </a:lnTo>
                  <a:lnTo>
                    <a:pt x="999" y="1005"/>
                  </a:lnTo>
                  <a:lnTo>
                    <a:pt x="5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0"/>
            <p:cNvSpPr/>
            <p:nvPr/>
          </p:nvSpPr>
          <p:spPr>
            <a:xfrm>
              <a:off x="5460398" y="3426185"/>
              <a:ext cx="26539" cy="76701"/>
            </a:xfrm>
            <a:custGeom>
              <a:rect b="b" l="l" r="r" t="t"/>
              <a:pathLst>
                <a:path extrusionOk="0" h="2893" w="1001">
                  <a:moveTo>
                    <a:pt x="1" y="1"/>
                  </a:moveTo>
                  <a:lnTo>
                    <a:pt x="1" y="2893"/>
                  </a:lnTo>
                  <a:lnTo>
                    <a:pt x="1001" y="2893"/>
                  </a:lnTo>
                  <a:lnTo>
                    <a:pt x="10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0"/>
            <p:cNvSpPr/>
            <p:nvPr/>
          </p:nvSpPr>
          <p:spPr>
            <a:xfrm>
              <a:off x="5458410" y="3379523"/>
              <a:ext cx="30489" cy="48624"/>
            </a:xfrm>
            <a:custGeom>
              <a:rect b="b" l="l" r="r" t="t"/>
              <a:pathLst>
                <a:path extrusionOk="0" h="1834" w="1150">
                  <a:moveTo>
                    <a:pt x="575" y="0"/>
                  </a:moveTo>
                  <a:cubicBezTo>
                    <a:pt x="503" y="0"/>
                    <a:pt x="430" y="27"/>
                    <a:pt x="375" y="82"/>
                  </a:cubicBezTo>
                  <a:cubicBezTo>
                    <a:pt x="209" y="241"/>
                    <a:pt x="0" y="514"/>
                    <a:pt x="0" y="876"/>
                  </a:cubicBezTo>
                  <a:cubicBezTo>
                    <a:pt x="0" y="1475"/>
                    <a:pt x="575" y="1834"/>
                    <a:pt x="575" y="1834"/>
                  </a:cubicBezTo>
                  <a:cubicBezTo>
                    <a:pt x="575" y="1834"/>
                    <a:pt x="1149" y="1475"/>
                    <a:pt x="1149" y="876"/>
                  </a:cubicBezTo>
                  <a:cubicBezTo>
                    <a:pt x="1149" y="516"/>
                    <a:pt x="941" y="241"/>
                    <a:pt x="774" y="82"/>
                  </a:cubicBezTo>
                  <a:cubicBezTo>
                    <a:pt x="719" y="27"/>
                    <a:pt x="647" y="0"/>
                    <a:pt x="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0"/>
            <p:cNvSpPr/>
            <p:nvPr/>
          </p:nvSpPr>
          <p:spPr>
            <a:xfrm>
              <a:off x="5430412" y="3377376"/>
              <a:ext cx="40723" cy="37277"/>
            </a:xfrm>
            <a:custGeom>
              <a:rect b="b" l="l" r="r" t="t"/>
              <a:pathLst>
                <a:path extrusionOk="0" h="1406" w="1536">
                  <a:moveTo>
                    <a:pt x="302" y="1"/>
                  </a:moveTo>
                  <a:cubicBezTo>
                    <a:pt x="297" y="1"/>
                    <a:pt x="292" y="1"/>
                    <a:pt x="287" y="1"/>
                  </a:cubicBezTo>
                  <a:cubicBezTo>
                    <a:pt x="131" y="3"/>
                    <a:pt x="5" y="129"/>
                    <a:pt x="3" y="285"/>
                  </a:cubicBezTo>
                  <a:cubicBezTo>
                    <a:pt x="0" y="513"/>
                    <a:pt x="45" y="855"/>
                    <a:pt x="302" y="1108"/>
                  </a:cubicBezTo>
                  <a:cubicBezTo>
                    <a:pt x="547" y="1354"/>
                    <a:pt x="872" y="1405"/>
                    <a:pt x="1102" y="1405"/>
                  </a:cubicBezTo>
                  <a:cubicBezTo>
                    <a:pt x="1268" y="1405"/>
                    <a:pt x="1384" y="1378"/>
                    <a:pt x="1384" y="1378"/>
                  </a:cubicBezTo>
                  <a:cubicBezTo>
                    <a:pt x="1384" y="1378"/>
                    <a:pt x="1535" y="722"/>
                    <a:pt x="1112" y="298"/>
                  </a:cubicBezTo>
                  <a:cubicBezTo>
                    <a:pt x="862" y="49"/>
                    <a:pt x="531" y="1"/>
                    <a:pt x="3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0"/>
            <p:cNvSpPr/>
            <p:nvPr/>
          </p:nvSpPr>
          <p:spPr>
            <a:xfrm>
              <a:off x="5476093" y="3377376"/>
              <a:ext cx="40856" cy="37277"/>
            </a:xfrm>
            <a:custGeom>
              <a:rect b="b" l="l" r="r" t="t"/>
              <a:pathLst>
                <a:path extrusionOk="0" h="1406" w="1541">
                  <a:moveTo>
                    <a:pt x="1236" y="1"/>
                  </a:moveTo>
                  <a:cubicBezTo>
                    <a:pt x="1006" y="1"/>
                    <a:pt x="676" y="49"/>
                    <a:pt x="427" y="298"/>
                  </a:cubicBezTo>
                  <a:cubicBezTo>
                    <a:pt x="1" y="722"/>
                    <a:pt x="154" y="1378"/>
                    <a:pt x="154" y="1378"/>
                  </a:cubicBezTo>
                  <a:cubicBezTo>
                    <a:pt x="154" y="1378"/>
                    <a:pt x="270" y="1405"/>
                    <a:pt x="436" y="1405"/>
                  </a:cubicBezTo>
                  <a:cubicBezTo>
                    <a:pt x="666" y="1405"/>
                    <a:pt x="992" y="1354"/>
                    <a:pt x="1236" y="1108"/>
                  </a:cubicBezTo>
                  <a:cubicBezTo>
                    <a:pt x="1493" y="855"/>
                    <a:pt x="1540" y="513"/>
                    <a:pt x="1536" y="285"/>
                  </a:cubicBezTo>
                  <a:cubicBezTo>
                    <a:pt x="1531" y="129"/>
                    <a:pt x="1407" y="3"/>
                    <a:pt x="1252" y="1"/>
                  </a:cubicBezTo>
                  <a:cubicBezTo>
                    <a:pt x="1246" y="1"/>
                    <a:pt x="1241" y="1"/>
                    <a:pt x="12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0"/>
            <p:cNvSpPr/>
            <p:nvPr/>
          </p:nvSpPr>
          <p:spPr>
            <a:xfrm>
              <a:off x="5447115" y="3414069"/>
              <a:ext cx="53052" cy="22801"/>
            </a:xfrm>
            <a:custGeom>
              <a:rect b="b" l="l" r="r" t="t"/>
              <a:pathLst>
                <a:path extrusionOk="0" h="860" w="2001">
                  <a:moveTo>
                    <a:pt x="428" y="1"/>
                  </a:moveTo>
                  <a:cubicBezTo>
                    <a:pt x="193" y="1"/>
                    <a:pt x="0" y="192"/>
                    <a:pt x="0" y="431"/>
                  </a:cubicBezTo>
                  <a:cubicBezTo>
                    <a:pt x="0" y="666"/>
                    <a:pt x="191" y="859"/>
                    <a:pt x="428" y="859"/>
                  </a:cubicBezTo>
                  <a:lnTo>
                    <a:pt x="1571" y="859"/>
                  </a:lnTo>
                  <a:cubicBezTo>
                    <a:pt x="1808" y="859"/>
                    <a:pt x="2001" y="668"/>
                    <a:pt x="2001" y="431"/>
                  </a:cubicBezTo>
                  <a:cubicBezTo>
                    <a:pt x="2001" y="192"/>
                    <a:pt x="1810" y="1"/>
                    <a:pt x="1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0"/>
            <p:cNvSpPr/>
            <p:nvPr/>
          </p:nvSpPr>
          <p:spPr>
            <a:xfrm>
              <a:off x="5432003" y="3666044"/>
              <a:ext cx="83355" cy="45416"/>
            </a:xfrm>
            <a:custGeom>
              <a:rect b="b" l="l" r="r" t="t"/>
              <a:pathLst>
                <a:path extrusionOk="0" h="1713" w="3144">
                  <a:moveTo>
                    <a:pt x="1143" y="1"/>
                  </a:moveTo>
                  <a:cubicBezTo>
                    <a:pt x="510" y="1"/>
                    <a:pt x="0" y="513"/>
                    <a:pt x="0" y="1143"/>
                  </a:cubicBezTo>
                  <a:lnTo>
                    <a:pt x="0" y="1429"/>
                  </a:lnTo>
                  <a:cubicBezTo>
                    <a:pt x="0" y="1586"/>
                    <a:pt x="129" y="1713"/>
                    <a:pt x="286" y="1713"/>
                  </a:cubicBezTo>
                  <a:lnTo>
                    <a:pt x="3143" y="1713"/>
                  </a:lnTo>
                  <a:lnTo>
                    <a:pt x="3143" y="1143"/>
                  </a:lnTo>
                  <a:cubicBezTo>
                    <a:pt x="3143" y="511"/>
                    <a:pt x="2633" y="1"/>
                    <a:pt x="2001"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70"/>
          <p:cNvGrpSpPr/>
          <p:nvPr/>
        </p:nvGrpSpPr>
        <p:grpSpPr>
          <a:xfrm>
            <a:off x="5424367" y="2702739"/>
            <a:ext cx="376478" cy="376345"/>
            <a:chOff x="5424367" y="2702739"/>
            <a:chExt cx="376478" cy="376345"/>
          </a:xfrm>
        </p:grpSpPr>
        <p:sp>
          <p:nvSpPr>
            <p:cNvPr id="3988" name="Google Shape;3988;p70"/>
            <p:cNvSpPr/>
            <p:nvPr/>
          </p:nvSpPr>
          <p:spPr>
            <a:xfrm>
              <a:off x="5563134" y="2711806"/>
              <a:ext cx="199957" cy="328967"/>
            </a:xfrm>
            <a:custGeom>
              <a:rect b="b" l="l" r="r" t="t"/>
              <a:pathLst>
                <a:path extrusionOk="0" h="12408" w="7542">
                  <a:moveTo>
                    <a:pt x="2595" y="0"/>
                  </a:moveTo>
                  <a:cubicBezTo>
                    <a:pt x="683" y="1145"/>
                    <a:pt x="0" y="3103"/>
                    <a:pt x="0" y="5066"/>
                  </a:cubicBezTo>
                  <a:cubicBezTo>
                    <a:pt x="0" y="8627"/>
                    <a:pt x="2842" y="12408"/>
                    <a:pt x="6429" y="12408"/>
                  </a:cubicBezTo>
                  <a:cubicBezTo>
                    <a:pt x="6647" y="12408"/>
                    <a:pt x="6868" y="12394"/>
                    <a:pt x="7091" y="12365"/>
                  </a:cubicBezTo>
                  <a:cubicBezTo>
                    <a:pt x="7284" y="11108"/>
                    <a:pt x="7413" y="9846"/>
                    <a:pt x="7475" y="8586"/>
                  </a:cubicBezTo>
                  <a:cubicBezTo>
                    <a:pt x="7481" y="8473"/>
                    <a:pt x="7419" y="8368"/>
                    <a:pt x="7317" y="8317"/>
                  </a:cubicBezTo>
                  <a:lnTo>
                    <a:pt x="6650" y="7983"/>
                  </a:lnTo>
                  <a:cubicBezTo>
                    <a:pt x="6543" y="7929"/>
                    <a:pt x="6543" y="7781"/>
                    <a:pt x="6650" y="7727"/>
                  </a:cubicBezTo>
                  <a:lnTo>
                    <a:pt x="7362" y="7370"/>
                  </a:lnTo>
                  <a:cubicBezTo>
                    <a:pt x="7457" y="7324"/>
                    <a:pt x="7519" y="7226"/>
                    <a:pt x="7519" y="7118"/>
                  </a:cubicBezTo>
                  <a:cubicBezTo>
                    <a:pt x="7541" y="4946"/>
                    <a:pt x="7370" y="2773"/>
                    <a:pt x="7007" y="601"/>
                  </a:cubicBezTo>
                  <a:cubicBezTo>
                    <a:pt x="5538" y="251"/>
                    <a:pt x="4066" y="51"/>
                    <a:pt x="2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0"/>
            <p:cNvSpPr/>
            <p:nvPr/>
          </p:nvSpPr>
          <p:spPr>
            <a:xfrm>
              <a:off x="5462572" y="2711939"/>
              <a:ext cx="288562" cy="358104"/>
            </a:xfrm>
            <a:custGeom>
              <a:rect b="b" l="l" r="r" t="t"/>
              <a:pathLst>
                <a:path extrusionOk="0" h="13507" w="10884">
                  <a:moveTo>
                    <a:pt x="5655" y="1"/>
                  </a:moveTo>
                  <a:cubicBezTo>
                    <a:pt x="3943" y="1"/>
                    <a:pt x="2229" y="205"/>
                    <a:pt x="517" y="614"/>
                  </a:cubicBezTo>
                  <a:cubicBezTo>
                    <a:pt x="234" y="2311"/>
                    <a:pt x="67" y="4005"/>
                    <a:pt x="18" y="5698"/>
                  </a:cubicBezTo>
                  <a:cubicBezTo>
                    <a:pt x="16" y="5808"/>
                    <a:pt x="76" y="5913"/>
                    <a:pt x="176" y="5961"/>
                  </a:cubicBezTo>
                  <a:lnTo>
                    <a:pt x="875" y="6312"/>
                  </a:lnTo>
                  <a:cubicBezTo>
                    <a:pt x="981" y="6363"/>
                    <a:pt x="981" y="6514"/>
                    <a:pt x="875" y="6567"/>
                  </a:cubicBezTo>
                  <a:lnTo>
                    <a:pt x="163" y="6922"/>
                  </a:lnTo>
                  <a:cubicBezTo>
                    <a:pt x="65" y="6968"/>
                    <a:pt x="1" y="7070"/>
                    <a:pt x="5" y="7179"/>
                  </a:cubicBezTo>
                  <a:cubicBezTo>
                    <a:pt x="27" y="9084"/>
                    <a:pt x="198" y="10989"/>
                    <a:pt x="517" y="12892"/>
                  </a:cubicBezTo>
                  <a:cubicBezTo>
                    <a:pt x="2232" y="13302"/>
                    <a:pt x="3946" y="13506"/>
                    <a:pt x="5659" y="13506"/>
                  </a:cubicBezTo>
                  <a:cubicBezTo>
                    <a:pt x="7373" y="13506"/>
                    <a:pt x="9086" y="13302"/>
                    <a:pt x="10800" y="12892"/>
                  </a:cubicBezTo>
                  <a:cubicBezTo>
                    <a:pt x="10831" y="12722"/>
                    <a:pt x="10857" y="12546"/>
                    <a:pt x="10884" y="12376"/>
                  </a:cubicBezTo>
                  <a:cubicBezTo>
                    <a:pt x="7216" y="11961"/>
                    <a:pt x="4366" y="8851"/>
                    <a:pt x="4366" y="5076"/>
                  </a:cubicBezTo>
                  <a:cubicBezTo>
                    <a:pt x="4366" y="3116"/>
                    <a:pt x="5135" y="1330"/>
                    <a:pt x="6388" y="13"/>
                  </a:cubicBezTo>
                  <a:cubicBezTo>
                    <a:pt x="6144" y="5"/>
                    <a:pt x="5899" y="1"/>
                    <a:pt x="56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0"/>
            <p:cNvSpPr/>
            <p:nvPr/>
          </p:nvSpPr>
          <p:spPr>
            <a:xfrm>
              <a:off x="5519839" y="2900443"/>
              <a:ext cx="185561" cy="11321"/>
            </a:xfrm>
            <a:custGeom>
              <a:rect b="b" l="l" r="r" t="t"/>
              <a:pathLst>
                <a:path extrusionOk="0" h="427" w="6999">
                  <a:moveTo>
                    <a:pt x="214" y="0"/>
                  </a:moveTo>
                  <a:cubicBezTo>
                    <a:pt x="99" y="0"/>
                    <a:pt x="1" y="93"/>
                    <a:pt x="1" y="213"/>
                  </a:cubicBezTo>
                  <a:cubicBezTo>
                    <a:pt x="1" y="331"/>
                    <a:pt x="96" y="426"/>
                    <a:pt x="214" y="426"/>
                  </a:cubicBezTo>
                  <a:lnTo>
                    <a:pt x="6783" y="426"/>
                  </a:lnTo>
                  <a:cubicBezTo>
                    <a:pt x="6901" y="426"/>
                    <a:pt x="6998" y="331"/>
                    <a:pt x="6996" y="213"/>
                  </a:cubicBezTo>
                  <a:cubicBezTo>
                    <a:pt x="6996" y="98"/>
                    <a:pt x="6901" y="0"/>
                    <a:pt x="6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0"/>
            <p:cNvSpPr/>
            <p:nvPr/>
          </p:nvSpPr>
          <p:spPr>
            <a:xfrm>
              <a:off x="5550143" y="2870165"/>
              <a:ext cx="124980" cy="11294"/>
            </a:xfrm>
            <a:custGeom>
              <a:rect b="b" l="l" r="r" t="t"/>
              <a:pathLst>
                <a:path extrusionOk="0" h="426" w="4714">
                  <a:moveTo>
                    <a:pt x="213" y="0"/>
                  </a:moveTo>
                  <a:cubicBezTo>
                    <a:pt x="98" y="0"/>
                    <a:pt x="0" y="93"/>
                    <a:pt x="0" y="213"/>
                  </a:cubicBezTo>
                  <a:cubicBezTo>
                    <a:pt x="0" y="331"/>
                    <a:pt x="96" y="426"/>
                    <a:pt x="213" y="426"/>
                  </a:cubicBezTo>
                  <a:lnTo>
                    <a:pt x="4498" y="426"/>
                  </a:lnTo>
                  <a:cubicBezTo>
                    <a:pt x="4616" y="426"/>
                    <a:pt x="4713" y="331"/>
                    <a:pt x="4711" y="213"/>
                  </a:cubicBezTo>
                  <a:cubicBezTo>
                    <a:pt x="4711" y="98"/>
                    <a:pt x="4616" y="0"/>
                    <a:pt x="44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0"/>
            <p:cNvSpPr/>
            <p:nvPr/>
          </p:nvSpPr>
          <p:spPr>
            <a:xfrm>
              <a:off x="5500962" y="2807304"/>
              <a:ext cx="223315" cy="34069"/>
            </a:xfrm>
            <a:custGeom>
              <a:rect b="b" l="l" r="r" t="t"/>
              <a:pathLst>
                <a:path extrusionOk="0" h="1285" w="8423">
                  <a:moveTo>
                    <a:pt x="500" y="0"/>
                  </a:moveTo>
                  <a:cubicBezTo>
                    <a:pt x="225" y="0"/>
                    <a:pt x="1" y="224"/>
                    <a:pt x="1" y="499"/>
                  </a:cubicBezTo>
                  <a:lnTo>
                    <a:pt x="1" y="1071"/>
                  </a:lnTo>
                  <a:cubicBezTo>
                    <a:pt x="1" y="1187"/>
                    <a:pt x="96" y="1284"/>
                    <a:pt x="214" y="1284"/>
                  </a:cubicBezTo>
                  <a:cubicBezTo>
                    <a:pt x="329" y="1284"/>
                    <a:pt x="427" y="1189"/>
                    <a:pt x="427" y="1071"/>
                  </a:cubicBezTo>
                  <a:lnTo>
                    <a:pt x="427" y="499"/>
                  </a:lnTo>
                  <a:cubicBezTo>
                    <a:pt x="427" y="461"/>
                    <a:pt x="460" y="428"/>
                    <a:pt x="500" y="428"/>
                  </a:cubicBezTo>
                  <a:lnTo>
                    <a:pt x="1070" y="428"/>
                  </a:lnTo>
                  <a:cubicBezTo>
                    <a:pt x="1110" y="428"/>
                    <a:pt x="1143" y="461"/>
                    <a:pt x="1143" y="499"/>
                  </a:cubicBezTo>
                  <a:lnTo>
                    <a:pt x="1143" y="785"/>
                  </a:lnTo>
                  <a:cubicBezTo>
                    <a:pt x="1143" y="1060"/>
                    <a:pt x="1367" y="1284"/>
                    <a:pt x="1642" y="1284"/>
                  </a:cubicBezTo>
                  <a:lnTo>
                    <a:pt x="2212" y="1284"/>
                  </a:lnTo>
                  <a:cubicBezTo>
                    <a:pt x="2487" y="1284"/>
                    <a:pt x="2711" y="1060"/>
                    <a:pt x="2711" y="785"/>
                  </a:cubicBezTo>
                  <a:lnTo>
                    <a:pt x="2711" y="499"/>
                  </a:lnTo>
                  <a:cubicBezTo>
                    <a:pt x="2711" y="461"/>
                    <a:pt x="2745" y="428"/>
                    <a:pt x="2784" y="428"/>
                  </a:cubicBezTo>
                  <a:lnTo>
                    <a:pt x="3354" y="428"/>
                  </a:lnTo>
                  <a:cubicBezTo>
                    <a:pt x="3394" y="428"/>
                    <a:pt x="3428" y="461"/>
                    <a:pt x="3428" y="499"/>
                  </a:cubicBezTo>
                  <a:lnTo>
                    <a:pt x="3428" y="785"/>
                  </a:lnTo>
                  <a:cubicBezTo>
                    <a:pt x="3428" y="1060"/>
                    <a:pt x="3652" y="1284"/>
                    <a:pt x="3927" y="1284"/>
                  </a:cubicBezTo>
                  <a:lnTo>
                    <a:pt x="4497" y="1284"/>
                  </a:lnTo>
                  <a:cubicBezTo>
                    <a:pt x="4772" y="1284"/>
                    <a:pt x="4996" y="1060"/>
                    <a:pt x="4996" y="785"/>
                  </a:cubicBezTo>
                  <a:lnTo>
                    <a:pt x="4996" y="499"/>
                  </a:lnTo>
                  <a:cubicBezTo>
                    <a:pt x="4996" y="461"/>
                    <a:pt x="5029" y="428"/>
                    <a:pt x="5069" y="428"/>
                  </a:cubicBezTo>
                  <a:lnTo>
                    <a:pt x="5639" y="428"/>
                  </a:lnTo>
                  <a:cubicBezTo>
                    <a:pt x="5679" y="428"/>
                    <a:pt x="5712" y="461"/>
                    <a:pt x="5712" y="499"/>
                  </a:cubicBezTo>
                  <a:lnTo>
                    <a:pt x="5712" y="785"/>
                  </a:lnTo>
                  <a:cubicBezTo>
                    <a:pt x="5712" y="1060"/>
                    <a:pt x="5936" y="1284"/>
                    <a:pt x="6211" y="1284"/>
                  </a:cubicBezTo>
                  <a:lnTo>
                    <a:pt x="6781" y="1284"/>
                  </a:lnTo>
                  <a:cubicBezTo>
                    <a:pt x="7056" y="1284"/>
                    <a:pt x="7280" y="1060"/>
                    <a:pt x="7280" y="785"/>
                  </a:cubicBezTo>
                  <a:lnTo>
                    <a:pt x="7280" y="499"/>
                  </a:lnTo>
                  <a:cubicBezTo>
                    <a:pt x="7280" y="461"/>
                    <a:pt x="7313" y="428"/>
                    <a:pt x="7353" y="428"/>
                  </a:cubicBezTo>
                  <a:lnTo>
                    <a:pt x="7923" y="428"/>
                  </a:lnTo>
                  <a:cubicBezTo>
                    <a:pt x="7963" y="428"/>
                    <a:pt x="7997" y="461"/>
                    <a:pt x="7997" y="499"/>
                  </a:cubicBezTo>
                  <a:lnTo>
                    <a:pt x="7997" y="1071"/>
                  </a:lnTo>
                  <a:cubicBezTo>
                    <a:pt x="7997" y="1187"/>
                    <a:pt x="8090" y="1284"/>
                    <a:pt x="8210" y="1284"/>
                  </a:cubicBezTo>
                  <a:cubicBezTo>
                    <a:pt x="8329" y="1284"/>
                    <a:pt x="8422" y="1187"/>
                    <a:pt x="8422" y="1071"/>
                  </a:cubicBezTo>
                  <a:lnTo>
                    <a:pt x="8422" y="499"/>
                  </a:lnTo>
                  <a:cubicBezTo>
                    <a:pt x="8422" y="224"/>
                    <a:pt x="8198" y="0"/>
                    <a:pt x="7923" y="0"/>
                  </a:cubicBezTo>
                  <a:lnTo>
                    <a:pt x="7353" y="0"/>
                  </a:lnTo>
                  <a:cubicBezTo>
                    <a:pt x="7078" y="0"/>
                    <a:pt x="6854" y="224"/>
                    <a:pt x="6854" y="499"/>
                  </a:cubicBezTo>
                  <a:lnTo>
                    <a:pt x="6854" y="785"/>
                  </a:lnTo>
                  <a:cubicBezTo>
                    <a:pt x="6854" y="823"/>
                    <a:pt x="6821" y="856"/>
                    <a:pt x="6781" y="856"/>
                  </a:cubicBezTo>
                  <a:lnTo>
                    <a:pt x="6211" y="856"/>
                  </a:lnTo>
                  <a:cubicBezTo>
                    <a:pt x="6171" y="856"/>
                    <a:pt x="6138" y="823"/>
                    <a:pt x="6138" y="785"/>
                  </a:cubicBezTo>
                  <a:lnTo>
                    <a:pt x="6138" y="499"/>
                  </a:lnTo>
                  <a:cubicBezTo>
                    <a:pt x="6138" y="224"/>
                    <a:pt x="5914" y="0"/>
                    <a:pt x="5639" y="0"/>
                  </a:cubicBezTo>
                  <a:lnTo>
                    <a:pt x="5069" y="0"/>
                  </a:lnTo>
                  <a:cubicBezTo>
                    <a:pt x="4794" y="0"/>
                    <a:pt x="4570" y="224"/>
                    <a:pt x="4570" y="499"/>
                  </a:cubicBezTo>
                  <a:lnTo>
                    <a:pt x="4570" y="785"/>
                  </a:lnTo>
                  <a:cubicBezTo>
                    <a:pt x="4570" y="823"/>
                    <a:pt x="4537" y="856"/>
                    <a:pt x="4497" y="856"/>
                  </a:cubicBezTo>
                  <a:lnTo>
                    <a:pt x="3927" y="856"/>
                  </a:lnTo>
                  <a:cubicBezTo>
                    <a:pt x="3887" y="856"/>
                    <a:pt x="3854" y="823"/>
                    <a:pt x="3854" y="785"/>
                  </a:cubicBezTo>
                  <a:lnTo>
                    <a:pt x="3854" y="499"/>
                  </a:lnTo>
                  <a:cubicBezTo>
                    <a:pt x="3854" y="224"/>
                    <a:pt x="3629" y="0"/>
                    <a:pt x="3354" y="0"/>
                  </a:cubicBezTo>
                  <a:lnTo>
                    <a:pt x="2784" y="0"/>
                  </a:lnTo>
                  <a:cubicBezTo>
                    <a:pt x="2509" y="0"/>
                    <a:pt x="2285" y="224"/>
                    <a:pt x="2285" y="499"/>
                  </a:cubicBezTo>
                  <a:lnTo>
                    <a:pt x="2285" y="785"/>
                  </a:lnTo>
                  <a:cubicBezTo>
                    <a:pt x="2285" y="823"/>
                    <a:pt x="2252" y="856"/>
                    <a:pt x="2212" y="856"/>
                  </a:cubicBezTo>
                  <a:lnTo>
                    <a:pt x="1642" y="856"/>
                  </a:lnTo>
                  <a:cubicBezTo>
                    <a:pt x="1602" y="856"/>
                    <a:pt x="1569" y="823"/>
                    <a:pt x="1569" y="785"/>
                  </a:cubicBezTo>
                  <a:lnTo>
                    <a:pt x="1569" y="499"/>
                  </a:lnTo>
                  <a:cubicBezTo>
                    <a:pt x="1569" y="224"/>
                    <a:pt x="1345" y="0"/>
                    <a:pt x="10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0"/>
            <p:cNvSpPr/>
            <p:nvPr/>
          </p:nvSpPr>
          <p:spPr>
            <a:xfrm>
              <a:off x="5500962" y="2944771"/>
              <a:ext cx="223315" cy="34016"/>
            </a:xfrm>
            <a:custGeom>
              <a:rect b="b" l="l" r="r" t="t"/>
              <a:pathLst>
                <a:path extrusionOk="0" h="1283" w="8423">
                  <a:moveTo>
                    <a:pt x="500" y="1"/>
                  </a:moveTo>
                  <a:cubicBezTo>
                    <a:pt x="225" y="1"/>
                    <a:pt x="1" y="225"/>
                    <a:pt x="1" y="500"/>
                  </a:cubicBezTo>
                  <a:lnTo>
                    <a:pt x="1" y="1070"/>
                  </a:lnTo>
                  <a:cubicBezTo>
                    <a:pt x="1" y="1187"/>
                    <a:pt x="96" y="1283"/>
                    <a:pt x="214" y="1283"/>
                  </a:cubicBezTo>
                  <a:cubicBezTo>
                    <a:pt x="329" y="1283"/>
                    <a:pt x="427" y="1189"/>
                    <a:pt x="427" y="1070"/>
                  </a:cubicBezTo>
                  <a:lnTo>
                    <a:pt x="427" y="500"/>
                  </a:lnTo>
                  <a:cubicBezTo>
                    <a:pt x="427" y="460"/>
                    <a:pt x="460" y="426"/>
                    <a:pt x="500" y="426"/>
                  </a:cubicBezTo>
                  <a:lnTo>
                    <a:pt x="1070" y="426"/>
                  </a:lnTo>
                  <a:cubicBezTo>
                    <a:pt x="1110" y="426"/>
                    <a:pt x="1143" y="460"/>
                    <a:pt x="1143" y="500"/>
                  </a:cubicBezTo>
                  <a:lnTo>
                    <a:pt x="1143" y="784"/>
                  </a:lnTo>
                  <a:cubicBezTo>
                    <a:pt x="1143" y="1059"/>
                    <a:pt x="1367" y="1283"/>
                    <a:pt x="1642" y="1283"/>
                  </a:cubicBezTo>
                  <a:lnTo>
                    <a:pt x="2212" y="1283"/>
                  </a:lnTo>
                  <a:cubicBezTo>
                    <a:pt x="2487" y="1283"/>
                    <a:pt x="2711" y="1059"/>
                    <a:pt x="2711" y="784"/>
                  </a:cubicBezTo>
                  <a:lnTo>
                    <a:pt x="2711" y="500"/>
                  </a:lnTo>
                  <a:cubicBezTo>
                    <a:pt x="2711" y="460"/>
                    <a:pt x="2745" y="426"/>
                    <a:pt x="2784" y="426"/>
                  </a:cubicBezTo>
                  <a:lnTo>
                    <a:pt x="3354" y="426"/>
                  </a:lnTo>
                  <a:cubicBezTo>
                    <a:pt x="3394" y="426"/>
                    <a:pt x="3428" y="460"/>
                    <a:pt x="3428" y="500"/>
                  </a:cubicBezTo>
                  <a:lnTo>
                    <a:pt x="3428" y="784"/>
                  </a:lnTo>
                  <a:cubicBezTo>
                    <a:pt x="3428" y="1059"/>
                    <a:pt x="3652" y="1283"/>
                    <a:pt x="3927" y="1283"/>
                  </a:cubicBezTo>
                  <a:lnTo>
                    <a:pt x="4497" y="1283"/>
                  </a:lnTo>
                  <a:cubicBezTo>
                    <a:pt x="4772" y="1283"/>
                    <a:pt x="4996" y="1059"/>
                    <a:pt x="4996" y="784"/>
                  </a:cubicBezTo>
                  <a:lnTo>
                    <a:pt x="4996" y="500"/>
                  </a:lnTo>
                  <a:cubicBezTo>
                    <a:pt x="4996" y="460"/>
                    <a:pt x="5029" y="426"/>
                    <a:pt x="5069" y="426"/>
                  </a:cubicBezTo>
                  <a:lnTo>
                    <a:pt x="5639" y="426"/>
                  </a:lnTo>
                  <a:cubicBezTo>
                    <a:pt x="5679" y="426"/>
                    <a:pt x="5712" y="460"/>
                    <a:pt x="5712" y="500"/>
                  </a:cubicBezTo>
                  <a:lnTo>
                    <a:pt x="5712" y="784"/>
                  </a:lnTo>
                  <a:cubicBezTo>
                    <a:pt x="5712" y="1059"/>
                    <a:pt x="5936" y="1283"/>
                    <a:pt x="6211" y="1283"/>
                  </a:cubicBezTo>
                  <a:lnTo>
                    <a:pt x="6781" y="1283"/>
                  </a:lnTo>
                  <a:cubicBezTo>
                    <a:pt x="7056" y="1283"/>
                    <a:pt x="7280" y="1059"/>
                    <a:pt x="7280" y="784"/>
                  </a:cubicBezTo>
                  <a:lnTo>
                    <a:pt x="7280" y="500"/>
                  </a:lnTo>
                  <a:cubicBezTo>
                    <a:pt x="7280" y="460"/>
                    <a:pt x="7313" y="426"/>
                    <a:pt x="7353" y="426"/>
                  </a:cubicBezTo>
                  <a:lnTo>
                    <a:pt x="7923" y="426"/>
                  </a:lnTo>
                  <a:cubicBezTo>
                    <a:pt x="7963" y="426"/>
                    <a:pt x="7997" y="460"/>
                    <a:pt x="7997" y="500"/>
                  </a:cubicBezTo>
                  <a:lnTo>
                    <a:pt x="7997" y="1070"/>
                  </a:lnTo>
                  <a:cubicBezTo>
                    <a:pt x="7997" y="1187"/>
                    <a:pt x="8090" y="1283"/>
                    <a:pt x="8210" y="1283"/>
                  </a:cubicBezTo>
                  <a:cubicBezTo>
                    <a:pt x="8329" y="1283"/>
                    <a:pt x="8422" y="1187"/>
                    <a:pt x="8422" y="1070"/>
                  </a:cubicBezTo>
                  <a:lnTo>
                    <a:pt x="8422" y="500"/>
                  </a:lnTo>
                  <a:cubicBezTo>
                    <a:pt x="8422" y="225"/>
                    <a:pt x="8198" y="1"/>
                    <a:pt x="7923" y="1"/>
                  </a:cubicBezTo>
                  <a:lnTo>
                    <a:pt x="7353" y="1"/>
                  </a:lnTo>
                  <a:cubicBezTo>
                    <a:pt x="7078" y="1"/>
                    <a:pt x="6854" y="225"/>
                    <a:pt x="6854" y="500"/>
                  </a:cubicBezTo>
                  <a:lnTo>
                    <a:pt x="6854" y="784"/>
                  </a:lnTo>
                  <a:cubicBezTo>
                    <a:pt x="6854" y="823"/>
                    <a:pt x="6821" y="857"/>
                    <a:pt x="6781" y="857"/>
                  </a:cubicBezTo>
                  <a:lnTo>
                    <a:pt x="6211" y="857"/>
                  </a:lnTo>
                  <a:cubicBezTo>
                    <a:pt x="6171" y="857"/>
                    <a:pt x="6138" y="823"/>
                    <a:pt x="6138" y="784"/>
                  </a:cubicBezTo>
                  <a:lnTo>
                    <a:pt x="6138" y="500"/>
                  </a:lnTo>
                  <a:cubicBezTo>
                    <a:pt x="6138" y="225"/>
                    <a:pt x="5914" y="1"/>
                    <a:pt x="5639" y="1"/>
                  </a:cubicBezTo>
                  <a:lnTo>
                    <a:pt x="5069" y="1"/>
                  </a:lnTo>
                  <a:cubicBezTo>
                    <a:pt x="4794" y="1"/>
                    <a:pt x="4570" y="225"/>
                    <a:pt x="4570" y="500"/>
                  </a:cubicBezTo>
                  <a:lnTo>
                    <a:pt x="4570" y="784"/>
                  </a:lnTo>
                  <a:cubicBezTo>
                    <a:pt x="4570" y="823"/>
                    <a:pt x="4537" y="857"/>
                    <a:pt x="4497" y="857"/>
                  </a:cubicBezTo>
                  <a:lnTo>
                    <a:pt x="3927" y="857"/>
                  </a:lnTo>
                  <a:cubicBezTo>
                    <a:pt x="3887" y="857"/>
                    <a:pt x="3854" y="823"/>
                    <a:pt x="3854" y="784"/>
                  </a:cubicBezTo>
                  <a:lnTo>
                    <a:pt x="3854" y="500"/>
                  </a:lnTo>
                  <a:cubicBezTo>
                    <a:pt x="3854" y="225"/>
                    <a:pt x="3629" y="1"/>
                    <a:pt x="3354" y="1"/>
                  </a:cubicBezTo>
                  <a:lnTo>
                    <a:pt x="2784" y="1"/>
                  </a:lnTo>
                  <a:cubicBezTo>
                    <a:pt x="2509" y="1"/>
                    <a:pt x="2285" y="225"/>
                    <a:pt x="2285" y="500"/>
                  </a:cubicBezTo>
                  <a:lnTo>
                    <a:pt x="2285" y="784"/>
                  </a:lnTo>
                  <a:cubicBezTo>
                    <a:pt x="2285" y="823"/>
                    <a:pt x="2252" y="857"/>
                    <a:pt x="2212" y="857"/>
                  </a:cubicBezTo>
                  <a:lnTo>
                    <a:pt x="1642" y="857"/>
                  </a:lnTo>
                  <a:cubicBezTo>
                    <a:pt x="1602" y="857"/>
                    <a:pt x="1569" y="823"/>
                    <a:pt x="1569" y="784"/>
                  </a:cubicBezTo>
                  <a:lnTo>
                    <a:pt x="1569" y="500"/>
                  </a:lnTo>
                  <a:cubicBezTo>
                    <a:pt x="1569" y="225"/>
                    <a:pt x="1345" y="1"/>
                    <a:pt x="10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0"/>
            <p:cNvSpPr/>
            <p:nvPr/>
          </p:nvSpPr>
          <p:spPr>
            <a:xfrm>
              <a:off x="5424367" y="2723498"/>
              <a:ext cx="376478" cy="37966"/>
            </a:xfrm>
            <a:custGeom>
              <a:rect b="b" l="l" r="r" t="t"/>
              <a:pathLst>
                <a:path extrusionOk="0" h="1432" w="14200">
                  <a:moveTo>
                    <a:pt x="716" y="1"/>
                  </a:moveTo>
                  <a:cubicBezTo>
                    <a:pt x="322" y="1"/>
                    <a:pt x="0" y="320"/>
                    <a:pt x="0" y="715"/>
                  </a:cubicBezTo>
                  <a:cubicBezTo>
                    <a:pt x="0" y="1110"/>
                    <a:pt x="319" y="1431"/>
                    <a:pt x="716" y="1431"/>
                  </a:cubicBezTo>
                  <a:lnTo>
                    <a:pt x="13483" y="1431"/>
                  </a:lnTo>
                  <a:cubicBezTo>
                    <a:pt x="13878" y="1431"/>
                    <a:pt x="14199" y="1112"/>
                    <a:pt x="14199" y="715"/>
                  </a:cubicBezTo>
                  <a:cubicBezTo>
                    <a:pt x="14199" y="322"/>
                    <a:pt x="13880" y="1"/>
                    <a:pt x="13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0"/>
            <p:cNvSpPr/>
            <p:nvPr/>
          </p:nvSpPr>
          <p:spPr>
            <a:xfrm>
              <a:off x="5581242" y="2702739"/>
              <a:ext cx="191712" cy="79538"/>
            </a:xfrm>
            <a:custGeom>
              <a:rect b="b" l="l" r="r" t="t"/>
              <a:pathLst>
                <a:path extrusionOk="0" h="3000" w="7231">
                  <a:moveTo>
                    <a:pt x="1003" y="1"/>
                  </a:moveTo>
                  <a:cubicBezTo>
                    <a:pt x="907" y="1"/>
                    <a:pt x="811" y="1"/>
                    <a:pt x="715" y="1"/>
                  </a:cubicBezTo>
                  <a:cubicBezTo>
                    <a:pt x="169" y="342"/>
                    <a:pt x="0" y="542"/>
                    <a:pt x="0" y="828"/>
                  </a:cubicBezTo>
                  <a:cubicBezTo>
                    <a:pt x="0" y="1680"/>
                    <a:pt x="511" y="2427"/>
                    <a:pt x="1713" y="2999"/>
                  </a:cubicBezTo>
                  <a:cubicBezTo>
                    <a:pt x="3310" y="2995"/>
                    <a:pt x="4904" y="2975"/>
                    <a:pt x="6499" y="2937"/>
                  </a:cubicBezTo>
                  <a:cubicBezTo>
                    <a:pt x="6747" y="2933"/>
                    <a:pt x="6965" y="2766"/>
                    <a:pt x="7033" y="2525"/>
                  </a:cubicBezTo>
                  <a:cubicBezTo>
                    <a:pt x="7231" y="1844"/>
                    <a:pt x="7231" y="1158"/>
                    <a:pt x="7033" y="475"/>
                  </a:cubicBezTo>
                  <a:cubicBezTo>
                    <a:pt x="6967" y="238"/>
                    <a:pt x="6747" y="67"/>
                    <a:pt x="6499" y="63"/>
                  </a:cubicBezTo>
                  <a:cubicBezTo>
                    <a:pt x="4668" y="21"/>
                    <a:pt x="2834" y="1"/>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0"/>
            <p:cNvSpPr/>
            <p:nvPr/>
          </p:nvSpPr>
          <p:spPr>
            <a:xfrm>
              <a:off x="5452232" y="2702792"/>
              <a:ext cx="174426" cy="79484"/>
            </a:xfrm>
            <a:custGeom>
              <a:rect b="b" l="l" r="r" t="t"/>
              <a:pathLst>
                <a:path extrusionOk="0" h="2998" w="6579">
                  <a:moveTo>
                    <a:pt x="5578" y="1"/>
                  </a:moveTo>
                  <a:lnTo>
                    <a:pt x="5578" y="1"/>
                  </a:lnTo>
                  <a:cubicBezTo>
                    <a:pt x="3962" y="3"/>
                    <a:pt x="2349" y="23"/>
                    <a:pt x="732" y="61"/>
                  </a:cubicBezTo>
                  <a:cubicBezTo>
                    <a:pt x="484" y="67"/>
                    <a:pt x="266" y="234"/>
                    <a:pt x="198" y="473"/>
                  </a:cubicBezTo>
                  <a:cubicBezTo>
                    <a:pt x="0" y="1156"/>
                    <a:pt x="0" y="1842"/>
                    <a:pt x="198" y="2523"/>
                  </a:cubicBezTo>
                  <a:cubicBezTo>
                    <a:pt x="264" y="2762"/>
                    <a:pt x="484" y="2931"/>
                    <a:pt x="732" y="2935"/>
                  </a:cubicBezTo>
                  <a:cubicBezTo>
                    <a:pt x="2518" y="2976"/>
                    <a:pt x="4304" y="2998"/>
                    <a:pt x="6088" y="2998"/>
                  </a:cubicBezTo>
                  <a:cubicBezTo>
                    <a:pt x="6252" y="2998"/>
                    <a:pt x="6415" y="2998"/>
                    <a:pt x="6579" y="2997"/>
                  </a:cubicBezTo>
                  <a:cubicBezTo>
                    <a:pt x="5876" y="2445"/>
                    <a:pt x="5436" y="1678"/>
                    <a:pt x="5434" y="828"/>
                  </a:cubicBezTo>
                  <a:cubicBezTo>
                    <a:pt x="5434" y="540"/>
                    <a:pt x="5485" y="263"/>
                    <a:pt x="5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0"/>
            <p:cNvSpPr/>
            <p:nvPr/>
          </p:nvSpPr>
          <p:spPr>
            <a:xfrm>
              <a:off x="5424367" y="3020385"/>
              <a:ext cx="376478" cy="37966"/>
            </a:xfrm>
            <a:custGeom>
              <a:rect b="b" l="l" r="r" t="t"/>
              <a:pathLst>
                <a:path extrusionOk="0" h="1432" w="14200">
                  <a:moveTo>
                    <a:pt x="716" y="1"/>
                  </a:moveTo>
                  <a:cubicBezTo>
                    <a:pt x="322" y="1"/>
                    <a:pt x="0" y="320"/>
                    <a:pt x="0" y="715"/>
                  </a:cubicBezTo>
                  <a:cubicBezTo>
                    <a:pt x="0" y="1110"/>
                    <a:pt x="319" y="1431"/>
                    <a:pt x="716" y="1431"/>
                  </a:cubicBezTo>
                  <a:lnTo>
                    <a:pt x="13483" y="1431"/>
                  </a:lnTo>
                  <a:cubicBezTo>
                    <a:pt x="13878" y="1429"/>
                    <a:pt x="14199" y="1110"/>
                    <a:pt x="14199" y="715"/>
                  </a:cubicBezTo>
                  <a:cubicBezTo>
                    <a:pt x="14199" y="322"/>
                    <a:pt x="13880" y="1"/>
                    <a:pt x="13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0"/>
            <p:cNvSpPr/>
            <p:nvPr/>
          </p:nvSpPr>
          <p:spPr>
            <a:xfrm>
              <a:off x="5581242" y="2999573"/>
              <a:ext cx="191712" cy="79484"/>
            </a:xfrm>
            <a:custGeom>
              <a:rect b="b" l="l" r="r" t="t"/>
              <a:pathLst>
                <a:path extrusionOk="0" h="2998" w="7231">
                  <a:moveTo>
                    <a:pt x="1033" y="1"/>
                  </a:moveTo>
                  <a:cubicBezTo>
                    <a:pt x="927" y="1"/>
                    <a:pt x="821" y="1"/>
                    <a:pt x="715" y="1"/>
                  </a:cubicBezTo>
                  <a:cubicBezTo>
                    <a:pt x="169" y="342"/>
                    <a:pt x="0" y="542"/>
                    <a:pt x="0" y="828"/>
                  </a:cubicBezTo>
                  <a:cubicBezTo>
                    <a:pt x="0" y="1677"/>
                    <a:pt x="511" y="2427"/>
                    <a:pt x="1713" y="2997"/>
                  </a:cubicBezTo>
                  <a:cubicBezTo>
                    <a:pt x="3310" y="2995"/>
                    <a:pt x="4904" y="2973"/>
                    <a:pt x="6499" y="2937"/>
                  </a:cubicBezTo>
                  <a:cubicBezTo>
                    <a:pt x="6747" y="2931"/>
                    <a:pt x="6965" y="2764"/>
                    <a:pt x="7033" y="2525"/>
                  </a:cubicBezTo>
                  <a:cubicBezTo>
                    <a:pt x="7231" y="1842"/>
                    <a:pt x="7231" y="1161"/>
                    <a:pt x="7033" y="475"/>
                  </a:cubicBezTo>
                  <a:cubicBezTo>
                    <a:pt x="6967" y="236"/>
                    <a:pt x="6747" y="67"/>
                    <a:pt x="6499" y="61"/>
                  </a:cubicBezTo>
                  <a:cubicBezTo>
                    <a:pt x="4678" y="19"/>
                    <a:pt x="2854" y="1"/>
                    <a:pt x="1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0"/>
            <p:cNvSpPr/>
            <p:nvPr/>
          </p:nvSpPr>
          <p:spPr>
            <a:xfrm>
              <a:off x="5452232" y="2999573"/>
              <a:ext cx="174426" cy="79511"/>
            </a:xfrm>
            <a:custGeom>
              <a:rect b="b" l="l" r="r" t="t"/>
              <a:pathLst>
                <a:path extrusionOk="0" h="2999" w="6579">
                  <a:moveTo>
                    <a:pt x="5578" y="1"/>
                  </a:moveTo>
                  <a:lnTo>
                    <a:pt x="5578" y="1"/>
                  </a:lnTo>
                  <a:cubicBezTo>
                    <a:pt x="3962" y="3"/>
                    <a:pt x="2349" y="23"/>
                    <a:pt x="732" y="63"/>
                  </a:cubicBezTo>
                  <a:cubicBezTo>
                    <a:pt x="484" y="67"/>
                    <a:pt x="266" y="234"/>
                    <a:pt x="198" y="475"/>
                  </a:cubicBezTo>
                  <a:cubicBezTo>
                    <a:pt x="0" y="1156"/>
                    <a:pt x="0" y="1842"/>
                    <a:pt x="198" y="2525"/>
                  </a:cubicBezTo>
                  <a:cubicBezTo>
                    <a:pt x="264" y="2762"/>
                    <a:pt x="484" y="2931"/>
                    <a:pt x="732" y="2937"/>
                  </a:cubicBezTo>
                  <a:cubicBezTo>
                    <a:pt x="2454" y="2976"/>
                    <a:pt x="4175" y="2998"/>
                    <a:pt x="5895" y="2998"/>
                  </a:cubicBezTo>
                  <a:cubicBezTo>
                    <a:pt x="6123" y="2998"/>
                    <a:pt x="6351" y="2998"/>
                    <a:pt x="6579" y="2997"/>
                  </a:cubicBezTo>
                  <a:cubicBezTo>
                    <a:pt x="5876" y="2447"/>
                    <a:pt x="5436" y="1677"/>
                    <a:pt x="5434" y="830"/>
                  </a:cubicBezTo>
                  <a:cubicBezTo>
                    <a:pt x="5434" y="542"/>
                    <a:pt x="5485" y="265"/>
                    <a:pt x="5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70"/>
          <p:cNvGrpSpPr/>
          <p:nvPr/>
        </p:nvGrpSpPr>
        <p:grpSpPr>
          <a:xfrm>
            <a:off x="5414240" y="2081763"/>
            <a:ext cx="388594" cy="354923"/>
            <a:chOff x="5414240" y="2081763"/>
            <a:chExt cx="388594" cy="354923"/>
          </a:xfrm>
        </p:grpSpPr>
        <p:sp>
          <p:nvSpPr>
            <p:cNvPr id="4001" name="Google Shape;4001;p70"/>
            <p:cNvSpPr/>
            <p:nvPr/>
          </p:nvSpPr>
          <p:spPr>
            <a:xfrm>
              <a:off x="5691720" y="2146666"/>
              <a:ext cx="55305" cy="54271"/>
            </a:xfrm>
            <a:custGeom>
              <a:rect b="b" l="l" r="r" t="t"/>
              <a:pathLst>
                <a:path extrusionOk="0" h="2047" w="2086">
                  <a:moveTo>
                    <a:pt x="235" y="1"/>
                  </a:moveTo>
                  <a:cubicBezTo>
                    <a:pt x="180" y="1"/>
                    <a:pt x="125" y="22"/>
                    <a:pt x="83" y="64"/>
                  </a:cubicBezTo>
                  <a:cubicBezTo>
                    <a:pt x="1" y="146"/>
                    <a:pt x="1" y="284"/>
                    <a:pt x="83" y="366"/>
                  </a:cubicBezTo>
                  <a:lnTo>
                    <a:pt x="1700" y="1983"/>
                  </a:lnTo>
                  <a:cubicBezTo>
                    <a:pt x="1742" y="2025"/>
                    <a:pt x="1797" y="2047"/>
                    <a:pt x="1853" y="2047"/>
                  </a:cubicBezTo>
                  <a:cubicBezTo>
                    <a:pt x="1908" y="2047"/>
                    <a:pt x="1964" y="2025"/>
                    <a:pt x="2001" y="1983"/>
                  </a:cubicBezTo>
                  <a:cubicBezTo>
                    <a:pt x="2086" y="1898"/>
                    <a:pt x="2086" y="1763"/>
                    <a:pt x="2001" y="1681"/>
                  </a:cubicBezTo>
                  <a:lnTo>
                    <a:pt x="385" y="64"/>
                  </a:lnTo>
                  <a:cubicBezTo>
                    <a:pt x="344" y="22"/>
                    <a:pt x="289" y="1"/>
                    <a:pt x="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0"/>
            <p:cNvSpPr/>
            <p:nvPr/>
          </p:nvSpPr>
          <p:spPr>
            <a:xfrm>
              <a:off x="5721493" y="2178136"/>
              <a:ext cx="38602" cy="34254"/>
            </a:xfrm>
            <a:custGeom>
              <a:rect b="b" l="l" r="r" t="t"/>
              <a:pathLst>
                <a:path extrusionOk="0" h="1292" w="1456">
                  <a:moveTo>
                    <a:pt x="869" y="0"/>
                  </a:moveTo>
                  <a:cubicBezTo>
                    <a:pt x="684" y="0"/>
                    <a:pt x="483" y="83"/>
                    <a:pt x="324" y="241"/>
                  </a:cubicBezTo>
                  <a:cubicBezTo>
                    <a:pt x="45" y="521"/>
                    <a:pt x="0" y="927"/>
                    <a:pt x="224" y="1148"/>
                  </a:cubicBezTo>
                  <a:cubicBezTo>
                    <a:pt x="319" y="1244"/>
                    <a:pt x="449" y="1291"/>
                    <a:pt x="587" y="1291"/>
                  </a:cubicBezTo>
                  <a:cubicBezTo>
                    <a:pt x="772" y="1291"/>
                    <a:pt x="973" y="1208"/>
                    <a:pt x="1131" y="1048"/>
                  </a:cubicBezTo>
                  <a:cubicBezTo>
                    <a:pt x="1411" y="771"/>
                    <a:pt x="1455" y="365"/>
                    <a:pt x="1231" y="141"/>
                  </a:cubicBezTo>
                  <a:cubicBezTo>
                    <a:pt x="1136" y="46"/>
                    <a:pt x="1007"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0"/>
            <p:cNvSpPr/>
            <p:nvPr/>
          </p:nvSpPr>
          <p:spPr>
            <a:xfrm>
              <a:off x="5734537" y="2103848"/>
              <a:ext cx="55305" cy="54245"/>
            </a:xfrm>
            <a:custGeom>
              <a:rect b="b" l="l" r="r" t="t"/>
              <a:pathLst>
                <a:path extrusionOk="0" h="2046" w="2086">
                  <a:moveTo>
                    <a:pt x="236" y="1"/>
                  </a:moveTo>
                  <a:cubicBezTo>
                    <a:pt x="181" y="1"/>
                    <a:pt x="126" y="21"/>
                    <a:pt x="85" y="62"/>
                  </a:cubicBezTo>
                  <a:cubicBezTo>
                    <a:pt x="1" y="147"/>
                    <a:pt x="1" y="282"/>
                    <a:pt x="85" y="364"/>
                  </a:cubicBezTo>
                  <a:lnTo>
                    <a:pt x="1702" y="1981"/>
                  </a:lnTo>
                  <a:cubicBezTo>
                    <a:pt x="1742" y="2023"/>
                    <a:pt x="1797" y="2045"/>
                    <a:pt x="1853" y="2045"/>
                  </a:cubicBezTo>
                  <a:cubicBezTo>
                    <a:pt x="1908" y="2045"/>
                    <a:pt x="1961" y="2025"/>
                    <a:pt x="2003" y="1981"/>
                  </a:cubicBezTo>
                  <a:cubicBezTo>
                    <a:pt x="2085" y="1899"/>
                    <a:pt x="2085" y="1761"/>
                    <a:pt x="2003" y="1679"/>
                  </a:cubicBezTo>
                  <a:lnTo>
                    <a:pt x="386" y="62"/>
                  </a:lnTo>
                  <a:cubicBezTo>
                    <a:pt x="345" y="21"/>
                    <a:pt x="291"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0"/>
            <p:cNvSpPr/>
            <p:nvPr/>
          </p:nvSpPr>
          <p:spPr>
            <a:xfrm>
              <a:off x="5764284" y="2135318"/>
              <a:ext cx="38549" cy="34254"/>
            </a:xfrm>
            <a:custGeom>
              <a:rect b="b" l="l" r="r" t="t"/>
              <a:pathLst>
                <a:path extrusionOk="0" h="1292" w="1454">
                  <a:moveTo>
                    <a:pt x="868" y="1"/>
                  </a:moveTo>
                  <a:cubicBezTo>
                    <a:pt x="683" y="1"/>
                    <a:pt x="482" y="83"/>
                    <a:pt x="322" y="242"/>
                  </a:cubicBezTo>
                  <a:cubicBezTo>
                    <a:pt x="45" y="521"/>
                    <a:pt x="1" y="927"/>
                    <a:pt x="223" y="1151"/>
                  </a:cubicBezTo>
                  <a:cubicBezTo>
                    <a:pt x="318" y="1246"/>
                    <a:pt x="447" y="1292"/>
                    <a:pt x="585" y="1292"/>
                  </a:cubicBezTo>
                  <a:cubicBezTo>
                    <a:pt x="770" y="1292"/>
                    <a:pt x="971" y="1209"/>
                    <a:pt x="1130" y="1049"/>
                  </a:cubicBezTo>
                  <a:cubicBezTo>
                    <a:pt x="1409" y="772"/>
                    <a:pt x="1454" y="366"/>
                    <a:pt x="1230" y="142"/>
                  </a:cubicBezTo>
                  <a:cubicBezTo>
                    <a:pt x="1135" y="47"/>
                    <a:pt x="1006" y="1"/>
                    <a:pt x="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0"/>
            <p:cNvSpPr/>
            <p:nvPr/>
          </p:nvSpPr>
          <p:spPr>
            <a:xfrm>
              <a:off x="5638217" y="2135955"/>
              <a:ext cx="55252" cy="54245"/>
            </a:xfrm>
            <a:custGeom>
              <a:rect b="b" l="l" r="r" t="t"/>
              <a:pathLst>
                <a:path extrusionOk="0" h="2046" w="2084">
                  <a:moveTo>
                    <a:pt x="234" y="1"/>
                  </a:moveTo>
                  <a:cubicBezTo>
                    <a:pt x="180" y="1"/>
                    <a:pt x="125" y="21"/>
                    <a:pt x="83" y="62"/>
                  </a:cubicBezTo>
                  <a:cubicBezTo>
                    <a:pt x="1" y="147"/>
                    <a:pt x="1" y="282"/>
                    <a:pt x="83" y="366"/>
                  </a:cubicBezTo>
                  <a:lnTo>
                    <a:pt x="1700" y="1981"/>
                  </a:lnTo>
                  <a:cubicBezTo>
                    <a:pt x="1742" y="2023"/>
                    <a:pt x="1797" y="2045"/>
                    <a:pt x="1853" y="2045"/>
                  </a:cubicBezTo>
                  <a:cubicBezTo>
                    <a:pt x="1908" y="2045"/>
                    <a:pt x="1963" y="2023"/>
                    <a:pt x="2001" y="1981"/>
                  </a:cubicBezTo>
                  <a:cubicBezTo>
                    <a:pt x="2083" y="1899"/>
                    <a:pt x="2083" y="1763"/>
                    <a:pt x="2001" y="1679"/>
                  </a:cubicBezTo>
                  <a:lnTo>
                    <a:pt x="384" y="62"/>
                  </a:lnTo>
                  <a:cubicBezTo>
                    <a:pt x="343" y="21"/>
                    <a:pt x="289" y="1"/>
                    <a:pt x="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0"/>
            <p:cNvSpPr/>
            <p:nvPr/>
          </p:nvSpPr>
          <p:spPr>
            <a:xfrm>
              <a:off x="5625120" y="2124581"/>
              <a:ext cx="38523" cy="34254"/>
            </a:xfrm>
            <a:custGeom>
              <a:rect b="b" l="l" r="r" t="t"/>
              <a:pathLst>
                <a:path extrusionOk="0" h="1292" w="1453">
                  <a:moveTo>
                    <a:pt x="867" y="0"/>
                  </a:moveTo>
                  <a:cubicBezTo>
                    <a:pt x="683" y="0"/>
                    <a:pt x="482" y="83"/>
                    <a:pt x="324" y="243"/>
                  </a:cubicBezTo>
                  <a:cubicBezTo>
                    <a:pt x="44" y="520"/>
                    <a:pt x="0" y="926"/>
                    <a:pt x="224" y="1150"/>
                  </a:cubicBezTo>
                  <a:cubicBezTo>
                    <a:pt x="319" y="1245"/>
                    <a:pt x="448" y="1291"/>
                    <a:pt x="586" y="1291"/>
                  </a:cubicBezTo>
                  <a:cubicBezTo>
                    <a:pt x="770" y="1291"/>
                    <a:pt x="971" y="1209"/>
                    <a:pt x="1131" y="1050"/>
                  </a:cubicBezTo>
                  <a:cubicBezTo>
                    <a:pt x="1408" y="771"/>
                    <a:pt x="1453" y="365"/>
                    <a:pt x="1231" y="143"/>
                  </a:cubicBezTo>
                  <a:cubicBezTo>
                    <a:pt x="1135" y="47"/>
                    <a:pt x="1005" y="0"/>
                    <a:pt x="8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0"/>
            <p:cNvSpPr/>
            <p:nvPr/>
          </p:nvSpPr>
          <p:spPr>
            <a:xfrm>
              <a:off x="5681141" y="2093163"/>
              <a:ext cx="55305" cy="54165"/>
            </a:xfrm>
            <a:custGeom>
              <a:rect b="b" l="l" r="r" t="t"/>
              <a:pathLst>
                <a:path extrusionOk="0" h="2043" w="2086">
                  <a:moveTo>
                    <a:pt x="234" y="1"/>
                  </a:moveTo>
                  <a:cubicBezTo>
                    <a:pt x="180" y="1"/>
                    <a:pt x="125" y="22"/>
                    <a:pt x="83" y="64"/>
                  </a:cubicBezTo>
                  <a:cubicBezTo>
                    <a:pt x="1" y="146"/>
                    <a:pt x="1" y="283"/>
                    <a:pt x="83" y="365"/>
                  </a:cubicBezTo>
                  <a:lnTo>
                    <a:pt x="1697" y="1980"/>
                  </a:lnTo>
                  <a:cubicBezTo>
                    <a:pt x="1737" y="2020"/>
                    <a:pt x="1793" y="2042"/>
                    <a:pt x="1848" y="2042"/>
                  </a:cubicBezTo>
                  <a:cubicBezTo>
                    <a:pt x="1901" y="2042"/>
                    <a:pt x="1957" y="2024"/>
                    <a:pt x="2001" y="1982"/>
                  </a:cubicBezTo>
                  <a:cubicBezTo>
                    <a:pt x="2086" y="1898"/>
                    <a:pt x="2086" y="1763"/>
                    <a:pt x="2001" y="1681"/>
                  </a:cubicBezTo>
                  <a:lnTo>
                    <a:pt x="384" y="64"/>
                  </a:lnTo>
                  <a:cubicBezTo>
                    <a:pt x="343" y="22"/>
                    <a:pt x="289" y="1"/>
                    <a:pt x="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0"/>
            <p:cNvSpPr/>
            <p:nvPr/>
          </p:nvSpPr>
          <p:spPr>
            <a:xfrm>
              <a:off x="5667964" y="2081763"/>
              <a:ext cx="38549" cy="34254"/>
            </a:xfrm>
            <a:custGeom>
              <a:rect b="b" l="l" r="r" t="t"/>
              <a:pathLst>
                <a:path extrusionOk="0" h="1292" w="1454">
                  <a:moveTo>
                    <a:pt x="868" y="1"/>
                  </a:moveTo>
                  <a:cubicBezTo>
                    <a:pt x="683" y="1"/>
                    <a:pt x="483" y="84"/>
                    <a:pt x="325" y="243"/>
                  </a:cubicBezTo>
                  <a:cubicBezTo>
                    <a:pt x="45" y="520"/>
                    <a:pt x="1" y="926"/>
                    <a:pt x="225" y="1150"/>
                  </a:cubicBezTo>
                  <a:cubicBezTo>
                    <a:pt x="320" y="1245"/>
                    <a:pt x="449" y="1291"/>
                    <a:pt x="587" y="1291"/>
                  </a:cubicBezTo>
                  <a:cubicBezTo>
                    <a:pt x="771" y="1291"/>
                    <a:pt x="972" y="1209"/>
                    <a:pt x="1132" y="1051"/>
                  </a:cubicBezTo>
                  <a:cubicBezTo>
                    <a:pt x="1409" y="771"/>
                    <a:pt x="1454" y="365"/>
                    <a:pt x="1232" y="143"/>
                  </a:cubicBezTo>
                  <a:cubicBezTo>
                    <a:pt x="1136" y="47"/>
                    <a:pt x="1006" y="1"/>
                    <a:pt x="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0"/>
            <p:cNvSpPr/>
            <p:nvPr/>
          </p:nvSpPr>
          <p:spPr>
            <a:xfrm>
              <a:off x="5633816" y="2085263"/>
              <a:ext cx="143857" cy="143618"/>
            </a:xfrm>
            <a:custGeom>
              <a:rect b="b" l="l" r="r" t="t"/>
              <a:pathLst>
                <a:path extrusionOk="0" h="5417" w="5426">
                  <a:moveTo>
                    <a:pt x="4642" y="0"/>
                  </a:moveTo>
                  <a:cubicBezTo>
                    <a:pt x="4460" y="0"/>
                    <a:pt x="4276" y="71"/>
                    <a:pt x="4139" y="209"/>
                  </a:cubicBezTo>
                  <a:lnTo>
                    <a:pt x="899" y="3449"/>
                  </a:lnTo>
                  <a:cubicBezTo>
                    <a:pt x="6" y="4818"/>
                    <a:pt x="0" y="5416"/>
                    <a:pt x="623" y="5416"/>
                  </a:cubicBezTo>
                  <a:cubicBezTo>
                    <a:pt x="731" y="5416"/>
                    <a:pt x="858" y="5398"/>
                    <a:pt x="1003" y="5363"/>
                  </a:cubicBezTo>
                  <a:lnTo>
                    <a:pt x="5148" y="1218"/>
                  </a:lnTo>
                  <a:cubicBezTo>
                    <a:pt x="5425" y="941"/>
                    <a:pt x="5425" y="488"/>
                    <a:pt x="5148" y="209"/>
                  </a:cubicBezTo>
                  <a:cubicBezTo>
                    <a:pt x="5008" y="71"/>
                    <a:pt x="4826" y="0"/>
                    <a:pt x="46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0"/>
            <p:cNvSpPr/>
            <p:nvPr/>
          </p:nvSpPr>
          <p:spPr>
            <a:xfrm>
              <a:off x="5580287" y="2176704"/>
              <a:ext cx="80121" cy="104088"/>
            </a:xfrm>
            <a:custGeom>
              <a:rect b="b" l="l" r="r" t="t"/>
              <a:pathLst>
                <a:path extrusionOk="0" h="3926" w="3022">
                  <a:moveTo>
                    <a:pt x="2918" y="0"/>
                  </a:moveTo>
                  <a:lnTo>
                    <a:pt x="1" y="2917"/>
                  </a:lnTo>
                  <a:lnTo>
                    <a:pt x="1010" y="3926"/>
                  </a:lnTo>
                  <a:lnTo>
                    <a:pt x="3022" y="1914"/>
                  </a:lnTo>
                  <a:cubicBezTo>
                    <a:pt x="2720" y="1404"/>
                    <a:pt x="2685" y="703"/>
                    <a:pt x="29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0"/>
            <p:cNvSpPr/>
            <p:nvPr/>
          </p:nvSpPr>
          <p:spPr>
            <a:xfrm>
              <a:off x="5446055" y="2233043"/>
              <a:ext cx="186728" cy="203457"/>
            </a:xfrm>
            <a:custGeom>
              <a:rect b="b" l="l" r="r" t="t"/>
              <a:pathLst>
                <a:path extrusionOk="0" h="7674" w="7043">
                  <a:moveTo>
                    <a:pt x="4925" y="1"/>
                  </a:moveTo>
                  <a:cubicBezTo>
                    <a:pt x="4815" y="1"/>
                    <a:pt x="4699" y="4"/>
                    <a:pt x="4580" y="11"/>
                  </a:cubicBezTo>
                  <a:cubicBezTo>
                    <a:pt x="3740" y="193"/>
                    <a:pt x="2252" y="654"/>
                    <a:pt x="1781" y="1124"/>
                  </a:cubicBezTo>
                  <a:cubicBezTo>
                    <a:pt x="0" y="2905"/>
                    <a:pt x="586" y="5602"/>
                    <a:pt x="2365" y="7383"/>
                  </a:cubicBezTo>
                  <a:cubicBezTo>
                    <a:pt x="2427" y="7443"/>
                    <a:pt x="2828" y="7601"/>
                    <a:pt x="3163" y="7674"/>
                  </a:cubicBezTo>
                  <a:cubicBezTo>
                    <a:pt x="3882" y="7630"/>
                    <a:pt x="4560" y="7352"/>
                    <a:pt x="5082" y="6831"/>
                  </a:cubicBezTo>
                  <a:cubicBezTo>
                    <a:pt x="6499" y="5414"/>
                    <a:pt x="7042" y="2571"/>
                    <a:pt x="6812" y="1300"/>
                  </a:cubicBezTo>
                  <a:cubicBezTo>
                    <a:pt x="6707" y="701"/>
                    <a:pt x="6162" y="157"/>
                    <a:pt x="5561" y="49"/>
                  </a:cubicBezTo>
                  <a:cubicBezTo>
                    <a:pt x="5380" y="17"/>
                    <a:pt x="5164" y="1"/>
                    <a:pt x="49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0"/>
            <p:cNvSpPr/>
            <p:nvPr/>
          </p:nvSpPr>
          <p:spPr>
            <a:xfrm>
              <a:off x="5414240" y="2233335"/>
              <a:ext cx="153269" cy="203351"/>
            </a:xfrm>
            <a:custGeom>
              <a:rect b="b" l="l" r="r" t="t"/>
              <a:pathLst>
                <a:path extrusionOk="0" h="7670" w="5781">
                  <a:moveTo>
                    <a:pt x="5780" y="0"/>
                  </a:moveTo>
                  <a:lnTo>
                    <a:pt x="5780" y="0"/>
                  </a:lnTo>
                  <a:cubicBezTo>
                    <a:pt x="4361" y="80"/>
                    <a:pt x="2352" y="654"/>
                    <a:pt x="1234" y="1772"/>
                  </a:cubicBezTo>
                  <a:cubicBezTo>
                    <a:pt x="1" y="3005"/>
                    <a:pt x="123" y="5143"/>
                    <a:pt x="1518" y="6536"/>
                  </a:cubicBezTo>
                  <a:cubicBezTo>
                    <a:pt x="2268" y="7288"/>
                    <a:pt x="3237" y="7669"/>
                    <a:pt x="4161" y="7669"/>
                  </a:cubicBezTo>
                  <a:cubicBezTo>
                    <a:pt x="4229" y="7669"/>
                    <a:pt x="4296" y="7667"/>
                    <a:pt x="4363" y="7663"/>
                  </a:cubicBezTo>
                  <a:cubicBezTo>
                    <a:pt x="4301" y="7605"/>
                    <a:pt x="4239" y="7545"/>
                    <a:pt x="4175" y="7486"/>
                  </a:cubicBezTo>
                  <a:cubicBezTo>
                    <a:pt x="2396" y="5705"/>
                    <a:pt x="2396" y="2819"/>
                    <a:pt x="4175" y="1040"/>
                  </a:cubicBezTo>
                  <a:cubicBezTo>
                    <a:pt x="4647" y="568"/>
                    <a:pt x="5195" y="222"/>
                    <a:pt x="57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70"/>
          <p:cNvGrpSpPr/>
          <p:nvPr/>
        </p:nvGrpSpPr>
        <p:grpSpPr>
          <a:xfrm>
            <a:off x="5424474" y="1439286"/>
            <a:ext cx="376371" cy="376318"/>
            <a:chOff x="5424474" y="1439286"/>
            <a:chExt cx="376371" cy="376318"/>
          </a:xfrm>
        </p:grpSpPr>
        <p:sp>
          <p:nvSpPr>
            <p:cNvPr id="4014" name="Google Shape;4014;p70"/>
            <p:cNvSpPr/>
            <p:nvPr/>
          </p:nvSpPr>
          <p:spPr>
            <a:xfrm>
              <a:off x="5528429" y="1672887"/>
              <a:ext cx="168381" cy="142717"/>
            </a:xfrm>
            <a:custGeom>
              <a:rect b="b" l="l" r="r" t="t"/>
              <a:pathLst>
                <a:path extrusionOk="0" h="5383" w="6351">
                  <a:moveTo>
                    <a:pt x="1748" y="0"/>
                  </a:moveTo>
                  <a:lnTo>
                    <a:pt x="1748" y="2520"/>
                  </a:lnTo>
                  <a:cubicBezTo>
                    <a:pt x="1748" y="2874"/>
                    <a:pt x="1928" y="3229"/>
                    <a:pt x="1775" y="3538"/>
                  </a:cubicBezTo>
                  <a:cubicBezTo>
                    <a:pt x="1715" y="3662"/>
                    <a:pt x="1378" y="3771"/>
                    <a:pt x="1296" y="3884"/>
                  </a:cubicBezTo>
                  <a:cubicBezTo>
                    <a:pt x="1190" y="4023"/>
                    <a:pt x="1068" y="4152"/>
                    <a:pt x="932" y="4270"/>
                  </a:cubicBezTo>
                  <a:lnTo>
                    <a:pt x="207" y="4879"/>
                  </a:lnTo>
                  <a:cubicBezTo>
                    <a:pt x="1" y="5050"/>
                    <a:pt x="123" y="5383"/>
                    <a:pt x="389" y="5383"/>
                  </a:cubicBezTo>
                  <a:lnTo>
                    <a:pt x="5963" y="5383"/>
                  </a:lnTo>
                  <a:cubicBezTo>
                    <a:pt x="6229" y="5383"/>
                    <a:pt x="6351" y="5050"/>
                    <a:pt x="6144" y="4879"/>
                  </a:cubicBezTo>
                  <a:lnTo>
                    <a:pt x="5419" y="4270"/>
                  </a:lnTo>
                  <a:cubicBezTo>
                    <a:pt x="5284" y="4154"/>
                    <a:pt x="5162" y="4026"/>
                    <a:pt x="5055" y="3884"/>
                  </a:cubicBezTo>
                  <a:cubicBezTo>
                    <a:pt x="4987" y="3788"/>
                    <a:pt x="4698" y="3684"/>
                    <a:pt x="4645" y="3580"/>
                  </a:cubicBezTo>
                  <a:cubicBezTo>
                    <a:pt x="4474" y="3254"/>
                    <a:pt x="4603" y="2897"/>
                    <a:pt x="4603" y="2520"/>
                  </a:cubicBezTo>
                  <a:lnTo>
                    <a:pt x="46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0"/>
            <p:cNvSpPr/>
            <p:nvPr/>
          </p:nvSpPr>
          <p:spPr>
            <a:xfrm>
              <a:off x="5562710" y="1672887"/>
              <a:ext cx="99767" cy="103028"/>
            </a:xfrm>
            <a:custGeom>
              <a:rect b="b" l="l" r="r" t="t"/>
              <a:pathLst>
                <a:path extrusionOk="0" h="3886" w="3763">
                  <a:moveTo>
                    <a:pt x="453" y="0"/>
                  </a:moveTo>
                  <a:lnTo>
                    <a:pt x="453" y="2522"/>
                  </a:lnTo>
                  <a:cubicBezTo>
                    <a:pt x="453" y="3019"/>
                    <a:pt x="291" y="3496"/>
                    <a:pt x="1" y="3886"/>
                  </a:cubicBezTo>
                  <a:lnTo>
                    <a:pt x="3762" y="3886"/>
                  </a:lnTo>
                  <a:cubicBezTo>
                    <a:pt x="3472" y="3496"/>
                    <a:pt x="3310" y="3016"/>
                    <a:pt x="3308" y="2520"/>
                  </a:cubicBezTo>
                  <a:lnTo>
                    <a:pt x="33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0"/>
            <p:cNvSpPr/>
            <p:nvPr/>
          </p:nvSpPr>
          <p:spPr>
            <a:xfrm>
              <a:off x="5518964" y="1439286"/>
              <a:ext cx="205180" cy="236147"/>
            </a:xfrm>
            <a:custGeom>
              <a:rect b="b" l="l" r="r" t="t"/>
              <a:pathLst>
                <a:path extrusionOk="0" h="8907" w="7739">
                  <a:moveTo>
                    <a:pt x="3992" y="0"/>
                  </a:moveTo>
                  <a:cubicBezTo>
                    <a:pt x="3865" y="0"/>
                    <a:pt x="3739" y="84"/>
                    <a:pt x="3711" y="232"/>
                  </a:cubicBezTo>
                  <a:cubicBezTo>
                    <a:pt x="3611" y="758"/>
                    <a:pt x="3390" y="1272"/>
                    <a:pt x="2984" y="1734"/>
                  </a:cubicBezTo>
                  <a:cubicBezTo>
                    <a:pt x="1686" y="3107"/>
                    <a:pt x="7" y="4324"/>
                    <a:pt x="1" y="6125"/>
                  </a:cubicBezTo>
                  <a:cubicBezTo>
                    <a:pt x="1" y="7771"/>
                    <a:pt x="1866" y="8906"/>
                    <a:pt x="3514" y="8906"/>
                  </a:cubicBezTo>
                  <a:cubicBezTo>
                    <a:pt x="5463" y="8906"/>
                    <a:pt x="7739" y="7649"/>
                    <a:pt x="6883" y="4766"/>
                  </a:cubicBezTo>
                  <a:cubicBezTo>
                    <a:pt x="6741" y="4291"/>
                    <a:pt x="6501" y="3912"/>
                    <a:pt x="6342" y="3424"/>
                  </a:cubicBezTo>
                  <a:cubicBezTo>
                    <a:pt x="6266" y="3198"/>
                    <a:pt x="6246" y="2976"/>
                    <a:pt x="6266" y="2758"/>
                  </a:cubicBezTo>
                  <a:cubicBezTo>
                    <a:pt x="6282" y="2575"/>
                    <a:pt x="6135" y="2448"/>
                    <a:pt x="5981" y="2448"/>
                  </a:cubicBezTo>
                  <a:cubicBezTo>
                    <a:pt x="5913" y="2448"/>
                    <a:pt x="5843" y="2473"/>
                    <a:pt x="5785" y="2528"/>
                  </a:cubicBezTo>
                  <a:cubicBezTo>
                    <a:pt x="5654" y="2650"/>
                    <a:pt x="5532" y="2781"/>
                    <a:pt x="5423" y="2918"/>
                  </a:cubicBezTo>
                  <a:cubicBezTo>
                    <a:pt x="5365" y="2993"/>
                    <a:pt x="5285" y="3026"/>
                    <a:pt x="5206" y="3026"/>
                  </a:cubicBezTo>
                  <a:cubicBezTo>
                    <a:pt x="5057" y="3026"/>
                    <a:pt x="4911" y="2909"/>
                    <a:pt x="4916" y="2730"/>
                  </a:cubicBezTo>
                  <a:cubicBezTo>
                    <a:pt x="4924" y="2486"/>
                    <a:pt x="4922" y="2242"/>
                    <a:pt x="4902" y="1998"/>
                  </a:cubicBezTo>
                  <a:cubicBezTo>
                    <a:pt x="4807" y="1361"/>
                    <a:pt x="4576" y="720"/>
                    <a:pt x="4235" y="141"/>
                  </a:cubicBezTo>
                  <a:cubicBezTo>
                    <a:pt x="4178" y="45"/>
                    <a:pt x="4085" y="0"/>
                    <a:pt x="3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0"/>
            <p:cNvSpPr/>
            <p:nvPr/>
          </p:nvSpPr>
          <p:spPr>
            <a:xfrm>
              <a:off x="5574879" y="1533644"/>
              <a:ext cx="80598" cy="104327"/>
            </a:xfrm>
            <a:custGeom>
              <a:rect b="b" l="l" r="r" t="t"/>
              <a:pathLst>
                <a:path extrusionOk="0" h="3935" w="3040">
                  <a:moveTo>
                    <a:pt x="1440" y="0"/>
                  </a:moveTo>
                  <a:cubicBezTo>
                    <a:pt x="1364" y="0"/>
                    <a:pt x="1287" y="30"/>
                    <a:pt x="1230" y="95"/>
                  </a:cubicBezTo>
                  <a:cubicBezTo>
                    <a:pt x="504" y="905"/>
                    <a:pt x="1" y="1781"/>
                    <a:pt x="23" y="2568"/>
                  </a:cubicBezTo>
                  <a:cubicBezTo>
                    <a:pt x="28" y="3245"/>
                    <a:pt x="496" y="3935"/>
                    <a:pt x="1343" y="3935"/>
                  </a:cubicBezTo>
                  <a:cubicBezTo>
                    <a:pt x="2381" y="3935"/>
                    <a:pt x="3039" y="3070"/>
                    <a:pt x="2753" y="2069"/>
                  </a:cubicBezTo>
                  <a:cubicBezTo>
                    <a:pt x="2536" y="1306"/>
                    <a:pt x="1939" y="818"/>
                    <a:pt x="1709" y="189"/>
                  </a:cubicBezTo>
                  <a:cubicBezTo>
                    <a:pt x="1665" y="68"/>
                    <a:pt x="1553" y="0"/>
                    <a:pt x="1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0"/>
            <p:cNvSpPr/>
            <p:nvPr/>
          </p:nvSpPr>
          <p:spPr>
            <a:xfrm>
              <a:off x="5559555" y="1609416"/>
              <a:ext cx="223341" cy="151466"/>
            </a:xfrm>
            <a:custGeom>
              <a:rect b="b" l="l" r="r" t="t"/>
              <a:pathLst>
                <a:path extrusionOk="0" h="5713" w="8424">
                  <a:moveTo>
                    <a:pt x="1204" y="1"/>
                  </a:moveTo>
                  <a:cubicBezTo>
                    <a:pt x="430" y="538"/>
                    <a:pt x="0" y="1214"/>
                    <a:pt x="0" y="1877"/>
                  </a:cubicBezTo>
                  <a:cubicBezTo>
                    <a:pt x="0" y="3390"/>
                    <a:pt x="572" y="4918"/>
                    <a:pt x="2857" y="5712"/>
                  </a:cubicBezTo>
                  <a:lnTo>
                    <a:pt x="4753" y="5712"/>
                  </a:lnTo>
                  <a:cubicBezTo>
                    <a:pt x="5665" y="5712"/>
                    <a:pt x="6499" y="5355"/>
                    <a:pt x="7117" y="4765"/>
                  </a:cubicBezTo>
                  <a:cubicBezTo>
                    <a:pt x="7117" y="4765"/>
                    <a:pt x="7108" y="4590"/>
                    <a:pt x="7173" y="4517"/>
                  </a:cubicBezTo>
                  <a:cubicBezTo>
                    <a:pt x="7237" y="4443"/>
                    <a:pt x="7499" y="4337"/>
                    <a:pt x="7499" y="4337"/>
                  </a:cubicBezTo>
                  <a:cubicBezTo>
                    <a:pt x="7863" y="3851"/>
                    <a:pt x="8102" y="3266"/>
                    <a:pt x="8164" y="2623"/>
                  </a:cubicBezTo>
                  <a:lnTo>
                    <a:pt x="8357" y="711"/>
                  </a:lnTo>
                  <a:lnTo>
                    <a:pt x="8038" y="354"/>
                  </a:lnTo>
                  <a:lnTo>
                    <a:pt x="84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0"/>
            <p:cNvSpPr/>
            <p:nvPr/>
          </p:nvSpPr>
          <p:spPr>
            <a:xfrm>
              <a:off x="5442237" y="1609257"/>
              <a:ext cx="340792" cy="151625"/>
            </a:xfrm>
            <a:custGeom>
              <a:rect b="b" l="l" r="r" t="t"/>
              <a:pathLst>
                <a:path extrusionOk="0" h="5719" w="12854">
                  <a:moveTo>
                    <a:pt x="0" y="0"/>
                  </a:moveTo>
                  <a:lnTo>
                    <a:pt x="73" y="717"/>
                  </a:lnTo>
                  <a:lnTo>
                    <a:pt x="264" y="2629"/>
                  </a:lnTo>
                  <a:cubicBezTo>
                    <a:pt x="329" y="3272"/>
                    <a:pt x="566" y="3857"/>
                    <a:pt x="930" y="4343"/>
                  </a:cubicBezTo>
                  <a:cubicBezTo>
                    <a:pt x="930" y="4343"/>
                    <a:pt x="1298" y="4474"/>
                    <a:pt x="1360" y="4543"/>
                  </a:cubicBezTo>
                  <a:cubicBezTo>
                    <a:pt x="1426" y="4618"/>
                    <a:pt x="1311" y="4771"/>
                    <a:pt x="1311" y="4771"/>
                  </a:cubicBezTo>
                  <a:cubicBezTo>
                    <a:pt x="1930" y="5361"/>
                    <a:pt x="2764" y="5718"/>
                    <a:pt x="3678" y="5718"/>
                  </a:cubicBezTo>
                  <a:lnTo>
                    <a:pt x="7286" y="5718"/>
                  </a:lnTo>
                  <a:cubicBezTo>
                    <a:pt x="6006" y="4762"/>
                    <a:pt x="5201" y="3396"/>
                    <a:pt x="5201" y="1883"/>
                  </a:cubicBezTo>
                  <a:cubicBezTo>
                    <a:pt x="5201" y="1650"/>
                    <a:pt x="5221" y="1420"/>
                    <a:pt x="5257" y="1196"/>
                  </a:cubicBezTo>
                  <a:cubicBezTo>
                    <a:pt x="5301" y="921"/>
                    <a:pt x="5543" y="721"/>
                    <a:pt x="5820" y="721"/>
                  </a:cubicBezTo>
                  <a:lnTo>
                    <a:pt x="12782" y="721"/>
                  </a:lnTo>
                  <a:lnTo>
                    <a:pt x="12782" y="717"/>
                  </a:lnTo>
                  <a:lnTo>
                    <a:pt x="128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0"/>
            <p:cNvSpPr/>
            <p:nvPr/>
          </p:nvSpPr>
          <p:spPr>
            <a:xfrm>
              <a:off x="5424474" y="1590380"/>
              <a:ext cx="376371" cy="26486"/>
            </a:xfrm>
            <a:custGeom>
              <a:rect b="b" l="l" r="r" t="t"/>
              <a:pathLst>
                <a:path extrusionOk="0" h="999" w="14196">
                  <a:moveTo>
                    <a:pt x="500" y="0"/>
                  </a:moveTo>
                  <a:cubicBezTo>
                    <a:pt x="224" y="0"/>
                    <a:pt x="0" y="222"/>
                    <a:pt x="0" y="499"/>
                  </a:cubicBezTo>
                  <a:cubicBezTo>
                    <a:pt x="0" y="774"/>
                    <a:pt x="222" y="998"/>
                    <a:pt x="500" y="998"/>
                  </a:cubicBezTo>
                  <a:lnTo>
                    <a:pt x="13692" y="998"/>
                  </a:lnTo>
                  <a:cubicBezTo>
                    <a:pt x="13969" y="998"/>
                    <a:pt x="14195" y="774"/>
                    <a:pt x="14191" y="499"/>
                  </a:cubicBezTo>
                  <a:cubicBezTo>
                    <a:pt x="14191" y="224"/>
                    <a:pt x="13969" y="0"/>
                    <a:pt x="136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0"/>
            <p:cNvSpPr/>
            <p:nvPr/>
          </p:nvSpPr>
          <p:spPr>
            <a:xfrm>
              <a:off x="5467000" y="1701574"/>
              <a:ext cx="291372" cy="34122"/>
            </a:xfrm>
            <a:custGeom>
              <a:rect b="b" l="l" r="r" t="t"/>
              <a:pathLst>
                <a:path extrusionOk="0" h="1287" w="10990">
                  <a:moveTo>
                    <a:pt x="1785" y="0"/>
                  </a:moveTo>
                  <a:cubicBezTo>
                    <a:pt x="1510" y="0"/>
                    <a:pt x="1286" y="227"/>
                    <a:pt x="1286" y="499"/>
                  </a:cubicBezTo>
                  <a:lnTo>
                    <a:pt x="1286" y="786"/>
                  </a:lnTo>
                  <a:cubicBezTo>
                    <a:pt x="1286" y="825"/>
                    <a:pt x="1253" y="859"/>
                    <a:pt x="1215" y="859"/>
                  </a:cubicBezTo>
                  <a:lnTo>
                    <a:pt x="0" y="859"/>
                  </a:lnTo>
                  <a:cubicBezTo>
                    <a:pt x="113" y="1014"/>
                    <a:pt x="242" y="1158"/>
                    <a:pt x="379" y="1287"/>
                  </a:cubicBezTo>
                  <a:lnTo>
                    <a:pt x="1211" y="1287"/>
                  </a:lnTo>
                  <a:cubicBezTo>
                    <a:pt x="1486" y="1287"/>
                    <a:pt x="1710" y="1063"/>
                    <a:pt x="1710" y="788"/>
                  </a:cubicBezTo>
                  <a:lnTo>
                    <a:pt x="1710" y="504"/>
                  </a:lnTo>
                  <a:cubicBezTo>
                    <a:pt x="1710" y="464"/>
                    <a:pt x="1743" y="431"/>
                    <a:pt x="1783" y="431"/>
                  </a:cubicBezTo>
                  <a:lnTo>
                    <a:pt x="2353" y="431"/>
                  </a:lnTo>
                  <a:cubicBezTo>
                    <a:pt x="2393" y="431"/>
                    <a:pt x="2426" y="464"/>
                    <a:pt x="2426" y="504"/>
                  </a:cubicBezTo>
                  <a:lnTo>
                    <a:pt x="2426" y="788"/>
                  </a:lnTo>
                  <a:cubicBezTo>
                    <a:pt x="2426" y="1063"/>
                    <a:pt x="2650" y="1287"/>
                    <a:pt x="2925" y="1287"/>
                  </a:cubicBezTo>
                  <a:lnTo>
                    <a:pt x="3495" y="1287"/>
                  </a:lnTo>
                  <a:cubicBezTo>
                    <a:pt x="3770" y="1287"/>
                    <a:pt x="3994" y="1063"/>
                    <a:pt x="3994" y="788"/>
                  </a:cubicBezTo>
                  <a:lnTo>
                    <a:pt x="3994" y="504"/>
                  </a:lnTo>
                  <a:cubicBezTo>
                    <a:pt x="3994" y="464"/>
                    <a:pt x="4028" y="431"/>
                    <a:pt x="4068" y="431"/>
                  </a:cubicBezTo>
                  <a:lnTo>
                    <a:pt x="4638" y="431"/>
                  </a:lnTo>
                  <a:cubicBezTo>
                    <a:pt x="4678" y="431"/>
                    <a:pt x="4711" y="464"/>
                    <a:pt x="4711" y="504"/>
                  </a:cubicBezTo>
                  <a:lnTo>
                    <a:pt x="4711" y="788"/>
                  </a:lnTo>
                  <a:cubicBezTo>
                    <a:pt x="4711" y="1063"/>
                    <a:pt x="4935" y="1287"/>
                    <a:pt x="5210" y="1287"/>
                  </a:cubicBezTo>
                  <a:lnTo>
                    <a:pt x="5780" y="1287"/>
                  </a:lnTo>
                  <a:cubicBezTo>
                    <a:pt x="6055" y="1287"/>
                    <a:pt x="6279" y="1063"/>
                    <a:pt x="6279" y="788"/>
                  </a:cubicBezTo>
                  <a:lnTo>
                    <a:pt x="6279" y="504"/>
                  </a:lnTo>
                  <a:cubicBezTo>
                    <a:pt x="6279" y="464"/>
                    <a:pt x="6312" y="431"/>
                    <a:pt x="6352" y="431"/>
                  </a:cubicBezTo>
                  <a:lnTo>
                    <a:pt x="6922" y="431"/>
                  </a:lnTo>
                  <a:cubicBezTo>
                    <a:pt x="6962" y="431"/>
                    <a:pt x="6995" y="464"/>
                    <a:pt x="6995" y="504"/>
                  </a:cubicBezTo>
                  <a:lnTo>
                    <a:pt x="6995" y="788"/>
                  </a:lnTo>
                  <a:cubicBezTo>
                    <a:pt x="6995" y="1063"/>
                    <a:pt x="7219" y="1287"/>
                    <a:pt x="7494" y="1287"/>
                  </a:cubicBezTo>
                  <a:lnTo>
                    <a:pt x="8067" y="1287"/>
                  </a:lnTo>
                  <a:cubicBezTo>
                    <a:pt x="8339" y="1287"/>
                    <a:pt x="8566" y="1063"/>
                    <a:pt x="8566" y="788"/>
                  </a:cubicBezTo>
                  <a:lnTo>
                    <a:pt x="8566" y="504"/>
                  </a:lnTo>
                  <a:cubicBezTo>
                    <a:pt x="8566" y="464"/>
                    <a:pt x="8599" y="431"/>
                    <a:pt x="8637" y="431"/>
                  </a:cubicBezTo>
                  <a:lnTo>
                    <a:pt x="9209" y="431"/>
                  </a:lnTo>
                  <a:cubicBezTo>
                    <a:pt x="9247" y="431"/>
                    <a:pt x="9280" y="464"/>
                    <a:pt x="9280" y="504"/>
                  </a:cubicBezTo>
                  <a:lnTo>
                    <a:pt x="9280" y="788"/>
                  </a:lnTo>
                  <a:cubicBezTo>
                    <a:pt x="9280" y="1063"/>
                    <a:pt x="9504" y="1287"/>
                    <a:pt x="9779" y="1287"/>
                  </a:cubicBezTo>
                  <a:lnTo>
                    <a:pt x="10611" y="1287"/>
                  </a:lnTo>
                  <a:cubicBezTo>
                    <a:pt x="10750" y="1154"/>
                    <a:pt x="10877" y="1010"/>
                    <a:pt x="10990" y="859"/>
                  </a:cubicBezTo>
                  <a:lnTo>
                    <a:pt x="9781" y="859"/>
                  </a:lnTo>
                  <a:cubicBezTo>
                    <a:pt x="9743" y="859"/>
                    <a:pt x="9710" y="825"/>
                    <a:pt x="9710" y="786"/>
                  </a:cubicBezTo>
                  <a:lnTo>
                    <a:pt x="9710" y="499"/>
                  </a:lnTo>
                  <a:cubicBezTo>
                    <a:pt x="9710" y="227"/>
                    <a:pt x="9486" y="0"/>
                    <a:pt x="9211" y="0"/>
                  </a:cubicBezTo>
                  <a:lnTo>
                    <a:pt x="8639" y="0"/>
                  </a:lnTo>
                  <a:cubicBezTo>
                    <a:pt x="8366" y="0"/>
                    <a:pt x="8140" y="227"/>
                    <a:pt x="8140" y="499"/>
                  </a:cubicBezTo>
                  <a:lnTo>
                    <a:pt x="8140" y="786"/>
                  </a:lnTo>
                  <a:cubicBezTo>
                    <a:pt x="8140" y="825"/>
                    <a:pt x="8107" y="859"/>
                    <a:pt x="8069" y="859"/>
                  </a:cubicBezTo>
                  <a:lnTo>
                    <a:pt x="7497" y="859"/>
                  </a:lnTo>
                  <a:cubicBezTo>
                    <a:pt x="7459" y="859"/>
                    <a:pt x="7426" y="825"/>
                    <a:pt x="7426" y="786"/>
                  </a:cubicBezTo>
                  <a:lnTo>
                    <a:pt x="7426" y="499"/>
                  </a:lnTo>
                  <a:cubicBezTo>
                    <a:pt x="7426" y="227"/>
                    <a:pt x="7199" y="0"/>
                    <a:pt x="6927" y="0"/>
                  </a:cubicBezTo>
                  <a:lnTo>
                    <a:pt x="6354" y="0"/>
                  </a:lnTo>
                  <a:cubicBezTo>
                    <a:pt x="6079" y="0"/>
                    <a:pt x="5855" y="227"/>
                    <a:pt x="5855" y="499"/>
                  </a:cubicBezTo>
                  <a:lnTo>
                    <a:pt x="5855" y="786"/>
                  </a:lnTo>
                  <a:cubicBezTo>
                    <a:pt x="5855" y="825"/>
                    <a:pt x="5822" y="859"/>
                    <a:pt x="5784" y="859"/>
                  </a:cubicBezTo>
                  <a:lnTo>
                    <a:pt x="5212" y="859"/>
                  </a:lnTo>
                  <a:cubicBezTo>
                    <a:pt x="5174" y="859"/>
                    <a:pt x="5141" y="825"/>
                    <a:pt x="5141" y="786"/>
                  </a:cubicBezTo>
                  <a:lnTo>
                    <a:pt x="5141" y="499"/>
                  </a:lnTo>
                  <a:cubicBezTo>
                    <a:pt x="5141" y="227"/>
                    <a:pt x="4915" y="0"/>
                    <a:pt x="4642" y="0"/>
                  </a:cubicBezTo>
                  <a:lnTo>
                    <a:pt x="4070" y="0"/>
                  </a:lnTo>
                  <a:cubicBezTo>
                    <a:pt x="3795" y="0"/>
                    <a:pt x="3571" y="227"/>
                    <a:pt x="3571" y="499"/>
                  </a:cubicBezTo>
                  <a:lnTo>
                    <a:pt x="3571" y="786"/>
                  </a:lnTo>
                  <a:cubicBezTo>
                    <a:pt x="3571" y="825"/>
                    <a:pt x="3538" y="859"/>
                    <a:pt x="3500" y="859"/>
                  </a:cubicBezTo>
                  <a:lnTo>
                    <a:pt x="2928" y="859"/>
                  </a:lnTo>
                  <a:cubicBezTo>
                    <a:pt x="2890" y="859"/>
                    <a:pt x="2857" y="825"/>
                    <a:pt x="2857" y="786"/>
                  </a:cubicBezTo>
                  <a:lnTo>
                    <a:pt x="2857" y="499"/>
                  </a:lnTo>
                  <a:cubicBezTo>
                    <a:pt x="2857" y="227"/>
                    <a:pt x="2630"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70"/>
          <p:cNvGrpSpPr/>
          <p:nvPr/>
        </p:nvGrpSpPr>
        <p:grpSpPr>
          <a:xfrm>
            <a:off x="5449998" y="3967544"/>
            <a:ext cx="376424" cy="376345"/>
            <a:chOff x="5449998" y="3967544"/>
            <a:chExt cx="376424" cy="376345"/>
          </a:xfrm>
        </p:grpSpPr>
        <p:sp>
          <p:nvSpPr>
            <p:cNvPr id="4023" name="Google Shape;4023;p70"/>
            <p:cNvSpPr/>
            <p:nvPr/>
          </p:nvSpPr>
          <p:spPr>
            <a:xfrm>
              <a:off x="5449998" y="4203797"/>
              <a:ext cx="214778" cy="140092"/>
            </a:xfrm>
            <a:custGeom>
              <a:rect b="b" l="l" r="r" t="t"/>
              <a:pathLst>
                <a:path extrusionOk="0" h="5284" w="8101">
                  <a:moveTo>
                    <a:pt x="5281" y="0"/>
                  </a:moveTo>
                  <a:cubicBezTo>
                    <a:pt x="2465" y="0"/>
                    <a:pt x="162" y="2205"/>
                    <a:pt x="7" y="4982"/>
                  </a:cubicBezTo>
                  <a:cubicBezTo>
                    <a:pt x="0" y="5146"/>
                    <a:pt x="129" y="5284"/>
                    <a:pt x="293" y="5284"/>
                  </a:cubicBezTo>
                  <a:lnTo>
                    <a:pt x="2070" y="5284"/>
                  </a:lnTo>
                  <a:lnTo>
                    <a:pt x="2285" y="4997"/>
                  </a:lnTo>
                  <a:lnTo>
                    <a:pt x="2498" y="5284"/>
                  </a:lnTo>
                  <a:lnTo>
                    <a:pt x="3174" y="5284"/>
                  </a:lnTo>
                  <a:cubicBezTo>
                    <a:pt x="7555" y="5284"/>
                    <a:pt x="8100" y="2518"/>
                    <a:pt x="8100" y="814"/>
                  </a:cubicBezTo>
                  <a:cubicBezTo>
                    <a:pt x="7286" y="300"/>
                    <a:pt x="6317" y="0"/>
                    <a:pt x="5281" y="0"/>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0"/>
            <p:cNvSpPr/>
            <p:nvPr/>
          </p:nvSpPr>
          <p:spPr>
            <a:xfrm>
              <a:off x="5504799" y="4323103"/>
              <a:ext cx="11427" cy="20786"/>
            </a:xfrm>
            <a:custGeom>
              <a:rect b="b" l="l" r="r" t="t"/>
              <a:pathLst>
                <a:path extrusionOk="0" h="784" w="431">
                  <a:moveTo>
                    <a:pt x="213" y="1"/>
                  </a:moveTo>
                  <a:cubicBezTo>
                    <a:pt x="98" y="1"/>
                    <a:pt x="1" y="94"/>
                    <a:pt x="1" y="214"/>
                  </a:cubicBezTo>
                  <a:lnTo>
                    <a:pt x="1" y="784"/>
                  </a:lnTo>
                  <a:lnTo>
                    <a:pt x="431" y="784"/>
                  </a:lnTo>
                  <a:lnTo>
                    <a:pt x="431" y="214"/>
                  </a:lnTo>
                  <a:cubicBezTo>
                    <a:pt x="431" y="94"/>
                    <a:pt x="333" y="1"/>
                    <a:pt x="213"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0"/>
            <p:cNvSpPr/>
            <p:nvPr/>
          </p:nvSpPr>
          <p:spPr>
            <a:xfrm>
              <a:off x="5534149" y="4225378"/>
              <a:ext cx="199772" cy="118511"/>
            </a:xfrm>
            <a:custGeom>
              <a:rect b="b" l="l" r="r" t="t"/>
              <a:pathLst>
                <a:path extrusionOk="0" h="4470" w="7535">
                  <a:moveTo>
                    <a:pt x="4926" y="0"/>
                  </a:moveTo>
                  <a:cubicBezTo>
                    <a:pt x="4119" y="1462"/>
                    <a:pt x="2444" y="3438"/>
                    <a:pt x="0" y="4470"/>
                  </a:cubicBezTo>
                  <a:lnTo>
                    <a:pt x="7286" y="4470"/>
                  </a:lnTo>
                  <a:lnTo>
                    <a:pt x="7535" y="4168"/>
                  </a:lnTo>
                  <a:cubicBezTo>
                    <a:pt x="7535" y="4168"/>
                    <a:pt x="7368" y="3888"/>
                    <a:pt x="7322" y="3609"/>
                  </a:cubicBezTo>
                  <a:cubicBezTo>
                    <a:pt x="7073" y="2090"/>
                    <a:pt x="6177" y="792"/>
                    <a:pt x="4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0"/>
            <p:cNvSpPr/>
            <p:nvPr/>
          </p:nvSpPr>
          <p:spPr>
            <a:xfrm>
              <a:off x="5552071" y="4131179"/>
              <a:ext cx="172915" cy="166366"/>
            </a:xfrm>
            <a:custGeom>
              <a:rect b="b" l="l" r="r" t="t"/>
              <a:pathLst>
                <a:path extrusionOk="0" h="6275" w="6522">
                  <a:moveTo>
                    <a:pt x="4536" y="0"/>
                  </a:moveTo>
                  <a:cubicBezTo>
                    <a:pt x="2149" y="0"/>
                    <a:pt x="1" y="2630"/>
                    <a:pt x="1" y="4241"/>
                  </a:cubicBezTo>
                  <a:cubicBezTo>
                    <a:pt x="1" y="5024"/>
                    <a:pt x="815" y="5782"/>
                    <a:pt x="1975" y="6275"/>
                  </a:cubicBezTo>
                  <a:cubicBezTo>
                    <a:pt x="2068" y="6233"/>
                    <a:pt x="2154" y="6182"/>
                    <a:pt x="2232" y="6122"/>
                  </a:cubicBezTo>
                  <a:cubicBezTo>
                    <a:pt x="2295" y="6073"/>
                    <a:pt x="2374" y="6047"/>
                    <a:pt x="2454" y="6047"/>
                  </a:cubicBezTo>
                  <a:cubicBezTo>
                    <a:pt x="2495" y="6047"/>
                    <a:pt x="2537" y="6054"/>
                    <a:pt x="2576" y="6069"/>
                  </a:cubicBezTo>
                  <a:cubicBezTo>
                    <a:pt x="2718" y="6119"/>
                    <a:pt x="2873" y="6145"/>
                    <a:pt x="3031" y="6145"/>
                  </a:cubicBezTo>
                  <a:cubicBezTo>
                    <a:pt x="3195" y="6145"/>
                    <a:pt x="3362" y="6116"/>
                    <a:pt x="3521" y="6055"/>
                  </a:cubicBezTo>
                  <a:cubicBezTo>
                    <a:pt x="3785" y="5953"/>
                    <a:pt x="3984" y="5778"/>
                    <a:pt x="4093" y="5572"/>
                  </a:cubicBezTo>
                  <a:cubicBezTo>
                    <a:pt x="4137" y="5490"/>
                    <a:pt x="4230" y="5428"/>
                    <a:pt x="4341" y="5416"/>
                  </a:cubicBezTo>
                  <a:cubicBezTo>
                    <a:pt x="4623" y="5388"/>
                    <a:pt x="4889" y="5272"/>
                    <a:pt x="5082" y="5082"/>
                  </a:cubicBezTo>
                  <a:cubicBezTo>
                    <a:pt x="5335" y="4833"/>
                    <a:pt x="5408" y="4507"/>
                    <a:pt x="5315" y="4217"/>
                  </a:cubicBezTo>
                  <a:cubicBezTo>
                    <a:pt x="5273" y="4092"/>
                    <a:pt x="5357" y="3964"/>
                    <a:pt x="5501" y="3915"/>
                  </a:cubicBezTo>
                  <a:cubicBezTo>
                    <a:pt x="5925" y="3771"/>
                    <a:pt x="6224" y="3427"/>
                    <a:pt x="6224" y="3026"/>
                  </a:cubicBezTo>
                  <a:cubicBezTo>
                    <a:pt x="6224" y="2864"/>
                    <a:pt x="6178" y="2715"/>
                    <a:pt x="6093" y="2582"/>
                  </a:cubicBezTo>
                  <a:cubicBezTo>
                    <a:pt x="6031" y="2482"/>
                    <a:pt x="6058" y="2360"/>
                    <a:pt x="6160" y="2274"/>
                  </a:cubicBezTo>
                  <a:cubicBezTo>
                    <a:pt x="6382" y="2098"/>
                    <a:pt x="6521" y="1852"/>
                    <a:pt x="6521" y="1577"/>
                  </a:cubicBezTo>
                  <a:cubicBezTo>
                    <a:pt x="6521" y="1267"/>
                    <a:pt x="6342" y="990"/>
                    <a:pt x="6065" y="814"/>
                  </a:cubicBezTo>
                  <a:cubicBezTo>
                    <a:pt x="6034" y="797"/>
                    <a:pt x="6038" y="621"/>
                    <a:pt x="6045" y="377"/>
                  </a:cubicBezTo>
                  <a:cubicBezTo>
                    <a:pt x="5543" y="115"/>
                    <a:pt x="5034" y="0"/>
                    <a:pt x="4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0"/>
            <p:cNvSpPr/>
            <p:nvPr/>
          </p:nvSpPr>
          <p:spPr>
            <a:xfrm>
              <a:off x="5455301" y="4084014"/>
              <a:ext cx="257622" cy="216607"/>
            </a:xfrm>
            <a:custGeom>
              <a:rect b="b" l="l" r="r" t="t"/>
              <a:pathLst>
                <a:path extrusionOk="0" h="8170" w="9717">
                  <a:moveTo>
                    <a:pt x="5104" y="0"/>
                  </a:moveTo>
                  <a:cubicBezTo>
                    <a:pt x="2852" y="0"/>
                    <a:pt x="592" y="250"/>
                    <a:pt x="581" y="748"/>
                  </a:cubicBezTo>
                  <a:cubicBezTo>
                    <a:pt x="373" y="1336"/>
                    <a:pt x="535" y="2556"/>
                    <a:pt x="457" y="2604"/>
                  </a:cubicBezTo>
                  <a:cubicBezTo>
                    <a:pt x="178" y="2780"/>
                    <a:pt x="0" y="3057"/>
                    <a:pt x="0" y="3367"/>
                  </a:cubicBezTo>
                  <a:cubicBezTo>
                    <a:pt x="0" y="3642"/>
                    <a:pt x="138" y="3889"/>
                    <a:pt x="359" y="4064"/>
                  </a:cubicBezTo>
                  <a:cubicBezTo>
                    <a:pt x="457" y="4141"/>
                    <a:pt x="484" y="4266"/>
                    <a:pt x="421" y="4365"/>
                  </a:cubicBezTo>
                  <a:cubicBezTo>
                    <a:pt x="337" y="4499"/>
                    <a:pt x="291" y="4649"/>
                    <a:pt x="291" y="4809"/>
                  </a:cubicBezTo>
                  <a:cubicBezTo>
                    <a:pt x="291" y="5210"/>
                    <a:pt x="590" y="5554"/>
                    <a:pt x="1014" y="5698"/>
                  </a:cubicBezTo>
                  <a:cubicBezTo>
                    <a:pt x="1160" y="5747"/>
                    <a:pt x="1244" y="5876"/>
                    <a:pt x="1202" y="6002"/>
                  </a:cubicBezTo>
                  <a:cubicBezTo>
                    <a:pt x="1109" y="6293"/>
                    <a:pt x="1182" y="6617"/>
                    <a:pt x="1435" y="6867"/>
                  </a:cubicBezTo>
                  <a:cubicBezTo>
                    <a:pt x="1632" y="7058"/>
                    <a:pt x="1899" y="7171"/>
                    <a:pt x="2176" y="7202"/>
                  </a:cubicBezTo>
                  <a:cubicBezTo>
                    <a:pt x="2287" y="7213"/>
                    <a:pt x="2380" y="7273"/>
                    <a:pt x="2424" y="7357"/>
                  </a:cubicBezTo>
                  <a:cubicBezTo>
                    <a:pt x="2533" y="7561"/>
                    <a:pt x="2730" y="7737"/>
                    <a:pt x="2996" y="7839"/>
                  </a:cubicBezTo>
                  <a:cubicBezTo>
                    <a:pt x="3156" y="7900"/>
                    <a:pt x="3325" y="7930"/>
                    <a:pt x="3490" y="7930"/>
                  </a:cubicBezTo>
                  <a:cubicBezTo>
                    <a:pt x="3646" y="7930"/>
                    <a:pt x="3799" y="7904"/>
                    <a:pt x="3941" y="7854"/>
                  </a:cubicBezTo>
                  <a:cubicBezTo>
                    <a:pt x="3981" y="7840"/>
                    <a:pt x="4024" y="7833"/>
                    <a:pt x="4066" y="7833"/>
                  </a:cubicBezTo>
                  <a:cubicBezTo>
                    <a:pt x="4146" y="7833"/>
                    <a:pt x="4225" y="7859"/>
                    <a:pt x="4285" y="7905"/>
                  </a:cubicBezTo>
                  <a:cubicBezTo>
                    <a:pt x="4494" y="8069"/>
                    <a:pt x="4773" y="8169"/>
                    <a:pt x="5084" y="8169"/>
                  </a:cubicBezTo>
                  <a:cubicBezTo>
                    <a:pt x="5281" y="8169"/>
                    <a:pt x="5463" y="8127"/>
                    <a:pt x="5625" y="8058"/>
                  </a:cubicBezTo>
                  <a:cubicBezTo>
                    <a:pt x="5017" y="7455"/>
                    <a:pt x="4662" y="6725"/>
                    <a:pt x="4662" y="5942"/>
                  </a:cubicBezTo>
                  <a:cubicBezTo>
                    <a:pt x="4662" y="3995"/>
                    <a:pt x="6858" y="2387"/>
                    <a:pt x="9692" y="2161"/>
                  </a:cubicBezTo>
                  <a:cubicBezTo>
                    <a:pt x="9703" y="1739"/>
                    <a:pt x="9717" y="1116"/>
                    <a:pt x="9586" y="748"/>
                  </a:cubicBezTo>
                  <a:cubicBezTo>
                    <a:pt x="9597" y="249"/>
                    <a:pt x="7354" y="0"/>
                    <a:pt x="5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0"/>
            <p:cNvSpPr/>
            <p:nvPr/>
          </p:nvSpPr>
          <p:spPr>
            <a:xfrm>
              <a:off x="5595340" y="3989523"/>
              <a:ext cx="122779" cy="118511"/>
            </a:xfrm>
            <a:custGeom>
              <a:rect b="b" l="l" r="r" t="t"/>
              <a:pathLst>
                <a:path extrusionOk="0" h="4470" w="4631">
                  <a:moveTo>
                    <a:pt x="1" y="187"/>
                  </a:moveTo>
                  <a:cubicBezTo>
                    <a:pt x="0" y="188"/>
                    <a:pt x="1" y="188"/>
                    <a:pt x="2" y="188"/>
                  </a:cubicBezTo>
                  <a:lnTo>
                    <a:pt x="2" y="188"/>
                  </a:lnTo>
                  <a:cubicBezTo>
                    <a:pt x="2" y="187"/>
                    <a:pt x="1" y="187"/>
                    <a:pt x="1" y="187"/>
                  </a:cubicBezTo>
                  <a:close/>
                  <a:moveTo>
                    <a:pt x="1116" y="0"/>
                  </a:moveTo>
                  <a:cubicBezTo>
                    <a:pt x="474" y="0"/>
                    <a:pt x="27" y="188"/>
                    <a:pt x="2" y="188"/>
                  </a:cubicBezTo>
                  <a:cubicBezTo>
                    <a:pt x="2" y="188"/>
                    <a:pt x="2" y="188"/>
                    <a:pt x="2" y="188"/>
                  </a:cubicBezTo>
                  <a:lnTo>
                    <a:pt x="2" y="188"/>
                  </a:lnTo>
                  <a:cubicBezTo>
                    <a:pt x="35" y="263"/>
                    <a:pt x="348" y="2285"/>
                    <a:pt x="1988" y="2653"/>
                  </a:cubicBezTo>
                  <a:cubicBezTo>
                    <a:pt x="3192" y="2924"/>
                    <a:pt x="4486" y="4313"/>
                    <a:pt x="4527" y="4466"/>
                  </a:cubicBezTo>
                  <a:lnTo>
                    <a:pt x="4527" y="4466"/>
                  </a:lnTo>
                  <a:cubicBezTo>
                    <a:pt x="4528" y="4422"/>
                    <a:pt x="4631" y="3938"/>
                    <a:pt x="4517" y="3236"/>
                  </a:cubicBezTo>
                  <a:cubicBezTo>
                    <a:pt x="4406" y="2507"/>
                    <a:pt x="4058" y="1537"/>
                    <a:pt x="3273" y="828"/>
                  </a:cubicBezTo>
                  <a:cubicBezTo>
                    <a:pt x="2508" y="169"/>
                    <a:pt x="1724" y="0"/>
                    <a:pt x="1116" y="0"/>
                  </a:cubicBezTo>
                  <a:close/>
                  <a:moveTo>
                    <a:pt x="4527" y="4466"/>
                  </a:moveTo>
                  <a:cubicBezTo>
                    <a:pt x="4527" y="4468"/>
                    <a:pt x="4527" y="4469"/>
                    <a:pt x="4528" y="4469"/>
                  </a:cubicBezTo>
                  <a:cubicBezTo>
                    <a:pt x="4528" y="4468"/>
                    <a:pt x="4528" y="4467"/>
                    <a:pt x="4527" y="446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0"/>
            <p:cNvSpPr/>
            <p:nvPr/>
          </p:nvSpPr>
          <p:spPr>
            <a:xfrm>
              <a:off x="5461955" y="3989523"/>
              <a:ext cx="122806" cy="118511"/>
            </a:xfrm>
            <a:custGeom>
              <a:rect b="b" l="l" r="r" t="t"/>
              <a:pathLst>
                <a:path extrusionOk="0" h="4470" w="4632">
                  <a:moveTo>
                    <a:pt x="4631" y="187"/>
                  </a:moveTo>
                  <a:cubicBezTo>
                    <a:pt x="4631" y="187"/>
                    <a:pt x="4630" y="187"/>
                    <a:pt x="4630" y="188"/>
                  </a:cubicBezTo>
                  <a:lnTo>
                    <a:pt x="4630" y="188"/>
                  </a:lnTo>
                  <a:cubicBezTo>
                    <a:pt x="4631" y="188"/>
                    <a:pt x="4631" y="188"/>
                    <a:pt x="4631" y="187"/>
                  </a:cubicBezTo>
                  <a:close/>
                  <a:moveTo>
                    <a:pt x="3515" y="0"/>
                  </a:moveTo>
                  <a:cubicBezTo>
                    <a:pt x="2907" y="0"/>
                    <a:pt x="2124" y="169"/>
                    <a:pt x="1359" y="828"/>
                  </a:cubicBezTo>
                  <a:cubicBezTo>
                    <a:pt x="574" y="1537"/>
                    <a:pt x="226" y="2507"/>
                    <a:pt x="115" y="3236"/>
                  </a:cubicBezTo>
                  <a:cubicBezTo>
                    <a:pt x="1" y="3938"/>
                    <a:pt x="104" y="4422"/>
                    <a:pt x="105" y="4466"/>
                  </a:cubicBezTo>
                  <a:lnTo>
                    <a:pt x="105" y="4466"/>
                  </a:lnTo>
                  <a:cubicBezTo>
                    <a:pt x="146" y="4313"/>
                    <a:pt x="1440" y="2924"/>
                    <a:pt x="2643" y="2653"/>
                  </a:cubicBezTo>
                  <a:cubicBezTo>
                    <a:pt x="4284" y="2285"/>
                    <a:pt x="4597" y="263"/>
                    <a:pt x="4630" y="188"/>
                  </a:cubicBezTo>
                  <a:lnTo>
                    <a:pt x="4630" y="188"/>
                  </a:lnTo>
                  <a:cubicBezTo>
                    <a:pt x="4630" y="188"/>
                    <a:pt x="4630" y="188"/>
                    <a:pt x="4630" y="188"/>
                  </a:cubicBezTo>
                  <a:cubicBezTo>
                    <a:pt x="4602" y="188"/>
                    <a:pt x="4156" y="0"/>
                    <a:pt x="3515" y="0"/>
                  </a:cubicBezTo>
                  <a:close/>
                  <a:moveTo>
                    <a:pt x="105" y="4466"/>
                  </a:moveTo>
                  <a:lnTo>
                    <a:pt x="105" y="4466"/>
                  </a:lnTo>
                  <a:cubicBezTo>
                    <a:pt x="104" y="4467"/>
                    <a:pt x="104" y="4468"/>
                    <a:pt x="104" y="4469"/>
                  </a:cubicBezTo>
                  <a:cubicBezTo>
                    <a:pt x="104" y="4469"/>
                    <a:pt x="105" y="4468"/>
                    <a:pt x="105" y="446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0"/>
            <p:cNvSpPr/>
            <p:nvPr/>
          </p:nvSpPr>
          <p:spPr>
            <a:xfrm>
              <a:off x="5667613" y="4093426"/>
              <a:ext cx="56498" cy="71637"/>
            </a:xfrm>
            <a:custGeom>
              <a:rect b="b" l="l" r="r" t="t"/>
              <a:pathLst>
                <a:path extrusionOk="0" h="2702" w="2131">
                  <a:moveTo>
                    <a:pt x="1066" y="0"/>
                  </a:moveTo>
                  <a:cubicBezTo>
                    <a:pt x="478" y="0"/>
                    <a:pt x="1" y="606"/>
                    <a:pt x="1" y="1351"/>
                  </a:cubicBezTo>
                  <a:cubicBezTo>
                    <a:pt x="1" y="2096"/>
                    <a:pt x="478" y="2702"/>
                    <a:pt x="1066" y="2702"/>
                  </a:cubicBezTo>
                  <a:cubicBezTo>
                    <a:pt x="1653" y="2702"/>
                    <a:pt x="2130" y="2096"/>
                    <a:pt x="2130" y="1351"/>
                  </a:cubicBezTo>
                  <a:cubicBezTo>
                    <a:pt x="2130" y="606"/>
                    <a:pt x="1653" y="0"/>
                    <a:pt x="1066" y="0"/>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0"/>
            <p:cNvSpPr/>
            <p:nvPr/>
          </p:nvSpPr>
          <p:spPr>
            <a:xfrm>
              <a:off x="5455990" y="4093426"/>
              <a:ext cx="56472" cy="71637"/>
            </a:xfrm>
            <a:custGeom>
              <a:rect b="b" l="l" r="r" t="t"/>
              <a:pathLst>
                <a:path extrusionOk="0" h="2702" w="2130">
                  <a:moveTo>
                    <a:pt x="1065" y="0"/>
                  </a:moveTo>
                  <a:cubicBezTo>
                    <a:pt x="478" y="0"/>
                    <a:pt x="1" y="606"/>
                    <a:pt x="1" y="1351"/>
                  </a:cubicBezTo>
                  <a:cubicBezTo>
                    <a:pt x="1" y="2096"/>
                    <a:pt x="478" y="2702"/>
                    <a:pt x="1065" y="2702"/>
                  </a:cubicBezTo>
                  <a:cubicBezTo>
                    <a:pt x="1653" y="2702"/>
                    <a:pt x="2130" y="2096"/>
                    <a:pt x="2130" y="1351"/>
                  </a:cubicBezTo>
                  <a:cubicBezTo>
                    <a:pt x="2130" y="606"/>
                    <a:pt x="1653" y="0"/>
                    <a:pt x="1065"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0"/>
            <p:cNvSpPr/>
            <p:nvPr/>
          </p:nvSpPr>
          <p:spPr>
            <a:xfrm>
              <a:off x="5516200" y="4024148"/>
              <a:ext cx="179675" cy="209316"/>
            </a:xfrm>
            <a:custGeom>
              <a:rect b="b" l="l" r="r" t="t"/>
              <a:pathLst>
                <a:path extrusionOk="0" h="7895" w="6777">
                  <a:moveTo>
                    <a:pt x="2784" y="1"/>
                  </a:moveTo>
                  <a:cubicBezTo>
                    <a:pt x="2611" y="1"/>
                    <a:pt x="2443" y="12"/>
                    <a:pt x="2276" y="34"/>
                  </a:cubicBezTo>
                  <a:cubicBezTo>
                    <a:pt x="994" y="1045"/>
                    <a:pt x="1" y="2793"/>
                    <a:pt x="1" y="4483"/>
                  </a:cubicBezTo>
                  <a:cubicBezTo>
                    <a:pt x="1" y="5188"/>
                    <a:pt x="300" y="6093"/>
                    <a:pt x="1230" y="6499"/>
                  </a:cubicBezTo>
                  <a:cubicBezTo>
                    <a:pt x="1558" y="6082"/>
                    <a:pt x="2132" y="5809"/>
                    <a:pt x="2784" y="5809"/>
                  </a:cubicBezTo>
                  <a:cubicBezTo>
                    <a:pt x="3809" y="5809"/>
                    <a:pt x="4641" y="6488"/>
                    <a:pt x="4641" y="7329"/>
                  </a:cubicBezTo>
                  <a:cubicBezTo>
                    <a:pt x="4641" y="7528"/>
                    <a:pt x="4594" y="7719"/>
                    <a:pt x="4508" y="7894"/>
                  </a:cubicBezTo>
                  <a:cubicBezTo>
                    <a:pt x="5850" y="7224"/>
                    <a:pt x="6777" y="5801"/>
                    <a:pt x="6777" y="4150"/>
                  </a:cubicBezTo>
                  <a:cubicBezTo>
                    <a:pt x="6777" y="1857"/>
                    <a:pt x="4989" y="1"/>
                    <a:pt x="2784"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0"/>
            <p:cNvSpPr/>
            <p:nvPr/>
          </p:nvSpPr>
          <p:spPr>
            <a:xfrm>
              <a:off x="5484226" y="4025103"/>
              <a:ext cx="92343" cy="208415"/>
            </a:xfrm>
            <a:custGeom>
              <a:rect b="b" l="l" r="r" t="t"/>
              <a:pathLst>
                <a:path extrusionOk="0" h="7861" w="3483">
                  <a:moveTo>
                    <a:pt x="3482" y="0"/>
                  </a:moveTo>
                  <a:cubicBezTo>
                    <a:pt x="1520" y="260"/>
                    <a:pt x="0" y="2005"/>
                    <a:pt x="0" y="4117"/>
                  </a:cubicBezTo>
                  <a:cubicBezTo>
                    <a:pt x="0" y="5767"/>
                    <a:pt x="927" y="7191"/>
                    <a:pt x="2269" y="7861"/>
                  </a:cubicBezTo>
                  <a:cubicBezTo>
                    <a:pt x="2183" y="7685"/>
                    <a:pt x="2136" y="7495"/>
                    <a:pt x="2136" y="7295"/>
                  </a:cubicBezTo>
                  <a:cubicBezTo>
                    <a:pt x="2136" y="6989"/>
                    <a:pt x="2243" y="6705"/>
                    <a:pt x="2436" y="6465"/>
                  </a:cubicBezTo>
                  <a:cubicBezTo>
                    <a:pt x="2280" y="5824"/>
                    <a:pt x="2194" y="5144"/>
                    <a:pt x="2194" y="4440"/>
                  </a:cubicBezTo>
                  <a:cubicBezTo>
                    <a:pt x="2194" y="2750"/>
                    <a:pt x="2680" y="1198"/>
                    <a:pt x="3482"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0"/>
            <p:cNvSpPr/>
            <p:nvPr/>
          </p:nvSpPr>
          <p:spPr>
            <a:xfrm>
              <a:off x="5498861" y="4175137"/>
              <a:ext cx="182379" cy="60687"/>
            </a:xfrm>
            <a:custGeom>
              <a:rect b="b" l="l" r="r" t="t"/>
              <a:pathLst>
                <a:path extrusionOk="0" h="2289" w="6879">
                  <a:moveTo>
                    <a:pt x="2703" y="1"/>
                  </a:moveTo>
                  <a:cubicBezTo>
                    <a:pt x="2260" y="1"/>
                    <a:pt x="1729" y="129"/>
                    <a:pt x="1391" y="658"/>
                  </a:cubicBezTo>
                  <a:cubicBezTo>
                    <a:pt x="1141" y="1050"/>
                    <a:pt x="668" y="1385"/>
                    <a:pt x="267" y="1614"/>
                  </a:cubicBezTo>
                  <a:cubicBezTo>
                    <a:pt x="1" y="1762"/>
                    <a:pt x="60" y="2162"/>
                    <a:pt x="360" y="2224"/>
                  </a:cubicBezTo>
                  <a:cubicBezTo>
                    <a:pt x="367" y="2224"/>
                    <a:pt x="371" y="2226"/>
                    <a:pt x="378" y="2226"/>
                  </a:cubicBezTo>
                  <a:cubicBezTo>
                    <a:pt x="563" y="2262"/>
                    <a:pt x="777" y="2287"/>
                    <a:pt x="1006" y="2287"/>
                  </a:cubicBezTo>
                  <a:cubicBezTo>
                    <a:pt x="1419" y="2287"/>
                    <a:pt x="1881" y="2207"/>
                    <a:pt x="2314" y="1978"/>
                  </a:cubicBezTo>
                  <a:cubicBezTo>
                    <a:pt x="2864" y="1669"/>
                    <a:pt x="3154" y="1292"/>
                    <a:pt x="3310" y="959"/>
                  </a:cubicBezTo>
                  <a:cubicBezTo>
                    <a:pt x="3335" y="904"/>
                    <a:pt x="3387" y="876"/>
                    <a:pt x="3439" y="876"/>
                  </a:cubicBezTo>
                  <a:cubicBezTo>
                    <a:pt x="3491" y="876"/>
                    <a:pt x="3543" y="904"/>
                    <a:pt x="3567" y="959"/>
                  </a:cubicBezTo>
                  <a:cubicBezTo>
                    <a:pt x="3724" y="1292"/>
                    <a:pt x="4015" y="1667"/>
                    <a:pt x="4563" y="1978"/>
                  </a:cubicBezTo>
                  <a:cubicBezTo>
                    <a:pt x="4996" y="2208"/>
                    <a:pt x="5459" y="2288"/>
                    <a:pt x="5873" y="2288"/>
                  </a:cubicBezTo>
                  <a:cubicBezTo>
                    <a:pt x="6102" y="2288"/>
                    <a:pt x="6316" y="2264"/>
                    <a:pt x="6501" y="2226"/>
                  </a:cubicBezTo>
                  <a:cubicBezTo>
                    <a:pt x="6506" y="2226"/>
                    <a:pt x="6512" y="2224"/>
                    <a:pt x="6517" y="2224"/>
                  </a:cubicBezTo>
                  <a:cubicBezTo>
                    <a:pt x="6816" y="2164"/>
                    <a:pt x="6878" y="1762"/>
                    <a:pt x="6612" y="1614"/>
                  </a:cubicBezTo>
                  <a:cubicBezTo>
                    <a:pt x="6209" y="1385"/>
                    <a:pt x="5738" y="1050"/>
                    <a:pt x="5483" y="658"/>
                  </a:cubicBezTo>
                  <a:cubicBezTo>
                    <a:pt x="5147" y="129"/>
                    <a:pt x="4615" y="1"/>
                    <a:pt x="4172" y="1"/>
                  </a:cubicBezTo>
                  <a:cubicBezTo>
                    <a:pt x="3832" y="1"/>
                    <a:pt x="3545" y="76"/>
                    <a:pt x="3438" y="103"/>
                  </a:cubicBezTo>
                  <a:cubicBezTo>
                    <a:pt x="3331" y="76"/>
                    <a:pt x="3043" y="1"/>
                    <a:pt x="27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0"/>
            <p:cNvSpPr/>
            <p:nvPr/>
          </p:nvSpPr>
          <p:spPr>
            <a:xfrm>
              <a:off x="5561722" y="4005324"/>
              <a:ext cx="147144" cy="135558"/>
            </a:xfrm>
            <a:custGeom>
              <a:rect b="b" l="l" r="r" t="t"/>
              <a:pathLst>
                <a:path extrusionOk="0" h="5113" w="5550">
                  <a:moveTo>
                    <a:pt x="1558" y="1"/>
                  </a:moveTo>
                  <a:cubicBezTo>
                    <a:pt x="624" y="325"/>
                    <a:pt x="1" y="1092"/>
                    <a:pt x="1" y="1755"/>
                  </a:cubicBezTo>
                  <a:cubicBezTo>
                    <a:pt x="1" y="2277"/>
                    <a:pt x="837" y="3024"/>
                    <a:pt x="1287" y="3292"/>
                  </a:cubicBezTo>
                  <a:cubicBezTo>
                    <a:pt x="1369" y="3217"/>
                    <a:pt x="1467" y="3119"/>
                    <a:pt x="1555" y="2997"/>
                  </a:cubicBezTo>
                  <a:cubicBezTo>
                    <a:pt x="1612" y="2920"/>
                    <a:pt x="1698" y="2881"/>
                    <a:pt x="1785" y="2881"/>
                  </a:cubicBezTo>
                  <a:cubicBezTo>
                    <a:pt x="1871" y="2881"/>
                    <a:pt x="1958" y="2920"/>
                    <a:pt x="2014" y="2997"/>
                  </a:cubicBezTo>
                  <a:cubicBezTo>
                    <a:pt x="2114" y="3133"/>
                    <a:pt x="2223" y="3241"/>
                    <a:pt x="2312" y="3319"/>
                  </a:cubicBezTo>
                  <a:cubicBezTo>
                    <a:pt x="2365" y="3364"/>
                    <a:pt x="2431" y="3387"/>
                    <a:pt x="2497" y="3387"/>
                  </a:cubicBezTo>
                  <a:cubicBezTo>
                    <a:pt x="2563" y="3387"/>
                    <a:pt x="2630" y="3364"/>
                    <a:pt x="2684" y="3319"/>
                  </a:cubicBezTo>
                  <a:cubicBezTo>
                    <a:pt x="2773" y="3241"/>
                    <a:pt x="2879" y="3133"/>
                    <a:pt x="2979" y="2997"/>
                  </a:cubicBezTo>
                  <a:cubicBezTo>
                    <a:pt x="3037" y="2920"/>
                    <a:pt x="3124" y="2881"/>
                    <a:pt x="3211" y="2881"/>
                  </a:cubicBezTo>
                  <a:cubicBezTo>
                    <a:pt x="3297" y="2881"/>
                    <a:pt x="3384" y="2920"/>
                    <a:pt x="3441" y="2997"/>
                  </a:cubicBezTo>
                  <a:cubicBezTo>
                    <a:pt x="3540" y="3133"/>
                    <a:pt x="3649" y="3241"/>
                    <a:pt x="3738" y="3319"/>
                  </a:cubicBezTo>
                  <a:cubicBezTo>
                    <a:pt x="3790" y="3364"/>
                    <a:pt x="3855" y="3387"/>
                    <a:pt x="3921" y="3387"/>
                  </a:cubicBezTo>
                  <a:cubicBezTo>
                    <a:pt x="3987" y="3387"/>
                    <a:pt x="4054" y="3364"/>
                    <a:pt x="4108" y="3319"/>
                  </a:cubicBezTo>
                  <a:lnTo>
                    <a:pt x="4110" y="3317"/>
                  </a:lnTo>
                  <a:cubicBezTo>
                    <a:pt x="4146" y="3286"/>
                    <a:pt x="4188" y="3273"/>
                    <a:pt x="4229" y="3273"/>
                  </a:cubicBezTo>
                  <a:cubicBezTo>
                    <a:pt x="4321" y="3273"/>
                    <a:pt x="4408" y="3344"/>
                    <a:pt x="4408" y="3450"/>
                  </a:cubicBezTo>
                  <a:lnTo>
                    <a:pt x="4408" y="4969"/>
                  </a:lnTo>
                  <a:cubicBezTo>
                    <a:pt x="4408" y="5060"/>
                    <a:pt x="4479" y="5113"/>
                    <a:pt x="4552" y="5113"/>
                  </a:cubicBezTo>
                  <a:cubicBezTo>
                    <a:pt x="4604" y="5113"/>
                    <a:pt x="4656" y="5086"/>
                    <a:pt x="4683" y="5027"/>
                  </a:cubicBezTo>
                  <a:lnTo>
                    <a:pt x="5550" y="3073"/>
                  </a:lnTo>
                  <a:lnTo>
                    <a:pt x="3926" y="890"/>
                  </a:lnTo>
                  <a:lnTo>
                    <a:pt x="15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0"/>
            <p:cNvSpPr/>
            <p:nvPr/>
          </p:nvSpPr>
          <p:spPr>
            <a:xfrm>
              <a:off x="5471341" y="4000526"/>
              <a:ext cx="131873" cy="140357"/>
            </a:xfrm>
            <a:custGeom>
              <a:rect b="b" l="l" r="r" t="t"/>
              <a:pathLst>
                <a:path extrusionOk="0" h="5294" w="4974">
                  <a:moveTo>
                    <a:pt x="4485" y="0"/>
                  </a:moveTo>
                  <a:lnTo>
                    <a:pt x="1629" y="1074"/>
                  </a:lnTo>
                  <a:lnTo>
                    <a:pt x="1" y="3254"/>
                  </a:lnTo>
                  <a:lnTo>
                    <a:pt x="870" y="5208"/>
                  </a:lnTo>
                  <a:cubicBezTo>
                    <a:pt x="896" y="5267"/>
                    <a:pt x="947" y="5294"/>
                    <a:pt x="999" y="5294"/>
                  </a:cubicBezTo>
                  <a:cubicBezTo>
                    <a:pt x="1071" y="5294"/>
                    <a:pt x="1143" y="5241"/>
                    <a:pt x="1143" y="5150"/>
                  </a:cubicBezTo>
                  <a:lnTo>
                    <a:pt x="1143" y="3631"/>
                  </a:lnTo>
                  <a:cubicBezTo>
                    <a:pt x="1143" y="3525"/>
                    <a:pt x="1231" y="3454"/>
                    <a:pt x="1323" y="3454"/>
                  </a:cubicBezTo>
                  <a:cubicBezTo>
                    <a:pt x="1363" y="3454"/>
                    <a:pt x="1405" y="3467"/>
                    <a:pt x="1440" y="3498"/>
                  </a:cubicBezTo>
                  <a:lnTo>
                    <a:pt x="1442" y="3500"/>
                  </a:lnTo>
                  <a:cubicBezTo>
                    <a:pt x="1495" y="3545"/>
                    <a:pt x="1562" y="3568"/>
                    <a:pt x="1629" y="3568"/>
                  </a:cubicBezTo>
                  <a:cubicBezTo>
                    <a:pt x="1695" y="3568"/>
                    <a:pt x="1762" y="3545"/>
                    <a:pt x="1815" y="3500"/>
                  </a:cubicBezTo>
                  <a:cubicBezTo>
                    <a:pt x="1904" y="3422"/>
                    <a:pt x="2012" y="3314"/>
                    <a:pt x="2112" y="3178"/>
                  </a:cubicBezTo>
                  <a:cubicBezTo>
                    <a:pt x="2169" y="3101"/>
                    <a:pt x="2255" y="3062"/>
                    <a:pt x="2342" y="3062"/>
                  </a:cubicBezTo>
                  <a:cubicBezTo>
                    <a:pt x="2428" y="3062"/>
                    <a:pt x="2515" y="3101"/>
                    <a:pt x="2571" y="3178"/>
                  </a:cubicBezTo>
                  <a:cubicBezTo>
                    <a:pt x="2671" y="3314"/>
                    <a:pt x="2780" y="3422"/>
                    <a:pt x="2868" y="3500"/>
                  </a:cubicBezTo>
                  <a:cubicBezTo>
                    <a:pt x="2920" y="3545"/>
                    <a:pt x="2987" y="3568"/>
                    <a:pt x="3054" y="3568"/>
                  </a:cubicBezTo>
                  <a:cubicBezTo>
                    <a:pt x="3120" y="3568"/>
                    <a:pt x="3187" y="3545"/>
                    <a:pt x="3239" y="3500"/>
                  </a:cubicBezTo>
                  <a:cubicBezTo>
                    <a:pt x="3327" y="3422"/>
                    <a:pt x="3436" y="3314"/>
                    <a:pt x="3536" y="3178"/>
                  </a:cubicBezTo>
                  <a:cubicBezTo>
                    <a:pt x="3593" y="3101"/>
                    <a:pt x="3679" y="3062"/>
                    <a:pt x="3766" y="3062"/>
                  </a:cubicBezTo>
                  <a:cubicBezTo>
                    <a:pt x="3853" y="3062"/>
                    <a:pt x="3940" y="3101"/>
                    <a:pt x="3997" y="3178"/>
                  </a:cubicBezTo>
                  <a:cubicBezTo>
                    <a:pt x="4097" y="3314"/>
                    <a:pt x="4204" y="3422"/>
                    <a:pt x="4292" y="3500"/>
                  </a:cubicBezTo>
                  <a:cubicBezTo>
                    <a:pt x="4345" y="3545"/>
                    <a:pt x="4412" y="3568"/>
                    <a:pt x="4479" y="3568"/>
                  </a:cubicBezTo>
                  <a:cubicBezTo>
                    <a:pt x="4545" y="3568"/>
                    <a:pt x="4612" y="3545"/>
                    <a:pt x="4665" y="3500"/>
                  </a:cubicBezTo>
                  <a:cubicBezTo>
                    <a:pt x="4674" y="3491"/>
                    <a:pt x="4680" y="3482"/>
                    <a:pt x="4691" y="3476"/>
                  </a:cubicBezTo>
                  <a:cubicBezTo>
                    <a:pt x="4392" y="3025"/>
                    <a:pt x="4226" y="2531"/>
                    <a:pt x="4226" y="2010"/>
                  </a:cubicBezTo>
                  <a:cubicBezTo>
                    <a:pt x="4226" y="1344"/>
                    <a:pt x="4496" y="723"/>
                    <a:pt x="4973" y="184"/>
                  </a:cubicBezTo>
                  <a:lnTo>
                    <a:pt x="44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0"/>
            <p:cNvSpPr/>
            <p:nvPr/>
          </p:nvSpPr>
          <p:spPr>
            <a:xfrm>
              <a:off x="5498861" y="3967544"/>
              <a:ext cx="182618" cy="84389"/>
            </a:xfrm>
            <a:custGeom>
              <a:rect b="b" l="l" r="r" t="t"/>
              <a:pathLst>
                <a:path extrusionOk="0" h="3183" w="6888">
                  <a:moveTo>
                    <a:pt x="3438" y="1"/>
                  </a:moveTo>
                  <a:cubicBezTo>
                    <a:pt x="3387" y="1"/>
                    <a:pt x="3336" y="24"/>
                    <a:pt x="3305" y="71"/>
                  </a:cubicBezTo>
                  <a:lnTo>
                    <a:pt x="3139" y="308"/>
                  </a:lnTo>
                  <a:cubicBezTo>
                    <a:pt x="3006" y="499"/>
                    <a:pt x="2808" y="636"/>
                    <a:pt x="2584" y="696"/>
                  </a:cubicBezTo>
                  <a:lnTo>
                    <a:pt x="2403" y="747"/>
                  </a:lnTo>
                  <a:cubicBezTo>
                    <a:pt x="2301" y="774"/>
                    <a:pt x="2252" y="891"/>
                    <a:pt x="2301" y="985"/>
                  </a:cubicBezTo>
                  <a:cubicBezTo>
                    <a:pt x="2449" y="1257"/>
                    <a:pt x="2542" y="1508"/>
                    <a:pt x="2584" y="1745"/>
                  </a:cubicBezTo>
                  <a:cubicBezTo>
                    <a:pt x="2598" y="1823"/>
                    <a:pt x="2542" y="1896"/>
                    <a:pt x="2465" y="1907"/>
                  </a:cubicBezTo>
                  <a:lnTo>
                    <a:pt x="1775" y="2018"/>
                  </a:lnTo>
                  <a:cubicBezTo>
                    <a:pt x="1766" y="2020"/>
                    <a:pt x="1758" y="2020"/>
                    <a:pt x="1750" y="2020"/>
                  </a:cubicBezTo>
                  <a:cubicBezTo>
                    <a:pt x="1668" y="2020"/>
                    <a:pt x="1600" y="1952"/>
                    <a:pt x="1604" y="1870"/>
                  </a:cubicBezTo>
                  <a:cubicBezTo>
                    <a:pt x="1611" y="1779"/>
                    <a:pt x="1602" y="1679"/>
                    <a:pt x="1571" y="1568"/>
                  </a:cubicBezTo>
                  <a:cubicBezTo>
                    <a:pt x="1458" y="1147"/>
                    <a:pt x="1098" y="792"/>
                    <a:pt x="837" y="577"/>
                  </a:cubicBezTo>
                  <a:cubicBezTo>
                    <a:pt x="784" y="533"/>
                    <a:pt x="722" y="513"/>
                    <a:pt x="660" y="513"/>
                  </a:cubicBezTo>
                  <a:cubicBezTo>
                    <a:pt x="546" y="513"/>
                    <a:pt x="435" y="580"/>
                    <a:pt x="391" y="696"/>
                  </a:cubicBezTo>
                  <a:cubicBezTo>
                    <a:pt x="269" y="1013"/>
                    <a:pt x="136" y="1501"/>
                    <a:pt x="247" y="1923"/>
                  </a:cubicBezTo>
                  <a:cubicBezTo>
                    <a:pt x="267" y="1994"/>
                    <a:pt x="291" y="2060"/>
                    <a:pt x="322" y="2116"/>
                  </a:cubicBezTo>
                  <a:cubicBezTo>
                    <a:pt x="367" y="2202"/>
                    <a:pt x="362" y="2302"/>
                    <a:pt x="316" y="2389"/>
                  </a:cubicBezTo>
                  <a:cubicBezTo>
                    <a:pt x="260" y="2488"/>
                    <a:pt x="182" y="2624"/>
                    <a:pt x="107" y="2757"/>
                  </a:cubicBezTo>
                  <a:cubicBezTo>
                    <a:pt x="1" y="2947"/>
                    <a:pt x="138" y="3183"/>
                    <a:pt x="358" y="3183"/>
                  </a:cubicBezTo>
                  <a:lnTo>
                    <a:pt x="6535" y="3183"/>
                  </a:lnTo>
                  <a:cubicBezTo>
                    <a:pt x="6752" y="3183"/>
                    <a:pt x="6887" y="2952"/>
                    <a:pt x="6787" y="2763"/>
                  </a:cubicBezTo>
                  <a:lnTo>
                    <a:pt x="6590" y="2391"/>
                  </a:lnTo>
                  <a:cubicBezTo>
                    <a:pt x="6546" y="2307"/>
                    <a:pt x="6546" y="2207"/>
                    <a:pt x="6588" y="2125"/>
                  </a:cubicBezTo>
                  <a:cubicBezTo>
                    <a:pt x="6621" y="2063"/>
                    <a:pt x="6645" y="1996"/>
                    <a:pt x="6668" y="1918"/>
                  </a:cubicBezTo>
                  <a:cubicBezTo>
                    <a:pt x="6781" y="1497"/>
                    <a:pt x="6645" y="1009"/>
                    <a:pt x="6523" y="694"/>
                  </a:cubicBezTo>
                  <a:cubicBezTo>
                    <a:pt x="6479" y="578"/>
                    <a:pt x="6369" y="511"/>
                    <a:pt x="6256" y="511"/>
                  </a:cubicBezTo>
                  <a:cubicBezTo>
                    <a:pt x="6195" y="511"/>
                    <a:pt x="6132" y="531"/>
                    <a:pt x="6080" y="574"/>
                  </a:cubicBezTo>
                  <a:cubicBezTo>
                    <a:pt x="5816" y="787"/>
                    <a:pt x="5457" y="1142"/>
                    <a:pt x="5341" y="1564"/>
                  </a:cubicBezTo>
                  <a:cubicBezTo>
                    <a:pt x="5312" y="1674"/>
                    <a:pt x="5304" y="1779"/>
                    <a:pt x="5308" y="1872"/>
                  </a:cubicBezTo>
                  <a:cubicBezTo>
                    <a:pt x="5314" y="1955"/>
                    <a:pt x="5250" y="2027"/>
                    <a:pt x="5169" y="2027"/>
                  </a:cubicBezTo>
                  <a:cubicBezTo>
                    <a:pt x="5162" y="2027"/>
                    <a:pt x="5154" y="2026"/>
                    <a:pt x="5146" y="2025"/>
                  </a:cubicBezTo>
                  <a:lnTo>
                    <a:pt x="4412" y="1907"/>
                  </a:lnTo>
                  <a:cubicBezTo>
                    <a:pt x="4334" y="1894"/>
                    <a:pt x="4279" y="1823"/>
                    <a:pt x="4292" y="1745"/>
                  </a:cubicBezTo>
                  <a:cubicBezTo>
                    <a:pt x="4330" y="1512"/>
                    <a:pt x="4428" y="1257"/>
                    <a:pt x="4574" y="985"/>
                  </a:cubicBezTo>
                  <a:cubicBezTo>
                    <a:pt x="4625" y="891"/>
                    <a:pt x="4578" y="774"/>
                    <a:pt x="4472" y="747"/>
                  </a:cubicBezTo>
                  <a:lnTo>
                    <a:pt x="4292" y="696"/>
                  </a:lnTo>
                  <a:cubicBezTo>
                    <a:pt x="4066" y="636"/>
                    <a:pt x="3871" y="499"/>
                    <a:pt x="3738" y="308"/>
                  </a:cubicBezTo>
                  <a:lnTo>
                    <a:pt x="3571" y="71"/>
                  </a:lnTo>
                  <a:cubicBezTo>
                    <a:pt x="3539" y="24"/>
                    <a:pt x="3488" y="1"/>
                    <a:pt x="3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0"/>
            <p:cNvSpPr/>
            <p:nvPr/>
          </p:nvSpPr>
          <p:spPr>
            <a:xfrm>
              <a:off x="5498861" y="4163843"/>
              <a:ext cx="182433" cy="60634"/>
            </a:xfrm>
            <a:custGeom>
              <a:rect b="b" l="l" r="r" t="t"/>
              <a:pathLst>
                <a:path extrusionOk="0" h="2287" w="6881">
                  <a:moveTo>
                    <a:pt x="2702" y="0"/>
                  </a:moveTo>
                  <a:cubicBezTo>
                    <a:pt x="2260" y="0"/>
                    <a:pt x="1729" y="128"/>
                    <a:pt x="1391" y="656"/>
                  </a:cubicBezTo>
                  <a:cubicBezTo>
                    <a:pt x="1141" y="1051"/>
                    <a:pt x="668" y="1385"/>
                    <a:pt x="267" y="1612"/>
                  </a:cubicBezTo>
                  <a:cubicBezTo>
                    <a:pt x="1" y="1763"/>
                    <a:pt x="60" y="2162"/>
                    <a:pt x="360" y="2222"/>
                  </a:cubicBezTo>
                  <a:cubicBezTo>
                    <a:pt x="367" y="2222"/>
                    <a:pt x="371" y="2226"/>
                    <a:pt x="378" y="2226"/>
                  </a:cubicBezTo>
                  <a:cubicBezTo>
                    <a:pt x="562" y="2262"/>
                    <a:pt x="774" y="2286"/>
                    <a:pt x="1001" y="2286"/>
                  </a:cubicBezTo>
                  <a:cubicBezTo>
                    <a:pt x="1416" y="2286"/>
                    <a:pt x="1880" y="2206"/>
                    <a:pt x="2316" y="1975"/>
                  </a:cubicBezTo>
                  <a:cubicBezTo>
                    <a:pt x="2751" y="1731"/>
                    <a:pt x="3026" y="1445"/>
                    <a:pt x="3197" y="1173"/>
                  </a:cubicBezTo>
                  <a:cubicBezTo>
                    <a:pt x="3252" y="1084"/>
                    <a:pt x="3346" y="1039"/>
                    <a:pt x="3440" y="1039"/>
                  </a:cubicBezTo>
                  <a:cubicBezTo>
                    <a:pt x="3534" y="1039"/>
                    <a:pt x="3628" y="1084"/>
                    <a:pt x="3685" y="1173"/>
                  </a:cubicBezTo>
                  <a:cubicBezTo>
                    <a:pt x="3858" y="1445"/>
                    <a:pt x="4130" y="1731"/>
                    <a:pt x="4567" y="1975"/>
                  </a:cubicBezTo>
                  <a:cubicBezTo>
                    <a:pt x="5000" y="2206"/>
                    <a:pt x="5465" y="2287"/>
                    <a:pt x="5880" y="2287"/>
                  </a:cubicBezTo>
                  <a:cubicBezTo>
                    <a:pt x="6107" y="2287"/>
                    <a:pt x="6319" y="2263"/>
                    <a:pt x="6504" y="2226"/>
                  </a:cubicBezTo>
                  <a:cubicBezTo>
                    <a:pt x="6510" y="2226"/>
                    <a:pt x="6515" y="2222"/>
                    <a:pt x="6521" y="2222"/>
                  </a:cubicBezTo>
                  <a:cubicBezTo>
                    <a:pt x="6821" y="2164"/>
                    <a:pt x="6881" y="1763"/>
                    <a:pt x="6614" y="1612"/>
                  </a:cubicBezTo>
                  <a:cubicBezTo>
                    <a:pt x="6209" y="1385"/>
                    <a:pt x="5738" y="1051"/>
                    <a:pt x="5483" y="656"/>
                  </a:cubicBezTo>
                  <a:cubicBezTo>
                    <a:pt x="5145" y="128"/>
                    <a:pt x="4613" y="1"/>
                    <a:pt x="4170" y="1"/>
                  </a:cubicBezTo>
                  <a:cubicBezTo>
                    <a:pt x="3887" y="1"/>
                    <a:pt x="3641" y="53"/>
                    <a:pt x="3505" y="86"/>
                  </a:cubicBezTo>
                  <a:cubicBezTo>
                    <a:pt x="3483" y="90"/>
                    <a:pt x="3461" y="92"/>
                    <a:pt x="3438" y="92"/>
                  </a:cubicBezTo>
                  <a:cubicBezTo>
                    <a:pt x="3416" y="92"/>
                    <a:pt x="3394" y="90"/>
                    <a:pt x="3372" y="86"/>
                  </a:cubicBezTo>
                  <a:cubicBezTo>
                    <a:pt x="3235" y="53"/>
                    <a:pt x="2987" y="0"/>
                    <a:pt x="2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0"/>
            <p:cNvSpPr/>
            <p:nvPr/>
          </p:nvSpPr>
          <p:spPr>
            <a:xfrm>
              <a:off x="5711438" y="4180068"/>
              <a:ext cx="114985" cy="141365"/>
            </a:xfrm>
            <a:custGeom>
              <a:rect b="b" l="l" r="r" t="t"/>
              <a:pathLst>
                <a:path extrusionOk="0" h="5332" w="4337">
                  <a:moveTo>
                    <a:pt x="142" y="1"/>
                  </a:moveTo>
                  <a:cubicBezTo>
                    <a:pt x="69" y="1"/>
                    <a:pt x="0" y="61"/>
                    <a:pt x="0" y="144"/>
                  </a:cubicBezTo>
                  <a:lnTo>
                    <a:pt x="0" y="1760"/>
                  </a:lnTo>
                  <a:cubicBezTo>
                    <a:pt x="0" y="2311"/>
                    <a:pt x="393" y="2783"/>
                    <a:pt x="936" y="2883"/>
                  </a:cubicBezTo>
                  <a:lnTo>
                    <a:pt x="1100" y="2914"/>
                  </a:lnTo>
                  <a:cubicBezTo>
                    <a:pt x="1373" y="2963"/>
                    <a:pt x="1568" y="3200"/>
                    <a:pt x="1568" y="3477"/>
                  </a:cubicBezTo>
                  <a:lnTo>
                    <a:pt x="1568" y="5331"/>
                  </a:lnTo>
                  <a:lnTo>
                    <a:pt x="2766" y="5331"/>
                  </a:lnTo>
                  <a:lnTo>
                    <a:pt x="2766" y="3477"/>
                  </a:lnTo>
                  <a:cubicBezTo>
                    <a:pt x="2766" y="3200"/>
                    <a:pt x="2963" y="2963"/>
                    <a:pt x="3236" y="2914"/>
                  </a:cubicBezTo>
                  <a:lnTo>
                    <a:pt x="3398" y="2883"/>
                  </a:lnTo>
                  <a:cubicBezTo>
                    <a:pt x="3942" y="2785"/>
                    <a:pt x="4336" y="2311"/>
                    <a:pt x="4336" y="1760"/>
                  </a:cubicBezTo>
                  <a:lnTo>
                    <a:pt x="4336" y="144"/>
                  </a:lnTo>
                  <a:cubicBezTo>
                    <a:pt x="4336" y="59"/>
                    <a:pt x="4268" y="1"/>
                    <a:pt x="4194" y="1"/>
                  </a:cubicBezTo>
                  <a:cubicBezTo>
                    <a:pt x="4165" y="1"/>
                    <a:pt x="4135" y="10"/>
                    <a:pt x="4108" y="30"/>
                  </a:cubicBezTo>
                  <a:lnTo>
                    <a:pt x="3425" y="543"/>
                  </a:lnTo>
                  <a:cubicBezTo>
                    <a:pt x="3281" y="652"/>
                    <a:pt x="3196" y="820"/>
                    <a:pt x="3196" y="1000"/>
                  </a:cubicBezTo>
                  <a:lnTo>
                    <a:pt x="3196" y="1572"/>
                  </a:lnTo>
                  <a:cubicBezTo>
                    <a:pt x="3196" y="1729"/>
                    <a:pt x="3070" y="1858"/>
                    <a:pt x="2910" y="1858"/>
                  </a:cubicBezTo>
                  <a:lnTo>
                    <a:pt x="1424" y="1858"/>
                  </a:lnTo>
                  <a:cubicBezTo>
                    <a:pt x="1267" y="1858"/>
                    <a:pt x="1140" y="1729"/>
                    <a:pt x="1140" y="1572"/>
                  </a:cubicBezTo>
                  <a:lnTo>
                    <a:pt x="1140" y="1000"/>
                  </a:lnTo>
                  <a:cubicBezTo>
                    <a:pt x="1140" y="820"/>
                    <a:pt x="1056" y="652"/>
                    <a:pt x="912" y="543"/>
                  </a:cubicBezTo>
                  <a:lnTo>
                    <a:pt x="227" y="30"/>
                  </a:lnTo>
                  <a:cubicBezTo>
                    <a:pt x="200" y="10"/>
                    <a:pt x="171"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0"/>
            <p:cNvSpPr/>
            <p:nvPr/>
          </p:nvSpPr>
          <p:spPr>
            <a:xfrm>
              <a:off x="5727319" y="4298473"/>
              <a:ext cx="83276" cy="45416"/>
            </a:xfrm>
            <a:custGeom>
              <a:rect b="b" l="l" r="r" t="t"/>
              <a:pathLst>
                <a:path extrusionOk="0" h="1713" w="3141">
                  <a:moveTo>
                    <a:pt x="1142" y="0"/>
                  </a:moveTo>
                  <a:cubicBezTo>
                    <a:pt x="510" y="0"/>
                    <a:pt x="0" y="510"/>
                    <a:pt x="0" y="1143"/>
                  </a:cubicBezTo>
                  <a:lnTo>
                    <a:pt x="0" y="1713"/>
                  </a:lnTo>
                  <a:lnTo>
                    <a:pt x="2855" y="1713"/>
                  </a:lnTo>
                  <a:cubicBezTo>
                    <a:pt x="3014" y="1713"/>
                    <a:pt x="3141" y="1586"/>
                    <a:pt x="3141" y="1429"/>
                  </a:cubicBezTo>
                  <a:lnTo>
                    <a:pt x="3141" y="1143"/>
                  </a:lnTo>
                  <a:cubicBezTo>
                    <a:pt x="3141" y="510"/>
                    <a:pt x="2631" y="0"/>
                    <a:pt x="1999" y="0"/>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70"/>
          <p:cNvGrpSpPr/>
          <p:nvPr/>
        </p:nvGrpSpPr>
        <p:grpSpPr>
          <a:xfrm>
            <a:off x="4732073" y="3335062"/>
            <a:ext cx="377061" cy="376398"/>
            <a:chOff x="4732073" y="3335062"/>
            <a:chExt cx="377061" cy="376398"/>
          </a:xfrm>
        </p:grpSpPr>
        <p:sp>
          <p:nvSpPr>
            <p:cNvPr id="4042" name="Google Shape;4042;p70"/>
            <p:cNvSpPr/>
            <p:nvPr/>
          </p:nvSpPr>
          <p:spPr>
            <a:xfrm>
              <a:off x="4732073" y="3571368"/>
              <a:ext cx="280105" cy="140092"/>
            </a:xfrm>
            <a:custGeom>
              <a:rect b="b" l="l" r="r" t="t"/>
              <a:pathLst>
                <a:path extrusionOk="0" h="5284" w="10565">
                  <a:moveTo>
                    <a:pt x="5284" y="1"/>
                  </a:moveTo>
                  <a:cubicBezTo>
                    <a:pt x="2467" y="1"/>
                    <a:pt x="167" y="2205"/>
                    <a:pt x="7" y="4982"/>
                  </a:cubicBezTo>
                  <a:cubicBezTo>
                    <a:pt x="0" y="5146"/>
                    <a:pt x="129" y="5284"/>
                    <a:pt x="293" y="5284"/>
                  </a:cubicBezTo>
                  <a:lnTo>
                    <a:pt x="2070" y="5284"/>
                  </a:lnTo>
                  <a:lnTo>
                    <a:pt x="2285" y="5000"/>
                  </a:lnTo>
                  <a:lnTo>
                    <a:pt x="2498" y="5284"/>
                  </a:lnTo>
                  <a:lnTo>
                    <a:pt x="3174" y="5284"/>
                  </a:lnTo>
                  <a:lnTo>
                    <a:pt x="8280" y="4714"/>
                  </a:lnTo>
                  <a:lnTo>
                    <a:pt x="10564" y="5284"/>
                  </a:lnTo>
                  <a:cubicBezTo>
                    <a:pt x="10564" y="2367"/>
                    <a:pt x="8200" y="3"/>
                    <a:pt x="5284"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0"/>
            <p:cNvSpPr/>
            <p:nvPr/>
          </p:nvSpPr>
          <p:spPr>
            <a:xfrm>
              <a:off x="4786874" y="3690674"/>
              <a:ext cx="11427" cy="20786"/>
            </a:xfrm>
            <a:custGeom>
              <a:rect b="b" l="l" r="r" t="t"/>
              <a:pathLst>
                <a:path extrusionOk="0" h="784" w="431">
                  <a:moveTo>
                    <a:pt x="213" y="1"/>
                  </a:moveTo>
                  <a:cubicBezTo>
                    <a:pt x="98" y="1"/>
                    <a:pt x="1" y="94"/>
                    <a:pt x="1" y="214"/>
                  </a:cubicBezTo>
                  <a:lnTo>
                    <a:pt x="1" y="784"/>
                  </a:lnTo>
                  <a:lnTo>
                    <a:pt x="431" y="784"/>
                  </a:lnTo>
                  <a:lnTo>
                    <a:pt x="431" y="214"/>
                  </a:lnTo>
                  <a:cubicBezTo>
                    <a:pt x="431" y="96"/>
                    <a:pt x="331" y="1"/>
                    <a:pt x="213"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0"/>
            <p:cNvSpPr/>
            <p:nvPr/>
          </p:nvSpPr>
          <p:spPr>
            <a:xfrm>
              <a:off x="4816224" y="3592949"/>
              <a:ext cx="195821" cy="118511"/>
            </a:xfrm>
            <a:custGeom>
              <a:rect b="b" l="l" r="r" t="t"/>
              <a:pathLst>
                <a:path extrusionOk="0" h="4470" w="7386">
                  <a:moveTo>
                    <a:pt x="4926" y="1"/>
                  </a:moveTo>
                  <a:cubicBezTo>
                    <a:pt x="4119" y="1462"/>
                    <a:pt x="2444" y="3439"/>
                    <a:pt x="0" y="4470"/>
                  </a:cubicBezTo>
                  <a:lnTo>
                    <a:pt x="6914" y="4470"/>
                  </a:lnTo>
                  <a:cubicBezTo>
                    <a:pt x="6914" y="4470"/>
                    <a:pt x="7386" y="4153"/>
                    <a:pt x="7368" y="3997"/>
                  </a:cubicBezTo>
                  <a:cubicBezTo>
                    <a:pt x="7220" y="2314"/>
                    <a:pt x="6281" y="859"/>
                    <a:pt x="4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0"/>
            <p:cNvSpPr/>
            <p:nvPr/>
          </p:nvSpPr>
          <p:spPr>
            <a:xfrm>
              <a:off x="4807156" y="3335248"/>
              <a:ext cx="202370" cy="332122"/>
            </a:xfrm>
            <a:custGeom>
              <a:rect b="b" l="l" r="r" t="t"/>
              <a:pathLst>
                <a:path extrusionOk="0" h="12527" w="7633">
                  <a:moveTo>
                    <a:pt x="3539" y="1"/>
                  </a:moveTo>
                  <a:cubicBezTo>
                    <a:pt x="3143" y="1"/>
                    <a:pt x="2819" y="74"/>
                    <a:pt x="2611" y="135"/>
                  </a:cubicBezTo>
                  <a:cubicBezTo>
                    <a:pt x="2560" y="150"/>
                    <a:pt x="2509" y="157"/>
                    <a:pt x="2456" y="157"/>
                  </a:cubicBezTo>
                  <a:cubicBezTo>
                    <a:pt x="2415" y="157"/>
                    <a:pt x="2374" y="153"/>
                    <a:pt x="2332" y="144"/>
                  </a:cubicBezTo>
                  <a:cubicBezTo>
                    <a:pt x="1123" y="747"/>
                    <a:pt x="416" y="1517"/>
                    <a:pt x="416" y="2357"/>
                  </a:cubicBezTo>
                  <a:cubicBezTo>
                    <a:pt x="416" y="3519"/>
                    <a:pt x="1096" y="8350"/>
                    <a:pt x="1096" y="8350"/>
                  </a:cubicBezTo>
                  <a:cubicBezTo>
                    <a:pt x="1" y="10772"/>
                    <a:pt x="1178" y="12061"/>
                    <a:pt x="3421" y="12438"/>
                  </a:cubicBezTo>
                  <a:cubicBezTo>
                    <a:pt x="3450" y="12395"/>
                    <a:pt x="3496" y="12372"/>
                    <a:pt x="3542" y="12372"/>
                  </a:cubicBezTo>
                  <a:cubicBezTo>
                    <a:pt x="3574" y="12372"/>
                    <a:pt x="3605" y="12382"/>
                    <a:pt x="3631" y="12404"/>
                  </a:cubicBezTo>
                  <a:cubicBezTo>
                    <a:pt x="3660" y="12427"/>
                    <a:pt x="3685" y="12449"/>
                    <a:pt x="3709" y="12467"/>
                  </a:cubicBezTo>
                  <a:cubicBezTo>
                    <a:pt x="3761" y="12506"/>
                    <a:pt x="3823" y="12526"/>
                    <a:pt x="3885" y="12526"/>
                  </a:cubicBezTo>
                  <a:cubicBezTo>
                    <a:pt x="3947" y="12526"/>
                    <a:pt x="4009" y="12506"/>
                    <a:pt x="4060" y="12467"/>
                  </a:cubicBezTo>
                  <a:cubicBezTo>
                    <a:pt x="4261" y="12309"/>
                    <a:pt x="4596" y="12005"/>
                    <a:pt x="4847" y="11584"/>
                  </a:cubicBezTo>
                  <a:cubicBezTo>
                    <a:pt x="4874" y="11539"/>
                    <a:pt x="4922" y="11514"/>
                    <a:pt x="4971" y="11514"/>
                  </a:cubicBezTo>
                  <a:cubicBezTo>
                    <a:pt x="5003" y="11514"/>
                    <a:pt x="5034" y="11524"/>
                    <a:pt x="5060" y="11546"/>
                  </a:cubicBezTo>
                  <a:cubicBezTo>
                    <a:pt x="5089" y="11568"/>
                    <a:pt x="5113" y="11590"/>
                    <a:pt x="5137" y="11606"/>
                  </a:cubicBezTo>
                  <a:cubicBezTo>
                    <a:pt x="5188" y="11646"/>
                    <a:pt x="5250" y="11666"/>
                    <a:pt x="5312" y="11666"/>
                  </a:cubicBezTo>
                  <a:cubicBezTo>
                    <a:pt x="5374" y="11666"/>
                    <a:pt x="5436" y="11646"/>
                    <a:pt x="5488" y="11606"/>
                  </a:cubicBezTo>
                  <a:cubicBezTo>
                    <a:pt x="5838" y="11331"/>
                    <a:pt x="6597" y="10619"/>
                    <a:pt x="6597" y="9590"/>
                  </a:cubicBezTo>
                  <a:cubicBezTo>
                    <a:pt x="6597" y="9477"/>
                    <a:pt x="6588" y="9366"/>
                    <a:pt x="6568" y="9262"/>
                  </a:cubicBezTo>
                  <a:cubicBezTo>
                    <a:pt x="7012" y="8745"/>
                    <a:pt x="7473" y="7933"/>
                    <a:pt x="7508" y="6973"/>
                  </a:cubicBezTo>
                  <a:cubicBezTo>
                    <a:pt x="7520" y="6145"/>
                    <a:pt x="7247" y="5536"/>
                    <a:pt x="6932" y="5107"/>
                  </a:cubicBezTo>
                  <a:cubicBezTo>
                    <a:pt x="7012" y="5090"/>
                    <a:pt x="7074" y="5072"/>
                    <a:pt x="7122" y="5052"/>
                  </a:cubicBezTo>
                  <a:cubicBezTo>
                    <a:pt x="7122" y="5052"/>
                    <a:pt x="7193" y="4968"/>
                    <a:pt x="7289" y="4850"/>
                  </a:cubicBezTo>
                  <a:cubicBezTo>
                    <a:pt x="7586" y="4484"/>
                    <a:pt x="7633" y="3974"/>
                    <a:pt x="7398" y="3566"/>
                  </a:cubicBezTo>
                  <a:cubicBezTo>
                    <a:pt x="6546" y="2091"/>
                    <a:pt x="6513" y="574"/>
                    <a:pt x="4275" y="88"/>
                  </a:cubicBezTo>
                  <a:cubicBezTo>
                    <a:pt x="4012" y="25"/>
                    <a:pt x="3764" y="1"/>
                    <a:pt x="3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0"/>
            <p:cNvSpPr/>
            <p:nvPr/>
          </p:nvSpPr>
          <p:spPr>
            <a:xfrm>
              <a:off x="4735069" y="3335062"/>
              <a:ext cx="162681" cy="354896"/>
            </a:xfrm>
            <a:custGeom>
              <a:rect b="b" l="l" r="r" t="t"/>
              <a:pathLst>
                <a:path extrusionOk="0" h="13386" w="6136">
                  <a:moveTo>
                    <a:pt x="4090" y="1"/>
                  </a:moveTo>
                  <a:cubicBezTo>
                    <a:pt x="3865" y="1"/>
                    <a:pt x="3618" y="25"/>
                    <a:pt x="3356" y="89"/>
                  </a:cubicBezTo>
                  <a:cubicBezTo>
                    <a:pt x="1121" y="577"/>
                    <a:pt x="1087" y="2094"/>
                    <a:pt x="236" y="3569"/>
                  </a:cubicBezTo>
                  <a:cubicBezTo>
                    <a:pt x="1" y="3977"/>
                    <a:pt x="47" y="4489"/>
                    <a:pt x="344" y="4853"/>
                  </a:cubicBezTo>
                  <a:cubicBezTo>
                    <a:pt x="440" y="4968"/>
                    <a:pt x="511" y="5055"/>
                    <a:pt x="511" y="5055"/>
                  </a:cubicBezTo>
                  <a:cubicBezTo>
                    <a:pt x="560" y="5075"/>
                    <a:pt x="622" y="5090"/>
                    <a:pt x="695" y="5108"/>
                  </a:cubicBezTo>
                  <a:cubicBezTo>
                    <a:pt x="382" y="5536"/>
                    <a:pt x="111" y="6146"/>
                    <a:pt x="118" y="6973"/>
                  </a:cubicBezTo>
                  <a:cubicBezTo>
                    <a:pt x="151" y="7929"/>
                    <a:pt x="615" y="8741"/>
                    <a:pt x="1059" y="9260"/>
                  </a:cubicBezTo>
                  <a:cubicBezTo>
                    <a:pt x="1043" y="9366"/>
                    <a:pt x="1032" y="9477"/>
                    <a:pt x="1032" y="9590"/>
                  </a:cubicBezTo>
                  <a:cubicBezTo>
                    <a:pt x="1032" y="10619"/>
                    <a:pt x="1790" y="11331"/>
                    <a:pt x="2141" y="11606"/>
                  </a:cubicBezTo>
                  <a:cubicBezTo>
                    <a:pt x="2192" y="11646"/>
                    <a:pt x="2253" y="11666"/>
                    <a:pt x="2315" y="11666"/>
                  </a:cubicBezTo>
                  <a:cubicBezTo>
                    <a:pt x="2377" y="11666"/>
                    <a:pt x="2438" y="11646"/>
                    <a:pt x="2489" y="11606"/>
                  </a:cubicBezTo>
                  <a:cubicBezTo>
                    <a:pt x="2513" y="11586"/>
                    <a:pt x="2540" y="11566"/>
                    <a:pt x="2567" y="11544"/>
                  </a:cubicBezTo>
                  <a:cubicBezTo>
                    <a:pt x="2593" y="11522"/>
                    <a:pt x="2624" y="11512"/>
                    <a:pt x="2656" y="11512"/>
                  </a:cubicBezTo>
                  <a:cubicBezTo>
                    <a:pt x="2705" y="11512"/>
                    <a:pt x="2753" y="11537"/>
                    <a:pt x="2780" y="11584"/>
                  </a:cubicBezTo>
                  <a:cubicBezTo>
                    <a:pt x="3030" y="12006"/>
                    <a:pt x="3365" y="12307"/>
                    <a:pt x="3567" y="12465"/>
                  </a:cubicBezTo>
                  <a:cubicBezTo>
                    <a:pt x="3619" y="12505"/>
                    <a:pt x="3681" y="12525"/>
                    <a:pt x="3743" y="12525"/>
                  </a:cubicBezTo>
                  <a:cubicBezTo>
                    <a:pt x="3805" y="12525"/>
                    <a:pt x="3866" y="12505"/>
                    <a:pt x="3917" y="12465"/>
                  </a:cubicBezTo>
                  <a:cubicBezTo>
                    <a:pt x="3942" y="12445"/>
                    <a:pt x="3966" y="12427"/>
                    <a:pt x="3995" y="12405"/>
                  </a:cubicBezTo>
                  <a:cubicBezTo>
                    <a:pt x="4022" y="12383"/>
                    <a:pt x="4054" y="12372"/>
                    <a:pt x="4086" y="12372"/>
                  </a:cubicBezTo>
                  <a:cubicBezTo>
                    <a:pt x="4134" y="12372"/>
                    <a:pt x="4181" y="12396"/>
                    <a:pt x="4208" y="12442"/>
                  </a:cubicBezTo>
                  <a:cubicBezTo>
                    <a:pt x="4459" y="12864"/>
                    <a:pt x="4794" y="13166"/>
                    <a:pt x="4995" y="13325"/>
                  </a:cubicBezTo>
                  <a:cubicBezTo>
                    <a:pt x="5046" y="13365"/>
                    <a:pt x="5108" y="13385"/>
                    <a:pt x="5170" y="13385"/>
                  </a:cubicBezTo>
                  <a:cubicBezTo>
                    <a:pt x="5232" y="13385"/>
                    <a:pt x="5294" y="13365"/>
                    <a:pt x="5346" y="13325"/>
                  </a:cubicBezTo>
                  <a:cubicBezTo>
                    <a:pt x="5548" y="13166"/>
                    <a:pt x="5883" y="12864"/>
                    <a:pt x="6133" y="12442"/>
                  </a:cubicBezTo>
                  <a:cubicBezTo>
                    <a:pt x="6133" y="12440"/>
                    <a:pt x="6135" y="12440"/>
                    <a:pt x="6135" y="12440"/>
                  </a:cubicBezTo>
                  <a:cubicBezTo>
                    <a:pt x="4880" y="11500"/>
                    <a:pt x="4028" y="10021"/>
                    <a:pt x="3815" y="8350"/>
                  </a:cubicBezTo>
                  <a:cubicBezTo>
                    <a:pt x="3815" y="8350"/>
                    <a:pt x="4592" y="5367"/>
                    <a:pt x="5871" y="5354"/>
                  </a:cubicBezTo>
                  <a:cubicBezTo>
                    <a:pt x="4762" y="4615"/>
                    <a:pt x="4070" y="3571"/>
                    <a:pt x="4070" y="2409"/>
                  </a:cubicBezTo>
                  <a:cubicBezTo>
                    <a:pt x="4070" y="1570"/>
                    <a:pt x="4434" y="790"/>
                    <a:pt x="5051" y="144"/>
                  </a:cubicBezTo>
                  <a:cubicBezTo>
                    <a:pt x="5040" y="142"/>
                    <a:pt x="5033" y="140"/>
                    <a:pt x="5020" y="135"/>
                  </a:cubicBezTo>
                  <a:cubicBezTo>
                    <a:pt x="4813" y="76"/>
                    <a:pt x="4487"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0"/>
            <p:cNvSpPr/>
            <p:nvPr/>
          </p:nvSpPr>
          <p:spPr>
            <a:xfrm>
              <a:off x="4794696" y="3391613"/>
              <a:ext cx="183493" cy="209422"/>
            </a:xfrm>
            <a:custGeom>
              <a:rect b="b" l="l" r="r" t="t"/>
              <a:pathLst>
                <a:path extrusionOk="0" h="7899" w="6921">
                  <a:moveTo>
                    <a:pt x="2924" y="1"/>
                  </a:moveTo>
                  <a:cubicBezTo>
                    <a:pt x="2669" y="1"/>
                    <a:pt x="2423" y="27"/>
                    <a:pt x="2181" y="74"/>
                  </a:cubicBezTo>
                  <a:cubicBezTo>
                    <a:pt x="1070" y="1047"/>
                    <a:pt x="1" y="2624"/>
                    <a:pt x="1" y="3966"/>
                  </a:cubicBezTo>
                  <a:cubicBezTo>
                    <a:pt x="1" y="5042"/>
                    <a:pt x="437" y="6062"/>
                    <a:pt x="1154" y="6881"/>
                  </a:cubicBezTo>
                  <a:cubicBezTo>
                    <a:pt x="1389" y="6262"/>
                    <a:pt x="2092" y="5812"/>
                    <a:pt x="2928" y="5812"/>
                  </a:cubicBezTo>
                  <a:cubicBezTo>
                    <a:pt x="3953" y="5812"/>
                    <a:pt x="4785" y="6492"/>
                    <a:pt x="4785" y="7333"/>
                  </a:cubicBezTo>
                  <a:cubicBezTo>
                    <a:pt x="4785" y="7533"/>
                    <a:pt x="4738" y="7723"/>
                    <a:pt x="4652" y="7899"/>
                  </a:cubicBezTo>
                  <a:cubicBezTo>
                    <a:pt x="5993" y="7229"/>
                    <a:pt x="6920" y="5805"/>
                    <a:pt x="6920" y="4155"/>
                  </a:cubicBezTo>
                  <a:cubicBezTo>
                    <a:pt x="6920" y="1866"/>
                    <a:pt x="5131" y="7"/>
                    <a:pt x="2924"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0"/>
            <p:cNvSpPr/>
            <p:nvPr/>
          </p:nvSpPr>
          <p:spPr>
            <a:xfrm>
              <a:off x="4766460" y="3393628"/>
              <a:ext cx="86192" cy="207407"/>
            </a:xfrm>
            <a:custGeom>
              <a:rect b="b" l="l" r="r" t="t"/>
              <a:pathLst>
                <a:path extrusionOk="0" h="7823" w="3251">
                  <a:moveTo>
                    <a:pt x="3250" y="0"/>
                  </a:moveTo>
                  <a:lnTo>
                    <a:pt x="3250" y="0"/>
                  </a:lnTo>
                  <a:cubicBezTo>
                    <a:pt x="1403" y="364"/>
                    <a:pt x="3" y="2052"/>
                    <a:pt x="1" y="4079"/>
                  </a:cubicBezTo>
                  <a:cubicBezTo>
                    <a:pt x="1" y="5729"/>
                    <a:pt x="926" y="7153"/>
                    <a:pt x="2268" y="7823"/>
                  </a:cubicBezTo>
                  <a:cubicBezTo>
                    <a:pt x="2181" y="7647"/>
                    <a:pt x="2135" y="7457"/>
                    <a:pt x="2135" y="7257"/>
                  </a:cubicBezTo>
                  <a:cubicBezTo>
                    <a:pt x="2135" y="6831"/>
                    <a:pt x="2345" y="6450"/>
                    <a:pt x="2687" y="6175"/>
                  </a:cubicBezTo>
                  <a:cubicBezTo>
                    <a:pt x="2336" y="5390"/>
                    <a:pt x="2143" y="4513"/>
                    <a:pt x="2143" y="3589"/>
                  </a:cubicBezTo>
                  <a:cubicBezTo>
                    <a:pt x="2143" y="2247"/>
                    <a:pt x="2554" y="1005"/>
                    <a:pt x="3250"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0"/>
            <p:cNvSpPr/>
            <p:nvPr/>
          </p:nvSpPr>
          <p:spPr>
            <a:xfrm>
              <a:off x="4949926" y="3460996"/>
              <a:ext cx="56498" cy="71663"/>
            </a:xfrm>
            <a:custGeom>
              <a:rect b="b" l="l" r="r" t="t"/>
              <a:pathLst>
                <a:path extrusionOk="0" h="2703" w="2131">
                  <a:moveTo>
                    <a:pt x="1065" y="1"/>
                  </a:moveTo>
                  <a:cubicBezTo>
                    <a:pt x="476" y="1"/>
                    <a:pt x="1" y="606"/>
                    <a:pt x="1" y="1351"/>
                  </a:cubicBezTo>
                  <a:cubicBezTo>
                    <a:pt x="1" y="2097"/>
                    <a:pt x="476" y="2702"/>
                    <a:pt x="1065" y="2702"/>
                  </a:cubicBezTo>
                  <a:cubicBezTo>
                    <a:pt x="1653" y="2702"/>
                    <a:pt x="2130" y="2097"/>
                    <a:pt x="2130" y="1351"/>
                  </a:cubicBezTo>
                  <a:cubicBezTo>
                    <a:pt x="2130" y="606"/>
                    <a:pt x="1653" y="1"/>
                    <a:pt x="1065"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0"/>
            <p:cNvSpPr/>
            <p:nvPr/>
          </p:nvSpPr>
          <p:spPr>
            <a:xfrm>
              <a:off x="4738304" y="3460996"/>
              <a:ext cx="56472" cy="71663"/>
            </a:xfrm>
            <a:custGeom>
              <a:rect b="b" l="l" r="r" t="t"/>
              <a:pathLst>
                <a:path extrusionOk="0" h="2703" w="2130">
                  <a:moveTo>
                    <a:pt x="1065" y="1"/>
                  </a:moveTo>
                  <a:cubicBezTo>
                    <a:pt x="477" y="1"/>
                    <a:pt x="1" y="606"/>
                    <a:pt x="1" y="1351"/>
                  </a:cubicBezTo>
                  <a:cubicBezTo>
                    <a:pt x="1" y="2097"/>
                    <a:pt x="477" y="2702"/>
                    <a:pt x="1065" y="2702"/>
                  </a:cubicBezTo>
                  <a:cubicBezTo>
                    <a:pt x="1653" y="2702"/>
                    <a:pt x="2130" y="2097"/>
                    <a:pt x="2130" y="1351"/>
                  </a:cubicBezTo>
                  <a:cubicBezTo>
                    <a:pt x="2130" y="606"/>
                    <a:pt x="1653" y="1"/>
                    <a:pt x="1065" y="1"/>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0"/>
            <p:cNvSpPr/>
            <p:nvPr/>
          </p:nvSpPr>
          <p:spPr>
            <a:xfrm>
              <a:off x="4788359" y="3544617"/>
              <a:ext cx="167957" cy="59892"/>
            </a:xfrm>
            <a:custGeom>
              <a:rect b="b" l="l" r="r" t="t"/>
              <a:pathLst>
                <a:path extrusionOk="0" h="2259" w="6335">
                  <a:moveTo>
                    <a:pt x="2498" y="0"/>
                  </a:moveTo>
                  <a:cubicBezTo>
                    <a:pt x="2092" y="0"/>
                    <a:pt x="1604" y="126"/>
                    <a:pt x="1295" y="648"/>
                  </a:cubicBezTo>
                  <a:cubicBezTo>
                    <a:pt x="1062" y="1043"/>
                    <a:pt x="623" y="1376"/>
                    <a:pt x="253" y="1600"/>
                  </a:cubicBezTo>
                  <a:cubicBezTo>
                    <a:pt x="0" y="1753"/>
                    <a:pt x="62" y="2134"/>
                    <a:pt x="348" y="2196"/>
                  </a:cubicBezTo>
                  <a:cubicBezTo>
                    <a:pt x="355" y="2196"/>
                    <a:pt x="357" y="2199"/>
                    <a:pt x="364" y="2199"/>
                  </a:cubicBezTo>
                  <a:cubicBezTo>
                    <a:pt x="533" y="2235"/>
                    <a:pt x="728" y="2259"/>
                    <a:pt x="937" y="2259"/>
                  </a:cubicBezTo>
                  <a:cubicBezTo>
                    <a:pt x="1316" y="2259"/>
                    <a:pt x="1740" y="2180"/>
                    <a:pt x="2138" y="1952"/>
                  </a:cubicBezTo>
                  <a:cubicBezTo>
                    <a:pt x="2517" y="1722"/>
                    <a:pt x="2764" y="1453"/>
                    <a:pt x="2921" y="1192"/>
                  </a:cubicBezTo>
                  <a:cubicBezTo>
                    <a:pt x="2979" y="1100"/>
                    <a:pt x="3074" y="1054"/>
                    <a:pt x="3168" y="1054"/>
                  </a:cubicBezTo>
                  <a:cubicBezTo>
                    <a:pt x="3263" y="1054"/>
                    <a:pt x="3357" y="1100"/>
                    <a:pt x="3413" y="1192"/>
                  </a:cubicBezTo>
                  <a:cubicBezTo>
                    <a:pt x="3571" y="1453"/>
                    <a:pt x="3817" y="1722"/>
                    <a:pt x="4196" y="1952"/>
                  </a:cubicBezTo>
                  <a:cubicBezTo>
                    <a:pt x="4594" y="2180"/>
                    <a:pt x="5019" y="2259"/>
                    <a:pt x="5399" y="2259"/>
                  </a:cubicBezTo>
                  <a:cubicBezTo>
                    <a:pt x="5607" y="2259"/>
                    <a:pt x="5802" y="2235"/>
                    <a:pt x="5971" y="2199"/>
                  </a:cubicBezTo>
                  <a:cubicBezTo>
                    <a:pt x="5977" y="2199"/>
                    <a:pt x="5980" y="2196"/>
                    <a:pt x="5986" y="2196"/>
                  </a:cubicBezTo>
                  <a:cubicBezTo>
                    <a:pt x="6275" y="2134"/>
                    <a:pt x="6334" y="1753"/>
                    <a:pt x="6082" y="1600"/>
                  </a:cubicBezTo>
                  <a:cubicBezTo>
                    <a:pt x="5711" y="1376"/>
                    <a:pt x="5276" y="1043"/>
                    <a:pt x="5041" y="648"/>
                  </a:cubicBezTo>
                  <a:cubicBezTo>
                    <a:pt x="4732" y="126"/>
                    <a:pt x="4244" y="0"/>
                    <a:pt x="3838" y="0"/>
                  </a:cubicBezTo>
                  <a:cubicBezTo>
                    <a:pt x="3647" y="0"/>
                    <a:pt x="3474" y="28"/>
                    <a:pt x="3347" y="56"/>
                  </a:cubicBezTo>
                  <a:cubicBezTo>
                    <a:pt x="3287" y="68"/>
                    <a:pt x="3227" y="74"/>
                    <a:pt x="3167" y="74"/>
                  </a:cubicBezTo>
                  <a:cubicBezTo>
                    <a:pt x="3107" y="74"/>
                    <a:pt x="3047" y="68"/>
                    <a:pt x="2990" y="56"/>
                  </a:cubicBezTo>
                  <a:cubicBezTo>
                    <a:pt x="2862" y="28"/>
                    <a:pt x="2689" y="0"/>
                    <a:pt x="24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0"/>
            <p:cNvSpPr/>
            <p:nvPr/>
          </p:nvSpPr>
          <p:spPr>
            <a:xfrm>
              <a:off x="4787060" y="3533216"/>
              <a:ext cx="170714" cy="59998"/>
            </a:xfrm>
            <a:custGeom>
              <a:rect b="b" l="l" r="r" t="t"/>
              <a:pathLst>
                <a:path extrusionOk="0" h="2263" w="6439">
                  <a:moveTo>
                    <a:pt x="2548" y="0"/>
                  </a:moveTo>
                  <a:cubicBezTo>
                    <a:pt x="2142" y="0"/>
                    <a:pt x="1654" y="127"/>
                    <a:pt x="1344" y="650"/>
                  </a:cubicBezTo>
                  <a:cubicBezTo>
                    <a:pt x="1091" y="1074"/>
                    <a:pt x="610" y="1426"/>
                    <a:pt x="222" y="1650"/>
                  </a:cubicBezTo>
                  <a:cubicBezTo>
                    <a:pt x="0" y="1777"/>
                    <a:pt x="47" y="2110"/>
                    <a:pt x="293" y="2174"/>
                  </a:cubicBezTo>
                  <a:cubicBezTo>
                    <a:pt x="333" y="2185"/>
                    <a:pt x="373" y="2194"/>
                    <a:pt x="415" y="2203"/>
                  </a:cubicBezTo>
                  <a:cubicBezTo>
                    <a:pt x="583" y="2239"/>
                    <a:pt x="777" y="2262"/>
                    <a:pt x="984" y="2262"/>
                  </a:cubicBezTo>
                  <a:cubicBezTo>
                    <a:pt x="1365" y="2262"/>
                    <a:pt x="1791" y="2183"/>
                    <a:pt x="2189" y="1954"/>
                  </a:cubicBezTo>
                  <a:cubicBezTo>
                    <a:pt x="2444" y="1799"/>
                    <a:pt x="2637" y="1628"/>
                    <a:pt x="2788" y="1453"/>
                  </a:cubicBezTo>
                  <a:cubicBezTo>
                    <a:pt x="2900" y="1320"/>
                    <a:pt x="3060" y="1253"/>
                    <a:pt x="3220" y="1253"/>
                  </a:cubicBezTo>
                  <a:cubicBezTo>
                    <a:pt x="3379" y="1253"/>
                    <a:pt x="3539" y="1320"/>
                    <a:pt x="3651" y="1453"/>
                  </a:cubicBezTo>
                  <a:cubicBezTo>
                    <a:pt x="3797" y="1628"/>
                    <a:pt x="3995" y="1799"/>
                    <a:pt x="4250" y="1954"/>
                  </a:cubicBezTo>
                  <a:cubicBezTo>
                    <a:pt x="4648" y="2183"/>
                    <a:pt x="5074" y="2262"/>
                    <a:pt x="5455" y="2262"/>
                  </a:cubicBezTo>
                  <a:cubicBezTo>
                    <a:pt x="5662" y="2262"/>
                    <a:pt x="5856" y="2239"/>
                    <a:pt x="6024" y="2203"/>
                  </a:cubicBezTo>
                  <a:cubicBezTo>
                    <a:pt x="6066" y="2194"/>
                    <a:pt x="6106" y="2183"/>
                    <a:pt x="6146" y="2174"/>
                  </a:cubicBezTo>
                  <a:cubicBezTo>
                    <a:pt x="6392" y="2110"/>
                    <a:pt x="6439" y="1777"/>
                    <a:pt x="6217" y="1650"/>
                  </a:cubicBezTo>
                  <a:cubicBezTo>
                    <a:pt x="5827" y="1429"/>
                    <a:pt x="5341" y="1074"/>
                    <a:pt x="5090" y="650"/>
                  </a:cubicBezTo>
                  <a:cubicBezTo>
                    <a:pt x="4781" y="127"/>
                    <a:pt x="4292" y="0"/>
                    <a:pt x="3886" y="0"/>
                  </a:cubicBezTo>
                  <a:cubicBezTo>
                    <a:pt x="3695" y="0"/>
                    <a:pt x="3523" y="28"/>
                    <a:pt x="3396" y="56"/>
                  </a:cubicBezTo>
                  <a:cubicBezTo>
                    <a:pt x="3336" y="68"/>
                    <a:pt x="3276" y="74"/>
                    <a:pt x="3216" y="74"/>
                  </a:cubicBezTo>
                  <a:cubicBezTo>
                    <a:pt x="3156" y="74"/>
                    <a:pt x="3096" y="68"/>
                    <a:pt x="3039" y="56"/>
                  </a:cubicBezTo>
                  <a:cubicBezTo>
                    <a:pt x="2911" y="28"/>
                    <a:pt x="2738" y="0"/>
                    <a:pt x="2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0"/>
            <p:cNvSpPr/>
            <p:nvPr/>
          </p:nvSpPr>
          <p:spPr>
            <a:xfrm>
              <a:off x="4823859" y="3344606"/>
              <a:ext cx="167320" cy="163847"/>
            </a:xfrm>
            <a:custGeom>
              <a:rect b="b" l="l" r="r" t="t"/>
              <a:pathLst>
                <a:path extrusionOk="0" h="6180" w="6311">
                  <a:moveTo>
                    <a:pt x="1835" y="0"/>
                  </a:moveTo>
                  <a:cubicBezTo>
                    <a:pt x="1727" y="0"/>
                    <a:pt x="1619" y="2"/>
                    <a:pt x="1511" y="6"/>
                  </a:cubicBezTo>
                  <a:cubicBezTo>
                    <a:pt x="631" y="556"/>
                    <a:pt x="1" y="1257"/>
                    <a:pt x="1" y="2004"/>
                  </a:cubicBezTo>
                  <a:cubicBezTo>
                    <a:pt x="1" y="2670"/>
                    <a:pt x="380" y="3422"/>
                    <a:pt x="1354" y="3901"/>
                  </a:cubicBezTo>
                  <a:lnTo>
                    <a:pt x="1540" y="3945"/>
                  </a:lnTo>
                  <a:cubicBezTo>
                    <a:pt x="1777" y="4005"/>
                    <a:pt x="1979" y="4162"/>
                    <a:pt x="2094" y="4377"/>
                  </a:cubicBezTo>
                  <a:cubicBezTo>
                    <a:pt x="2128" y="4440"/>
                    <a:pt x="2156" y="4506"/>
                    <a:pt x="2185" y="4575"/>
                  </a:cubicBezTo>
                  <a:cubicBezTo>
                    <a:pt x="2211" y="4634"/>
                    <a:pt x="2265" y="4664"/>
                    <a:pt x="2319" y="4664"/>
                  </a:cubicBezTo>
                  <a:cubicBezTo>
                    <a:pt x="2377" y="4664"/>
                    <a:pt x="2434" y="4630"/>
                    <a:pt x="2454" y="4562"/>
                  </a:cubicBezTo>
                  <a:cubicBezTo>
                    <a:pt x="2505" y="4393"/>
                    <a:pt x="2549" y="4193"/>
                    <a:pt x="2565" y="4029"/>
                  </a:cubicBezTo>
                  <a:cubicBezTo>
                    <a:pt x="2576" y="3909"/>
                    <a:pt x="2664" y="3810"/>
                    <a:pt x="2782" y="3783"/>
                  </a:cubicBezTo>
                  <a:lnTo>
                    <a:pt x="4461" y="3368"/>
                  </a:lnTo>
                  <a:cubicBezTo>
                    <a:pt x="4507" y="3357"/>
                    <a:pt x="4554" y="3351"/>
                    <a:pt x="4599" y="3351"/>
                  </a:cubicBezTo>
                  <a:cubicBezTo>
                    <a:pt x="4906" y="3351"/>
                    <a:pt x="5168" y="3600"/>
                    <a:pt x="5168" y="3923"/>
                  </a:cubicBezTo>
                  <a:lnTo>
                    <a:pt x="5168" y="6036"/>
                  </a:lnTo>
                  <a:cubicBezTo>
                    <a:pt x="5168" y="6127"/>
                    <a:pt x="5240" y="6180"/>
                    <a:pt x="5313" y="6180"/>
                  </a:cubicBezTo>
                  <a:cubicBezTo>
                    <a:pt x="5365" y="6180"/>
                    <a:pt x="5417" y="6153"/>
                    <a:pt x="5443" y="6094"/>
                  </a:cubicBezTo>
                  <a:lnTo>
                    <a:pt x="6311" y="4140"/>
                  </a:lnTo>
                  <a:lnTo>
                    <a:pt x="5435" y="1505"/>
                  </a:lnTo>
                  <a:cubicBezTo>
                    <a:pt x="5435" y="505"/>
                    <a:pt x="3637" y="0"/>
                    <a:pt x="1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0"/>
            <p:cNvSpPr/>
            <p:nvPr/>
          </p:nvSpPr>
          <p:spPr>
            <a:xfrm>
              <a:off x="4753416" y="3344633"/>
              <a:ext cx="110531" cy="163662"/>
            </a:xfrm>
            <a:custGeom>
              <a:rect b="b" l="l" r="r" t="t"/>
              <a:pathLst>
                <a:path extrusionOk="0" h="6173" w="4169">
                  <a:moveTo>
                    <a:pt x="4168" y="0"/>
                  </a:moveTo>
                  <a:cubicBezTo>
                    <a:pt x="2478" y="56"/>
                    <a:pt x="877" y="557"/>
                    <a:pt x="877" y="1493"/>
                  </a:cubicBezTo>
                  <a:lnTo>
                    <a:pt x="1" y="4132"/>
                  </a:lnTo>
                  <a:lnTo>
                    <a:pt x="870" y="6089"/>
                  </a:lnTo>
                  <a:cubicBezTo>
                    <a:pt x="896" y="6146"/>
                    <a:pt x="947" y="6173"/>
                    <a:pt x="998" y="6173"/>
                  </a:cubicBezTo>
                  <a:cubicBezTo>
                    <a:pt x="1070" y="6173"/>
                    <a:pt x="1143" y="6120"/>
                    <a:pt x="1143" y="6029"/>
                  </a:cubicBezTo>
                  <a:lnTo>
                    <a:pt x="1143" y="3917"/>
                  </a:lnTo>
                  <a:cubicBezTo>
                    <a:pt x="1143" y="3689"/>
                    <a:pt x="1274" y="3500"/>
                    <a:pt x="1458" y="3407"/>
                  </a:cubicBezTo>
                  <a:cubicBezTo>
                    <a:pt x="1498" y="3387"/>
                    <a:pt x="1542" y="3377"/>
                    <a:pt x="1585" y="3377"/>
                  </a:cubicBezTo>
                  <a:cubicBezTo>
                    <a:pt x="1676" y="3377"/>
                    <a:pt x="1765" y="3421"/>
                    <a:pt x="1819" y="3500"/>
                  </a:cubicBezTo>
                  <a:cubicBezTo>
                    <a:pt x="2194" y="4061"/>
                    <a:pt x="2944" y="4432"/>
                    <a:pt x="3509" y="4541"/>
                  </a:cubicBezTo>
                  <a:cubicBezTo>
                    <a:pt x="3519" y="4542"/>
                    <a:pt x="3529" y="4543"/>
                    <a:pt x="3538" y="4543"/>
                  </a:cubicBezTo>
                  <a:cubicBezTo>
                    <a:pt x="3649" y="4543"/>
                    <a:pt x="3721" y="4417"/>
                    <a:pt x="3653" y="4319"/>
                  </a:cubicBezTo>
                  <a:cubicBezTo>
                    <a:pt x="3591" y="4232"/>
                    <a:pt x="3520" y="4126"/>
                    <a:pt x="3449" y="4006"/>
                  </a:cubicBezTo>
                  <a:cubicBezTo>
                    <a:pt x="3394" y="3908"/>
                    <a:pt x="3469" y="3791"/>
                    <a:pt x="3573" y="3791"/>
                  </a:cubicBezTo>
                  <a:cubicBezTo>
                    <a:pt x="3585" y="3791"/>
                    <a:pt x="3597" y="3792"/>
                    <a:pt x="3609" y="3795"/>
                  </a:cubicBezTo>
                  <a:lnTo>
                    <a:pt x="4011" y="3895"/>
                  </a:lnTo>
                  <a:cubicBezTo>
                    <a:pt x="3605" y="3343"/>
                    <a:pt x="3378" y="2713"/>
                    <a:pt x="3378" y="2048"/>
                  </a:cubicBezTo>
                  <a:cubicBezTo>
                    <a:pt x="3378" y="1300"/>
                    <a:pt x="3667" y="602"/>
                    <a:pt x="4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0"/>
            <p:cNvSpPr/>
            <p:nvPr/>
          </p:nvSpPr>
          <p:spPr>
            <a:xfrm>
              <a:off x="5026017" y="3536743"/>
              <a:ext cx="30383" cy="154435"/>
            </a:xfrm>
            <a:custGeom>
              <a:rect b="b" l="l" r="r" t="t"/>
              <a:pathLst>
                <a:path extrusionOk="0" h="5825" w="1146">
                  <a:moveTo>
                    <a:pt x="573" y="0"/>
                  </a:moveTo>
                  <a:cubicBezTo>
                    <a:pt x="256" y="0"/>
                    <a:pt x="1" y="255"/>
                    <a:pt x="1" y="573"/>
                  </a:cubicBezTo>
                  <a:lnTo>
                    <a:pt x="1" y="5255"/>
                  </a:lnTo>
                  <a:cubicBezTo>
                    <a:pt x="1" y="5570"/>
                    <a:pt x="258" y="5825"/>
                    <a:pt x="573" y="5825"/>
                  </a:cubicBezTo>
                  <a:cubicBezTo>
                    <a:pt x="886" y="5825"/>
                    <a:pt x="1145" y="5570"/>
                    <a:pt x="1145" y="5255"/>
                  </a:cubicBezTo>
                  <a:lnTo>
                    <a:pt x="1145" y="573"/>
                  </a:lnTo>
                  <a:cubicBezTo>
                    <a:pt x="1145" y="255"/>
                    <a:pt x="890" y="0"/>
                    <a:pt x="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0"/>
            <p:cNvSpPr/>
            <p:nvPr/>
          </p:nvSpPr>
          <p:spPr>
            <a:xfrm>
              <a:off x="4999505" y="3666044"/>
              <a:ext cx="83355" cy="45416"/>
            </a:xfrm>
            <a:custGeom>
              <a:rect b="b" l="l" r="r" t="t"/>
              <a:pathLst>
                <a:path extrusionOk="0" h="1713" w="3144">
                  <a:moveTo>
                    <a:pt x="1143" y="1"/>
                  </a:moveTo>
                  <a:cubicBezTo>
                    <a:pt x="515" y="1"/>
                    <a:pt x="1" y="513"/>
                    <a:pt x="1" y="1143"/>
                  </a:cubicBezTo>
                  <a:lnTo>
                    <a:pt x="1" y="1713"/>
                  </a:lnTo>
                  <a:lnTo>
                    <a:pt x="2857" y="1713"/>
                  </a:lnTo>
                  <a:cubicBezTo>
                    <a:pt x="3015" y="1713"/>
                    <a:pt x="3143" y="1586"/>
                    <a:pt x="3143" y="1429"/>
                  </a:cubicBezTo>
                  <a:lnTo>
                    <a:pt x="3143" y="1143"/>
                  </a:lnTo>
                  <a:cubicBezTo>
                    <a:pt x="3143" y="511"/>
                    <a:pt x="2633" y="1"/>
                    <a:pt x="2001"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0"/>
            <p:cNvSpPr/>
            <p:nvPr/>
          </p:nvSpPr>
          <p:spPr>
            <a:xfrm>
              <a:off x="4973231" y="3561558"/>
              <a:ext cx="135903" cy="80916"/>
            </a:xfrm>
            <a:custGeom>
              <a:rect b="b" l="l" r="r" t="t"/>
              <a:pathLst>
                <a:path extrusionOk="0" h="3052" w="5126">
                  <a:moveTo>
                    <a:pt x="2563" y="1"/>
                  </a:moveTo>
                  <a:cubicBezTo>
                    <a:pt x="1995" y="1"/>
                    <a:pt x="1427" y="26"/>
                    <a:pt x="858" y="76"/>
                  </a:cubicBezTo>
                  <a:cubicBezTo>
                    <a:pt x="475" y="109"/>
                    <a:pt x="158" y="397"/>
                    <a:pt x="89" y="781"/>
                  </a:cubicBezTo>
                  <a:cubicBezTo>
                    <a:pt x="0" y="1280"/>
                    <a:pt x="0" y="1777"/>
                    <a:pt x="89" y="2272"/>
                  </a:cubicBezTo>
                  <a:cubicBezTo>
                    <a:pt x="155" y="2655"/>
                    <a:pt x="470" y="2944"/>
                    <a:pt x="858" y="2977"/>
                  </a:cubicBezTo>
                  <a:cubicBezTo>
                    <a:pt x="1427" y="3027"/>
                    <a:pt x="1995" y="3052"/>
                    <a:pt x="2563" y="3052"/>
                  </a:cubicBezTo>
                  <a:cubicBezTo>
                    <a:pt x="3131" y="3052"/>
                    <a:pt x="3699" y="3027"/>
                    <a:pt x="4267" y="2977"/>
                  </a:cubicBezTo>
                  <a:cubicBezTo>
                    <a:pt x="4656" y="2944"/>
                    <a:pt x="4971" y="2655"/>
                    <a:pt x="5037" y="2272"/>
                  </a:cubicBezTo>
                  <a:cubicBezTo>
                    <a:pt x="5126" y="1772"/>
                    <a:pt x="5126" y="1278"/>
                    <a:pt x="5037" y="781"/>
                  </a:cubicBezTo>
                  <a:cubicBezTo>
                    <a:pt x="4971" y="397"/>
                    <a:pt x="4656" y="109"/>
                    <a:pt x="4267" y="76"/>
                  </a:cubicBezTo>
                  <a:cubicBezTo>
                    <a:pt x="3699" y="26"/>
                    <a:pt x="3131" y="1"/>
                    <a:pt x="25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70"/>
          <p:cNvGrpSpPr/>
          <p:nvPr/>
        </p:nvGrpSpPr>
        <p:grpSpPr>
          <a:xfrm>
            <a:off x="4750075" y="2702686"/>
            <a:ext cx="340712" cy="376424"/>
            <a:chOff x="4750075" y="2702686"/>
            <a:chExt cx="340712" cy="376424"/>
          </a:xfrm>
        </p:grpSpPr>
        <p:sp>
          <p:nvSpPr>
            <p:cNvPr id="4059" name="Google Shape;4059;p70"/>
            <p:cNvSpPr/>
            <p:nvPr/>
          </p:nvSpPr>
          <p:spPr>
            <a:xfrm>
              <a:off x="4809755" y="2702686"/>
              <a:ext cx="99740" cy="77470"/>
            </a:xfrm>
            <a:custGeom>
              <a:rect b="b" l="l" r="r" t="t"/>
              <a:pathLst>
                <a:path extrusionOk="0" h="2922" w="3762">
                  <a:moveTo>
                    <a:pt x="807" y="1"/>
                  </a:moveTo>
                  <a:cubicBezTo>
                    <a:pt x="724" y="1"/>
                    <a:pt x="641" y="4"/>
                    <a:pt x="557" y="12"/>
                  </a:cubicBezTo>
                  <a:lnTo>
                    <a:pt x="466" y="20"/>
                  </a:lnTo>
                  <a:cubicBezTo>
                    <a:pt x="100" y="338"/>
                    <a:pt x="0" y="322"/>
                    <a:pt x="0" y="493"/>
                  </a:cubicBezTo>
                  <a:cubicBezTo>
                    <a:pt x="0" y="1613"/>
                    <a:pt x="1455" y="2921"/>
                    <a:pt x="2830" y="2921"/>
                  </a:cubicBezTo>
                  <a:cubicBezTo>
                    <a:pt x="3139" y="2921"/>
                    <a:pt x="3549" y="2744"/>
                    <a:pt x="3762" y="2405"/>
                  </a:cubicBezTo>
                  <a:lnTo>
                    <a:pt x="3347" y="1569"/>
                  </a:lnTo>
                  <a:cubicBezTo>
                    <a:pt x="2864" y="601"/>
                    <a:pt x="1876" y="1"/>
                    <a:pt x="8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0"/>
            <p:cNvSpPr/>
            <p:nvPr/>
          </p:nvSpPr>
          <p:spPr>
            <a:xfrm>
              <a:off x="4784700" y="2703269"/>
              <a:ext cx="136460" cy="90752"/>
            </a:xfrm>
            <a:custGeom>
              <a:rect b="b" l="l" r="r" t="t"/>
              <a:pathLst>
                <a:path extrusionOk="0" h="3423" w="5147">
                  <a:moveTo>
                    <a:pt x="1404" y="1"/>
                  </a:moveTo>
                  <a:lnTo>
                    <a:pt x="706" y="63"/>
                  </a:lnTo>
                  <a:cubicBezTo>
                    <a:pt x="262" y="100"/>
                    <a:pt x="1" y="575"/>
                    <a:pt x="200" y="972"/>
                  </a:cubicBezTo>
                  <a:lnTo>
                    <a:pt x="644" y="1857"/>
                  </a:lnTo>
                  <a:cubicBezTo>
                    <a:pt x="1127" y="2824"/>
                    <a:pt x="2113" y="3423"/>
                    <a:pt x="3181" y="3423"/>
                  </a:cubicBezTo>
                  <a:cubicBezTo>
                    <a:pt x="3264" y="3423"/>
                    <a:pt x="3348" y="3419"/>
                    <a:pt x="3432" y="3412"/>
                  </a:cubicBezTo>
                  <a:lnTo>
                    <a:pt x="5146" y="3259"/>
                  </a:lnTo>
                  <a:lnTo>
                    <a:pt x="4705" y="2383"/>
                  </a:lnTo>
                  <a:cubicBezTo>
                    <a:pt x="4430" y="2469"/>
                    <a:pt x="4135" y="2514"/>
                    <a:pt x="3824" y="2514"/>
                  </a:cubicBezTo>
                  <a:cubicBezTo>
                    <a:pt x="2447" y="2514"/>
                    <a:pt x="1333" y="1606"/>
                    <a:pt x="1333" y="489"/>
                  </a:cubicBezTo>
                  <a:cubicBezTo>
                    <a:pt x="1333" y="320"/>
                    <a:pt x="1358" y="156"/>
                    <a:pt x="1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0"/>
            <p:cNvSpPr/>
            <p:nvPr/>
          </p:nvSpPr>
          <p:spPr>
            <a:xfrm>
              <a:off x="4896530" y="2711594"/>
              <a:ext cx="73493" cy="141895"/>
            </a:xfrm>
            <a:custGeom>
              <a:rect b="b" l="l" r="r" t="t"/>
              <a:pathLst>
                <a:path extrusionOk="0" h="5352" w="2772">
                  <a:moveTo>
                    <a:pt x="2046" y="0"/>
                  </a:moveTo>
                  <a:cubicBezTo>
                    <a:pt x="1861" y="0"/>
                    <a:pt x="1682" y="86"/>
                    <a:pt x="1565" y="239"/>
                  </a:cubicBezTo>
                  <a:lnTo>
                    <a:pt x="1250" y="658"/>
                  </a:lnTo>
                  <a:cubicBezTo>
                    <a:pt x="784" y="1272"/>
                    <a:pt x="478" y="1993"/>
                    <a:pt x="354" y="2754"/>
                  </a:cubicBezTo>
                  <a:lnTo>
                    <a:pt x="1" y="4921"/>
                  </a:lnTo>
                  <a:lnTo>
                    <a:pt x="1188" y="5351"/>
                  </a:lnTo>
                  <a:lnTo>
                    <a:pt x="1600" y="2798"/>
                  </a:lnTo>
                  <a:cubicBezTo>
                    <a:pt x="1682" y="2290"/>
                    <a:pt x="1886" y="1811"/>
                    <a:pt x="2197" y="1401"/>
                  </a:cubicBezTo>
                  <a:lnTo>
                    <a:pt x="2527" y="966"/>
                  </a:lnTo>
                  <a:cubicBezTo>
                    <a:pt x="2771" y="645"/>
                    <a:pt x="2631" y="175"/>
                    <a:pt x="2252" y="37"/>
                  </a:cubicBezTo>
                  <a:cubicBezTo>
                    <a:pt x="2185" y="12"/>
                    <a:pt x="2115" y="0"/>
                    <a:pt x="20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0"/>
            <p:cNvSpPr/>
            <p:nvPr/>
          </p:nvSpPr>
          <p:spPr>
            <a:xfrm>
              <a:off x="4818053" y="2778193"/>
              <a:ext cx="272734" cy="268625"/>
            </a:xfrm>
            <a:custGeom>
              <a:rect b="b" l="l" r="r" t="t"/>
              <a:pathLst>
                <a:path extrusionOk="0" h="10132" w="10287">
                  <a:moveTo>
                    <a:pt x="6077" y="1"/>
                  </a:moveTo>
                  <a:cubicBezTo>
                    <a:pt x="5512" y="1"/>
                    <a:pt x="4886" y="98"/>
                    <a:pt x="4199" y="313"/>
                  </a:cubicBezTo>
                  <a:cubicBezTo>
                    <a:pt x="4088" y="348"/>
                    <a:pt x="3973" y="366"/>
                    <a:pt x="3859" y="366"/>
                  </a:cubicBezTo>
                  <a:cubicBezTo>
                    <a:pt x="3744" y="366"/>
                    <a:pt x="3631" y="348"/>
                    <a:pt x="3522" y="313"/>
                  </a:cubicBezTo>
                  <a:cubicBezTo>
                    <a:pt x="3125" y="191"/>
                    <a:pt x="2748" y="107"/>
                    <a:pt x="2393" y="56"/>
                  </a:cubicBezTo>
                  <a:cubicBezTo>
                    <a:pt x="878" y="912"/>
                    <a:pt x="0" y="2141"/>
                    <a:pt x="0" y="3538"/>
                  </a:cubicBezTo>
                  <a:cubicBezTo>
                    <a:pt x="0" y="6554"/>
                    <a:pt x="3167" y="10132"/>
                    <a:pt x="6241" y="10132"/>
                  </a:cubicBezTo>
                  <a:cubicBezTo>
                    <a:pt x="7230" y="10132"/>
                    <a:pt x="8415" y="9349"/>
                    <a:pt x="9278" y="8457"/>
                  </a:cubicBezTo>
                  <a:cubicBezTo>
                    <a:pt x="9914" y="7410"/>
                    <a:pt x="10287" y="6213"/>
                    <a:pt x="10287" y="5093"/>
                  </a:cubicBezTo>
                  <a:cubicBezTo>
                    <a:pt x="10287" y="2558"/>
                    <a:pt x="8969" y="1"/>
                    <a:pt x="60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0"/>
            <p:cNvSpPr/>
            <p:nvPr/>
          </p:nvSpPr>
          <p:spPr>
            <a:xfrm>
              <a:off x="4750075" y="2778220"/>
              <a:ext cx="314014" cy="300890"/>
            </a:xfrm>
            <a:custGeom>
              <a:rect b="b" l="l" r="r" t="t"/>
              <a:pathLst>
                <a:path extrusionOk="0" h="11349" w="11844">
                  <a:moveTo>
                    <a:pt x="4209" y="1"/>
                  </a:moveTo>
                  <a:cubicBezTo>
                    <a:pt x="1317" y="1"/>
                    <a:pt x="0" y="2558"/>
                    <a:pt x="0" y="5092"/>
                  </a:cubicBezTo>
                  <a:cubicBezTo>
                    <a:pt x="0" y="7860"/>
                    <a:pt x="2274" y="11100"/>
                    <a:pt x="5172" y="11342"/>
                  </a:cubicBezTo>
                  <a:cubicBezTo>
                    <a:pt x="5226" y="11346"/>
                    <a:pt x="5283" y="11348"/>
                    <a:pt x="5342" y="11348"/>
                  </a:cubicBezTo>
                  <a:cubicBezTo>
                    <a:pt x="5592" y="11348"/>
                    <a:pt x="5888" y="11309"/>
                    <a:pt x="6153" y="11220"/>
                  </a:cubicBezTo>
                  <a:cubicBezTo>
                    <a:pt x="6241" y="11189"/>
                    <a:pt x="6334" y="11173"/>
                    <a:pt x="6427" y="11173"/>
                  </a:cubicBezTo>
                  <a:cubicBezTo>
                    <a:pt x="6519" y="11173"/>
                    <a:pt x="6612" y="11189"/>
                    <a:pt x="6700" y="11220"/>
                  </a:cubicBezTo>
                  <a:cubicBezTo>
                    <a:pt x="6967" y="11309"/>
                    <a:pt x="7260" y="11348"/>
                    <a:pt x="7509" y="11348"/>
                  </a:cubicBezTo>
                  <a:cubicBezTo>
                    <a:pt x="7568" y="11348"/>
                    <a:pt x="7625" y="11346"/>
                    <a:pt x="7679" y="11342"/>
                  </a:cubicBezTo>
                  <a:cubicBezTo>
                    <a:pt x="9404" y="11198"/>
                    <a:pt x="10910" y="9991"/>
                    <a:pt x="11844" y="8456"/>
                  </a:cubicBezTo>
                  <a:lnTo>
                    <a:pt x="11844" y="8456"/>
                  </a:lnTo>
                  <a:cubicBezTo>
                    <a:pt x="11037" y="8902"/>
                    <a:pt x="10105" y="9155"/>
                    <a:pt x="9116" y="9157"/>
                  </a:cubicBezTo>
                  <a:cubicBezTo>
                    <a:pt x="6037" y="9157"/>
                    <a:pt x="3544" y="6708"/>
                    <a:pt x="3544" y="3692"/>
                  </a:cubicBezTo>
                  <a:cubicBezTo>
                    <a:pt x="3544" y="2295"/>
                    <a:pt x="4081" y="1020"/>
                    <a:pt x="4959" y="55"/>
                  </a:cubicBezTo>
                  <a:cubicBezTo>
                    <a:pt x="4699" y="18"/>
                    <a:pt x="4449" y="1"/>
                    <a:pt x="4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70"/>
          <p:cNvGrpSpPr/>
          <p:nvPr/>
        </p:nvGrpSpPr>
        <p:grpSpPr>
          <a:xfrm>
            <a:off x="4729607" y="2136883"/>
            <a:ext cx="381541" cy="244657"/>
            <a:chOff x="4729607" y="2136883"/>
            <a:chExt cx="381541" cy="244657"/>
          </a:xfrm>
        </p:grpSpPr>
        <p:sp>
          <p:nvSpPr>
            <p:cNvPr id="4065" name="Google Shape;4065;p70"/>
            <p:cNvSpPr/>
            <p:nvPr/>
          </p:nvSpPr>
          <p:spPr>
            <a:xfrm>
              <a:off x="4836214" y="2279705"/>
              <a:ext cx="168328" cy="101835"/>
            </a:xfrm>
            <a:custGeom>
              <a:rect b="b" l="l" r="r" t="t"/>
              <a:pathLst>
                <a:path extrusionOk="0" h="3841" w="6349">
                  <a:moveTo>
                    <a:pt x="3175" y="1"/>
                  </a:moveTo>
                  <a:cubicBezTo>
                    <a:pt x="2697" y="1"/>
                    <a:pt x="2220" y="366"/>
                    <a:pt x="1744" y="1094"/>
                  </a:cubicBezTo>
                  <a:cubicBezTo>
                    <a:pt x="1710" y="1727"/>
                    <a:pt x="1418" y="2316"/>
                    <a:pt x="932" y="2725"/>
                  </a:cubicBezTo>
                  <a:lnTo>
                    <a:pt x="204" y="3335"/>
                  </a:lnTo>
                  <a:cubicBezTo>
                    <a:pt x="0" y="3508"/>
                    <a:pt x="122" y="3840"/>
                    <a:pt x="389" y="3840"/>
                  </a:cubicBezTo>
                  <a:lnTo>
                    <a:pt x="5960" y="3840"/>
                  </a:lnTo>
                  <a:cubicBezTo>
                    <a:pt x="6231" y="3840"/>
                    <a:pt x="6348" y="3508"/>
                    <a:pt x="6144" y="3335"/>
                  </a:cubicBezTo>
                  <a:lnTo>
                    <a:pt x="5417" y="2725"/>
                  </a:lnTo>
                  <a:cubicBezTo>
                    <a:pt x="4933" y="2314"/>
                    <a:pt x="4638" y="1724"/>
                    <a:pt x="4605" y="1094"/>
                  </a:cubicBezTo>
                  <a:cubicBezTo>
                    <a:pt x="4129" y="365"/>
                    <a:pt x="3652" y="1"/>
                    <a:pt x="3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0"/>
            <p:cNvSpPr/>
            <p:nvPr/>
          </p:nvSpPr>
          <p:spPr>
            <a:xfrm>
              <a:off x="4882478" y="2238744"/>
              <a:ext cx="75905" cy="71981"/>
            </a:xfrm>
            <a:custGeom>
              <a:rect b="b" l="l" r="r" t="t"/>
              <a:pathLst>
                <a:path extrusionOk="0" h="2715" w="2863">
                  <a:moveTo>
                    <a:pt x="5" y="0"/>
                  </a:moveTo>
                  <a:lnTo>
                    <a:pt x="5" y="2522"/>
                  </a:lnTo>
                  <a:cubicBezTo>
                    <a:pt x="5" y="2560"/>
                    <a:pt x="5" y="2602"/>
                    <a:pt x="1" y="2639"/>
                  </a:cubicBezTo>
                  <a:cubicBezTo>
                    <a:pt x="477" y="2689"/>
                    <a:pt x="955" y="2714"/>
                    <a:pt x="1432" y="2714"/>
                  </a:cubicBezTo>
                  <a:cubicBezTo>
                    <a:pt x="1910" y="2714"/>
                    <a:pt x="2387" y="2689"/>
                    <a:pt x="2862" y="2639"/>
                  </a:cubicBezTo>
                  <a:cubicBezTo>
                    <a:pt x="2860" y="2602"/>
                    <a:pt x="2860" y="2560"/>
                    <a:pt x="2860" y="2522"/>
                  </a:cubicBezTo>
                  <a:lnTo>
                    <a:pt x="28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0"/>
            <p:cNvSpPr/>
            <p:nvPr/>
          </p:nvSpPr>
          <p:spPr>
            <a:xfrm>
              <a:off x="5030604" y="2174557"/>
              <a:ext cx="80545" cy="38947"/>
            </a:xfrm>
            <a:custGeom>
              <a:rect b="b" l="l" r="r" t="t"/>
              <a:pathLst>
                <a:path extrusionOk="0" h="1469" w="3038">
                  <a:moveTo>
                    <a:pt x="2365" y="1"/>
                  </a:moveTo>
                  <a:cubicBezTo>
                    <a:pt x="2279" y="1"/>
                    <a:pt x="2192" y="20"/>
                    <a:pt x="2110" y="61"/>
                  </a:cubicBezTo>
                  <a:cubicBezTo>
                    <a:pt x="1762" y="237"/>
                    <a:pt x="1378" y="326"/>
                    <a:pt x="990" y="326"/>
                  </a:cubicBezTo>
                  <a:cubicBezTo>
                    <a:pt x="893" y="326"/>
                    <a:pt x="796" y="321"/>
                    <a:pt x="699" y="310"/>
                  </a:cubicBezTo>
                  <a:cubicBezTo>
                    <a:pt x="677" y="307"/>
                    <a:pt x="655" y="305"/>
                    <a:pt x="633" y="305"/>
                  </a:cubicBezTo>
                  <a:cubicBezTo>
                    <a:pt x="395" y="305"/>
                    <a:pt x="181" y="466"/>
                    <a:pt x="110" y="700"/>
                  </a:cubicBezTo>
                  <a:lnTo>
                    <a:pt x="101" y="724"/>
                  </a:lnTo>
                  <a:cubicBezTo>
                    <a:pt x="1" y="1057"/>
                    <a:pt x="223" y="1401"/>
                    <a:pt x="569" y="1443"/>
                  </a:cubicBezTo>
                  <a:cubicBezTo>
                    <a:pt x="712" y="1460"/>
                    <a:pt x="855" y="1468"/>
                    <a:pt x="998" y="1468"/>
                  </a:cubicBezTo>
                  <a:cubicBezTo>
                    <a:pt x="1565" y="1468"/>
                    <a:pt x="2126" y="1336"/>
                    <a:pt x="2636" y="1079"/>
                  </a:cubicBezTo>
                  <a:cubicBezTo>
                    <a:pt x="2946" y="924"/>
                    <a:pt x="3037" y="525"/>
                    <a:pt x="2829" y="245"/>
                  </a:cubicBezTo>
                  <a:cubicBezTo>
                    <a:pt x="2824" y="236"/>
                    <a:pt x="2818" y="232"/>
                    <a:pt x="2813" y="223"/>
                  </a:cubicBezTo>
                  <a:cubicBezTo>
                    <a:pt x="2704" y="79"/>
                    <a:pt x="2537" y="1"/>
                    <a:pt x="2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0"/>
            <p:cNvSpPr/>
            <p:nvPr/>
          </p:nvSpPr>
          <p:spPr>
            <a:xfrm>
              <a:off x="4729607" y="2174716"/>
              <a:ext cx="80704" cy="38841"/>
            </a:xfrm>
            <a:custGeom>
              <a:rect b="b" l="l" r="r" t="t"/>
              <a:pathLst>
                <a:path extrusionOk="0" h="1465" w="3044">
                  <a:moveTo>
                    <a:pt x="674" y="0"/>
                  </a:moveTo>
                  <a:cubicBezTo>
                    <a:pt x="504" y="0"/>
                    <a:pt x="338" y="76"/>
                    <a:pt x="229" y="219"/>
                  </a:cubicBezTo>
                  <a:lnTo>
                    <a:pt x="211" y="242"/>
                  </a:lnTo>
                  <a:cubicBezTo>
                    <a:pt x="0" y="519"/>
                    <a:pt x="96" y="922"/>
                    <a:pt x="406" y="1078"/>
                  </a:cubicBezTo>
                  <a:cubicBezTo>
                    <a:pt x="915" y="1331"/>
                    <a:pt x="1477" y="1464"/>
                    <a:pt x="2044" y="1464"/>
                  </a:cubicBezTo>
                  <a:cubicBezTo>
                    <a:pt x="2187" y="1464"/>
                    <a:pt x="2329" y="1456"/>
                    <a:pt x="2471" y="1439"/>
                  </a:cubicBezTo>
                  <a:cubicBezTo>
                    <a:pt x="2817" y="1399"/>
                    <a:pt x="3043" y="1056"/>
                    <a:pt x="2939" y="723"/>
                  </a:cubicBezTo>
                  <a:lnTo>
                    <a:pt x="2932" y="696"/>
                  </a:lnTo>
                  <a:cubicBezTo>
                    <a:pt x="2861" y="462"/>
                    <a:pt x="2645" y="302"/>
                    <a:pt x="2404" y="302"/>
                  </a:cubicBezTo>
                  <a:cubicBezTo>
                    <a:pt x="2383" y="302"/>
                    <a:pt x="2362" y="303"/>
                    <a:pt x="2340" y="306"/>
                  </a:cubicBezTo>
                  <a:cubicBezTo>
                    <a:pt x="2245" y="317"/>
                    <a:pt x="2150" y="322"/>
                    <a:pt x="2055" y="322"/>
                  </a:cubicBezTo>
                  <a:cubicBezTo>
                    <a:pt x="1666" y="322"/>
                    <a:pt x="1279" y="232"/>
                    <a:pt x="930" y="60"/>
                  </a:cubicBezTo>
                  <a:cubicBezTo>
                    <a:pt x="848" y="19"/>
                    <a:pt x="760" y="0"/>
                    <a:pt x="6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0"/>
            <p:cNvSpPr/>
            <p:nvPr/>
          </p:nvSpPr>
          <p:spPr>
            <a:xfrm>
              <a:off x="4786053" y="2136936"/>
              <a:ext cx="292512" cy="140622"/>
            </a:xfrm>
            <a:custGeom>
              <a:rect b="b" l="l" r="r" t="t"/>
              <a:pathLst>
                <a:path extrusionOk="0" h="5304" w="11033">
                  <a:moveTo>
                    <a:pt x="10433" y="1"/>
                  </a:moveTo>
                  <a:cubicBezTo>
                    <a:pt x="10432" y="1"/>
                    <a:pt x="10430" y="1"/>
                    <a:pt x="10429" y="1"/>
                  </a:cubicBezTo>
                  <a:lnTo>
                    <a:pt x="3642" y="1"/>
                  </a:lnTo>
                  <a:cubicBezTo>
                    <a:pt x="1" y="3873"/>
                    <a:pt x="4958" y="5144"/>
                    <a:pt x="5882" y="5304"/>
                  </a:cubicBezTo>
                  <a:cubicBezTo>
                    <a:pt x="6530" y="5264"/>
                    <a:pt x="7120" y="5237"/>
                    <a:pt x="7761" y="5102"/>
                  </a:cubicBezTo>
                  <a:cubicBezTo>
                    <a:pt x="8666" y="4911"/>
                    <a:pt x="10074" y="4284"/>
                    <a:pt x="10074" y="4284"/>
                  </a:cubicBezTo>
                  <a:cubicBezTo>
                    <a:pt x="10334" y="3969"/>
                    <a:pt x="10713" y="3148"/>
                    <a:pt x="10788" y="2472"/>
                  </a:cubicBezTo>
                  <a:lnTo>
                    <a:pt x="10995" y="633"/>
                  </a:lnTo>
                  <a:cubicBezTo>
                    <a:pt x="11032" y="297"/>
                    <a:pt x="10768" y="1"/>
                    <a:pt x="104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0"/>
            <p:cNvSpPr/>
            <p:nvPr/>
          </p:nvSpPr>
          <p:spPr>
            <a:xfrm>
              <a:off x="4762191" y="2136883"/>
              <a:ext cx="176123" cy="154435"/>
            </a:xfrm>
            <a:custGeom>
              <a:rect b="b" l="l" r="r" t="t"/>
              <a:pathLst>
                <a:path extrusionOk="0" h="5825" w="6643">
                  <a:moveTo>
                    <a:pt x="608" y="1"/>
                  </a:moveTo>
                  <a:cubicBezTo>
                    <a:pt x="266" y="1"/>
                    <a:pt x="0" y="298"/>
                    <a:pt x="38" y="635"/>
                  </a:cubicBezTo>
                  <a:lnTo>
                    <a:pt x="244" y="2474"/>
                  </a:lnTo>
                  <a:cubicBezTo>
                    <a:pt x="319" y="3148"/>
                    <a:pt x="570" y="3769"/>
                    <a:pt x="958" y="4286"/>
                  </a:cubicBezTo>
                  <a:cubicBezTo>
                    <a:pt x="958" y="4286"/>
                    <a:pt x="1187" y="4397"/>
                    <a:pt x="1266" y="4483"/>
                  </a:cubicBezTo>
                  <a:cubicBezTo>
                    <a:pt x="1779" y="5049"/>
                    <a:pt x="2440" y="5093"/>
                    <a:pt x="3225" y="5259"/>
                  </a:cubicBezTo>
                  <a:cubicBezTo>
                    <a:pt x="4322" y="5491"/>
                    <a:pt x="5240" y="5824"/>
                    <a:pt x="6316" y="5824"/>
                  </a:cubicBezTo>
                  <a:cubicBezTo>
                    <a:pt x="6423" y="5824"/>
                    <a:pt x="6532" y="5821"/>
                    <a:pt x="6643" y="5814"/>
                  </a:cubicBezTo>
                  <a:cubicBezTo>
                    <a:pt x="6643" y="5814"/>
                    <a:pt x="3212" y="4275"/>
                    <a:pt x="4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0"/>
            <p:cNvSpPr/>
            <p:nvPr/>
          </p:nvSpPr>
          <p:spPr>
            <a:xfrm>
              <a:off x="4871317" y="2227847"/>
              <a:ext cx="181902" cy="67845"/>
            </a:xfrm>
            <a:custGeom>
              <a:rect b="b" l="l" r="r" t="t"/>
              <a:pathLst>
                <a:path extrusionOk="0" h="2559" w="6861">
                  <a:moveTo>
                    <a:pt x="6861" y="855"/>
                  </a:moveTo>
                  <a:cubicBezTo>
                    <a:pt x="6859" y="856"/>
                    <a:pt x="6858" y="858"/>
                    <a:pt x="6857" y="859"/>
                  </a:cubicBezTo>
                  <a:lnTo>
                    <a:pt x="6861" y="859"/>
                  </a:lnTo>
                  <a:lnTo>
                    <a:pt x="6861" y="855"/>
                  </a:lnTo>
                  <a:close/>
                  <a:moveTo>
                    <a:pt x="2711" y="1"/>
                  </a:moveTo>
                  <a:cubicBezTo>
                    <a:pt x="2551" y="1"/>
                    <a:pt x="2425" y="129"/>
                    <a:pt x="2425" y="287"/>
                  </a:cubicBezTo>
                  <a:lnTo>
                    <a:pt x="2425" y="573"/>
                  </a:lnTo>
                  <a:cubicBezTo>
                    <a:pt x="2425" y="730"/>
                    <a:pt x="2296" y="859"/>
                    <a:pt x="2139" y="859"/>
                  </a:cubicBezTo>
                  <a:lnTo>
                    <a:pt x="1569" y="859"/>
                  </a:lnTo>
                  <a:cubicBezTo>
                    <a:pt x="748" y="1065"/>
                    <a:pt x="1" y="1959"/>
                    <a:pt x="1974" y="2558"/>
                  </a:cubicBezTo>
                  <a:cubicBezTo>
                    <a:pt x="2873" y="2549"/>
                    <a:pt x="3769" y="2452"/>
                    <a:pt x="4651" y="2267"/>
                  </a:cubicBezTo>
                  <a:cubicBezTo>
                    <a:pt x="5555" y="2075"/>
                    <a:pt x="6327" y="1564"/>
                    <a:pt x="6857" y="859"/>
                  </a:cubicBezTo>
                  <a:lnTo>
                    <a:pt x="5851" y="859"/>
                  </a:lnTo>
                  <a:lnTo>
                    <a:pt x="5851" y="287"/>
                  </a:lnTo>
                  <a:cubicBezTo>
                    <a:pt x="5851" y="129"/>
                    <a:pt x="5723" y="1"/>
                    <a:pt x="5565" y="1"/>
                  </a:cubicBezTo>
                  <a:lnTo>
                    <a:pt x="4995" y="1"/>
                  </a:lnTo>
                  <a:cubicBezTo>
                    <a:pt x="4836" y="1"/>
                    <a:pt x="4709" y="129"/>
                    <a:pt x="4709" y="287"/>
                  </a:cubicBezTo>
                  <a:lnTo>
                    <a:pt x="4709" y="573"/>
                  </a:lnTo>
                  <a:cubicBezTo>
                    <a:pt x="4709" y="730"/>
                    <a:pt x="4581" y="859"/>
                    <a:pt x="4423" y="859"/>
                  </a:cubicBezTo>
                  <a:lnTo>
                    <a:pt x="3853" y="859"/>
                  </a:lnTo>
                  <a:cubicBezTo>
                    <a:pt x="3693" y="859"/>
                    <a:pt x="3567" y="730"/>
                    <a:pt x="3567" y="573"/>
                  </a:cubicBezTo>
                  <a:lnTo>
                    <a:pt x="3567" y="287"/>
                  </a:lnTo>
                  <a:cubicBezTo>
                    <a:pt x="3567" y="129"/>
                    <a:pt x="3438" y="1"/>
                    <a:pt x="3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0"/>
            <p:cNvSpPr/>
            <p:nvPr/>
          </p:nvSpPr>
          <p:spPr>
            <a:xfrm>
              <a:off x="4787696" y="2227741"/>
              <a:ext cx="135983" cy="67899"/>
            </a:xfrm>
            <a:custGeom>
              <a:rect b="b" l="l" r="r" t="t"/>
              <a:pathLst>
                <a:path extrusionOk="0" h="2561" w="5129">
                  <a:moveTo>
                    <a:pt x="1294" y="0"/>
                  </a:moveTo>
                  <a:cubicBezTo>
                    <a:pt x="1136" y="0"/>
                    <a:pt x="1010" y="127"/>
                    <a:pt x="1010" y="286"/>
                  </a:cubicBezTo>
                  <a:lnTo>
                    <a:pt x="1010" y="856"/>
                  </a:lnTo>
                  <a:lnTo>
                    <a:pt x="1" y="856"/>
                  </a:lnTo>
                  <a:cubicBezTo>
                    <a:pt x="69" y="952"/>
                    <a:pt x="145" y="1043"/>
                    <a:pt x="225" y="1129"/>
                  </a:cubicBezTo>
                  <a:cubicBezTo>
                    <a:pt x="737" y="1695"/>
                    <a:pt x="1425" y="2101"/>
                    <a:pt x="2210" y="2267"/>
                  </a:cubicBezTo>
                  <a:cubicBezTo>
                    <a:pt x="3141" y="2464"/>
                    <a:pt x="4087" y="2560"/>
                    <a:pt x="5033" y="2560"/>
                  </a:cubicBezTo>
                  <a:cubicBezTo>
                    <a:pt x="5065" y="2560"/>
                    <a:pt x="5097" y="2560"/>
                    <a:pt x="5128" y="2560"/>
                  </a:cubicBezTo>
                  <a:cubicBezTo>
                    <a:pt x="4153" y="1721"/>
                    <a:pt x="4718" y="859"/>
                    <a:pt x="4723" y="856"/>
                  </a:cubicBezTo>
                  <a:cubicBezTo>
                    <a:pt x="4563" y="856"/>
                    <a:pt x="4436" y="730"/>
                    <a:pt x="4436" y="570"/>
                  </a:cubicBezTo>
                  <a:lnTo>
                    <a:pt x="4436" y="286"/>
                  </a:lnTo>
                  <a:cubicBezTo>
                    <a:pt x="4436" y="127"/>
                    <a:pt x="4308" y="0"/>
                    <a:pt x="4150" y="0"/>
                  </a:cubicBezTo>
                  <a:lnTo>
                    <a:pt x="3580" y="0"/>
                  </a:lnTo>
                  <a:cubicBezTo>
                    <a:pt x="3421" y="0"/>
                    <a:pt x="3294" y="127"/>
                    <a:pt x="3294" y="286"/>
                  </a:cubicBezTo>
                  <a:lnTo>
                    <a:pt x="3294" y="570"/>
                  </a:lnTo>
                  <a:cubicBezTo>
                    <a:pt x="3294" y="730"/>
                    <a:pt x="3166" y="856"/>
                    <a:pt x="3008" y="856"/>
                  </a:cubicBezTo>
                  <a:lnTo>
                    <a:pt x="2438" y="856"/>
                  </a:lnTo>
                  <a:cubicBezTo>
                    <a:pt x="2278" y="856"/>
                    <a:pt x="2152" y="730"/>
                    <a:pt x="2152" y="570"/>
                  </a:cubicBezTo>
                  <a:lnTo>
                    <a:pt x="2152" y="286"/>
                  </a:lnTo>
                  <a:cubicBezTo>
                    <a:pt x="2152" y="127"/>
                    <a:pt x="2023" y="0"/>
                    <a:pt x="18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3" name="Google Shape;4073;p70"/>
          <p:cNvGrpSpPr/>
          <p:nvPr/>
        </p:nvGrpSpPr>
        <p:grpSpPr>
          <a:xfrm>
            <a:off x="4747371" y="1439259"/>
            <a:ext cx="346545" cy="376424"/>
            <a:chOff x="4747371" y="1439259"/>
            <a:chExt cx="346545" cy="376424"/>
          </a:xfrm>
        </p:grpSpPr>
        <p:sp>
          <p:nvSpPr>
            <p:cNvPr id="4074" name="Google Shape;4074;p70"/>
            <p:cNvSpPr/>
            <p:nvPr/>
          </p:nvSpPr>
          <p:spPr>
            <a:xfrm>
              <a:off x="4747371" y="1446842"/>
              <a:ext cx="206188" cy="343443"/>
            </a:xfrm>
            <a:custGeom>
              <a:rect b="b" l="l" r="r" t="t"/>
              <a:pathLst>
                <a:path extrusionOk="0" h="12954" w="7777">
                  <a:moveTo>
                    <a:pt x="3143" y="0"/>
                  </a:moveTo>
                  <a:cubicBezTo>
                    <a:pt x="3467" y="1114"/>
                    <a:pt x="3573" y="2183"/>
                    <a:pt x="3518" y="3216"/>
                  </a:cubicBezTo>
                  <a:cubicBezTo>
                    <a:pt x="3507" y="3449"/>
                    <a:pt x="3351" y="3653"/>
                    <a:pt x="3130" y="3729"/>
                  </a:cubicBezTo>
                  <a:cubicBezTo>
                    <a:pt x="2429" y="3968"/>
                    <a:pt x="1766" y="4352"/>
                    <a:pt x="1191" y="4889"/>
                  </a:cubicBezTo>
                  <a:cubicBezTo>
                    <a:pt x="506" y="5532"/>
                    <a:pt x="0" y="6346"/>
                    <a:pt x="0" y="7355"/>
                  </a:cubicBezTo>
                  <a:cubicBezTo>
                    <a:pt x="0" y="8187"/>
                    <a:pt x="344" y="8972"/>
                    <a:pt x="845" y="9675"/>
                  </a:cubicBezTo>
                  <a:cubicBezTo>
                    <a:pt x="845" y="9675"/>
                    <a:pt x="1034" y="9697"/>
                    <a:pt x="1071" y="9748"/>
                  </a:cubicBezTo>
                  <a:cubicBezTo>
                    <a:pt x="1120" y="9812"/>
                    <a:pt x="1105" y="10017"/>
                    <a:pt x="1105" y="10017"/>
                  </a:cubicBezTo>
                  <a:cubicBezTo>
                    <a:pt x="1198" y="10127"/>
                    <a:pt x="1289" y="10236"/>
                    <a:pt x="1386" y="10340"/>
                  </a:cubicBezTo>
                  <a:cubicBezTo>
                    <a:pt x="1386" y="10340"/>
                    <a:pt x="1790" y="10615"/>
                    <a:pt x="1945" y="10762"/>
                  </a:cubicBezTo>
                  <a:cubicBezTo>
                    <a:pt x="2025" y="10839"/>
                    <a:pt x="2078" y="11026"/>
                    <a:pt x="2078" y="11026"/>
                  </a:cubicBezTo>
                  <a:cubicBezTo>
                    <a:pt x="3396" y="12210"/>
                    <a:pt x="4853" y="12953"/>
                    <a:pt x="4853" y="12953"/>
                  </a:cubicBezTo>
                  <a:cubicBezTo>
                    <a:pt x="4853" y="12953"/>
                    <a:pt x="5911" y="12219"/>
                    <a:pt x="6281" y="11993"/>
                  </a:cubicBezTo>
                  <a:cubicBezTo>
                    <a:pt x="5989" y="10385"/>
                    <a:pt x="5680" y="8983"/>
                    <a:pt x="5680" y="6807"/>
                  </a:cubicBezTo>
                  <a:cubicBezTo>
                    <a:pt x="5680" y="4889"/>
                    <a:pt x="5802" y="2132"/>
                    <a:pt x="5802" y="2132"/>
                  </a:cubicBezTo>
                  <a:cubicBezTo>
                    <a:pt x="6299" y="1788"/>
                    <a:pt x="7776" y="1034"/>
                    <a:pt x="7541" y="513"/>
                  </a:cubicBezTo>
                  <a:cubicBezTo>
                    <a:pt x="7457" y="506"/>
                    <a:pt x="7370" y="502"/>
                    <a:pt x="7282" y="502"/>
                  </a:cubicBezTo>
                  <a:cubicBezTo>
                    <a:pt x="6971" y="502"/>
                    <a:pt x="6672" y="559"/>
                    <a:pt x="6399" y="668"/>
                  </a:cubicBezTo>
                  <a:cubicBezTo>
                    <a:pt x="6445" y="446"/>
                    <a:pt x="6503" y="224"/>
                    <a:pt x="65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0"/>
            <p:cNvSpPr/>
            <p:nvPr/>
          </p:nvSpPr>
          <p:spPr>
            <a:xfrm>
              <a:off x="4851379" y="1460469"/>
              <a:ext cx="153454" cy="329869"/>
            </a:xfrm>
            <a:custGeom>
              <a:rect b="b" l="l" r="r" t="t"/>
              <a:pathLst>
                <a:path extrusionOk="0" h="12442" w="5788">
                  <a:moveTo>
                    <a:pt x="3359" y="1130"/>
                  </a:moveTo>
                  <a:cubicBezTo>
                    <a:pt x="4068" y="1130"/>
                    <a:pt x="4645" y="1707"/>
                    <a:pt x="4645" y="2416"/>
                  </a:cubicBezTo>
                  <a:lnTo>
                    <a:pt x="4645" y="4421"/>
                  </a:lnTo>
                  <a:cubicBezTo>
                    <a:pt x="4629" y="4404"/>
                    <a:pt x="4612" y="4390"/>
                    <a:pt x="4596" y="4375"/>
                  </a:cubicBezTo>
                  <a:cubicBezTo>
                    <a:pt x="4024" y="3838"/>
                    <a:pt x="3363" y="3450"/>
                    <a:pt x="2658" y="3215"/>
                  </a:cubicBezTo>
                  <a:cubicBezTo>
                    <a:pt x="2436" y="3139"/>
                    <a:pt x="2283" y="2937"/>
                    <a:pt x="2270" y="2702"/>
                  </a:cubicBezTo>
                  <a:cubicBezTo>
                    <a:pt x="2254" y="2383"/>
                    <a:pt x="2250" y="2061"/>
                    <a:pt x="2267" y="1738"/>
                  </a:cubicBezTo>
                  <a:cubicBezTo>
                    <a:pt x="2494" y="1374"/>
                    <a:pt x="2899" y="1130"/>
                    <a:pt x="3359" y="1130"/>
                  </a:cubicBezTo>
                  <a:close/>
                  <a:moveTo>
                    <a:pt x="3620" y="1"/>
                  </a:moveTo>
                  <a:cubicBezTo>
                    <a:pt x="3514" y="442"/>
                    <a:pt x="3119" y="773"/>
                    <a:pt x="2647" y="773"/>
                  </a:cubicBezTo>
                  <a:lnTo>
                    <a:pt x="1724" y="773"/>
                  </a:lnTo>
                  <a:cubicBezTo>
                    <a:pt x="1511" y="773"/>
                    <a:pt x="1314" y="890"/>
                    <a:pt x="1216" y="1083"/>
                  </a:cubicBezTo>
                  <a:cubicBezTo>
                    <a:pt x="449" y="2589"/>
                    <a:pt x="1" y="4377"/>
                    <a:pt x="1" y="6295"/>
                  </a:cubicBezTo>
                  <a:cubicBezTo>
                    <a:pt x="1" y="8471"/>
                    <a:pt x="932" y="10314"/>
                    <a:pt x="2361" y="11483"/>
                  </a:cubicBezTo>
                  <a:cubicBezTo>
                    <a:pt x="1997" y="11700"/>
                    <a:pt x="972" y="12415"/>
                    <a:pt x="932" y="12441"/>
                  </a:cubicBezTo>
                  <a:cubicBezTo>
                    <a:pt x="979" y="12419"/>
                    <a:pt x="2407" y="11681"/>
                    <a:pt x="3705" y="10514"/>
                  </a:cubicBezTo>
                  <a:cubicBezTo>
                    <a:pt x="3705" y="10514"/>
                    <a:pt x="3771" y="10341"/>
                    <a:pt x="3866" y="10252"/>
                  </a:cubicBezTo>
                  <a:cubicBezTo>
                    <a:pt x="4008" y="10115"/>
                    <a:pt x="4399" y="9829"/>
                    <a:pt x="4399" y="9829"/>
                  </a:cubicBezTo>
                  <a:cubicBezTo>
                    <a:pt x="4496" y="9724"/>
                    <a:pt x="4590" y="9616"/>
                    <a:pt x="4678" y="9505"/>
                  </a:cubicBezTo>
                  <a:cubicBezTo>
                    <a:pt x="4678" y="9505"/>
                    <a:pt x="4656" y="9318"/>
                    <a:pt x="4707" y="9256"/>
                  </a:cubicBezTo>
                  <a:cubicBezTo>
                    <a:pt x="4743" y="9205"/>
                    <a:pt x="4940" y="9163"/>
                    <a:pt x="4940" y="9163"/>
                  </a:cubicBezTo>
                  <a:cubicBezTo>
                    <a:pt x="5443" y="8460"/>
                    <a:pt x="5785" y="7675"/>
                    <a:pt x="5785" y="6843"/>
                  </a:cubicBezTo>
                  <a:lnTo>
                    <a:pt x="5785" y="2416"/>
                  </a:lnTo>
                  <a:cubicBezTo>
                    <a:pt x="5787" y="1163"/>
                    <a:pt x="4840" y="132"/>
                    <a:pt x="3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0"/>
            <p:cNvSpPr/>
            <p:nvPr/>
          </p:nvSpPr>
          <p:spPr>
            <a:xfrm>
              <a:off x="4805460" y="1777718"/>
              <a:ext cx="141259" cy="37886"/>
            </a:xfrm>
            <a:custGeom>
              <a:rect b="b" l="l" r="r" t="t"/>
              <a:pathLst>
                <a:path extrusionOk="0" h="1429" w="5328">
                  <a:moveTo>
                    <a:pt x="2666" y="1"/>
                  </a:moveTo>
                  <a:cubicBezTo>
                    <a:pt x="1418" y="1"/>
                    <a:pt x="675" y="393"/>
                    <a:pt x="167" y="952"/>
                  </a:cubicBezTo>
                  <a:cubicBezTo>
                    <a:pt x="0" y="1134"/>
                    <a:pt x="131" y="1429"/>
                    <a:pt x="377" y="1429"/>
                  </a:cubicBezTo>
                  <a:lnTo>
                    <a:pt x="4951" y="1429"/>
                  </a:lnTo>
                  <a:cubicBezTo>
                    <a:pt x="5197" y="1429"/>
                    <a:pt x="5328" y="1136"/>
                    <a:pt x="5162" y="952"/>
                  </a:cubicBezTo>
                  <a:cubicBezTo>
                    <a:pt x="4656" y="395"/>
                    <a:pt x="3913" y="1"/>
                    <a:pt x="2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0"/>
            <p:cNvSpPr/>
            <p:nvPr/>
          </p:nvSpPr>
          <p:spPr>
            <a:xfrm>
              <a:off x="4826802" y="1764912"/>
              <a:ext cx="98520" cy="22774"/>
            </a:xfrm>
            <a:custGeom>
              <a:rect b="b" l="l" r="r" t="t"/>
              <a:pathLst>
                <a:path extrusionOk="0" h="859" w="3716">
                  <a:moveTo>
                    <a:pt x="431" y="0"/>
                  </a:moveTo>
                  <a:cubicBezTo>
                    <a:pt x="194" y="0"/>
                    <a:pt x="1" y="191"/>
                    <a:pt x="1" y="428"/>
                  </a:cubicBezTo>
                  <a:cubicBezTo>
                    <a:pt x="1" y="665"/>
                    <a:pt x="191" y="858"/>
                    <a:pt x="431" y="858"/>
                  </a:cubicBezTo>
                  <a:lnTo>
                    <a:pt x="3285" y="858"/>
                  </a:lnTo>
                  <a:cubicBezTo>
                    <a:pt x="3525" y="856"/>
                    <a:pt x="3716" y="665"/>
                    <a:pt x="3716" y="428"/>
                  </a:cubicBezTo>
                  <a:cubicBezTo>
                    <a:pt x="3716" y="193"/>
                    <a:pt x="3525" y="0"/>
                    <a:pt x="3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0"/>
            <p:cNvSpPr/>
            <p:nvPr/>
          </p:nvSpPr>
          <p:spPr>
            <a:xfrm>
              <a:off x="4770012" y="1689643"/>
              <a:ext cx="212471" cy="49578"/>
            </a:xfrm>
            <a:custGeom>
              <a:rect b="b" l="l" r="r" t="t"/>
              <a:pathLst>
                <a:path extrusionOk="0" h="1870" w="8014">
                  <a:moveTo>
                    <a:pt x="4001" y="434"/>
                  </a:moveTo>
                  <a:cubicBezTo>
                    <a:pt x="4115" y="434"/>
                    <a:pt x="4230" y="465"/>
                    <a:pt x="4332" y="526"/>
                  </a:cubicBezTo>
                  <a:lnTo>
                    <a:pt x="4879" y="852"/>
                  </a:lnTo>
                  <a:cubicBezTo>
                    <a:pt x="4937" y="890"/>
                    <a:pt x="4997" y="916"/>
                    <a:pt x="5059" y="938"/>
                  </a:cubicBezTo>
                  <a:cubicBezTo>
                    <a:pt x="4997" y="961"/>
                    <a:pt x="4937" y="992"/>
                    <a:pt x="4879" y="1025"/>
                  </a:cubicBezTo>
                  <a:lnTo>
                    <a:pt x="4332" y="1351"/>
                  </a:lnTo>
                  <a:cubicBezTo>
                    <a:pt x="4230" y="1412"/>
                    <a:pt x="4115" y="1442"/>
                    <a:pt x="4001" y="1442"/>
                  </a:cubicBezTo>
                  <a:cubicBezTo>
                    <a:pt x="3887" y="1442"/>
                    <a:pt x="3773" y="1412"/>
                    <a:pt x="3671" y="1351"/>
                  </a:cubicBezTo>
                  <a:lnTo>
                    <a:pt x="3123" y="1025"/>
                  </a:lnTo>
                  <a:cubicBezTo>
                    <a:pt x="3065" y="989"/>
                    <a:pt x="3005" y="961"/>
                    <a:pt x="2943" y="938"/>
                  </a:cubicBezTo>
                  <a:cubicBezTo>
                    <a:pt x="3005" y="916"/>
                    <a:pt x="3065" y="887"/>
                    <a:pt x="3123" y="852"/>
                  </a:cubicBezTo>
                  <a:lnTo>
                    <a:pt x="3671" y="526"/>
                  </a:lnTo>
                  <a:cubicBezTo>
                    <a:pt x="3773" y="465"/>
                    <a:pt x="3887" y="434"/>
                    <a:pt x="4001" y="434"/>
                  </a:cubicBezTo>
                  <a:close/>
                  <a:moveTo>
                    <a:pt x="1149" y="1"/>
                  </a:moveTo>
                  <a:cubicBezTo>
                    <a:pt x="959" y="1"/>
                    <a:pt x="770" y="52"/>
                    <a:pt x="601" y="155"/>
                  </a:cubicBezTo>
                  <a:lnTo>
                    <a:pt x="0" y="515"/>
                  </a:lnTo>
                  <a:cubicBezTo>
                    <a:pt x="82" y="632"/>
                    <a:pt x="171" y="745"/>
                    <a:pt x="262" y="859"/>
                  </a:cubicBezTo>
                  <a:lnTo>
                    <a:pt x="823" y="524"/>
                  </a:lnTo>
                  <a:cubicBezTo>
                    <a:pt x="925" y="463"/>
                    <a:pt x="1039" y="432"/>
                    <a:pt x="1154" y="432"/>
                  </a:cubicBezTo>
                  <a:cubicBezTo>
                    <a:pt x="1268" y="432"/>
                    <a:pt x="1383" y="463"/>
                    <a:pt x="1486" y="524"/>
                  </a:cubicBezTo>
                  <a:lnTo>
                    <a:pt x="2032" y="850"/>
                  </a:lnTo>
                  <a:cubicBezTo>
                    <a:pt x="2089" y="887"/>
                    <a:pt x="2151" y="914"/>
                    <a:pt x="2211" y="936"/>
                  </a:cubicBezTo>
                  <a:cubicBezTo>
                    <a:pt x="2151" y="958"/>
                    <a:pt x="2089" y="989"/>
                    <a:pt x="2032" y="1023"/>
                  </a:cubicBezTo>
                  <a:lnTo>
                    <a:pt x="1486" y="1349"/>
                  </a:lnTo>
                  <a:cubicBezTo>
                    <a:pt x="1383" y="1410"/>
                    <a:pt x="1268" y="1440"/>
                    <a:pt x="1154" y="1440"/>
                  </a:cubicBezTo>
                  <a:cubicBezTo>
                    <a:pt x="1039" y="1440"/>
                    <a:pt x="925" y="1410"/>
                    <a:pt x="823" y="1349"/>
                  </a:cubicBezTo>
                  <a:lnTo>
                    <a:pt x="543" y="1180"/>
                  </a:lnTo>
                  <a:lnTo>
                    <a:pt x="543" y="1180"/>
                  </a:lnTo>
                  <a:cubicBezTo>
                    <a:pt x="761" y="1422"/>
                    <a:pt x="998" y="1653"/>
                    <a:pt x="1235" y="1865"/>
                  </a:cubicBezTo>
                  <a:cubicBezTo>
                    <a:pt x="1400" y="1852"/>
                    <a:pt x="1559" y="1801"/>
                    <a:pt x="1703" y="1715"/>
                  </a:cubicBezTo>
                  <a:lnTo>
                    <a:pt x="2251" y="1389"/>
                  </a:lnTo>
                  <a:cubicBezTo>
                    <a:pt x="2353" y="1328"/>
                    <a:pt x="2467" y="1297"/>
                    <a:pt x="2582" y="1297"/>
                  </a:cubicBezTo>
                  <a:cubicBezTo>
                    <a:pt x="2696" y="1297"/>
                    <a:pt x="2810" y="1328"/>
                    <a:pt x="2912" y="1389"/>
                  </a:cubicBezTo>
                  <a:lnTo>
                    <a:pt x="3460" y="1715"/>
                  </a:lnTo>
                  <a:cubicBezTo>
                    <a:pt x="3630" y="1818"/>
                    <a:pt x="3820" y="1869"/>
                    <a:pt x="4010" y="1869"/>
                  </a:cubicBezTo>
                  <a:cubicBezTo>
                    <a:pt x="4200" y="1869"/>
                    <a:pt x="4390" y="1818"/>
                    <a:pt x="4560" y="1715"/>
                  </a:cubicBezTo>
                  <a:lnTo>
                    <a:pt x="5106" y="1389"/>
                  </a:lnTo>
                  <a:cubicBezTo>
                    <a:pt x="5208" y="1328"/>
                    <a:pt x="5322" y="1297"/>
                    <a:pt x="5436" y="1297"/>
                  </a:cubicBezTo>
                  <a:cubicBezTo>
                    <a:pt x="5551" y="1297"/>
                    <a:pt x="5666" y="1328"/>
                    <a:pt x="5769" y="1389"/>
                  </a:cubicBezTo>
                  <a:lnTo>
                    <a:pt x="6314" y="1715"/>
                  </a:lnTo>
                  <a:cubicBezTo>
                    <a:pt x="6461" y="1803"/>
                    <a:pt x="6618" y="1854"/>
                    <a:pt x="6782" y="1865"/>
                  </a:cubicBezTo>
                  <a:cubicBezTo>
                    <a:pt x="7022" y="1653"/>
                    <a:pt x="7257" y="1422"/>
                    <a:pt x="7477" y="1180"/>
                  </a:cubicBezTo>
                  <a:lnTo>
                    <a:pt x="7477" y="1180"/>
                  </a:lnTo>
                  <a:lnTo>
                    <a:pt x="7195" y="1349"/>
                  </a:lnTo>
                  <a:cubicBezTo>
                    <a:pt x="7093" y="1410"/>
                    <a:pt x="6979" y="1440"/>
                    <a:pt x="6864" y="1440"/>
                  </a:cubicBezTo>
                  <a:cubicBezTo>
                    <a:pt x="6750" y="1440"/>
                    <a:pt x="6636" y="1410"/>
                    <a:pt x="6534" y="1349"/>
                  </a:cubicBezTo>
                  <a:lnTo>
                    <a:pt x="5986" y="1023"/>
                  </a:lnTo>
                  <a:cubicBezTo>
                    <a:pt x="5929" y="987"/>
                    <a:pt x="5869" y="958"/>
                    <a:pt x="5807" y="936"/>
                  </a:cubicBezTo>
                  <a:cubicBezTo>
                    <a:pt x="5869" y="914"/>
                    <a:pt x="5929" y="883"/>
                    <a:pt x="5986" y="850"/>
                  </a:cubicBezTo>
                  <a:lnTo>
                    <a:pt x="6527" y="524"/>
                  </a:lnTo>
                  <a:cubicBezTo>
                    <a:pt x="6631" y="463"/>
                    <a:pt x="6745" y="432"/>
                    <a:pt x="6860" y="432"/>
                  </a:cubicBezTo>
                  <a:cubicBezTo>
                    <a:pt x="6974" y="432"/>
                    <a:pt x="7089" y="463"/>
                    <a:pt x="7191" y="524"/>
                  </a:cubicBezTo>
                  <a:lnTo>
                    <a:pt x="7749" y="859"/>
                  </a:lnTo>
                  <a:cubicBezTo>
                    <a:pt x="7843" y="748"/>
                    <a:pt x="7927" y="634"/>
                    <a:pt x="8013" y="515"/>
                  </a:cubicBezTo>
                  <a:lnTo>
                    <a:pt x="7412" y="155"/>
                  </a:lnTo>
                  <a:cubicBezTo>
                    <a:pt x="7242" y="52"/>
                    <a:pt x="7051" y="1"/>
                    <a:pt x="6861" y="1"/>
                  </a:cubicBezTo>
                  <a:cubicBezTo>
                    <a:pt x="6670" y="1"/>
                    <a:pt x="6481" y="52"/>
                    <a:pt x="6312" y="155"/>
                  </a:cubicBezTo>
                  <a:lnTo>
                    <a:pt x="5767" y="481"/>
                  </a:lnTo>
                  <a:cubicBezTo>
                    <a:pt x="5663" y="542"/>
                    <a:pt x="5549" y="573"/>
                    <a:pt x="5434" y="573"/>
                  </a:cubicBezTo>
                  <a:cubicBezTo>
                    <a:pt x="5320" y="573"/>
                    <a:pt x="5205" y="542"/>
                    <a:pt x="5103" y="481"/>
                  </a:cubicBezTo>
                  <a:lnTo>
                    <a:pt x="4558" y="155"/>
                  </a:lnTo>
                  <a:cubicBezTo>
                    <a:pt x="4387" y="52"/>
                    <a:pt x="4196" y="1"/>
                    <a:pt x="4006" y="1"/>
                  </a:cubicBezTo>
                  <a:cubicBezTo>
                    <a:pt x="3815" y="1"/>
                    <a:pt x="3625" y="52"/>
                    <a:pt x="3456" y="155"/>
                  </a:cubicBezTo>
                  <a:lnTo>
                    <a:pt x="2910" y="481"/>
                  </a:lnTo>
                  <a:cubicBezTo>
                    <a:pt x="2808" y="542"/>
                    <a:pt x="2694" y="573"/>
                    <a:pt x="2579" y="573"/>
                  </a:cubicBezTo>
                  <a:cubicBezTo>
                    <a:pt x="2465" y="573"/>
                    <a:pt x="2350" y="542"/>
                    <a:pt x="2247" y="481"/>
                  </a:cubicBezTo>
                  <a:lnTo>
                    <a:pt x="1701" y="155"/>
                  </a:lnTo>
                  <a:cubicBezTo>
                    <a:pt x="1530" y="52"/>
                    <a:pt x="1340" y="1"/>
                    <a:pt x="1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0"/>
            <p:cNvSpPr/>
            <p:nvPr/>
          </p:nvSpPr>
          <p:spPr>
            <a:xfrm>
              <a:off x="4815561" y="1439259"/>
              <a:ext cx="121162" cy="30304"/>
            </a:xfrm>
            <a:custGeom>
              <a:rect b="b" l="l" r="r" t="t"/>
              <a:pathLst>
                <a:path extrusionOk="0" h="1143" w="4570">
                  <a:moveTo>
                    <a:pt x="571" y="0"/>
                  </a:moveTo>
                  <a:cubicBezTo>
                    <a:pt x="256" y="0"/>
                    <a:pt x="1" y="255"/>
                    <a:pt x="1" y="570"/>
                  </a:cubicBezTo>
                  <a:cubicBezTo>
                    <a:pt x="1" y="887"/>
                    <a:pt x="256" y="1143"/>
                    <a:pt x="571" y="1143"/>
                  </a:cubicBezTo>
                  <a:lnTo>
                    <a:pt x="3998" y="1143"/>
                  </a:lnTo>
                  <a:cubicBezTo>
                    <a:pt x="4315" y="1143"/>
                    <a:pt x="4570" y="887"/>
                    <a:pt x="4570" y="570"/>
                  </a:cubicBezTo>
                  <a:cubicBezTo>
                    <a:pt x="4570" y="255"/>
                    <a:pt x="4315" y="0"/>
                    <a:pt x="3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0"/>
            <p:cNvSpPr/>
            <p:nvPr/>
          </p:nvSpPr>
          <p:spPr>
            <a:xfrm>
              <a:off x="4994043" y="1704464"/>
              <a:ext cx="68243" cy="68217"/>
            </a:xfrm>
            <a:custGeom>
              <a:rect b="b" l="l" r="r" t="t"/>
              <a:pathLst>
                <a:path extrusionOk="0" h="2573" w="2574">
                  <a:moveTo>
                    <a:pt x="1287" y="0"/>
                  </a:moveTo>
                  <a:cubicBezTo>
                    <a:pt x="575" y="0"/>
                    <a:pt x="0" y="577"/>
                    <a:pt x="0" y="1286"/>
                  </a:cubicBezTo>
                  <a:cubicBezTo>
                    <a:pt x="0" y="1996"/>
                    <a:pt x="575" y="2573"/>
                    <a:pt x="1287" y="2573"/>
                  </a:cubicBezTo>
                  <a:cubicBezTo>
                    <a:pt x="1996" y="2573"/>
                    <a:pt x="2573" y="1996"/>
                    <a:pt x="2573" y="1286"/>
                  </a:cubicBezTo>
                  <a:cubicBezTo>
                    <a:pt x="2573" y="577"/>
                    <a:pt x="1996" y="0"/>
                    <a:pt x="1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0"/>
            <p:cNvSpPr/>
            <p:nvPr/>
          </p:nvSpPr>
          <p:spPr>
            <a:xfrm>
              <a:off x="4963686" y="1747440"/>
              <a:ext cx="68243" cy="68243"/>
            </a:xfrm>
            <a:custGeom>
              <a:rect b="b" l="l" r="r" t="t"/>
              <a:pathLst>
                <a:path extrusionOk="0" h="2574" w="2574">
                  <a:moveTo>
                    <a:pt x="1287" y="0"/>
                  </a:moveTo>
                  <a:cubicBezTo>
                    <a:pt x="578" y="0"/>
                    <a:pt x="1" y="577"/>
                    <a:pt x="1" y="1287"/>
                  </a:cubicBezTo>
                  <a:cubicBezTo>
                    <a:pt x="1" y="1999"/>
                    <a:pt x="578" y="2573"/>
                    <a:pt x="1287" y="2573"/>
                  </a:cubicBezTo>
                  <a:cubicBezTo>
                    <a:pt x="1999" y="2573"/>
                    <a:pt x="2574" y="1999"/>
                    <a:pt x="2574" y="1287"/>
                  </a:cubicBezTo>
                  <a:cubicBezTo>
                    <a:pt x="2574" y="577"/>
                    <a:pt x="1999" y="0"/>
                    <a:pt x="1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0"/>
            <p:cNvSpPr/>
            <p:nvPr/>
          </p:nvSpPr>
          <p:spPr>
            <a:xfrm>
              <a:off x="5042906" y="1705975"/>
              <a:ext cx="51010" cy="50109"/>
            </a:xfrm>
            <a:custGeom>
              <a:rect b="b" l="l" r="r" t="t"/>
              <a:pathLst>
                <a:path extrusionOk="0" h="1890" w="1924">
                  <a:moveTo>
                    <a:pt x="1495" y="0"/>
                  </a:moveTo>
                  <a:cubicBezTo>
                    <a:pt x="1184" y="0"/>
                    <a:pt x="745" y="68"/>
                    <a:pt x="415" y="398"/>
                  </a:cubicBezTo>
                  <a:cubicBezTo>
                    <a:pt x="31" y="786"/>
                    <a:pt x="0" y="1318"/>
                    <a:pt x="23" y="1620"/>
                  </a:cubicBezTo>
                  <a:cubicBezTo>
                    <a:pt x="34" y="1762"/>
                    <a:pt x="145" y="1873"/>
                    <a:pt x="287" y="1884"/>
                  </a:cubicBezTo>
                  <a:cubicBezTo>
                    <a:pt x="331" y="1887"/>
                    <a:pt x="380" y="1889"/>
                    <a:pt x="434" y="1889"/>
                  </a:cubicBezTo>
                  <a:cubicBezTo>
                    <a:pt x="742" y="1889"/>
                    <a:pt x="1180" y="1818"/>
                    <a:pt x="1509" y="1491"/>
                  </a:cubicBezTo>
                  <a:cubicBezTo>
                    <a:pt x="1894" y="1103"/>
                    <a:pt x="1923" y="571"/>
                    <a:pt x="1901" y="267"/>
                  </a:cubicBezTo>
                  <a:cubicBezTo>
                    <a:pt x="1890" y="127"/>
                    <a:pt x="1779" y="16"/>
                    <a:pt x="1639" y="5"/>
                  </a:cubicBezTo>
                  <a:cubicBezTo>
                    <a:pt x="1596" y="2"/>
                    <a:pt x="1547" y="0"/>
                    <a:pt x="14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0"/>
            <p:cNvSpPr/>
            <p:nvPr/>
          </p:nvSpPr>
          <p:spPr>
            <a:xfrm>
              <a:off x="5018806" y="1747440"/>
              <a:ext cx="68217" cy="68243"/>
            </a:xfrm>
            <a:custGeom>
              <a:rect b="b" l="l" r="r" t="t"/>
              <a:pathLst>
                <a:path extrusionOk="0" h="2574" w="2573">
                  <a:moveTo>
                    <a:pt x="1286" y="0"/>
                  </a:moveTo>
                  <a:cubicBezTo>
                    <a:pt x="574" y="0"/>
                    <a:pt x="0" y="577"/>
                    <a:pt x="0" y="1287"/>
                  </a:cubicBezTo>
                  <a:cubicBezTo>
                    <a:pt x="0" y="1999"/>
                    <a:pt x="574" y="2573"/>
                    <a:pt x="1286" y="2573"/>
                  </a:cubicBezTo>
                  <a:cubicBezTo>
                    <a:pt x="1996" y="2573"/>
                    <a:pt x="2573" y="1999"/>
                    <a:pt x="2573" y="1287"/>
                  </a:cubicBezTo>
                  <a:cubicBezTo>
                    <a:pt x="2573" y="577"/>
                    <a:pt x="1996" y="0"/>
                    <a:pt x="1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70"/>
          <p:cNvGrpSpPr/>
          <p:nvPr/>
        </p:nvGrpSpPr>
        <p:grpSpPr>
          <a:xfrm>
            <a:off x="4722920" y="3967518"/>
            <a:ext cx="362081" cy="376371"/>
            <a:chOff x="4047070" y="3967518"/>
            <a:chExt cx="362081" cy="376371"/>
          </a:xfrm>
        </p:grpSpPr>
        <p:sp>
          <p:nvSpPr>
            <p:cNvPr id="4085" name="Google Shape;4085;p70"/>
            <p:cNvSpPr/>
            <p:nvPr/>
          </p:nvSpPr>
          <p:spPr>
            <a:xfrm>
              <a:off x="4047070" y="4203797"/>
              <a:ext cx="281987" cy="140092"/>
            </a:xfrm>
            <a:custGeom>
              <a:rect b="b" l="l" r="r" t="t"/>
              <a:pathLst>
                <a:path extrusionOk="0" h="5284" w="10636">
                  <a:moveTo>
                    <a:pt x="5284" y="0"/>
                  </a:moveTo>
                  <a:cubicBezTo>
                    <a:pt x="2467" y="0"/>
                    <a:pt x="167" y="2205"/>
                    <a:pt x="10" y="4982"/>
                  </a:cubicBezTo>
                  <a:cubicBezTo>
                    <a:pt x="1" y="5146"/>
                    <a:pt x="132" y="5284"/>
                    <a:pt x="294" y="5284"/>
                  </a:cubicBezTo>
                  <a:lnTo>
                    <a:pt x="2072" y="5284"/>
                  </a:lnTo>
                  <a:lnTo>
                    <a:pt x="2285" y="4997"/>
                  </a:lnTo>
                  <a:lnTo>
                    <a:pt x="2498" y="5284"/>
                  </a:lnTo>
                  <a:lnTo>
                    <a:pt x="8068" y="5284"/>
                  </a:lnTo>
                  <a:lnTo>
                    <a:pt x="8283" y="4997"/>
                  </a:lnTo>
                  <a:lnTo>
                    <a:pt x="8496" y="5284"/>
                  </a:lnTo>
                  <a:lnTo>
                    <a:pt x="10516" y="5284"/>
                  </a:lnTo>
                  <a:lnTo>
                    <a:pt x="10636" y="5159"/>
                  </a:lnTo>
                  <a:cubicBezTo>
                    <a:pt x="10636" y="5159"/>
                    <a:pt x="10563" y="5099"/>
                    <a:pt x="10560" y="5004"/>
                  </a:cubicBezTo>
                  <a:cubicBezTo>
                    <a:pt x="10416" y="2218"/>
                    <a:pt x="8110" y="0"/>
                    <a:pt x="5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0"/>
            <p:cNvSpPr/>
            <p:nvPr/>
          </p:nvSpPr>
          <p:spPr>
            <a:xfrm>
              <a:off x="4101897" y="4315521"/>
              <a:ext cx="11427" cy="28368"/>
            </a:xfrm>
            <a:custGeom>
              <a:rect b="b" l="l" r="r" t="t"/>
              <a:pathLst>
                <a:path extrusionOk="0" h="1070" w="431">
                  <a:moveTo>
                    <a:pt x="215" y="1"/>
                  </a:moveTo>
                  <a:cubicBezTo>
                    <a:pt x="98" y="1"/>
                    <a:pt x="0" y="94"/>
                    <a:pt x="0" y="213"/>
                  </a:cubicBezTo>
                  <a:lnTo>
                    <a:pt x="0" y="1070"/>
                  </a:lnTo>
                  <a:lnTo>
                    <a:pt x="430" y="1070"/>
                  </a:lnTo>
                  <a:lnTo>
                    <a:pt x="430" y="213"/>
                  </a:lnTo>
                  <a:cubicBezTo>
                    <a:pt x="430" y="94"/>
                    <a:pt x="333"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0"/>
            <p:cNvSpPr/>
            <p:nvPr/>
          </p:nvSpPr>
          <p:spPr>
            <a:xfrm>
              <a:off x="4260893" y="4315521"/>
              <a:ext cx="11427" cy="28368"/>
            </a:xfrm>
            <a:custGeom>
              <a:rect b="b" l="l" r="r" t="t"/>
              <a:pathLst>
                <a:path extrusionOk="0" h="1070" w="431">
                  <a:moveTo>
                    <a:pt x="213" y="1"/>
                  </a:moveTo>
                  <a:cubicBezTo>
                    <a:pt x="98" y="1"/>
                    <a:pt x="0" y="94"/>
                    <a:pt x="0" y="213"/>
                  </a:cubicBezTo>
                  <a:lnTo>
                    <a:pt x="0" y="1070"/>
                  </a:lnTo>
                  <a:lnTo>
                    <a:pt x="431" y="1070"/>
                  </a:lnTo>
                  <a:lnTo>
                    <a:pt x="431" y="213"/>
                  </a:lnTo>
                  <a:cubicBezTo>
                    <a:pt x="431" y="94"/>
                    <a:pt x="333"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0"/>
            <p:cNvSpPr/>
            <p:nvPr/>
          </p:nvSpPr>
          <p:spPr>
            <a:xfrm>
              <a:off x="4053777" y="4196214"/>
              <a:ext cx="266716" cy="124953"/>
            </a:xfrm>
            <a:custGeom>
              <a:rect b="b" l="l" r="r" t="t"/>
              <a:pathLst>
                <a:path extrusionOk="0" h="4713" w="10060">
                  <a:moveTo>
                    <a:pt x="5031" y="0"/>
                  </a:moveTo>
                  <a:cubicBezTo>
                    <a:pt x="2871" y="0"/>
                    <a:pt x="994" y="1238"/>
                    <a:pt x="72" y="3037"/>
                  </a:cubicBezTo>
                  <a:cubicBezTo>
                    <a:pt x="1" y="3172"/>
                    <a:pt x="56" y="3343"/>
                    <a:pt x="192" y="3416"/>
                  </a:cubicBezTo>
                  <a:cubicBezTo>
                    <a:pt x="1807" y="4280"/>
                    <a:pt x="3421" y="4713"/>
                    <a:pt x="5035" y="4713"/>
                  </a:cubicBezTo>
                  <a:cubicBezTo>
                    <a:pt x="6648" y="4713"/>
                    <a:pt x="8260" y="4281"/>
                    <a:pt x="9871" y="3416"/>
                  </a:cubicBezTo>
                  <a:cubicBezTo>
                    <a:pt x="10006" y="3345"/>
                    <a:pt x="10059" y="3174"/>
                    <a:pt x="9990" y="3037"/>
                  </a:cubicBezTo>
                  <a:cubicBezTo>
                    <a:pt x="9065" y="1234"/>
                    <a:pt x="7191" y="0"/>
                    <a:pt x="5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0"/>
            <p:cNvSpPr/>
            <p:nvPr/>
          </p:nvSpPr>
          <p:spPr>
            <a:xfrm>
              <a:off x="4117885" y="4024148"/>
              <a:ext cx="175009" cy="208918"/>
            </a:xfrm>
            <a:custGeom>
              <a:rect b="b" l="l" r="r" t="t"/>
              <a:pathLst>
                <a:path extrusionOk="0" h="7880" w="6601">
                  <a:moveTo>
                    <a:pt x="2611" y="1"/>
                  </a:moveTo>
                  <a:cubicBezTo>
                    <a:pt x="2283" y="1"/>
                    <a:pt x="1965" y="43"/>
                    <a:pt x="1659" y="121"/>
                  </a:cubicBezTo>
                  <a:cubicBezTo>
                    <a:pt x="1056" y="943"/>
                    <a:pt x="0" y="2310"/>
                    <a:pt x="0" y="3410"/>
                  </a:cubicBezTo>
                  <a:cubicBezTo>
                    <a:pt x="0" y="5648"/>
                    <a:pt x="1682" y="7880"/>
                    <a:pt x="4160" y="7880"/>
                  </a:cubicBezTo>
                  <a:cubicBezTo>
                    <a:pt x="4230" y="7880"/>
                    <a:pt x="4302" y="7878"/>
                    <a:pt x="4374" y="7874"/>
                  </a:cubicBezTo>
                  <a:cubicBezTo>
                    <a:pt x="5694" y="7198"/>
                    <a:pt x="6601" y="5783"/>
                    <a:pt x="6601" y="4150"/>
                  </a:cubicBezTo>
                  <a:cubicBezTo>
                    <a:pt x="6601" y="1857"/>
                    <a:pt x="4815" y="1"/>
                    <a:pt x="2611"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0"/>
            <p:cNvSpPr/>
            <p:nvPr/>
          </p:nvSpPr>
          <p:spPr>
            <a:xfrm>
              <a:off x="4081297" y="4027330"/>
              <a:ext cx="152579" cy="216899"/>
            </a:xfrm>
            <a:custGeom>
              <a:rect b="b" l="l" r="r" t="t"/>
              <a:pathLst>
                <a:path extrusionOk="0" h="8181" w="5755">
                  <a:moveTo>
                    <a:pt x="3039" y="1"/>
                  </a:moveTo>
                  <a:lnTo>
                    <a:pt x="3039" y="1"/>
                  </a:lnTo>
                  <a:cubicBezTo>
                    <a:pt x="1296" y="444"/>
                    <a:pt x="1" y="2079"/>
                    <a:pt x="1" y="4030"/>
                  </a:cubicBezTo>
                  <a:cubicBezTo>
                    <a:pt x="1" y="6324"/>
                    <a:pt x="1786" y="8180"/>
                    <a:pt x="3991" y="8180"/>
                  </a:cubicBezTo>
                  <a:cubicBezTo>
                    <a:pt x="4623" y="8180"/>
                    <a:pt x="5222" y="8027"/>
                    <a:pt x="5754" y="7754"/>
                  </a:cubicBezTo>
                  <a:cubicBezTo>
                    <a:pt x="3636" y="7180"/>
                    <a:pt x="2077" y="5244"/>
                    <a:pt x="2079" y="2944"/>
                  </a:cubicBezTo>
                  <a:cubicBezTo>
                    <a:pt x="2079" y="1844"/>
                    <a:pt x="2436" y="826"/>
                    <a:pt x="3039"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0"/>
            <p:cNvSpPr/>
            <p:nvPr/>
          </p:nvSpPr>
          <p:spPr>
            <a:xfrm>
              <a:off x="4159801" y="4188102"/>
              <a:ext cx="99289" cy="106739"/>
            </a:xfrm>
            <a:custGeom>
              <a:rect b="b" l="l" r="r" t="t"/>
              <a:pathLst>
                <a:path extrusionOk="0" h="4026" w="3745">
                  <a:moveTo>
                    <a:pt x="1050" y="0"/>
                  </a:moveTo>
                  <a:cubicBezTo>
                    <a:pt x="506" y="428"/>
                    <a:pt x="1" y="1191"/>
                    <a:pt x="1" y="1823"/>
                  </a:cubicBezTo>
                  <a:cubicBezTo>
                    <a:pt x="1" y="2684"/>
                    <a:pt x="520" y="3680"/>
                    <a:pt x="1343" y="4026"/>
                  </a:cubicBezTo>
                  <a:cubicBezTo>
                    <a:pt x="1371" y="4008"/>
                    <a:pt x="1396" y="3988"/>
                    <a:pt x="1420" y="3966"/>
                  </a:cubicBezTo>
                  <a:cubicBezTo>
                    <a:pt x="1604" y="3797"/>
                    <a:pt x="1817" y="3560"/>
                    <a:pt x="1992" y="3267"/>
                  </a:cubicBezTo>
                  <a:cubicBezTo>
                    <a:pt x="2019" y="3220"/>
                    <a:pt x="2068" y="3195"/>
                    <a:pt x="2116" y="3195"/>
                  </a:cubicBezTo>
                  <a:cubicBezTo>
                    <a:pt x="2148" y="3195"/>
                    <a:pt x="2179" y="3206"/>
                    <a:pt x="2205" y="3227"/>
                  </a:cubicBezTo>
                  <a:cubicBezTo>
                    <a:pt x="2272" y="3283"/>
                    <a:pt x="2330" y="3327"/>
                    <a:pt x="2374" y="3358"/>
                  </a:cubicBezTo>
                  <a:cubicBezTo>
                    <a:pt x="2399" y="3376"/>
                    <a:pt x="2429" y="3385"/>
                    <a:pt x="2458" y="3385"/>
                  </a:cubicBezTo>
                  <a:cubicBezTo>
                    <a:pt x="2487" y="3385"/>
                    <a:pt x="2516" y="3376"/>
                    <a:pt x="2540" y="3358"/>
                  </a:cubicBezTo>
                  <a:cubicBezTo>
                    <a:pt x="2826" y="3154"/>
                    <a:pt x="3745" y="2405"/>
                    <a:pt x="3745" y="1273"/>
                  </a:cubicBezTo>
                  <a:lnTo>
                    <a:pt x="10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0"/>
            <p:cNvSpPr/>
            <p:nvPr/>
          </p:nvSpPr>
          <p:spPr>
            <a:xfrm>
              <a:off x="4115180" y="4187677"/>
              <a:ext cx="80227" cy="109576"/>
            </a:xfrm>
            <a:custGeom>
              <a:rect b="b" l="l" r="r" t="t"/>
              <a:pathLst>
                <a:path extrusionOk="0" h="4133" w="3026">
                  <a:moveTo>
                    <a:pt x="2715" y="1"/>
                  </a:moveTo>
                  <a:lnTo>
                    <a:pt x="0" y="1287"/>
                  </a:lnTo>
                  <a:cubicBezTo>
                    <a:pt x="0" y="2418"/>
                    <a:pt x="919" y="3168"/>
                    <a:pt x="1205" y="3372"/>
                  </a:cubicBezTo>
                  <a:cubicBezTo>
                    <a:pt x="1229" y="3390"/>
                    <a:pt x="1258" y="3399"/>
                    <a:pt x="1287" y="3399"/>
                  </a:cubicBezTo>
                  <a:cubicBezTo>
                    <a:pt x="1316" y="3399"/>
                    <a:pt x="1345" y="3390"/>
                    <a:pt x="1371" y="3372"/>
                  </a:cubicBezTo>
                  <a:cubicBezTo>
                    <a:pt x="1415" y="3341"/>
                    <a:pt x="1473" y="3297"/>
                    <a:pt x="1540" y="3241"/>
                  </a:cubicBezTo>
                  <a:cubicBezTo>
                    <a:pt x="1565" y="3220"/>
                    <a:pt x="1596" y="3209"/>
                    <a:pt x="1627" y="3209"/>
                  </a:cubicBezTo>
                  <a:cubicBezTo>
                    <a:pt x="1676" y="3209"/>
                    <a:pt x="1725" y="3235"/>
                    <a:pt x="1752" y="3281"/>
                  </a:cubicBezTo>
                  <a:cubicBezTo>
                    <a:pt x="1925" y="3574"/>
                    <a:pt x="2141" y="3811"/>
                    <a:pt x="2325" y="3980"/>
                  </a:cubicBezTo>
                  <a:cubicBezTo>
                    <a:pt x="2433" y="4082"/>
                    <a:pt x="2573" y="4133"/>
                    <a:pt x="2713" y="4133"/>
                  </a:cubicBezTo>
                  <a:cubicBezTo>
                    <a:pt x="2822" y="4133"/>
                    <a:pt x="2931" y="4102"/>
                    <a:pt x="3026" y="4040"/>
                  </a:cubicBezTo>
                  <a:cubicBezTo>
                    <a:pt x="2613" y="3414"/>
                    <a:pt x="2367" y="2620"/>
                    <a:pt x="2369" y="1753"/>
                  </a:cubicBezTo>
                  <a:cubicBezTo>
                    <a:pt x="2369" y="1121"/>
                    <a:pt x="2502" y="529"/>
                    <a:pt x="2735" y="10"/>
                  </a:cubicBezTo>
                  <a:lnTo>
                    <a:pt x="27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0"/>
            <p:cNvSpPr/>
            <p:nvPr/>
          </p:nvSpPr>
          <p:spPr>
            <a:xfrm>
              <a:off x="4103117" y="4184629"/>
              <a:ext cx="168036" cy="59865"/>
            </a:xfrm>
            <a:custGeom>
              <a:rect b="b" l="l" r="r" t="t"/>
              <a:pathLst>
                <a:path extrusionOk="0" h="2258" w="6338">
                  <a:moveTo>
                    <a:pt x="2499" y="0"/>
                  </a:moveTo>
                  <a:cubicBezTo>
                    <a:pt x="2093" y="0"/>
                    <a:pt x="1605" y="126"/>
                    <a:pt x="1296" y="648"/>
                  </a:cubicBezTo>
                  <a:cubicBezTo>
                    <a:pt x="1063" y="1043"/>
                    <a:pt x="626" y="1376"/>
                    <a:pt x="253" y="1600"/>
                  </a:cubicBezTo>
                  <a:cubicBezTo>
                    <a:pt x="1" y="1753"/>
                    <a:pt x="63" y="2134"/>
                    <a:pt x="351" y="2196"/>
                  </a:cubicBezTo>
                  <a:cubicBezTo>
                    <a:pt x="355" y="2196"/>
                    <a:pt x="360" y="2198"/>
                    <a:pt x="364" y="2198"/>
                  </a:cubicBezTo>
                  <a:cubicBezTo>
                    <a:pt x="533" y="2234"/>
                    <a:pt x="727" y="2258"/>
                    <a:pt x="935" y="2258"/>
                  </a:cubicBezTo>
                  <a:cubicBezTo>
                    <a:pt x="1315" y="2258"/>
                    <a:pt x="1741" y="2179"/>
                    <a:pt x="2139" y="1952"/>
                  </a:cubicBezTo>
                  <a:cubicBezTo>
                    <a:pt x="2518" y="1722"/>
                    <a:pt x="2766" y="1453"/>
                    <a:pt x="2924" y="1191"/>
                  </a:cubicBezTo>
                  <a:cubicBezTo>
                    <a:pt x="2980" y="1098"/>
                    <a:pt x="3075" y="1052"/>
                    <a:pt x="3169" y="1052"/>
                  </a:cubicBezTo>
                  <a:cubicBezTo>
                    <a:pt x="3263" y="1052"/>
                    <a:pt x="3357" y="1098"/>
                    <a:pt x="3414" y="1191"/>
                  </a:cubicBezTo>
                  <a:cubicBezTo>
                    <a:pt x="3571" y="1453"/>
                    <a:pt x="3820" y="1722"/>
                    <a:pt x="4199" y="1952"/>
                  </a:cubicBezTo>
                  <a:cubicBezTo>
                    <a:pt x="4597" y="2179"/>
                    <a:pt x="5023" y="2258"/>
                    <a:pt x="5403" y="2258"/>
                  </a:cubicBezTo>
                  <a:cubicBezTo>
                    <a:pt x="5611" y="2258"/>
                    <a:pt x="5805" y="2234"/>
                    <a:pt x="5973" y="2198"/>
                  </a:cubicBezTo>
                  <a:cubicBezTo>
                    <a:pt x="5978" y="2198"/>
                    <a:pt x="5982" y="2196"/>
                    <a:pt x="5987" y="2196"/>
                  </a:cubicBezTo>
                  <a:cubicBezTo>
                    <a:pt x="6275" y="2134"/>
                    <a:pt x="6337" y="1753"/>
                    <a:pt x="6084" y="1600"/>
                  </a:cubicBezTo>
                  <a:cubicBezTo>
                    <a:pt x="5714" y="1376"/>
                    <a:pt x="5275" y="1043"/>
                    <a:pt x="5042" y="648"/>
                  </a:cubicBezTo>
                  <a:cubicBezTo>
                    <a:pt x="4733" y="126"/>
                    <a:pt x="4244" y="0"/>
                    <a:pt x="3838" y="0"/>
                  </a:cubicBezTo>
                  <a:cubicBezTo>
                    <a:pt x="3647" y="0"/>
                    <a:pt x="3475" y="28"/>
                    <a:pt x="3347" y="56"/>
                  </a:cubicBezTo>
                  <a:cubicBezTo>
                    <a:pt x="3288" y="68"/>
                    <a:pt x="3228" y="74"/>
                    <a:pt x="3168" y="74"/>
                  </a:cubicBezTo>
                  <a:cubicBezTo>
                    <a:pt x="3108" y="74"/>
                    <a:pt x="3049" y="68"/>
                    <a:pt x="2990" y="56"/>
                  </a:cubicBezTo>
                  <a:cubicBezTo>
                    <a:pt x="2863" y="28"/>
                    <a:pt x="2690" y="0"/>
                    <a:pt x="24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0"/>
            <p:cNvSpPr/>
            <p:nvPr/>
          </p:nvSpPr>
          <p:spPr>
            <a:xfrm>
              <a:off x="4101818" y="4173228"/>
              <a:ext cx="170794" cy="59971"/>
            </a:xfrm>
            <a:custGeom>
              <a:rect b="b" l="l" r="r" t="t"/>
              <a:pathLst>
                <a:path extrusionOk="0" h="2262" w="6442">
                  <a:moveTo>
                    <a:pt x="2548" y="0"/>
                  </a:moveTo>
                  <a:cubicBezTo>
                    <a:pt x="2142" y="0"/>
                    <a:pt x="1654" y="126"/>
                    <a:pt x="1345" y="648"/>
                  </a:cubicBezTo>
                  <a:cubicBezTo>
                    <a:pt x="1092" y="1074"/>
                    <a:pt x="611" y="1424"/>
                    <a:pt x="223" y="1650"/>
                  </a:cubicBezTo>
                  <a:cubicBezTo>
                    <a:pt x="1" y="1777"/>
                    <a:pt x="47" y="2109"/>
                    <a:pt x="296" y="2174"/>
                  </a:cubicBezTo>
                  <a:cubicBezTo>
                    <a:pt x="334" y="2185"/>
                    <a:pt x="376" y="2194"/>
                    <a:pt x="416" y="2200"/>
                  </a:cubicBezTo>
                  <a:cubicBezTo>
                    <a:pt x="585" y="2237"/>
                    <a:pt x="780" y="2261"/>
                    <a:pt x="989" y="2261"/>
                  </a:cubicBezTo>
                  <a:cubicBezTo>
                    <a:pt x="1369" y="2261"/>
                    <a:pt x="1794" y="2182"/>
                    <a:pt x="2190" y="1954"/>
                  </a:cubicBezTo>
                  <a:cubicBezTo>
                    <a:pt x="2445" y="1799"/>
                    <a:pt x="2640" y="1628"/>
                    <a:pt x="2791" y="1453"/>
                  </a:cubicBezTo>
                  <a:cubicBezTo>
                    <a:pt x="2903" y="1320"/>
                    <a:pt x="3062" y="1253"/>
                    <a:pt x="3221" y="1253"/>
                  </a:cubicBezTo>
                  <a:cubicBezTo>
                    <a:pt x="3380" y="1253"/>
                    <a:pt x="3540" y="1320"/>
                    <a:pt x="3652" y="1453"/>
                  </a:cubicBezTo>
                  <a:cubicBezTo>
                    <a:pt x="3800" y="1628"/>
                    <a:pt x="3995" y="1799"/>
                    <a:pt x="4250" y="1954"/>
                  </a:cubicBezTo>
                  <a:cubicBezTo>
                    <a:pt x="4648" y="2182"/>
                    <a:pt x="5073" y="2261"/>
                    <a:pt x="5452" y="2261"/>
                  </a:cubicBezTo>
                  <a:cubicBezTo>
                    <a:pt x="5661" y="2261"/>
                    <a:pt x="5855" y="2237"/>
                    <a:pt x="6025" y="2200"/>
                  </a:cubicBezTo>
                  <a:cubicBezTo>
                    <a:pt x="6067" y="2194"/>
                    <a:pt x="6109" y="2183"/>
                    <a:pt x="6147" y="2174"/>
                  </a:cubicBezTo>
                  <a:cubicBezTo>
                    <a:pt x="6395" y="2109"/>
                    <a:pt x="6442" y="1777"/>
                    <a:pt x="6220" y="1650"/>
                  </a:cubicBezTo>
                  <a:cubicBezTo>
                    <a:pt x="5825" y="1424"/>
                    <a:pt x="5344" y="1071"/>
                    <a:pt x="5091" y="648"/>
                  </a:cubicBezTo>
                  <a:cubicBezTo>
                    <a:pt x="4782" y="126"/>
                    <a:pt x="4293" y="0"/>
                    <a:pt x="3887" y="0"/>
                  </a:cubicBezTo>
                  <a:cubicBezTo>
                    <a:pt x="3696" y="0"/>
                    <a:pt x="3524" y="28"/>
                    <a:pt x="3396" y="56"/>
                  </a:cubicBezTo>
                  <a:cubicBezTo>
                    <a:pt x="3337" y="68"/>
                    <a:pt x="3277" y="74"/>
                    <a:pt x="3217" y="74"/>
                  </a:cubicBezTo>
                  <a:cubicBezTo>
                    <a:pt x="3157" y="74"/>
                    <a:pt x="3098" y="68"/>
                    <a:pt x="3039" y="56"/>
                  </a:cubicBezTo>
                  <a:cubicBezTo>
                    <a:pt x="2912" y="28"/>
                    <a:pt x="2739" y="0"/>
                    <a:pt x="2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0"/>
            <p:cNvSpPr/>
            <p:nvPr/>
          </p:nvSpPr>
          <p:spPr>
            <a:xfrm>
              <a:off x="4090524" y="4288955"/>
              <a:ext cx="34148" cy="34122"/>
            </a:xfrm>
            <a:custGeom>
              <a:rect b="b" l="l" r="r" t="t"/>
              <a:pathLst>
                <a:path extrusionOk="0" h="1287" w="1288">
                  <a:moveTo>
                    <a:pt x="644" y="0"/>
                  </a:moveTo>
                  <a:cubicBezTo>
                    <a:pt x="287" y="0"/>
                    <a:pt x="1" y="288"/>
                    <a:pt x="1" y="643"/>
                  </a:cubicBezTo>
                  <a:cubicBezTo>
                    <a:pt x="1" y="1000"/>
                    <a:pt x="287" y="1286"/>
                    <a:pt x="644" y="1286"/>
                  </a:cubicBezTo>
                  <a:cubicBezTo>
                    <a:pt x="999" y="1286"/>
                    <a:pt x="1287" y="1000"/>
                    <a:pt x="1287" y="643"/>
                  </a:cubicBezTo>
                  <a:cubicBezTo>
                    <a:pt x="1287" y="288"/>
                    <a:pt x="999" y="0"/>
                    <a:pt x="6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0"/>
            <p:cNvSpPr/>
            <p:nvPr/>
          </p:nvSpPr>
          <p:spPr>
            <a:xfrm>
              <a:off x="4249599" y="4288955"/>
              <a:ext cx="34122" cy="34122"/>
            </a:xfrm>
            <a:custGeom>
              <a:rect b="b" l="l" r="r" t="t"/>
              <a:pathLst>
                <a:path extrusionOk="0" h="1287" w="1287">
                  <a:moveTo>
                    <a:pt x="644" y="0"/>
                  </a:moveTo>
                  <a:cubicBezTo>
                    <a:pt x="287" y="0"/>
                    <a:pt x="0" y="288"/>
                    <a:pt x="0" y="643"/>
                  </a:cubicBezTo>
                  <a:cubicBezTo>
                    <a:pt x="0" y="1000"/>
                    <a:pt x="287" y="1286"/>
                    <a:pt x="644" y="1286"/>
                  </a:cubicBezTo>
                  <a:cubicBezTo>
                    <a:pt x="999" y="1286"/>
                    <a:pt x="1287" y="1000"/>
                    <a:pt x="1287" y="643"/>
                  </a:cubicBezTo>
                  <a:cubicBezTo>
                    <a:pt x="1287" y="288"/>
                    <a:pt x="999" y="0"/>
                    <a:pt x="6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0"/>
            <p:cNvSpPr/>
            <p:nvPr/>
          </p:nvSpPr>
          <p:spPr>
            <a:xfrm>
              <a:off x="4138644" y="3997689"/>
              <a:ext cx="173657" cy="266345"/>
            </a:xfrm>
            <a:custGeom>
              <a:rect b="b" l="l" r="r" t="t"/>
              <a:pathLst>
                <a:path extrusionOk="0" h="10046" w="6550">
                  <a:moveTo>
                    <a:pt x="1340" y="1"/>
                  </a:moveTo>
                  <a:cubicBezTo>
                    <a:pt x="712" y="458"/>
                    <a:pt x="0" y="1099"/>
                    <a:pt x="0" y="1711"/>
                  </a:cubicBezTo>
                  <a:cubicBezTo>
                    <a:pt x="0" y="3035"/>
                    <a:pt x="1828" y="4758"/>
                    <a:pt x="2513" y="5095"/>
                  </a:cubicBezTo>
                  <a:lnTo>
                    <a:pt x="2635" y="4931"/>
                  </a:lnTo>
                  <a:cubicBezTo>
                    <a:pt x="2673" y="4882"/>
                    <a:pt x="2693" y="4820"/>
                    <a:pt x="2693" y="4760"/>
                  </a:cubicBezTo>
                  <a:lnTo>
                    <a:pt x="2693" y="4321"/>
                  </a:lnTo>
                  <a:cubicBezTo>
                    <a:pt x="2693" y="4059"/>
                    <a:pt x="2872" y="3831"/>
                    <a:pt x="3128" y="3767"/>
                  </a:cubicBezTo>
                  <a:lnTo>
                    <a:pt x="4460" y="3441"/>
                  </a:lnTo>
                  <a:cubicBezTo>
                    <a:pt x="4507" y="3429"/>
                    <a:pt x="4554" y="3424"/>
                    <a:pt x="4599" y="3424"/>
                  </a:cubicBezTo>
                  <a:cubicBezTo>
                    <a:pt x="4906" y="3424"/>
                    <a:pt x="5168" y="3671"/>
                    <a:pt x="5168" y="3995"/>
                  </a:cubicBezTo>
                  <a:lnTo>
                    <a:pt x="5168" y="5293"/>
                  </a:lnTo>
                  <a:cubicBezTo>
                    <a:pt x="5168" y="5503"/>
                    <a:pt x="5055" y="5694"/>
                    <a:pt x="4873" y="5794"/>
                  </a:cubicBezTo>
                  <a:lnTo>
                    <a:pt x="4141" y="6193"/>
                  </a:lnTo>
                  <a:cubicBezTo>
                    <a:pt x="3866" y="6344"/>
                    <a:pt x="3693" y="6632"/>
                    <a:pt x="3693" y="6945"/>
                  </a:cubicBezTo>
                  <a:lnTo>
                    <a:pt x="3693" y="9473"/>
                  </a:lnTo>
                  <a:cubicBezTo>
                    <a:pt x="3693" y="9805"/>
                    <a:pt x="3967" y="10045"/>
                    <a:pt x="4267" y="10045"/>
                  </a:cubicBezTo>
                  <a:cubicBezTo>
                    <a:pt x="4358" y="10045"/>
                    <a:pt x="4451" y="10023"/>
                    <a:pt x="4540" y="9975"/>
                  </a:cubicBezTo>
                  <a:lnTo>
                    <a:pt x="5807" y="9285"/>
                  </a:lnTo>
                  <a:cubicBezTo>
                    <a:pt x="6264" y="9036"/>
                    <a:pt x="6550" y="8555"/>
                    <a:pt x="6550" y="8032"/>
                  </a:cubicBezTo>
                  <a:lnTo>
                    <a:pt x="6550" y="4290"/>
                  </a:lnTo>
                  <a:cubicBezTo>
                    <a:pt x="6550" y="1924"/>
                    <a:pt x="4631" y="5"/>
                    <a:pt x="22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0"/>
            <p:cNvSpPr/>
            <p:nvPr/>
          </p:nvSpPr>
          <p:spPr>
            <a:xfrm>
              <a:off x="4062367" y="3998034"/>
              <a:ext cx="142929" cy="266239"/>
            </a:xfrm>
            <a:custGeom>
              <a:rect b="b" l="l" r="r" t="t"/>
              <a:pathLst>
                <a:path extrusionOk="0" h="10042" w="5391">
                  <a:moveTo>
                    <a:pt x="4217" y="1"/>
                  </a:moveTo>
                  <a:cubicBezTo>
                    <a:pt x="1884" y="36"/>
                    <a:pt x="1" y="1942"/>
                    <a:pt x="1" y="4284"/>
                  </a:cubicBezTo>
                  <a:lnTo>
                    <a:pt x="1" y="8028"/>
                  </a:lnTo>
                  <a:cubicBezTo>
                    <a:pt x="1" y="8549"/>
                    <a:pt x="282" y="9030"/>
                    <a:pt x="744" y="9281"/>
                  </a:cubicBezTo>
                  <a:lnTo>
                    <a:pt x="2010" y="9971"/>
                  </a:lnTo>
                  <a:cubicBezTo>
                    <a:pt x="2099" y="10019"/>
                    <a:pt x="2193" y="10041"/>
                    <a:pt x="2284" y="10041"/>
                  </a:cubicBezTo>
                  <a:cubicBezTo>
                    <a:pt x="2584" y="10041"/>
                    <a:pt x="2855" y="9801"/>
                    <a:pt x="2855" y="9469"/>
                  </a:cubicBezTo>
                  <a:lnTo>
                    <a:pt x="2855" y="6941"/>
                  </a:lnTo>
                  <a:cubicBezTo>
                    <a:pt x="2855" y="6628"/>
                    <a:pt x="2684" y="6340"/>
                    <a:pt x="2409" y="6189"/>
                  </a:cubicBezTo>
                  <a:lnTo>
                    <a:pt x="1662" y="5781"/>
                  </a:lnTo>
                  <a:cubicBezTo>
                    <a:pt x="1478" y="5681"/>
                    <a:pt x="1365" y="5488"/>
                    <a:pt x="1365" y="5280"/>
                  </a:cubicBezTo>
                  <a:lnTo>
                    <a:pt x="1365" y="3991"/>
                  </a:lnTo>
                  <a:cubicBezTo>
                    <a:pt x="1365" y="3667"/>
                    <a:pt x="1627" y="3420"/>
                    <a:pt x="1933" y="3420"/>
                  </a:cubicBezTo>
                  <a:cubicBezTo>
                    <a:pt x="1979" y="3420"/>
                    <a:pt x="2025" y="3425"/>
                    <a:pt x="2072" y="3437"/>
                  </a:cubicBezTo>
                  <a:lnTo>
                    <a:pt x="3421" y="3767"/>
                  </a:lnTo>
                  <a:cubicBezTo>
                    <a:pt x="3676" y="3827"/>
                    <a:pt x="3858" y="4058"/>
                    <a:pt x="3858" y="4321"/>
                  </a:cubicBezTo>
                  <a:lnTo>
                    <a:pt x="3858" y="4756"/>
                  </a:lnTo>
                  <a:cubicBezTo>
                    <a:pt x="3858" y="4816"/>
                    <a:pt x="3875" y="4876"/>
                    <a:pt x="3913" y="4925"/>
                  </a:cubicBezTo>
                  <a:lnTo>
                    <a:pt x="4479" y="5683"/>
                  </a:lnTo>
                  <a:cubicBezTo>
                    <a:pt x="4536" y="5761"/>
                    <a:pt x="4622" y="5800"/>
                    <a:pt x="4709" y="5800"/>
                  </a:cubicBezTo>
                  <a:cubicBezTo>
                    <a:pt x="4793" y="5800"/>
                    <a:pt x="4878" y="5763"/>
                    <a:pt x="4935" y="5688"/>
                  </a:cubicBezTo>
                  <a:lnTo>
                    <a:pt x="5390" y="5089"/>
                  </a:lnTo>
                  <a:cubicBezTo>
                    <a:pt x="4450" y="4242"/>
                    <a:pt x="3864" y="3048"/>
                    <a:pt x="3864" y="1733"/>
                  </a:cubicBezTo>
                  <a:cubicBezTo>
                    <a:pt x="3864" y="1121"/>
                    <a:pt x="3991" y="535"/>
                    <a:pt x="4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0"/>
            <p:cNvSpPr/>
            <p:nvPr/>
          </p:nvSpPr>
          <p:spPr>
            <a:xfrm>
              <a:off x="4142753" y="3967518"/>
              <a:ext cx="89109" cy="102895"/>
            </a:xfrm>
            <a:custGeom>
              <a:rect b="b" l="l" r="r" t="t"/>
              <a:pathLst>
                <a:path extrusionOk="0" h="3881" w="3361">
                  <a:moveTo>
                    <a:pt x="1680" y="1"/>
                  </a:moveTo>
                  <a:cubicBezTo>
                    <a:pt x="1292" y="1"/>
                    <a:pt x="904" y="114"/>
                    <a:pt x="566" y="340"/>
                  </a:cubicBezTo>
                  <a:lnTo>
                    <a:pt x="291" y="522"/>
                  </a:lnTo>
                  <a:cubicBezTo>
                    <a:pt x="96" y="653"/>
                    <a:pt x="0" y="888"/>
                    <a:pt x="52" y="1119"/>
                  </a:cubicBezTo>
                  <a:lnTo>
                    <a:pt x="555" y="3432"/>
                  </a:lnTo>
                  <a:cubicBezTo>
                    <a:pt x="610" y="3694"/>
                    <a:pt x="843" y="3880"/>
                    <a:pt x="1114" y="3880"/>
                  </a:cubicBezTo>
                  <a:lnTo>
                    <a:pt x="2249" y="3880"/>
                  </a:lnTo>
                  <a:cubicBezTo>
                    <a:pt x="2518" y="3880"/>
                    <a:pt x="2748" y="3694"/>
                    <a:pt x="2806" y="3432"/>
                  </a:cubicBezTo>
                  <a:lnTo>
                    <a:pt x="3312" y="1121"/>
                  </a:lnTo>
                  <a:cubicBezTo>
                    <a:pt x="3361" y="892"/>
                    <a:pt x="3267" y="655"/>
                    <a:pt x="3072" y="527"/>
                  </a:cubicBezTo>
                  <a:lnTo>
                    <a:pt x="2784" y="334"/>
                  </a:lnTo>
                  <a:cubicBezTo>
                    <a:pt x="2449" y="112"/>
                    <a:pt x="2064" y="1"/>
                    <a:pt x="1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0"/>
            <p:cNvSpPr/>
            <p:nvPr/>
          </p:nvSpPr>
          <p:spPr>
            <a:xfrm>
              <a:off x="4145404" y="4043158"/>
              <a:ext cx="83408" cy="30357"/>
            </a:xfrm>
            <a:custGeom>
              <a:rect b="b" l="l" r="r" t="t"/>
              <a:pathLst>
                <a:path extrusionOk="0" h="1145" w="3146">
                  <a:moveTo>
                    <a:pt x="286" y="0"/>
                  </a:moveTo>
                  <a:cubicBezTo>
                    <a:pt x="129" y="0"/>
                    <a:pt x="0" y="129"/>
                    <a:pt x="0" y="286"/>
                  </a:cubicBezTo>
                  <a:lnTo>
                    <a:pt x="0" y="858"/>
                  </a:lnTo>
                  <a:cubicBezTo>
                    <a:pt x="0" y="1016"/>
                    <a:pt x="129" y="1145"/>
                    <a:pt x="286" y="1145"/>
                  </a:cubicBezTo>
                  <a:lnTo>
                    <a:pt x="2859" y="1145"/>
                  </a:lnTo>
                  <a:cubicBezTo>
                    <a:pt x="3017" y="1145"/>
                    <a:pt x="3145" y="1016"/>
                    <a:pt x="3143" y="858"/>
                  </a:cubicBezTo>
                  <a:lnTo>
                    <a:pt x="3143" y="286"/>
                  </a:lnTo>
                  <a:cubicBezTo>
                    <a:pt x="3143" y="129"/>
                    <a:pt x="3014" y="0"/>
                    <a:pt x="28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0"/>
            <p:cNvSpPr/>
            <p:nvPr/>
          </p:nvSpPr>
          <p:spPr>
            <a:xfrm>
              <a:off x="4352388" y="4156578"/>
              <a:ext cx="30304" cy="174187"/>
            </a:xfrm>
            <a:custGeom>
              <a:rect b="b" l="l" r="r" t="t"/>
              <a:pathLst>
                <a:path extrusionOk="0" h="6570" w="1143">
                  <a:moveTo>
                    <a:pt x="573" y="0"/>
                  </a:moveTo>
                  <a:lnTo>
                    <a:pt x="0" y="859"/>
                  </a:lnTo>
                  <a:lnTo>
                    <a:pt x="0" y="6570"/>
                  </a:lnTo>
                  <a:lnTo>
                    <a:pt x="1143" y="6570"/>
                  </a:lnTo>
                  <a:lnTo>
                    <a:pt x="1143" y="859"/>
                  </a:lnTo>
                  <a:lnTo>
                    <a:pt x="5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0"/>
            <p:cNvSpPr/>
            <p:nvPr/>
          </p:nvSpPr>
          <p:spPr>
            <a:xfrm>
              <a:off x="4333458" y="3987376"/>
              <a:ext cx="68164" cy="186754"/>
            </a:xfrm>
            <a:custGeom>
              <a:rect b="b" l="l" r="r" t="t"/>
              <a:pathLst>
                <a:path extrusionOk="0" h="7044" w="2571">
                  <a:moveTo>
                    <a:pt x="1282" y="1"/>
                  </a:moveTo>
                  <a:cubicBezTo>
                    <a:pt x="1188" y="1"/>
                    <a:pt x="1094" y="47"/>
                    <a:pt x="1038" y="139"/>
                  </a:cubicBezTo>
                  <a:cubicBezTo>
                    <a:pt x="668" y="760"/>
                    <a:pt x="0" y="2053"/>
                    <a:pt x="0" y="3320"/>
                  </a:cubicBezTo>
                  <a:cubicBezTo>
                    <a:pt x="0" y="4147"/>
                    <a:pt x="282" y="4735"/>
                    <a:pt x="584" y="5125"/>
                  </a:cubicBezTo>
                  <a:cubicBezTo>
                    <a:pt x="659" y="5225"/>
                    <a:pt x="701" y="5347"/>
                    <a:pt x="701" y="5471"/>
                  </a:cubicBezTo>
                  <a:lnTo>
                    <a:pt x="701" y="7043"/>
                  </a:lnTo>
                  <a:lnTo>
                    <a:pt x="1868" y="7043"/>
                  </a:lnTo>
                  <a:lnTo>
                    <a:pt x="1868" y="5471"/>
                  </a:lnTo>
                  <a:cubicBezTo>
                    <a:pt x="1868" y="5347"/>
                    <a:pt x="1910" y="5225"/>
                    <a:pt x="1985" y="5125"/>
                  </a:cubicBezTo>
                  <a:cubicBezTo>
                    <a:pt x="2287" y="4735"/>
                    <a:pt x="2571" y="4147"/>
                    <a:pt x="2571" y="3320"/>
                  </a:cubicBezTo>
                  <a:cubicBezTo>
                    <a:pt x="2571" y="2253"/>
                    <a:pt x="2098" y="1168"/>
                    <a:pt x="1721" y="481"/>
                  </a:cubicBezTo>
                  <a:cubicBezTo>
                    <a:pt x="1653" y="354"/>
                    <a:pt x="1586" y="237"/>
                    <a:pt x="1526" y="139"/>
                  </a:cubicBezTo>
                  <a:cubicBezTo>
                    <a:pt x="1471" y="47"/>
                    <a:pt x="1376" y="1"/>
                    <a:pt x="1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0"/>
            <p:cNvSpPr/>
            <p:nvPr/>
          </p:nvSpPr>
          <p:spPr>
            <a:xfrm>
              <a:off x="4341040" y="4166467"/>
              <a:ext cx="53052" cy="22774"/>
            </a:xfrm>
            <a:custGeom>
              <a:rect b="b" l="l" r="r" t="t"/>
              <a:pathLst>
                <a:path extrusionOk="0" h="859" w="2001">
                  <a:moveTo>
                    <a:pt x="428" y="0"/>
                  </a:moveTo>
                  <a:cubicBezTo>
                    <a:pt x="193" y="0"/>
                    <a:pt x="0" y="191"/>
                    <a:pt x="0" y="430"/>
                  </a:cubicBezTo>
                  <a:cubicBezTo>
                    <a:pt x="0" y="665"/>
                    <a:pt x="191" y="858"/>
                    <a:pt x="428" y="858"/>
                  </a:cubicBezTo>
                  <a:lnTo>
                    <a:pt x="1571" y="858"/>
                  </a:lnTo>
                  <a:cubicBezTo>
                    <a:pt x="1808" y="858"/>
                    <a:pt x="2001" y="668"/>
                    <a:pt x="2001" y="430"/>
                  </a:cubicBezTo>
                  <a:cubicBezTo>
                    <a:pt x="1999" y="193"/>
                    <a:pt x="1808" y="0"/>
                    <a:pt x="15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0"/>
            <p:cNvSpPr/>
            <p:nvPr/>
          </p:nvSpPr>
          <p:spPr>
            <a:xfrm>
              <a:off x="4325875" y="4298473"/>
              <a:ext cx="83276" cy="45416"/>
            </a:xfrm>
            <a:custGeom>
              <a:rect b="b" l="l" r="r" t="t"/>
              <a:pathLst>
                <a:path extrusionOk="0" h="1713" w="3141">
                  <a:moveTo>
                    <a:pt x="1142" y="0"/>
                  </a:moveTo>
                  <a:cubicBezTo>
                    <a:pt x="512" y="0"/>
                    <a:pt x="0" y="510"/>
                    <a:pt x="0" y="1143"/>
                  </a:cubicBezTo>
                  <a:lnTo>
                    <a:pt x="0" y="1713"/>
                  </a:lnTo>
                  <a:lnTo>
                    <a:pt x="2857" y="1713"/>
                  </a:lnTo>
                  <a:cubicBezTo>
                    <a:pt x="3014" y="1713"/>
                    <a:pt x="3141" y="1586"/>
                    <a:pt x="3141" y="1429"/>
                  </a:cubicBezTo>
                  <a:lnTo>
                    <a:pt x="3141" y="1143"/>
                  </a:lnTo>
                  <a:cubicBezTo>
                    <a:pt x="3141" y="510"/>
                    <a:pt x="2631" y="0"/>
                    <a:pt x="1998" y="0"/>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70"/>
          <p:cNvGrpSpPr/>
          <p:nvPr/>
        </p:nvGrpSpPr>
        <p:grpSpPr>
          <a:xfrm>
            <a:off x="4040017" y="3335274"/>
            <a:ext cx="376371" cy="376186"/>
            <a:chOff x="4040017" y="3335274"/>
            <a:chExt cx="376371" cy="376186"/>
          </a:xfrm>
        </p:grpSpPr>
        <p:sp>
          <p:nvSpPr>
            <p:cNvPr id="4106" name="Google Shape;4106;p70"/>
            <p:cNvSpPr/>
            <p:nvPr/>
          </p:nvSpPr>
          <p:spPr>
            <a:xfrm>
              <a:off x="4068545" y="3616121"/>
              <a:ext cx="70656" cy="49472"/>
            </a:xfrm>
            <a:custGeom>
              <a:rect b="b" l="l" r="r" t="t"/>
              <a:pathLst>
                <a:path extrusionOk="0" h="1866" w="2665">
                  <a:moveTo>
                    <a:pt x="0" y="1"/>
                  </a:moveTo>
                  <a:lnTo>
                    <a:pt x="0" y="677"/>
                  </a:lnTo>
                  <a:cubicBezTo>
                    <a:pt x="0" y="1056"/>
                    <a:pt x="269" y="1387"/>
                    <a:pt x="641" y="1462"/>
                  </a:cubicBezTo>
                  <a:lnTo>
                    <a:pt x="2664" y="1866"/>
                  </a:lnTo>
                  <a:lnTo>
                    <a:pt x="2664" y="533"/>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0"/>
            <p:cNvSpPr/>
            <p:nvPr/>
          </p:nvSpPr>
          <p:spPr>
            <a:xfrm>
              <a:off x="4054361" y="3587832"/>
              <a:ext cx="70709" cy="49499"/>
            </a:xfrm>
            <a:custGeom>
              <a:rect b="b" l="l" r="r" t="t"/>
              <a:pathLst>
                <a:path extrusionOk="0" h="1867" w="2667">
                  <a:moveTo>
                    <a:pt x="3" y="1"/>
                  </a:moveTo>
                  <a:lnTo>
                    <a:pt x="3" y="677"/>
                  </a:lnTo>
                  <a:cubicBezTo>
                    <a:pt x="1" y="1059"/>
                    <a:pt x="269" y="1387"/>
                    <a:pt x="644" y="1462"/>
                  </a:cubicBezTo>
                  <a:lnTo>
                    <a:pt x="2667" y="1866"/>
                  </a:lnTo>
                  <a:lnTo>
                    <a:pt x="2667" y="533"/>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0"/>
            <p:cNvSpPr/>
            <p:nvPr/>
          </p:nvSpPr>
          <p:spPr>
            <a:xfrm>
              <a:off x="4040017" y="3558324"/>
              <a:ext cx="127340" cy="140490"/>
            </a:xfrm>
            <a:custGeom>
              <a:rect b="b" l="l" r="r" t="t"/>
              <a:pathLst>
                <a:path extrusionOk="0" h="5299" w="4803">
                  <a:moveTo>
                    <a:pt x="269" y="0"/>
                  </a:moveTo>
                  <a:cubicBezTo>
                    <a:pt x="125" y="0"/>
                    <a:pt x="1" y="117"/>
                    <a:pt x="1" y="269"/>
                  </a:cubicBezTo>
                  <a:lnTo>
                    <a:pt x="1" y="357"/>
                  </a:lnTo>
                  <a:cubicBezTo>
                    <a:pt x="1" y="841"/>
                    <a:pt x="327" y="1267"/>
                    <a:pt x="799" y="1389"/>
                  </a:cubicBezTo>
                  <a:lnTo>
                    <a:pt x="2268" y="1770"/>
                  </a:lnTo>
                  <a:cubicBezTo>
                    <a:pt x="2554" y="1846"/>
                    <a:pt x="2775" y="2072"/>
                    <a:pt x="2844" y="2358"/>
                  </a:cubicBezTo>
                  <a:lnTo>
                    <a:pt x="3399" y="4685"/>
                  </a:lnTo>
                  <a:cubicBezTo>
                    <a:pt x="3485" y="5044"/>
                    <a:pt x="3807" y="5299"/>
                    <a:pt x="4179" y="5299"/>
                  </a:cubicBezTo>
                  <a:lnTo>
                    <a:pt x="4803" y="5299"/>
                  </a:lnTo>
                  <a:lnTo>
                    <a:pt x="4051" y="2147"/>
                  </a:lnTo>
                  <a:cubicBezTo>
                    <a:pt x="3869" y="1380"/>
                    <a:pt x="3277" y="779"/>
                    <a:pt x="2516" y="579"/>
                  </a:cubicBezTo>
                  <a:lnTo>
                    <a:pt x="338" y="9"/>
                  </a:lnTo>
                  <a:cubicBezTo>
                    <a:pt x="315" y="3"/>
                    <a:pt x="292" y="0"/>
                    <a:pt x="2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0"/>
            <p:cNvSpPr/>
            <p:nvPr/>
          </p:nvSpPr>
          <p:spPr>
            <a:xfrm>
              <a:off x="4317152" y="3616121"/>
              <a:ext cx="70762" cy="49472"/>
            </a:xfrm>
            <a:custGeom>
              <a:rect b="b" l="l" r="r" t="t"/>
              <a:pathLst>
                <a:path extrusionOk="0" h="1866" w="2669">
                  <a:moveTo>
                    <a:pt x="2667" y="1"/>
                  </a:moveTo>
                  <a:lnTo>
                    <a:pt x="1" y="533"/>
                  </a:lnTo>
                  <a:lnTo>
                    <a:pt x="1" y="1866"/>
                  </a:lnTo>
                  <a:lnTo>
                    <a:pt x="2026" y="1462"/>
                  </a:lnTo>
                  <a:cubicBezTo>
                    <a:pt x="2401" y="1387"/>
                    <a:pt x="2669" y="1056"/>
                    <a:pt x="2667" y="677"/>
                  </a:cubicBezTo>
                  <a:lnTo>
                    <a:pt x="26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0"/>
            <p:cNvSpPr/>
            <p:nvPr/>
          </p:nvSpPr>
          <p:spPr>
            <a:xfrm>
              <a:off x="4331337" y="3587832"/>
              <a:ext cx="70709" cy="49499"/>
            </a:xfrm>
            <a:custGeom>
              <a:rect b="b" l="l" r="r" t="t"/>
              <a:pathLst>
                <a:path extrusionOk="0" h="1867" w="2667">
                  <a:moveTo>
                    <a:pt x="2664" y="1"/>
                  </a:moveTo>
                  <a:lnTo>
                    <a:pt x="0" y="533"/>
                  </a:lnTo>
                  <a:lnTo>
                    <a:pt x="0" y="1866"/>
                  </a:lnTo>
                  <a:lnTo>
                    <a:pt x="2023" y="1462"/>
                  </a:lnTo>
                  <a:cubicBezTo>
                    <a:pt x="2398" y="1387"/>
                    <a:pt x="2666" y="1059"/>
                    <a:pt x="2664" y="677"/>
                  </a:cubicBezTo>
                  <a:lnTo>
                    <a:pt x="26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0"/>
            <p:cNvSpPr/>
            <p:nvPr/>
          </p:nvSpPr>
          <p:spPr>
            <a:xfrm>
              <a:off x="4289049" y="3558324"/>
              <a:ext cx="127340" cy="140490"/>
            </a:xfrm>
            <a:custGeom>
              <a:rect b="b" l="l" r="r" t="t"/>
              <a:pathLst>
                <a:path extrusionOk="0" h="5299" w="4803">
                  <a:moveTo>
                    <a:pt x="4533" y="0"/>
                  </a:moveTo>
                  <a:cubicBezTo>
                    <a:pt x="4510" y="0"/>
                    <a:pt x="4487" y="3"/>
                    <a:pt x="4463" y="9"/>
                  </a:cubicBezTo>
                  <a:lnTo>
                    <a:pt x="2287" y="579"/>
                  </a:lnTo>
                  <a:cubicBezTo>
                    <a:pt x="1524" y="779"/>
                    <a:pt x="934" y="1380"/>
                    <a:pt x="753" y="2147"/>
                  </a:cubicBezTo>
                  <a:lnTo>
                    <a:pt x="1" y="5299"/>
                  </a:lnTo>
                  <a:lnTo>
                    <a:pt x="624" y="5299"/>
                  </a:lnTo>
                  <a:cubicBezTo>
                    <a:pt x="997" y="5299"/>
                    <a:pt x="1316" y="5044"/>
                    <a:pt x="1402" y="4685"/>
                  </a:cubicBezTo>
                  <a:lnTo>
                    <a:pt x="1957" y="2358"/>
                  </a:lnTo>
                  <a:cubicBezTo>
                    <a:pt x="2028" y="2072"/>
                    <a:pt x="2250" y="1846"/>
                    <a:pt x="2534" y="1770"/>
                  </a:cubicBezTo>
                  <a:lnTo>
                    <a:pt x="4004" y="1389"/>
                  </a:lnTo>
                  <a:cubicBezTo>
                    <a:pt x="4474" y="1267"/>
                    <a:pt x="4802" y="841"/>
                    <a:pt x="4802" y="357"/>
                  </a:cubicBezTo>
                  <a:lnTo>
                    <a:pt x="4802" y="269"/>
                  </a:lnTo>
                  <a:cubicBezTo>
                    <a:pt x="4802" y="117"/>
                    <a:pt x="4680" y="0"/>
                    <a:pt x="45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0"/>
            <p:cNvSpPr/>
            <p:nvPr/>
          </p:nvSpPr>
          <p:spPr>
            <a:xfrm>
              <a:off x="4100227" y="3571315"/>
              <a:ext cx="255952" cy="132616"/>
            </a:xfrm>
            <a:custGeom>
              <a:rect b="b" l="l" r="r" t="t"/>
              <a:pathLst>
                <a:path extrusionOk="0" h="5002" w="9654">
                  <a:moveTo>
                    <a:pt x="4825" y="1"/>
                  </a:moveTo>
                  <a:cubicBezTo>
                    <a:pt x="3609" y="1"/>
                    <a:pt x="2489" y="409"/>
                    <a:pt x="1598" y="1101"/>
                  </a:cubicBezTo>
                  <a:lnTo>
                    <a:pt x="1558" y="2190"/>
                  </a:lnTo>
                  <a:cubicBezTo>
                    <a:pt x="1597" y="2306"/>
                    <a:pt x="1536" y="2347"/>
                    <a:pt x="1429" y="2347"/>
                  </a:cubicBezTo>
                  <a:cubicBezTo>
                    <a:pt x="1163" y="2347"/>
                    <a:pt x="615" y="2092"/>
                    <a:pt x="615" y="2092"/>
                  </a:cubicBezTo>
                  <a:lnTo>
                    <a:pt x="615" y="2092"/>
                  </a:lnTo>
                  <a:cubicBezTo>
                    <a:pt x="1" y="2906"/>
                    <a:pt x="4827" y="5002"/>
                    <a:pt x="4827" y="5002"/>
                  </a:cubicBezTo>
                  <a:cubicBezTo>
                    <a:pt x="4827" y="5002"/>
                    <a:pt x="9653" y="2908"/>
                    <a:pt x="9032" y="2090"/>
                  </a:cubicBezTo>
                  <a:lnTo>
                    <a:pt x="9032" y="2090"/>
                  </a:lnTo>
                  <a:cubicBezTo>
                    <a:pt x="9032" y="2090"/>
                    <a:pt x="8511" y="2313"/>
                    <a:pt x="8239" y="2313"/>
                  </a:cubicBezTo>
                  <a:cubicBezTo>
                    <a:pt x="8120" y="2313"/>
                    <a:pt x="8049" y="2270"/>
                    <a:pt x="8090" y="2147"/>
                  </a:cubicBezTo>
                  <a:lnTo>
                    <a:pt x="8050" y="1101"/>
                  </a:lnTo>
                  <a:cubicBezTo>
                    <a:pt x="7158" y="411"/>
                    <a:pt x="6038" y="1"/>
                    <a:pt x="482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0"/>
            <p:cNvSpPr/>
            <p:nvPr/>
          </p:nvSpPr>
          <p:spPr>
            <a:xfrm>
              <a:off x="4143469" y="3622935"/>
              <a:ext cx="224826" cy="88525"/>
            </a:xfrm>
            <a:custGeom>
              <a:rect b="b" l="l" r="r" t="t"/>
              <a:pathLst>
                <a:path extrusionOk="0" h="3339" w="8480">
                  <a:moveTo>
                    <a:pt x="7288" y="1"/>
                  </a:moveTo>
                  <a:lnTo>
                    <a:pt x="6904" y="311"/>
                  </a:lnTo>
                  <a:cubicBezTo>
                    <a:pt x="6003" y="1135"/>
                    <a:pt x="4755" y="1454"/>
                    <a:pt x="3299" y="1454"/>
                  </a:cubicBezTo>
                  <a:cubicBezTo>
                    <a:pt x="3264" y="1454"/>
                    <a:pt x="3229" y="1454"/>
                    <a:pt x="3194" y="1454"/>
                  </a:cubicBezTo>
                  <a:cubicBezTo>
                    <a:pt x="3166" y="1454"/>
                    <a:pt x="3137" y="1454"/>
                    <a:pt x="3109" y="1454"/>
                  </a:cubicBezTo>
                  <a:cubicBezTo>
                    <a:pt x="2323" y="1454"/>
                    <a:pt x="1596" y="1364"/>
                    <a:pt x="954" y="1152"/>
                  </a:cubicBezTo>
                  <a:cubicBezTo>
                    <a:pt x="160" y="1520"/>
                    <a:pt x="0" y="1904"/>
                    <a:pt x="58" y="2230"/>
                  </a:cubicBezTo>
                  <a:cubicBezTo>
                    <a:pt x="138" y="2678"/>
                    <a:pt x="526" y="3037"/>
                    <a:pt x="1511" y="3339"/>
                  </a:cubicBezTo>
                  <a:lnTo>
                    <a:pt x="8186" y="3339"/>
                  </a:lnTo>
                  <a:cubicBezTo>
                    <a:pt x="8351" y="3339"/>
                    <a:pt x="8479" y="3204"/>
                    <a:pt x="8468" y="3039"/>
                  </a:cubicBezTo>
                  <a:cubicBezTo>
                    <a:pt x="8406" y="1893"/>
                    <a:pt x="7974" y="839"/>
                    <a:pt x="72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0"/>
            <p:cNvSpPr/>
            <p:nvPr/>
          </p:nvSpPr>
          <p:spPr>
            <a:xfrm>
              <a:off x="4088058" y="3622935"/>
              <a:ext cx="95472" cy="88525"/>
            </a:xfrm>
            <a:custGeom>
              <a:rect b="b" l="l" r="r" t="t"/>
              <a:pathLst>
                <a:path extrusionOk="0" h="3339" w="3601">
                  <a:moveTo>
                    <a:pt x="1192" y="1"/>
                  </a:moveTo>
                  <a:cubicBezTo>
                    <a:pt x="507" y="839"/>
                    <a:pt x="74" y="1891"/>
                    <a:pt x="10" y="3039"/>
                  </a:cubicBezTo>
                  <a:cubicBezTo>
                    <a:pt x="1" y="3204"/>
                    <a:pt x="132" y="3339"/>
                    <a:pt x="296" y="3339"/>
                  </a:cubicBezTo>
                  <a:lnTo>
                    <a:pt x="3601" y="3339"/>
                  </a:lnTo>
                  <a:cubicBezTo>
                    <a:pt x="3299" y="2988"/>
                    <a:pt x="3095" y="2580"/>
                    <a:pt x="3017" y="2130"/>
                  </a:cubicBezTo>
                  <a:cubicBezTo>
                    <a:pt x="2960" y="1804"/>
                    <a:pt x="2971" y="1476"/>
                    <a:pt x="3046" y="1152"/>
                  </a:cubicBezTo>
                  <a:cubicBezTo>
                    <a:pt x="2489" y="968"/>
                    <a:pt x="1995" y="695"/>
                    <a:pt x="1573" y="311"/>
                  </a:cubicBezTo>
                  <a:lnTo>
                    <a:pt x="11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0"/>
            <p:cNvSpPr/>
            <p:nvPr/>
          </p:nvSpPr>
          <p:spPr>
            <a:xfrm>
              <a:off x="4125997" y="3626832"/>
              <a:ext cx="204358" cy="40432"/>
            </a:xfrm>
            <a:custGeom>
              <a:rect b="b" l="l" r="r" t="t"/>
              <a:pathLst>
                <a:path extrusionOk="0" h="1525" w="7708">
                  <a:moveTo>
                    <a:pt x="275" y="0"/>
                  </a:moveTo>
                  <a:lnTo>
                    <a:pt x="0" y="329"/>
                  </a:lnTo>
                  <a:cubicBezTo>
                    <a:pt x="884" y="1133"/>
                    <a:pt x="2119" y="1524"/>
                    <a:pt x="3772" y="1524"/>
                  </a:cubicBezTo>
                  <a:cubicBezTo>
                    <a:pt x="3799" y="1524"/>
                    <a:pt x="3827" y="1524"/>
                    <a:pt x="3855" y="1524"/>
                  </a:cubicBezTo>
                  <a:lnTo>
                    <a:pt x="3944" y="1524"/>
                  </a:lnTo>
                  <a:cubicBezTo>
                    <a:pt x="5594" y="1524"/>
                    <a:pt x="6827" y="1134"/>
                    <a:pt x="7708" y="329"/>
                  </a:cubicBezTo>
                  <a:lnTo>
                    <a:pt x="7426" y="0"/>
                  </a:lnTo>
                  <a:lnTo>
                    <a:pt x="7417" y="9"/>
                  </a:lnTo>
                  <a:cubicBezTo>
                    <a:pt x="6618" y="741"/>
                    <a:pt x="5481" y="1096"/>
                    <a:pt x="3938" y="1096"/>
                  </a:cubicBezTo>
                  <a:cubicBezTo>
                    <a:pt x="3910" y="1096"/>
                    <a:pt x="3882" y="1096"/>
                    <a:pt x="3853" y="1096"/>
                  </a:cubicBezTo>
                  <a:lnTo>
                    <a:pt x="3848" y="1096"/>
                  </a:lnTo>
                  <a:cubicBezTo>
                    <a:pt x="3820" y="1096"/>
                    <a:pt x="3791" y="1096"/>
                    <a:pt x="3763" y="1096"/>
                  </a:cubicBezTo>
                  <a:cubicBezTo>
                    <a:pt x="2225" y="1096"/>
                    <a:pt x="1083" y="743"/>
                    <a:pt x="284" y="9"/>
                  </a:cubicBezTo>
                  <a:lnTo>
                    <a:pt x="2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0"/>
            <p:cNvSpPr/>
            <p:nvPr/>
          </p:nvSpPr>
          <p:spPr>
            <a:xfrm>
              <a:off x="4192252" y="3637092"/>
              <a:ext cx="71902" cy="52442"/>
            </a:xfrm>
            <a:custGeom>
              <a:rect b="b" l="l" r="r" t="t"/>
              <a:pathLst>
                <a:path extrusionOk="0" h="1978" w="2712">
                  <a:moveTo>
                    <a:pt x="786" y="1"/>
                  </a:moveTo>
                  <a:cubicBezTo>
                    <a:pt x="694" y="1"/>
                    <a:pt x="599" y="17"/>
                    <a:pt x="502" y="52"/>
                  </a:cubicBezTo>
                  <a:cubicBezTo>
                    <a:pt x="103" y="199"/>
                    <a:pt x="1" y="607"/>
                    <a:pt x="116" y="928"/>
                  </a:cubicBezTo>
                  <a:cubicBezTo>
                    <a:pt x="190" y="1150"/>
                    <a:pt x="773" y="1978"/>
                    <a:pt x="1358" y="1978"/>
                  </a:cubicBezTo>
                  <a:cubicBezTo>
                    <a:pt x="1944" y="1978"/>
                    <a:pt x="2529" y="1148"/>
                    <a:pt x="2600" y="928"/>
                  </a:cubicBezTo>
                  <a:cubicBezTo>
                    <a:pt x="2711" y="605"/>
                    <a:pt x="2611" y="197"/>
                    <a:pt x="2212" y="52"/>
                  </a:cubicBezTo>
                  <a:cubicBezTo>
                    <a:pt x="2116" y="17"/>
                    <a:pt x="2020" y="1"/>
                    <a:pt x="1929" y="1"/>
                  </a:cubicBezTo>
                  <a:cubicBezTo>
                    <a:pt x="1777" y="1"/>
                    <a:pt x="1636" y="47"/>
                    <a:pt x="1522" y="130"/>
                  </a:cubicBezTo>
                  <a:cubicBezTo>
                    <a:pt x="1474" y="167"/>
                    <a:pt x="1415" y="185"/>
                    <a:pt x="1357" y="185"/>
                  </a:cubicBezTo>
                  <a:cubicBezTo>
                    <a:pt x="1299" y="185"/>
                    <a:pt x="1241" y="167"/>
                    <a:pt x="1192" y="130"/>
                  </a:cubicBezTo>
                  <a:cubicBezTo>
                    <a:pt x="1078" y="47"/>
                    <a:pt x="938"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0"/>
            <p:cNvSpPr/>
            <p:nvPr/>
          </p:nvSpPr>
          <p:spPr>
            <a:xfrm>
              <a:off x="4302465" y="3600532"/>
              <a:ext cx="37409" cy="45018"/>
            </a:xfrm>
            <a:custGeom>
              <a:rect b="b" l="l" r="r" t="t"/>
              <a:pathLst>
                <a:path extrusionOk="0" h="1698" w="1411">
                  <a:moveTo>
                    <a:pt x="428" y="1"/>
                  </a:moveTo>
                  <a:lnTo>
                    <a:pt x="138" y="877"/>
                  </a:lnTo>
                  <a:cubicBezTo>
                    <a:pt x="0" y="1283"/>
                    <a:pt x="304" y="1698"/>
                    <a:pt x="728" y="1698"/>
                  </a:cubicBezTo>
                  <a:cubicBezTo>
                    <a:pt x="996" y="1698"/>
                    <a:pt x="1231" y="1527"/>
                    <a:pt x="1318" y="1272"/>
                  </a:cubicBezTo>
                  <a:lnTo>
                    <a:pt x="1411" y="994"/>
                  </a:lnTo>
                  <a:cubicBezTo>
                    <a:pt x="1127" y="622"/>
                    <a:pt x="797" y="287"/>
                    <a:pt x="4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0"/>
            <p:cNvSpPr/>
            <p:nvPr/>
          </p:nvSpPr>
          <p:spPr>
            <a:xfrm>
              <a:off x="4116585" y="3600611"/>
              <a:ext cx="37356" cy="44939"/>
            </a:xfrm>
            <a:custGeom>
              <a:rect b="b" l="l" r="r" t="t"/>
              <a:pathLst>
                <a:path extrusionOk="0" h="1695" w="1409">
                  <a:moveTo>
                    <a:pt x="983" y="0"/>
                  </a:moveTo>
                  <a:cubicBezTo>
                    <a:pt x="615" y="284"/>
                    <a:pt x="284" y="619"/>
                    <a:pt x="1" y="991"/>
                  </a:cubicBezTo>
                  <a:lnTo>
                    <a:pt x="94" y="1269"/>
                  </a:lnTo>
                  <a:cubicBezTo>
                    <a:pt x="176" y="1524"/>
                    <a:pt x="415" y="1695"/>
                    <a:pt x="684" y="1695"/>
                  </a:cubicBezTo>
                  <a:cubicBezTo>
                    <a:pt x="1109" y="1695"/>
                    <a:pt x="1409" y="1275"/>
                    <a:pt x="1274" y="876"/>
                  </a:cubicBezTo>
                  <a:lnTo>
                    <a:pt x="9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0"/>
            <p:cNvSpPr/>
            <p:nvPr/>
          </p:nvSpPr>
          <p:spPr>
            <a:xfrm>
              <a:off x="4162266" y="3335274"/>
              <a:ext cx="198499" cy="171828"/>
            </a:xfrm>
            <a:custGeom>
              <a:rect b="b" l="l" r="r" t="t"/>
              <a:pathLst>
                <a:path extrusionOk="0" h="6481" w="7487">
                  <a:moveTo>
                    <a:pt x="2485" y="1"/>
                  </a:moveTo>
                  <a:cubicBezTo>
                    <a:pt x="2181" y="1"/>
                    <a:pt x="1904" y="94"/>
                    <a:pt x="1700" y="247"/>
                  </a:cubicBezTo>
                  <a:cubicBezTo>
                    <a:pt x="1675" y="267"/>
                    <a:pt x="1644" y="283"/>
                    <a:pt x="1611" y="294"/>
                  </a:cubicBezTo>
                  <a:cubicBezTo>
                    <a:pt x="828" y="833"/>
                    <a:pt x="1" y="1928"/>
                    <a:pt x="1" y="2585"/>
                  </a:cubicBezTo>
                  <a:cubicBezTo>
                    <a:pt x="1" y="4412"/>
                    <a:pt x="2742" y="6481"/>
                    <a:pt x="5347" y="6481"/>
                  </a:cubicBezTo>
                  <a:cubicBezTo>
                    <a:pt x="5923" y="6481"/>
                    <a:pt x="6492" y="6380"/>
                    <a:pt x="7023" y="6153"/>
                  </a:cubicBezTo>
                  <a:cubicBezTo>
                    <a:pt x="7032" y="5690"/>
                    <a:pt x="6990" y="5255"/>
                    <a:pt x="7036" y="5226"/>
                  </a:cubicBezTo>
                  <a:cubicBezTo>
                    <a:pt x="7311" y="5060"/>
                    <a:pt x="7486" y="4800"/>
                    <a:pt x="7486" y="4508"/>
                  </a:cubicBezTo>
                  <a:cubicBezTo>
                    <a:pt x="7486" y="4250"/>
                    <a:pt x="7349" y="4017"/>
                    <a:pt x="7127" y="3860"/>
                  </a:cubicBezTo>
                  <a:cubicBezTo>
                    <a:pt x="7032" y="3787"/>
                    <a:pt x="7005" y="3671"/>
                    <a:pt x="7067" y="3576"/>
                  </a:cubicBezTo>
                  <a:cubicBezTo>
                    <a:pt x="7149" y="3452"/>
                    <a:pt x="7198" y="3310"/>
                    <a:pt x="7198" y="3161"/>
                  </a:cubicBezTo>
                  <a:cubicBezTo>
                    <a:pt x="7198" y="2784"/>
                    <a:pt x="6903" y="2463"/>
                    <a:pt x="6484" y="2327"/>
                  </a:cubicBezTo>
                  <a:cubicBezTo>
                    <a:pt x="6344" y="2279"/>
                    <a:pt x="6262" y="2157"/>
                    <a:pt x="6302" y="2041"/>
                  </a:cubicBezTo>
                  <a:cubicBezTo>
                    <a:pt x="6395" y="1766"/>
                    <a:pt x="6324" y="1462"/>
                    <a:pt x="6074" y="1230"/>
                  </a:cubicBezTo>
                  <a:cubicBezTo>
                    <a:pt x="5883" y="1048"/>
                    <a:pt x="5623" y="941"/>
                    <a:pt x="5348" y="912"/>
                  </a:cubicBezTo>
                  <a:cubicBezTo>
                    <a:pt x="5237" y="901"/>
                    <a:pt x="5146" y="846"/>
                    <a:pt x="5102" y="766"/>
                  </a:cubicBezTo>
                  <a:cubicBezTo>
                    <a:pt x="4993" y="571"/>
                    <a:pt x="4798" y="409"/>
                    <a:pt x="4539" y="311"/>
                  </a:cubicBezTo>
                  <a:cubicBezTo>
                    <a:pt x="4381" y="253"/>
                    <a:pt x="4215" y="226"/>
                    <a:pt x="4053" y="226"/>
                  </a:cubicBezTo>
                  <a:cubicBezTo>
                    <a:pt x="3899" y="226"/>
                    <a:pt x="3748" y="251"/>
                    <a:pt x="3607" y="298"/>
                  </a:cubicBezTo>
                  <a:cubicBezTo>
                    <a:pt x="3569" y="310"/>
                    <a:pt x="3529" y="316"/>
                    <a:pt x="3489" y="316"/>
                  </a:cubicBezTo>
                  <a:cubicBezTo>
                    <a:pt x="3409" y="316"/>
                    <a:pt x="3330" y="292"/>
                    <a:pt x="3268" y="247"/>
                  </a:cubicBezTo>
                  <a:cubicBezTo>
                    <a:pt x="3066" y="94"/>
                    <a:pt x="2787" y="1"/>
                    <a:pt x="24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0"/>
            <p:cNvSpPr/>
            <p:nvPr/>
          </p:nvSpPr>
          <p:spPr>
            <a:xfrm>
              <a:off x="4095641" y="3341027"/>
              <a:ext cx="252876" cy="197598"/>
            </a:xfrm>
            <a:custGeom>
              <a:rect b="b" l="l" r="r" t="t"/>
              <a:pathLst>
                <a:path extrusionOk="0" h="7453" w="9538">
                  <a:moveTo>
                    <a:pt x="3428" y="1"/>
                  </a:moveTo>
                  <a:cubicBezTo>
                    <a:pt x="3266" y="1"/>
                    <a:pt x="3102" y="28"/>
                    <a:pt x="2946" y="85"/>
                  </a:cubicBezTo>
                  <a:cubicBezTo>
                    <a:pt x="2685" y="183"/>
                    <a:pt x="2492" y="345"/>
                    <a:pt x="2383" y="540"/>
                  </a:cubicBezTo>
                  <a:cubicBezTo>
                    <a:pt x="2339" y="620"/>
                    <a:pt x="2243" y="675"/>
                    <a:pt x="2137" y="687"/>
                  </a:cubicBezTo>
                  <a:cubicBezTo>
                    <a:pt x="1862" y="718"/>
                    <a:pt x="1600" y="824"/>
                    <a:pt x="1409" y="1004"/>
                  </a:cubicBezTo>
                  <a:cubicBezTo>
                    <a:pt x="1163" y="1237"/>
                    <a:pt x="1090" y="1540"/>
                    <a:pt x="1183" y="1815"/>
                  </a:cubicBezTo>
                  <a:cubicBezTo>
                    <a:pt x="1223" y="1935"/>
                    <a:pt x="1141" y="2055"/>
                    <a:pt x="999" y="2102"/>
                  </a:cubicBezTo>
                  <a:cubicBezTo>
                    <a:pt x="580" y="2235"/>
                    <a:pt x="287" y="2558"/>
                    <a:pt x="287" y="2935"/>
                  </a:cubicBezTo>
                  <a:cubicBezTo>
                    <a:pt x="287" y="3086"/>
                    <a:pt x="334" y="3226"/>
                    <a:pt x="418" y="3352"/>
                  </a:cubicBezTo>
                  <a:cubicBezTo>
                    <a:pt x="478" y="3446"/>
                    <a:pt x="453" y="3563"/>
                    <a:pt x="356" y="3634"/>
                  </a:cubicBezTo>
                  <a:cubicBezTo>
                    <a:pt x="136" y="3800"/>
                    <a:pt x="1" y="4031"/>
                    <a:pt x="1" y="4288"/>
                  </a:cubicBezTo>
                  <a:cubicBezTo>
                    <a:pt x="1" y="4583"/>
                    <a:pt x="178" y="4841"/>
                    <a:pt x="451" y="5007"/>
                  </a:cubicBezTo>
                  <a:cubicBezTo>
                    <a:pt x="524" y="5051"/>
                    <a:pt x="367" y="6198"/>
                    <a:pt x="573" y="6750"/>
                  </a:cubicBezTo>
                  <a:cubicBezTo>
                    <a:pt x="583" y="7218"/>
                    <a:pt x="2807" y="7452"/>
                    <a:pt x="5024" y="7452"/>
                  </a:cubicBezTo>
                  <a:cubicBezTo>
                    <a:pt x="7235" y="7452"/>
                    <a:pt x="9438" y="7219"/>
                    <a:pt x="9427" y="6750"/>
                  </a:cubicBezTo>
                  <a:cubicBezTo>
                    <a:pt x="9507" y="6535"/>
                    <a:pt x="9534" y="6229"/>
                    <a:pt x="9538" y="5932"/>
                  </a:cubicBezTo>
                  <a:lnTo>
                    <a:pt x="9538" y="5932"/>
                  </a:lnTo>
                  <a:cubicBezTo>
                    <a:pt x="9481" y="5936"/>
                    <a:pt x="9423" y="5937"/>
                    <a:pt x="9364" y="5937"/>
                  </a:cubicBezTo>
                  <a:cubicBezTo>
                    <a:pt x="9316" y="5937"/>
                    <a:pt x="9267" y="5936"/>
                    <a:pt x="9219" y="5934"/>
                  </a:cubicBezTo>
                  <a:cubicBezTo>
                    <a:pt x="6065" y="5934"/>
                    <a:pt x="3507" y="4124"/>
                    <a:pt x="3507" y="1895"/>
                  </a:cubicBezTo>
                  <a:cubicBezTo>
                    <a:pt x="3507" y="1239"/>
                    <a:pt x="3729" y="618"/>
                    <a:pt x="4124" y="68"/>
                  </a:cubicBezTo>
                  <a:lnTo>
                    <a:pt x="4124" y="68"/>
                  </a:lnTo>
                  <a:cubicBezTo>
                    <a:pt x="4083" y="83"/>
                    <a:pt x="4039" y="91"/>
                    <a:pt x="3994" y="91"/>
                  </a:cubicBezTo>
                  <a:cubicBezTo>
                    <a:pt x="3955" y="91"/>
                    <a:pt x="3915" y="85"/>
                    <a:pt x="3878" y="72"/>
                  </a:cubicBezTo>
                  <a:cubicBezTo>
                    <a:pt x="3737" y="25"/>
                    <a:pt x="3583" y="1"/>
                    <a:pt x="34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0"/>
            <p:cNvSpPr/>
            <p:nvPr/>
          </p:nvSpPr>
          <p:spPr>
            <a:xfrm>
              <a:off x="4305752" y="3468579"/>
              <a:ext cx="56472" cy="71663"/>
            </a:xfrm>
            <a:custGeom>
              <a:rect b="b" l="l" r="r" t="t"/>
              <a:pathLst>
                <a:path extrusionOk="0" h="2703" w="2130">
                  <a:moveTo>
                    <a:pt x="1065" y="1"/>
                  </a:moveTo>
                  <a:cubicBezTo>
                    <a:pt x="475" y="1"/>
                    <a:pt x="1" y="606"/>
                    <a:pt x="1" y="1352"/>
                  </a:cubicBezTo>
                  <a:cubicBezTo>
                    <a:pt x="1" y="2097"/>
                    <a:pt x="475" y="2702"/>
                    <a:pt x="1065" y="2702"/>
                  </a:cubicBezTo>
                  <a:cubicBezTo>
                    <a:pt x="1653" y="2702"/>
                    <a:pt x="2130" y="2097"/>
                    <a:pt x="2130" y="1352"/>
                  </a:cubicBezTo>
                  <a:cubicBezTo>
                    <a:pt x="2130" y="606"/>
                    <a:pt x="1653" y="1"/>
                    <a:pt x="10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0"/>
            <p:cNvSpPr/>
            <p:nvPr/>
          </p:nvSpPr>
          <p:spPr>
            <a:xfrm>
              <a:off x="4094182" y="3468579"/>
              <a:ext cx="56472" cy="71663"/>
            </a:xfrm>
            <a:custGeom>
              <a:rect b="b" l="l" r="r" t="t"/>
              <a:pathLst>
                <a:path extrusionOk="0" h="2703" w="2130">
                  <a:moveTo>
                    <a:pt x="1065" y="1"/>
                  </a:moveTo>
                  <a:cubicBezTo>
                    <a:pt x="477" y="1"/>
                    <a:pt x="0" y="606"/>
                    <a:pt x="0" y="1352"/>
                  </a:cubicBezTo>
                  <a:cubicBezTo>
                    <a:pt x="0" y="2097"/>
                    <a:pt x="477" y="2702"/>
                    <a:pt x="1065" y="2702"/>
                  </a:cubicBezTo>
                  <a:cubicBezTo>
                    <a:pt x="1653" y="2702"/>
                    <a:pt x="2130" y="2097"/>
                    <a:pt x="2130" y="1352"/>
                  </a:cubicBezTo>
                  <a:cubicBezTo>
                    <a:pt x="2130" y="606"/>
                    <a:pt x="1653" y="1"/>
                    <a:pt x="1065"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0"/>
            <p:cNvSpPr/>
            <p:nvPr/>
          </p:nvSpPr>
          <p:spPr>
            <a:xfrm>
              <a:off x="4141587" y="3391613"/>
              <a:ext cx="192481" cy="210960"/>
            </a:xfrm>
            <a:custGeom>
              <a:rect b="b" l="l" r="r" t="t"/>
              <a:pathLst>
                <a:path extrusionOk="0" h="7957" w="7260">
                  <a:moveTo>
                    <a:pt x="3267" y="1"/>
                  </a:moveTo>
                  <a:cubicBezTo>
                    <a:pt x="2537" y="1"/>
                    <a:pt x="1852" y="207"/>
                    <a:pt x="1262" y="564"/>
                  </a:cubicBezTo>
                  <a:cubicBezTo>
                    <a:pt x="796" y="1174"/>
                    <a:pt x="0" y="2675"/>
                    <a:pt x="0" y="3363"/>
                  </a:cubicBezTo>
                  <a:cubicBezTo>
                    <a:pt x="0" y="5902"/>
                    <a:pt x="1983" y="7881"/>
                    <a:pt x="4868" y="7956"/>
                  </a:cubicBezTo>
                  <a:cubicBezTo>
                    <a:pt x="6277" y="7315"/>
                    <a:pt x="7259" y="5854"/>
                    <a:pt x="7259" y="4155"/>
                  </a:cubicBezTo>
                  <a:cubicBezTo>
                    <a:pt x="7259" y="1866"/>
                    <a:pt x="5472" y="7"/>
                    <a:pt x="3267"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0"/>
            <p:cNvSpPr/>
            <p:nvPr/>
          </p:nvSpPr>
          <p:spPr>
            <a:xfrm>
              <a:off x="4122471" y="3406672"/>
              <a:ext cx="148205" cy="205127"/>
            </a:xfrm>
            <a:custGeom>
              <a:rect b="b" l="l" r="r" t="t"/>
              <a:pathLst>
                <a:path extrusionOk="0" h="7737" w="5590">
                  <a:moveTo>
                    <a:pt x="1985" y="0"/>
                  </a:moveTo>
                  <a:cubicBezTo>
                    <a:pt x="799" y="717"/>
                    <a:pt x="0" y="2056"/>
                    <a:pt x="0" y="3587"/>
                  </a:cubicBezTo>
                  <a:cubicBezTo>
                    <a:pt x="0" y="5880"/>
                    <a:pt x="1786" y="7736"/>
                    <a:pt x="3990" y="7736"/>
                  </a:cubicBezTo>
                  <a:cubicBezTo>
                    <a:pt x="4558" y="7736"/>
                    <a:pt x="5099" y="7614"/>
                    <a:pt x="5589" y="7390"/>
                  </a:cubicBezTo>
                  <a:cubicBezTo>
                    <a:pt x="3296" y="6647"/>
                    <a:pt x="1639" y="4494"/>
                    <a:pt x="1642" y="1954"/>
                  </a:cubicBezTo>
                  <a:cubicBezTo>
                    <a:pt x="1642" y="1269"/>
                    <a:pt x="1764" y="610"/>
                    <a:pt x="1985"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0"/>
            <p:cNvSpPr/>
            <p:nvPr/>
          </p:nvSpPr>
          <p:spPr>
            <a:xfrm>
              <a:off x="4165050" y="3384375"/>
              <a:ext cx="182008" cy="110080"/>
            </a:xfrm>
            <a:custGeom>
              <a:rect b="b" l="l" r="r" t="t"/>
              <a:pathLst>
                <a:path extrusionOk="0" h="4152" w="6865">
                  <a:moveTo>
                    <a:pt x="907" y="1"/>
                  </a:moveTo>
                  <a:cubicBezTo>
                    <a:pt x="559" y="167"/>
                    <a:pt x="0" y="730"/>
                    <a:pt x="0" y="817"/>
                  </a:cubicBezTo>
                  <a:cubicBezTo>
                    <a:pt x="0" y="1482"/>
                    <a:pt x="579" y="1822"/>
                    <a:pt x="1528" y="2117"/>
                  </a:cubicBezTo>
                  <a:cubicBezTo>
                    <a:pt x="1575" y="2084"/>
                    <a:pt x="1630" y="2067"/>
                    <a:pt x="1687" y="2067"/>
                  </a:cubicBezTo>
                  <a:cubicBezTo>
                    <a:pt x="1738" y="2067"/>
                    <a:pt x="1790" y="2081"/>
                    <a:pt x="1834" y="2112"/>
                  </a:cubicBezTo>
                  <a:cubicBezTo>
                    <a:pt x="1994" y="2216"/>
                    <a:pt x="2183" y="2276"/>
                    <a:pt x="2384" y="2276"/>
                  </a:cubicBezTo>
                  <a:cubicBezTo>
                    <a:pt x="2586" y="2276"/>
                    <a:pt x="2775" y="2214"/>
                    <a:pt x="2934" y="2112"/>
                  </a:cubicBezTo>
                  <a:cubicBezTo>
                    <a:pt x="2980" y="2082"/>
                    <a:pt x="3031" y="2068"/>
                    <a:pt x="3083" y="2068"/>
                  </a:cubicBezTo>
                  <a:cubicBezTo>
                    <a:pt x="3168" y="2068"/>
                    <a:pt x="3252" y="2106"/>
                    <a:pt x="3307" y="2177"/>
                  </a:cubicBezTo>
                  <a:cubicBezTo>
                    <a:pt x="3491" y="2409"/>
                    <a:pt x="3775" y="2562"/>
                    <a:pt x="4099" y="2562"/>
                  </a:cubicBezTo>
                  <a:cubicBezTo>
                    <a:pt x="4176" y="2562"/>
                    <a:pt x="4252" y="2554"/>
                    <a:pt x="4325" y="2538"/>
                  </a:cubicBezTo>
                  <a:cubicBezTo>
                    <a:pt x="4347" y="2533"/>
                    <a:pt x="4369" y="2530"/>
                    <a:pt x="4391" y="2530"/>
                  </a:cubicBezTo>
                  <a:cubicBezTo>
                    <a:pt x="4460" y="2530"/>
                    <a:pt x="4528" y="2555"/>
                    <a:pt x="4580" y="2600"/>
                  </a:cubicBezTo>
                  <a:cubicBezTo>
                    <a:pt x="4758" y="2753"/>
                    <a:pt x="4988" y="2849"/>
                    <a:pt x="5239" y="2849"/>
                  </a:cubicBezTo>
                  <a:cubicBezTo>
                    <a:pt x="5292" y="2849"/>
                    <a:pt x="5345" y="2844"/>
                    <a:pt x="5396" y="2838"/>
                  </a:cubicBezTo>
                  <a:cubicBezTo>
                    <a:pt x="5412" y="2835"/>
                    <a:pt x="5427" y="2834"/>
                    <a:pt x="5442" y="2834"/>
                  </a:cubicBezTo>
                  <a:cubicBezTo>
                    <a:pt x="5594" y="2834"/>
                    <a:pt x="5722" y="2960"/>
                    <a:pt x="5722" y="3119"/>
                  </a:cubicBezTo>
                  <a:lnTo>
                    <a:pt x="5722" y="3864"/>
                  </a:lnTo>
                  <a:cubicBezTo>
                    <a:pt x="5722" y="4045"/>
                    <a:pt x="5867" y="4151"/>
                    <a:pt x="6012" y="4151"/>
                  </a:cubicBezTo>
                  <a:cubicBezTo>
                    <a:pt x="6114" y="4151"/>
                    <a:pt x="6217" y="4098"/>
                    <a:pt x="6268" y="3982"/>
                  </a:cubicBezTo>
                  <a:lnTo>
                    <a:pt x="6865" y="2640"/>
                  </a:lnTo>
                  <a:lnTo>
                    <a:pt x="59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0"/>
            <p:cNvSpPr/>
            <p:nvPr/>
          </p:nvSpPr>
          <p:spPr>
            <a:xfrm>
              <a:off x="4109401" y="3384322"/>
              <a:ext cx="96055" cy="110053"/>
            </a:xfrm>
            <a:custGeom>
              <a:rect b="b" l="l" r="r" t="t"/>
              <a:pathLst>
                <a:path extrusionOk="0" h="4151" w="3623">
                  <a:moveTo>
                    <a:pt x="877" y="1"/>
                  </a:moveTo>
                  <a:lnTo>
                    <a:pt x="1" y="2640"/>
                  </a:lnTo>
                  <a:lnTo>
                    <a:pt x="598" y="3982"/>
                  </a:lnTo>
                  <a:cubicBezTo>
                    <a:pt x="649" y="4098"/>
                    <a:pt x="751" y="4151"/>
                    <a:pt x="853" y="4151"/>
                  </a:cubicBezTo>
                  <a:cubicBezTo>
                    <a:pt x="998" y="4151"/>
                    <a:pt x="1143" y="4045"/>
                    <a:pt x="1143" y="3864"/>
                  </a:cubicBezTo>
                  <a:lnTo>
                    <a:pt x="1143" y="3121"/>
                  </a:lnTo>
                  <a:cubicBezTo>
                    <a:pt x="1143" y="2962"/>
                    <a:pt x="1271" y="2836"/>
                    <a:pt x="1423" y="2836"/>
                  </a:cubicBezTo>
                  <a:cubicBezTo>
                    <a:pt x="1438" y="2836"/>
                    <a:pt x="1454" y="2837"/>
                    <a:pt x="1469" y="2840"/>
                  </a:cubicBezTo>
                  <a:cubicBezTo>
                    <a:pt x="1520" y="2846"/>
                    <a:pt x="1573" y="2851"/>
                    <a:pt x="1624" y="2851"/>
                  </a:cubicBezTo>
                  <a:cubicBezTo>
                    <a:pt x="1877" y="2851"/>
                    <a:pt x="2110" y="2757"/>
                    <a:pt x="2285" y="2602"/>
                  </a:cubicBezTo>
                  <a:cubicBezTo>
                    <a:pt x="2337" y="2557"/>
                    <a:pt x="2404" y="2532"/>
                    <a:pt x="2473" y="2532"/>
                  </a:cubicBezTo>
                  <a:cubicBezTo>
                    <a:pt x="2496" y="2532"/>
                    <a:pt x="2518" y="2535"/>
                    <a:pt x="2540" y="2540"/>
                  </a:cubicBezTo>
                  <a:cubicBezTo>
                    <a:pt x="2611" y="2556"/>
                    <a:pt x="2689" y="2564"/>
                    <a:pt x="2767" y="2564"/>
                  </a:cubicBezTo>
                  <a:cubicBezTo>
                    <a:pt x="3088" y="2564"/>
                    <a:pt x="3374" y="2414"/>
                    <a:pt x="3558" y="2179"/>
                  </a:cubicBezTo>
                  <a:cubicBezTo>
                    <a:pt x="3576" y="2154"/>
                    <a:pt x="3598" y="2134"/>
                    <a:pt x="3623" y="2119"/>
                  </a:cubicBezTo>
                  <a:cubicBezTo>
                    <a:pt x="3219" y="1564"/>
                    <a:pt x="2988" y="934"/>
                    <a:pt x="2993" y="262"/>
                  </a:cubicBezTo>
                  <a:cubicBezTo>
                    <a:pt x="2993" y="174"/>
                    <a:pt x="2995" y="89"/>
                    <a:pt x="3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70"/>
          <p:cNvGrpSpPr/>
          <p:nvPr/>
        </p:nvGrpSpPr>
        <p:grpSpPr>
          <a:xfrm>
            <a:off x="4027159" y="2702792"/>
            <a:ext cx="396945" cy="376371"/>
            <a:chOff x="4027159" y="2702792"/>
            <a:chExt cx="396945" cy="376371"/>
          </a:xfrm>
        </p:grpSpPr>
        <p:sp>
          <p:nvSpPr>
            <p:cNvPr id="4128" name="Google Shape;4128;p70"/>
            <p:cNvSpPr/>
            <p:nvPr/>
          </p:nvSpPr>
          <p:spPr>
            <a:xfrm>
              <a:off x="4027159" y="2818492"/>
              <a:ext cx="108728" cy="140119"/>
            </a:xfrm>
            <a:custGeom>
              <a:rect b="b" l="l" r="r" t="t"/>
              <a:pathLst>
                <a:path extrusionOk="0" h="5285" w="4101">
                  <a:moveTo>
                    <a:pt x="2030" y="0"/>
                  </a:moveTo>
                  <a:cubicBezTo>
                    <a:pt x="1916" y="0"/>
                    <a:pt x="1800" y="16"/>
                    <a:pt x="1683" y="51"/>
                  </a:cubicBezTo>
                  <a:cubicBezTo>
                    <a:pt x="0" y="660"/>
                    <a:pt x="508" y="3865"/>
                    <a:pt x="756" y="5056"/>
                  </a:cubicBezTo>
                  <a:cubicBezTo>
                    <a:pt x="788" y="5200"/>
                    <a:pt x="910" y="5285"/>
                    <a:pt x="1037" y="5285"/>
                  </a:cubicBezTo>
                  <a:cubicBezTo>
                    <a:pt x="1109" y="5285"/>
                    <a:pt x="1181" y="5258"/>
                    <a:pt x="1240" y="5198"/>
                  </a:cubicBezTo>
                  <a:cubicBezTo>
                    <a:pt x="1621" y="4810"/>
                    <a:pt x="2154" y="4021"/>
                    <a:pt x="2114" y="2648"/>
                  </a:cubicBezTo>
                  <a:cubicBezTo>
                    <a:pt x="2105" y="2315"/>
                    <a:pt x="2375" y="2058"/>
                    <a:pt x="2683" y="2058"/>
                  </a:cubicBezTo>
                  <a:cubicBezTo>
                    <a:pt x="2746" y="2058"/>
                    <a:pt x="2809" y="2069"/>
                    <a:pt x="2872" y="2091"/>
                  </a:cubicBezTo>
                  <a:lnTo>
                    <a:pt x="3369" y="2262"/>
                  </a:lnTo>
                  <a:cubicBezTo>
                    <a:pt x="3540" y="1936"/>
                    <a:pt x="4101" y="1652"/>
                    <a:pt x="3866" y="1266"/>
                  </a:cubicBezTo>
                  <a:cubicBezTo>
                    <a:pt x="3569" y="777"/>
                    <a:pt x="2835" y="0"/>
                    <a:pt x="2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0"/>
            <p:cNvSpPr/>
            <p:nvPr/>
          </p:nvSpPr>
          <p:spPr>
            <a:xfrm>
              <a:off x="4236581" y="2702792"/>
              <a:ext cx="134471" cy="145766"/>
            </a:xfrm>
            <a:custGeom>
              <a:rect b="b" l="l" r="r" t="t"/>
              <a:pathLst>
                <a:path extrusionOk="0" h="5498" w="5072">
                  <a:moveTo>
                    <a:pt x="3824" y="0"/>
                  </a:moveTo>
                  <a:cubicBezTo>
                    <a:pt x="1479" y="0"/>
                    <a:pt x="0" y="2070"/>
                    <a:pt x="1115" y="5018"/>
                  </a:cubicBezTo>
                  <a:cubicBezTo>
                    <a:pt x="1167" y="4985"/>
                    <a:pt x="1224" y="4971"/>
                    <a:pt x="1284" y="4971"/>
                  </a:cubicBezTo>
                  <a:cubicBezTo>
                    <a:pt x="1648" y="4971"/>
                    <a:pt x="2129" y="5497"/>
                    <a:pt x="2495" y="5497"/>
                  </a:cubicBezTo>
                  <a:cubicBezTo>
                    <a:pt x="2555" y="5497"/>
                    <a:pt x="2612" y="5483"/>
                    <a:pt x="2665" y="5450"/>
                  </a:cubicBezTo>
                  <a:cubicBezTo>
                    <a:pt x="2665" y="5450"/>
                    <a:pt x="4058" y="4694"/>
                    <a:pt x="4344" y="4031"/>
                  </a:cubicBezTo>
                  <a:cubicBezTo>
                    <a:pt x="4821" y="2929"/>
                    <a:pt x="4439" y="1777"/>
                    <a:pt x="4439" y="1777"/>
                  </a:cubicBezTo>
                  <a:lnTo>
                    <a:pt x="4996" y="504"/>
                  </a:lnTo>
                  <a:cubicBezTo>
                    <a:pt x="5071" y="340"/>
                    <a:pt x="4974" y="149"/>
                    <a:pt x="4796" y="112"/>
                  </a:cubicBezTo>
                  <a:cubicBezTo>
                    <a:pt x="4460" y="37"/>
                    <a:pt x="4135" y="0"/>
                    <a:pt x="3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0"/>
            <p:cNvSpPr/>
            <p:nvPr/>
          </p:nvSpPr>
          <p:spPr>
            <a:xfrm>
              <a:off x="4186499" y="2727024"/>
              <a:ext cx="237605" cy="310514"/>
            </a:xfrm>
            <a:custGeom>
              <a:rect b="b" l="l" r="r" t="t"/>
              <a:pathLst>
                <a:path extrusionOk="0" h="11712" w="8962">
                  <a:moveTo>
                    <a:pt x="6547" y="1"/>
                  </a:moveTo>
                  <a:cubicBezTo>
                    <a:pt x="6521" y="1"/>
                    <a:pt x="6494" y="4"/>
                    <a:pt x="6468" y="12"/>
                  </a:cubicBezTo>
                  <a:cubicBezTo>
                    <a:pt x="6235" y="78"/>
                    <a:pt x="5903" y="227"/>
                    <a:pt x="5710" y="564"/>
                  </a:cubicBezTo>
                  <a:cubicBezTo>
                    <a:pt x="5703" y="571"/>
                    <a:pt x="5698" y="580"/>
                    <a:pt x="5692" y="591"/>
                  </a:cubicBezTo>
                  <a:cubicBezTo>
                    <a:pt x="5654" y="666"/>
                    <a:pt x="5581" y="722"/>
                    <a:pt x="5499" y="737"/>
                  </a:cubicBezTo>
                  <a:cubicBezTo>
                    <a:pt x="4259" y="988"/>
                    <a:pt x="3487" y="2673"/>
                    <a:pt x="3128" y="3707"/>
                  </a:cubicBezTo>
                  <a:cubicBezTo>
                    <a:pt x="3048" y="3935"/>
                    <a:pt x="2831" y="4091"/>
                    <a:pt x="2587" y="4091"/>
                  </a:cubicBezTo>
                  <a:lnTo>
                    <a:pt x="1398" y="4091"/>
                  </a:lnTo>
                  <a:cubicBezTo>
                    <a:pt x="358" y="4771"/>
                    <a:pt x="1" y="5069"/>
                    <a:pt x="1" y="5554"/>
                  </a:cubicBezTo>
                  <a:cubicBezTo>
                    <a:pt x="1" y="6872"/>
                    <a:pt x="928" y="7998"/>
                    <a:pt x="2879" y="8930"/>
                  </a:cubicBezTo>
                  <a:lnTo>
                    <a:pt x="3194" y="8923"/>
                  </a:lnTo>
                  <a:cubicBezTo>
                    <a:pt x="3199" y="8923"/>
                    <a:pt x="3203" y="8923"/>
                    <a:pt x="3207" y="8923"/>
                  </a:cubicBezTo>
                  <a:cubicBezTo>
                    <a:pt x="3357" y="8923"/>
                    <a:pt x="3481" y="9038"/>
                    <a:pt x="3492" y="9190"/>
                  </a:cubicBezTo>
                  <a:lnTo>
                    <a:pt x="3660" y="11711"/>
                  </a:lnTo>
                  <a:lnTo>
                    <a:pt x="4802" y="11711"/>
                  </a:lnTo>
                  <a:lnTo>
                    <a:pt x="4993" y="8835"/>
                  </a:lnTo>
                  <a:cubicBezTo>
                    <a:pt x="5000" y="8737"/>
                    <a:pt x="5055" y="8651"/>
                    <a:pt x="5137" y="8604"/>
                  </a:cubicBezTo>
                  <a:cubicBezTo>
                    <a:pt x="5792" y="8234"/>
                    <a:pt x="6231" y="7533"/>
                    <a:pt x="6231" y="6734"/>
                  </a:cubicBezTo>
                  <a:cubicBezTo>
                    <a:pt x="6231" y="6521"/>
                    <a:pt x="6200" y="6315"/>
                    <a:pt x="6142" y="6122"/>
                  </a:cubicBezTo>
                  <a:cubicBezTo>
                    <a:pt x="6082" y="5925"/>
                    <a:pt x="6000" y="5743"/>
                    <a:pt x="5891" y="5577"/>
                  </a:cubicBezTo>
                  <a:cubicBezTo>
                    <a:pt x="5834" y="5483"/>
                    <a:pt x="5803" y="5379"/>
                    <a:pt x="5803" y="5270"/>
                  </a:cubicBezTo>
                  <a:lnTo>
                    <a:pt x="5803" y="4649"/>
                  </a:lnTo>
                  <a:cubicBezTo>
                    <a:pt x="5803" y="4482"/>
                    <a:pt x="5940" y="4363"/>
                    <a:pt x="6090" y="4363"/>
                  </a:cubicBezTo>
                  <a:cubicBezTo>
                    <a:pt x="6138" y="4363"/>
                    <a:pt x="6188" y="4375"/>
                    <a:pt x="6235" y="4403"/>
                  </a:cubicBezTo>
                  <a:lnTo>
                    <a:pt x="6575" y="4605"/>
                  </a:lnTo>
                  <a:cubicBezTo>
                    <a:pt x="6634" y="4643"/>
                    <a:pt x="6679" y="4700"/>
                    <a:pt x="6701" y="4767"/>
                  </a:cubicBezTo>
                  <a:cubicBezTo>
                    <a:pt x="6796" y="5053"/>
                    <a:pt x="7075" y="5219"/>
                    <a:pt x="7400" y="5219"/>
                  </a:cubicBezTo>
                  <a:cubicBezTo>
                    <a:pt x="7720" y="5219"/>
                    <a:pt x="8083" y="5059"/>
                    <a:pt x="8358" y="4694"/>
                  </a:cubicBezTo>
                  <a:cubicBezTo>
                    <a:pt x="8961" y="3893"/>
                    <a:pt x="8593" y="3991"/>
                    <a:pt x="8087" y="3152"/>
                  </a:cubicBezTo>
                  <a:cubicBezTo>
                    <a:pt x="7655" y="2432"/>
                    <a:pt x="7896" y="1609"/>
                    <a:pt x="6987" y="1059"/>
                  </a:cubicBezTo>
                  <a:cubicBezTo>
                    <a:pt x="6887" y="999"/>
                    <a:pt x="6836" y="888"/>
                    <a:pt x="6854" y="775"/>
                  </a:cubicBezTo>
                  <a:cubicBezTo>
                    <a:pt x="6887" y="564"/>
                    <a:pt x="6858" y="364"/>
                    <a:pt x="6821" y="216"/>
                  </a:cubicBezTo>
                  <a:cubicBezTo>
                    <a:pt x="6789" y="87"/>
                    <a:pt x="6674" y="1"/>
                    <a:pt x="65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0"/>
            <p:cNvSpPr/>
            <p:nvPr/>
          </p:nvSpPr>
          <p:spPr>
            <a:xfrm>
              <a:off x="4105636" y="2823371"/>
              <a:ext cx="157272" cy="214168"/>
            </a:xfrm>
            <a:custGeom>
              <a:rect b="b" l="l" r="r" t="t"/>
              <a:pathLst>
                <a:path extrusionOk="0" h="8078" w="5932">
                  <a:moveTo>
                    <a:pt x="2311" y="0"/>
                  </a:moveTo>
                  <a:cubicBezTo>
                    <a:pt x="1107" y="0"/>
                    <a:pt x="1" y="1079"/>
                    <a:pt x="1" y="2794"/>
                  </a:cubicBezTo>
                  <a:lnTo>
                    <a:pt x="1" y="3100"/>
                  </a:lnTo>
                  <a:cubicBezTo>
                    <a:pt x="1" y="3848"/>
                    <a:pt x="380" y="4506"/>
                    <a:pt x="964" y="4892"/>
                  </a:cubicBezTo>
                  <a:cubicBezTo>
                    <a:pt x="1035" y="4939"/>
                    <a:pt x="1081" y="5019"/>
                    <a:pt x="1088" y="5107"/>
                  </a:cubicBezTo>
                  <a:lnTo>
                    <a:pt x="1285" y="8077"/>
                  </a:lnTo>
                  <a:lnTo>
                    <a:pt x="2427" y="8077"/>
                  </a:lnTo>
                  <a:lnTo>
                    <a:pt x="2596" y="5549"/>
                  </a:lnTo>
                  <a:cubicBezTo>
                    <a:pt x="2607" y="5396"/>
                    <a:pt x="2733" y="5283"/>
                    <a:pt x="2885" y="5283"/>
                  </a:cubicBezTo>
                  <a:cubicBezTo>
                    <a:pt x="2887" y="5283"/>
                    <a:pt x="2890" y="5283"/>
                    <a:pt x="2893" y="5283"/>
                  </a:cubicBezTo>
                  <a:cubicBezTo>
                    <a:pt x="3477" y="5303"/>
                    <a:pt x="4062" y="5314"/>
                    <a:pt x="4646" y="5314"/>
                  </a:cubicBezTo>
                  <a:cubicBezTo>
                    <a:pt x="5075" y="5314"/>
                    <a:pt x="5504" y="5308"/>
                    <a:pt x="5932" y="5296"/>
                  </a:cubicBezTo>
                  <a:cubicBezTo>
                    <a:pt x="4849" y="4382"/>
                    <a:pt x="4195" y="3176"/>
                    <a:pt x="4197" y="1856"/>
                  </a:cubicBezTo>
                  <a:cubicBezTo>
                    <a:pt x="4197" y="1370"/>
                    <a:pt x="4286" y="900"/>
                    <a:pt x="4452" y="454"/>
                  </a:cubicBezTo>
                  <a:lnTo>
                    <a:pt x="3880" y="454"/>
                  </a:lnTo>
                  <a:cubicBezTo>
                    <a:pt x="3725" y="454"/>
                    <a:pt x="3570" y="412"/>
                    <a:pt x="3439" y="330"/>
                  </a:cubicBezTo>
                  <a:cubicBezTo>
                    <a:pt x="3074" y="106"/>
                    <a:pt x="2688" y="0"/>
                    <a:pt x="2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0"/>
            <p:cNvSpPr/>
            <p:nvPr/>
          </p:nvSpPr>
          <p:spPr>
            <a:xfrm>
              <a:off x="4352494" y="2775887"/>
              <a:ext cx="11374" cy="20494"/>
            </a:xfrm>
            <a:custGeom>
              <a:rect b="b" l="l" r="r" t="t"/>
              <a:pathLst>
                <a:path extrusionOk="0" h="773" w="429">
                  <a:moveTo>
                    <a:pt x="214" y="1"/>
                  </a:moveTo>
                  <a:cubicBezTo>
                    <a:pt x="96" y="1"/>
                    <a:pt x="1" y="96"/>
                    <a:pt x="1" y="216"/>
                  </a:cubicBezTo>
                  <a:lnTo>
                    <a:pt x="1" y="560"/>
                  </a:lnTo>
                  <a:cubicBezTo>
                    <a:pt x="1" y="675"/>
                    <a:pt x="94" y="773"/>
                    <a:pt x="214" y="773"/>
                  </a:cubicBezTo>
                  <a:cubicBezTo>
                    <a:pt x="331" y="773"/>
                    <a:pt x="429" y="675"/>
                    <a:pt x="427" y="560"/>
                  </a:cubicBezTo>
                  <a:lnTo>
                    <a:pt x="427" y="216"/>
                  </a:lnTo>
                  <a:cubicBezTo>
                    <a:pt x="427" y="98"/>
                    <a:pt x="329" y="1"/>
                    <a:pt x="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0"/>
            <p:cNvSpPr/>
            <p:nvPr/>
          </p:nvSpPr>
          <p:spPr>
            <a:xfrm>
              <a:off x="4171519" y="2874275"/>
              <a:ext cx="106023" cy="52998"/>
            </a:xfrm>
            <a:custGeom>
              <a:rect b="b" l="l" r="r" t="t"/>
              <a:pathLst>
                <a:path extrusionOk="0" h="1999" w="3999">
                  <a:moveTo>
                    <a:pt x="572" y="0"/>
                  </a:moveTo>
                  <a:cubicBezTo>
                    <a:pt x="255" y="0"/>
                    <a:pt x="0" y="255"/>
                    <a:pt x="0" y="570"/>
                  </a:cubicBezTo>
                  <a:lnTo>
                    <a:pt x="0" y="1429"/>
                  </a:lnTo>
                  <a:cubicBezTo>
                    <a:pt x="0" y="1744"/>
                    <a:pt x="255" y="1999"/>
                    <a:pt x="572" y="1999"/>
                  </a:cubicBezTo>
                  <a:lnTo>
                    <a:pt x="3427" y="1999"/>
                  </a:lnTo>
                  <a:cubicBezTo>
                    <a:pt x="3739" y="1999"/>
                    <a:pt x="3997" y="1744"/>
                    <a:pt x="3999" y="1429"/>
                  </a:cubicBezTo>
                  <a:lnTo>
                    <a:pt x="3999" y="570"/>
                  </a:lnTo>
                  <a:cubicBezTo>
                    <a:pt x="3999" y="255"/>
                    <a:pt x="3744" y="0"/>
                    <a:pt x="3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0"/>
            <p:cNvSpPr/>
            <p:nvPr/>
          </p:nvSpPr>
          <p:spPr>
            <a:xfrm>
              <a:off x="4218791" y="2889387"/>
              <a:ext cx="11427" cy="22774"/>
            </a:xfrm>
            <a:custGeom>
              <a:rect b="b" l="l" r="r" t="t"/>
              <a:pathLst>
                <a:path extrusionOk="0" h="859" w="431">
                  <a:moveTo>
                    <a:pt x="213" y="0"/>
                  </a:moveTo>
                  <a:cubicBezTo>
                    <a:pt x="98" y="0"/>
                    <a:pt x="0" y="96"/>
                    <a:pt x="0" y="215"/>
                  </a:cubicBezTo>
                  <a:lnTo>
                    <a:pt x="0" y="644"/>
                  </a:lnTo>
                  <a:cubicBezTo>
                    <a:pt x="0" y="761"/>
                    <a:pt x="93" y="859"/>
                    <a:pt x="213" y="859"/>
                  </a:cubicBezTo>
                  <a:cubicBezTo>
                    <a:pt x="333" y="859"/>
                    <a:pt x="431" y="761"/>
                    <a:pt x="426" y="644"/>
                  </a:cubicBezTo>
                  <a:lnTo>
                    <a:pt x="426" y="215"/>
                  </a:lnTo>
                  <a:cubicBezTo>
                    <a:pt x="426" y="98"/>
                    <a:pt x="329" y="0"/>
                    <a:pt x="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0"/>
            <p:cNvSpPr/>
            <p:nvPr/>
          </p:nvSpPr>
          <p:spPr>
            <a:xfrm>
              <a:off x="4241539" y="2889387"/>
              <a:ext cx="11374" cy="22774"/>
            </a:xfrm>
            <a:custGeom>
              <a:rect b="b" l="l" r="r" t="t"/>
              <a:pathLst>
                <a:path extrusionOk="0" h="859" w="429">
                  <a:moveTo>
                    <a:pt x="216" y="0"/>
                  </a:moveTo>
                  <a:cubicBezTo>
                    <a:pt x="98" y="0"/>
                    <a:pt x="1" y="96"/>
                    <a:pt x="1" y="215"/>
                  </a:cubicBezTo>
                  <a:lnTo>
                    <a:pt x="1" y="644"/>
                  </a:lnTo>
                  <a:cubicBezTo>
                    <a:pt x="1" y="761"/>
                    <a:pt x="96" y="859"/>
                    <a:pt x="216" y="859"/>
                  </a:cubicBezTo>
                  <a:cubicBezTo>
                    <a:pt x="331" y="859"/>
                    <a:pt x="429" y="761"/>
                    <a:pt x="429" y="644"/>
                  </a:cubicBezTo>
                  <a:lnTo>
                    <a:pt x="429" y="215"/>
                  </a:lnTo>
                  <a:cubicBezTo>
                    <a:pt x="429" y="98"/>
                    <a:pt x="331" y="0"/>
                    <a:pt x="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0"/>
            <p:cNvSpPr/>
            <p:nvPr/>
          </p:nvSpPr>
          <p:spPr>
            <a:xfrm>
              <a:off x="4196096" y="2889387"/>
              <a:ext cx="11374" cy="22774"/>
            </a:xfrm>
            <a:custGeom>
              <a:rect b="b" l="l" r="r" t="t"/>
              <a:pathLst>
                <a:path extrusionOk="0" h="859" w="429">
                  <a:moveTo>
                    <a:pt x="213" y="0"/>
                  </a:moveTo>
                  <a:cubicBezTo>
                    <a:pt x="96" y="0"/>
                    <a:pt x="0" y="96"/>
                    <a:pt x="0" y="215"/>
                  </a:cubicBezTo>
                  <a:lnTo>
                    <a:pt x="0" y="644"/>
                  </a:lnTo>
                  <a:cubicBezTo>
                    <a:pt x="0" y="761"/>
                    <a:pt x="93" y="859"/>
                    <a:pt x="213" y="859"/>
                  </a:cubicBezTo>
                  <a:cubicBezTo>
                    <a:pt x="333" y="859"/>
                    <a:pt x="428" y="761"/>
                    <a:pt x="426" y="644"/>
                  </a:cubicBezTo>
                  <a:lnTo>
                    <a:pt x="426" y="215"/>
                  </a:lnTo>
                  <a:cubicBezTo>
                    <a:pt x="426" y="98"/>
                    <a:pt x="328" y="0"/>
                    <a:pt x="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0"/>
            <p:cNvSpPr/>
            <p:nvPr/>
          </p:nvSpPr>
          <p:spPr>
            <a:xfrm>
              <a:off x="4279478" y="2976242"/>
              <a:ext cx="37250" cy="61297"/>
            </a:xfrm>
            <a:custGeom>
              <a:rect b="b" l="l" r="r" t="t"/>
              <a:pathLst>
                <a:path extrusionOk="0" h="2312" w="1405">
                  <a:moveTo>
                    <a:pt x="0" y="0"/>
                  </a:moveTo>
                  <a:lnTo>
                    <a:pt x="155" y="2311"/>
                  </a:lnTo>
                  <a:lnTo>
                    <a:pt x="1298" y="2311"/>
                  </a:lnTo>
                  <a:lnTo>
                    <a:pt x="1404" y="714"/>
                  </a:lnTo>
                  <a:cubicBezTo>
                    <a:pt x="896" y="521"/>
                    <a:pt x="426" y="28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0"/>
            <p:cNvSpPr/>
            <p:nvPr/>
          </p:nvSpPr>
          <p:spPr>
            <a:xfrm>
              <a:off x="4191218" y="3007102"/>
              <a:ext cx="196060" cy="45416"/>
            </a:xfrm>
            <a:custGeom>
              <a:rect b="b" l="l" r="r" t="t"/>
              <a:pathLst>
                <a:path extrusionOk="0" h="1713" w="7395">
                  <a:moveTo>
                    <a:pt x="779" y="1"/>
                  </a:moveTo>
                  <a:cubicBezTo>
                    <a:pt x="0" y="280"/>
                    <a:pt x="0" y="495"/>
                    <a:pt x="0" y="695"/>
                  </a:cubicBezTo>
                  <a:cubicBezTo>
                    <a:pt x="0" y="1092"/>
                    <a:pt x="264" y="1376"/>
                    <a:pt x="1111" y="1713"/>
                  </a:cubicBezTo>
                  <a:lnTo>
                    <a:pt x="6822" y="1713"/>
                  </a:lnTo>
                  <a:cubicBezTo>
                    <a:pt x="7140" y="1713"/>
                    <a:pt x="7395" y="1458"/>
                    <a:pt x="7395" y="1143"/>
                  </a:cubicBezTo>
                  <a:lnTo>
                    <a:pt x="7395" y="571"/>
                  </a:lnTo>
                  <a:cubicBezTo>
                    <a:pt x="7395" y="256"/>
                    <a:pt x="7135" y="1"/>
                    <a:pt x="6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0"/>
            <p:cNvSpPr/>
            <p:nvPr/>
          </p:nvSpPr>
          <p:spPr>
            <a:xfrm>
              <a:off x="4069181" y="3007102"/>
              <a:ext cx="151519" cy="45416"/>
            </a:xfrm>
            <a:custGeom>
              <a:rect b="b" l="l" r="r" t="t"/>
              <a:pathLst>
                <a:path extrusionOk="0" h="1713" w="5715">
                  <a:moveTo>
                    <a:pt x="573" y="1"/>
                  </a:moveTo>
                  <a:cubicBezTo>
                    <a:pt x="256" y="1"/>
                    <a:pt x="1" y="256"/>
                    <a:pt x="1" y="571"/>
                  </a:cubicBezTo>
                  <a:lnTo>
                    <a:pt x="1" y="1143"/>
                  </a:lnTo>
                  <a:cubicBezTo>
                    <a:pt x="1" y="1458"/>
                    <a:pt x="256" y="1713"/>
                    <a:pt x="573" y="1713"/>
                  </a:cubicBezTo>
                  <a:lnTo>
                    <a:pt x="5714" y="1713"/>
                  </a:lnTo>
                  <a:cubicBezTo>
                    <a:pt x="5424" y="1360"/>
                    <a:pt x="5264" y="981"/>
                    <a:pt x="5264" y="588"/>
                  </a:cubicBezTo>
                  <a:cubicBezTo>
                    <a:pt x="5264" y="384"/>
                    <a:pt x="5304" y="191"/>
                    <a:pt x="53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0"/>
            <p:cNvSpPr/>
            <p:nvPr/>
          </p:nvSpPr>
          <p:spPr>
            <a:xfrm>
              <a:off x="4118415" y="3033694"/>
              <a:ext cx="45469" cy="45469"/>
            </a:xfrm>
            <a:custGeom>
              <a:rect b="b" l="l" r="r" t="t"/>
              <a:pathLst>
                <a:path extrusionOk="0" h="1715" w="1715">
                  <a:moveTo>
                    <a:pt x="859" y="0"/>
                  </a:moveTo>
                  <a:cubicBezTo>
                    <a:pt x="384" y="0"/>
                    <a:pt x="0" y="384"/>
                    <a:pt x="0" y="856"/>
                  </a:cubicBezTo>
                  <a:cubicBezTo>
                    <a:pt x="0" y="1331"/>
                    <a:pt x="384" y="1715"/>
                    <a:pt x="859" y="1715"/>
                  </a:cubicBezTo>
                  <a:cubicBezTo>
                    <a:pt x="1331" y="1715"/>
                    <a:pt x="1715" y="1331"/>
                    <a:pt x="1715" y="856"/>
                  </a:cubicBezTo>
                  <a:cubicBezTo>
                    <a:pt x="1715" y="384"/>
                    <a:pt x="1331" y="0"/>
                    <a:pt x="8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0"/>
            <p:cNvSpPr/>
            <p:nvPr/>
          </p:nvSpPr>
          <p:spPr>
            <a:xfrm>
              <a:off x="4292575" y="3033694"/>
              <a:ext cx="45416" cy="45469"/>
            </a:xfrm>
            <a:custGeom>
              <a:rect b="b" l="l" r="r" t="t"/>
              <a:pathLst>
                <a:path extrusionOk="0" h="1715" w="1713">
                  <a:moveTo>
                    <a:pt x="857" y="0"/>
                  </a:moveTo>
                  <a:cubicBezTo>
                    <a:pt x="384" y="0"/>
                    <a:pt x="1" y="384"/>
                    <a:pt x="1" y="856"/>
                  </a:cubicBezTo>
                  <a:cubicBezTo>
                    <a:pt x="1" y="1331"/>
                    <a:pt x="384" y="1715"/>
                    <a:pt x="857" y="1715"/>
                  </a:cubicBezTo>
                  <a:cubicBezTo>
                    <a:pt x="1329" y="1715"/>
                    <a:pt x="1713" y="1331"/>
                    <a:pt x="1713" y="856"/>
                  </a:cubicBezTo>
                  <a:cubicBezTo>
                    <a:pt x="1713" y="384"/>
                    <a:pt x="1329"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2" name="Google Shape;4142;p70"/>
          <p:cNvGrpSpPr/>
          <p:nvPr/>
        </p:nvGrpSpPr>
        <p:grpSpPr>
          <a:xfrm>
            <a:off x="4043437" y="2070999"/>
            <a:ext cx="369664" cy="376345"/>
            <a:chOff x="4043437" y="2070999"/>
            <a:chExt cx="369664" cy="376345"/>
          </a:xfrm>
        </p:grpSpPr>
        <p:sp>
          <p:nvSpPr>
            <p:cNvPr id="4143" name="Google Shape;4143;p70"/>
            <p:cNvSpPr/>
            <p:nvPr/>
          </p:nvSpPr>
          <p:spPr>
            <a:xfrm>
              <a:off x="4188514" y="2070999"/>
              <a:ext cx="224587" cy="216024"/>
            </a:xfrm>
            <a:custGeom>
              <a:rect b="b" l="l" r="r" t="t"/>
              <a:pathLst>
                <a:path extrusionOk="0" h="8148" w="8471">
                  <a:moveTo>
                    <a:pt x="7837" y="0"/>
                  </a:moveTo>
                  <a:cubicBezTo>
                    <a:pt x="7766" y="0"/>
                    <a:pt x="7694" y="26"/>
                    <a:pt x="7634" y="84"/>
                  </a:cubicBezTo>
                  <a:cubicBezTo>
                    <a:pt x="7235" y="472"/>
                    <a:pt x="6743" y="776"/>
                    <a:pt x="6124" y="926"/>
                  </a:cubicBezTo>
                  <a:cubicBezTo>
                    <a:pt x="4207" y="1321"/>
                    <a:pt x="2056" y="1357"/>
                    <a:pt x="976" y="2876"/>
                  </a:cubicBezTo>
                  <a:cubicBezTo>
                    <a:pt x="0" y="4273"/>
                    <a:pt x="907" y="6347"/>
                    <a:pt x="2307" y="7325"/>
                  </a:cubicBezTo>
                  <a:cubicBezTo>
                    <a:pt x="3005" y="7815"/>
                    <a:pt x="3885" y="8148"/>
                    <a:pt x="4745" y="8148"/>
                  </a:cubicBezTo>
                  <a:cubicBezTo>
                    <a:pt x="5922" y="8148"/>
                    <a:pt x="7059" y="7522"/>
                    <a:pt x="7630" y="5813"/>
                  </a:cubicBezTo>
                  <a:cubicBezTo>
                    <a:pt x="7794" y="5327"/>
                    <a:pt x="7818" y="4863"/>
                    <a:pt x="7971" y="4353"/>
                  </a:cubicBezTo>
                  <a:cubicBezTo>
                    <a:pt x="8040" y="4120"/>
                    <a:pt x="8155" y="3918"/>
                    <a:pt x="8304" y="3743"/>
                  </a:cubicBezTo>
                  <a:cubicBezTo>
                    <a:pt x="8471" y="3551"/>
                    <a:pt x="8320" y="3261"/>
                    <a:pt x="8077" y="3261"/>
                  </a:cubicBezTo>
                  <a:cubicBezTo>
                    <a:pt x="8062" y="3261"/>
                    <a:pt x="8047" y="3262"/>
                    <a:pt x="8031" y="3264"/>
                  </a:cubicBezTo>
                  <a:cubicBezTo>
                    <a:pt x="7683" y="3315"/>
                    <a:pt x="7346" y="3411"/>
                    <a:pt x="7035" y="3552"/>
                  </a:cubicBezTo>
                  <a:cubicBezTo>
                    <a:pt x="7013" y="3562"/>
                    <a:pt x="6992" y="3567"/>
                    <a:pt x="6971" y="3567"/>
                  </a:cubicBezTo>
                  <a:cubicBezTo>
                    <a:pt x="6857" y="3567"/>
                    <a:pt x="6777" y="3430"/>
                    <a:pt x="6858" y="3326"/>
                  </a:cubicBezTo>
                  <a:cubicBezTo>
                    <a:pt x="7124" y="2996"/>
                    <a:pt x="7386" y="2661"/>
                    <a:pt x="7599" y="2290"/>
                  </a:cubicBezTo>
                  <a:cubicBezTo>
                    <a:pt x="7898" y="1692"/>
                    <a:pt x="8082" y="1013"/>
                    <a:pt x="8138" y="317"/>
                  </a:cubicBezTo>
                  <a:cubicBezTo>
                    <a:pt x="8150" y="131"/>
                    <a:pt x="7997" y="0"/>
                    <a:pt x="78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0"/>
            <p:cNvSpPr/>
            <p:nvPr/>
          </p:nvSpPr>
          <p:spPr>
            <a:xfrm>
              <a:off x="4251534" y="2144253"/>
              <a:ext cx="87783" cy="96479"/>
            </a:xfrm>
            <a:custGeom>
              <a:rect b="b" l="l" r="r" t="t"/>
              <a:pathLst>
                <a:path extrusionOk="0" h="3639" w="3311">
                  <a:moveTo>
                    <a:pt x="2975" y="1"/>
                  </a:moveTo>
                  <a:cubicBezTo>
                    <a:pt x="2952" y="1"/>
                    <a:pt x="2929" y="3"/>
                    <a:pt x="2906" y="9"/>
                  </a:cubicBezTo>
                  <a:cubicBezTo>
                    <a:pt x="1808" y="264"/>
                    <a:pt x="861" y="710"/>
                    <a:pt x="415" y="1391"/>
                  </a:cubicBezTo>
                  <a:cubicBezTo>
                    <a:pt x="16" y="1965"/>
                    <a:pt x="1" y="2828"/>
                    <a:pt x="721" y="3331"/>
                  </a:cubicBezTo>
                  <a:cubicBezTo>
                    <a:pt x="1020" y="3540"/>
                    <a:pt x="1340" y="3639"/>
                    <a:pt x="1647" y="3639"/>
                  </a:cubicBezTo>
                  <a:cubicBezTo>
                    <a:pt x="2247" y="3639"/>
                    <a:pt x="2796" y="3262"/>
                    <a:pt x="3028" y="2588"/>
                  </a:cubicBezTo>
                  <a:cubicBezTo>
                    <a:pt x="3299" y="1812"/>
                    <a:pt x="3079" y="1042"/>
                    <a:pt x="3259" y="375"/>
                  </a:cubicBezTo>
                  <a:cubicBezTo>
                    <a:pt x="3310" y="181"/>
                    <a:pt x="3162" y="1"/>
                    <a:pt x="29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0"/>
            <p:cNvSpPr/>
            <p:nvPr/>
          </p:nvSpPr>
          <p:spPr>
            <a:xfrm>
              <a:off x="4189786" y="2168061"/>
              <a:ext cx="159048" cy="179198"/>
            </a:xfrm>
            <a:custGeom>
              <a:rect b="b" l="l" r="r" t="t"/>
              <a:pathLst>
                <a:path extrusionOk="0" h="6759" w="5999">
                  <a:moveTo>
                    <a:pt x="1693" y="0"/>
                  </a:moveTo>
                  <a:cubicBezTo>
                    <a:pt x="544" y="921"/>
                    <a:pt x="1" y="2311"/>
                    <a:pt x="1" y="3438"/>
                  </a:cubicBezTo>
                  <a:cubicBezTo>
                    <a:pt x="1" y="4780"/>
                    <a:pt x="163" y="5778"/>
                    <a:pt x="1997" y="6758"/>
                  </a:cubicBezTo>
                  <a:cubicBezTo>
                    <a:pt x="3381" y="6490"/>
                    <a:pt x="4596" y="6108"/>
                    <a:pt x="5612" y="5589"/>
                  </a:cubicBezTo>
                  <a:cubicBezTo>
                    <a:pt x="5874" y="5456"/>
                    <a:pt x="5998" y="5150"/>
                    <a:pt x="5900" y="4877"/>
                  </a:cubicBezTo>
                  <a:cubicBezTo>
                    <a:pt x="5410" y="3420"/>
                    <a:pt x="3439" y="1224"/>
                    <a:pt x="1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0"/>
            <p:cNvSpPr/>
            <p:nvPr/>
          </p:nvSpPr>
          <p:spPr>
            <a:xfrm>
              <a:off x="4134084" y="2146135"/>
              <a:ext cx="108648" cy="212498"/>
            </a:xfrm>
            <a:custGeom>
              <a:rect b="b" l="l" r="r" t="t"/>
              <a:pathLst>
                <a:path extrusionOk="0" h="8015" w="4098">
                  <a:moveTo>
                    <a:pt x="2145" y="0"/>
                  </a:moveTo>
                  <a:cubicBezTo>
                    <a:pt x="1929" y="0"/>
                    <a:pt x="1724" y="120"/>
                    <a:pt x="1621" y="321"/>
                  </a:cubicBezTo>
                  <a:cubicBezTo>
                    <a:pt x="709" y="2122"/>
                    <a:pt x="212" y="4529"/>
                    <a:pt x="24" y="7383"/>
                  </a:cubicBezTo>
                  <a:cubicBezTo>
                    <a:pt x="0" y="7728"/>
                    <a:pt x="274" y="8014"/>
                    <a:pt x="616" y="8014"/>
                  </a:cubicBezTo>
                  <a:cubicBezTo>
                    <a:pt x="628" y="8014"/>
                    <a:pt x="641" y="8014"/>
                    <a:pt x="654" y="8013"/>
                  </a:cubicBezTo>
                  <a:cubicBezTo>
                    <a:pt x="1889" y="7933"/>
                    <a:pt x="3042" y="7791"/>
                    <a:pt x="4098" y="7585"/>
                  </a:cubicBezTo>
                  <a:cubicBezTo>
                    <a:pt x="3421" y="6538"/>
                    <a:pt x="3029" y="5287"/>
                    <a:pt x="3027" y="3948"/>
                  </a:cubicBezTo>
                  <a:cubicBezTo>
                    <a:pt x="3027" y="2821"/>
                    <a:pt x="3304" y="1759"/>
                    <a:pt x="3794" y="827"/>
                  </a:cubicBezTo>
                  <a:cubicBezTo>
                    <a:pt x="3273" y="459"/>
                    <a:pt x="2767" y="177"/>
                    <a:pt x="2332" y="31"/>
                  </a:cubicBezTo>
                  <a:cubicBezTo>
                    <a:pt x="2270" y="10"/>
                    <a:pt x="2207" y="0"/>
                    <a:pt x="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0"/>
            <p:cNvSpPr/>
            <p:nvPr/>
          </p:nvSpPr>
          <p:spPr>
            <a:xfrm>
              <a:off x="4097311" y="2286784"/>
              <a:ext cx="158651" cy="123919"/>
            </a:xfrm>
            <a:custGeom>
              <a:rect b="b" l="l" r="r" t="t"/>
              <a:pathLst>
                <a:path extrusionOk="0" h="4674" w="5984">
                  <a:moveTo>
                    <a:pt x="3397" y="1"/>
                  </a:moveTo>
                  <a:cubicBezTo>
                    <a:pt x="3321" y="1"/>
                    <a:pt x="3246" y="30"/>
                    <a:pt x="3187" y="89"/>
                  </a:cubicBezTo>
                  <a:lnTo>
                    <a:pt x="2979" y="297"/>
                  </a:lnTo>
                  <a:cubicBezTo>
                    <a:pt x="2921" y="356"/>
                    <a:pt x="2846" y="385"/>
                    <a:pt x="2770" y="385"/>
                  </a:cubicBezTo>
                  <a:cubicBezTo>
                    <a:pt x="2695" y="385"/>
                    <a:pt x="2619" y="356"/>
                    <a:pt x="2562" y="297"/>
                  </a:cubicBezTo>
                  <a:lnTo>
                    <a:pt x="2285" y="20"/>
                  </a:lnTo>
                  <a:cubicBezTo>
                    <a:pt x="224" y="1570"/>
                    <a:pt x="0" y="3351"/>
                    <a:pt x="1686" y="4649"/>
                  </a:cubicBezTo>
                  <a:cubicBezTo>
                    <a:pt x="1690" y="4653"/>
                    <a:pt x="1692" y="4664"/>
                    <a:pt x="1699" y="4673"/>
                  </a:cubicBezTo>
                  <a:lnTo>
                    <a:pt x="3134" y="3496"/>
                  </a:lnTo>
                  <a:cubicBezTo>
                    <a:pt x="3241" y="3407"/>
                    <a:pt x="3375" y="3361"/>
                    <a:pt x="3509" y="3361"/>
                  </a:cubicBezTo>
                  <a:cubicBezTo>
                    <a:pt x="3597" y="3361"/>
                    <a:pt x="3685" y="3381"/>
                    <a:pt x="3766" y="3420"/>
                  </a:cubicBezTo>
                  <a:lnTo>
                    <a:pt x="3961" y="3511"/>
                  </a:lnTo>
                  <a:cubicBezTo>
                    <a:pt x="4043" y="3551"/>
                    <a:pt x="4131" y="3570"/>
                    <a:pt x="4219" y="3570"/>
                  </a:cubicBezTo>
                  <a:cubicBezTo>
                    <a:pt x="4318" y="3570"/>
                    <a:pt x="4417" y="3545"/>
                    <a:pt x="4507" y="3496"/>
                  </a:cubicBezTo>
                  <a:lnTo>
                    <a:pt x="5780" y="2788"/>
                  </a:lnTo>
                  <a:cubicBezTo>
                    <a:pt x="5951" y="2695"/>
                    <a:pt x="5984" y="2462"/>
                    <a:pt x="5838" y="2322"/>
                  </a:cubicBezTo>
                  <a:lnTo>
                    <a:pt x="5427" y="1914"/>
                  </a:lnTo>
                  <a:cubicBezTo>
                    <a:pt x="5371" y="1858"/>
                    <a:pt x="5295" y="1828"/>
                    <a:pt x="5218" y="1828"/>
                  </a:cubicBezTo>
                  <a:cubicBezTo>
                    <a:pt x="5173" y="1828"/>
                    <a:pt x="5128" y="1838"/>
                    <a:pt x="5086" y="1859"/>
                  </a:cubicBezTo>
                  <a:lnTo>
                    <a:pt x="4631" y="2087"/>
                  </a:lnTo>
                  <a:cubicBezTo>
                    <a:pt x="4589" y="2109"/>
                    <a:pt x="4544" y="2119"/>
                    <a:pt x="4500" y="2119"/>
                  </a:cubicBezTo>
                  <a:cubicBezTo>
                    <a:pt x="4424" y="2119"/>
                    <a:pt x="4349" y="2089"/>
                    <a:pt x="4292" y="2032"/>
                  </a:cubicBezTo>
                  <a:lnTo>
                    <a:pt x="3815" y="1555"/>
                  </a:lnTo>
                  <a:cubicBezTo>
                    <a:pt x="3697" y="1437"/>
                    <a:pt x="3697" y="1251"/>
                    <a:pt x="3815" y="1136"/>
                  </a:cubicBezTo>
                  <a:lnTo>
                    <a:pt x="4026" y="925"/>
                  </a:lnTo>
                  <a:cubicBezTo>
                    <a:pt x="4141" y="810"/>
                    <a:pt x="4141" y="623"/>
                    <a:pt x="4026" y="506"/>
                  </a:cubicBezTo>
                  <a:lnTo>
                    <a:pt x="3606" y="89"/>
                  </a:lnTo>
                  <a:cubicBezTo>
                    <a:pt x="3548" y="30"/>
                    <a:pt x="3472" y="1"/>
                    <a:pt x="33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0"/>
            <p:cNvSpPr/>
            <p:nvPr/>
          </p:nvSpPr>
          <p:spPr>
            <a:xfrm>
              <a:off x="4043437" y="2238664"/>
              <a:ext cx="115276" cy="208680"/>
            </a:xfrm>
            <a:custGeom>
              <a:rect b="b" l="l" r="r" t="t"/>
              <a:pathLst>
                <a:path extrusionOk="0" h="7871" w="4348">
                  <a:moveTo>
                    <a:pt x="3619" y="0"/>
                  </a:moveTo>
                  <a:cubicBezTo>
                    <a:pt x="3516" y="0"/>
                    <a:pt x="3414" y="54"/>
                    <a:pt x="3358" y="154"/>
                  </a:cubicBezTo>
                  <a:lnTo>
                    <a:pt x="2651" y="1427"/>
                  </a:lnTo>
                  <a:cubicBezTo>
                    <a:pt x="2558" y="1596"/>
                    <a:pt x="2551" y="1797"/>
                    <a:pt x="2635" y="1973"/>
                  </a:cubicBezTo>
                  <a:lnTo>
                    <a:pt x="2728" y="2163"/>
                  </a:lnTo>
                  <a:cubicBezTo>
                    <a:pt x="2828" y="2372"/>
                    <a:pt x="2802" y="2618"/>
                    <a:pt x="2655" y="2795"/>
                  </a:cubicBezTo>
                  <a:lnTo>
                    <a:pt x="293" y="5677"/>
                  </a:lnTo>
                  <a:cubicBezTo>
                    <a:pt x="0" y="6029"/>
                    <a:pt x="29" y="6544"/>
                    <a:pt x="351" y="6865"/>
                  </a:cubicBezTo>
                  <a:lnTo>
                    <a:pt x="1096" y="7611"/>
                  </a:lnTo>
                  <a:cubicBezTo>
                    <a:pt x="1269" y="7783"/>
                    <a:pt x="1498" y="7870"/>
                    <a:pt x="1727" y="7870"/>
                  </a:cubicBezTo>
                  <a:cubicBezTo>
                    <a:pt x="1926" y="7870"/>
                    <a:pt x="2125" y="7804"/>
                    <a:pt x="2289" y="7670"/>
                  </a:cubicBezTo>
                  <a:lnTo>
                    <a:pt x="3733" y="6486"/>
                  </a:lnTo>
                  <a:cubicBezTo>
                    <a:pt x="3727" y="6477"/>
                    <a:pt x="3724" y="6468"/>
                    <a:pt x="3720" y="6462"/>
                  </a:cubicBezTo>
                  <a:cubicBezTo>
                    <a:pt x="2913" y="5067"/>
                    <a:pt x="3210" y="3281"/>
                    <a:pt x="4319" y="1833"/>
                  </a:cubicBezTo>
                  <a:lnTo>
                    <a:pt x="4121" y="1631"/>
                  </a:lnTo>
                  <a:cubicBezTo>
                    <a:pt x="4033" y="1542"/>
                    <a:pt x="4010" y="1405"/>
                    <a:pt x="4066" y="1289"/>
                  </a:cubicBezTo>
                  <a:lnTo>
                    <a:pt x="4292" y="835"/>
                  </a:lnTo>
                  <a:cubicBezTo>
                    <a:pt x="4348" y="722"/>
                    <a:pt x="4325" y="586"/>
                    <a:pt x="4237" y="495"/>
                  </a:cubicBezTo>
                  <a:lnTo>
                    <a:pt x="3826" y="87"/>
                  </a:lnTo>
                  <a:cubicBezTo>
                    <a:pt x="3768" y="29"/>
                    <a:pt x="3693" y="0"/>
                    <a:pt x="36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9" name="Google Shape;4149;p70"/>
          <p:cNvGrpSpPr/>
          <p:nvPr/>
        </p:nvGrpSpPr>
        <p:grpSpPr>
          <a:xfrm>
            <a:off x="4036624" y="1439259"/>
            <a:ext cx="381223" cy="376398"/>
            <a:chOff x="4036624" y="1439259"/>
            <a:chExt cx="381223" cy="376398"/>
          </a:xfrm>
        </p:grpSpPr>
        <p:sp>
          <p:nvSpPr>
            <p:cNvPr id="4150" name="Google Shape;4150;p70"/>
            <p:cNvSpPr/>
            <p:nvPr/>
          </p:nvSpPr>
          <p:spPr>
            <a:xfrm>
              <a:off x="4099193" y="1681663"/>
              <a:ext cx="76833" cy="92847"/>
            </a:xfrm>
            <a:custGeom>
              <a:rect b="b" l="l" r="r" t="t"/>
              <a:pathLst>
                <a:path extrusionOk="0" h="3502" w="2898">
                  <a:moveTo>
                    <a:pt x="1869" y="0"/>
                  </a:moveTo>
                  <a:cubicBezTo>
                    <a:pt x="1789" y="0"/>
                    <a:pt x="1704" y="5"/>
                    <a:pt x="1615" y="15"/>
                  </a:cubicBezTo>
                  <a:cubicBezTo>
                    <a:pt x="1377" y="170"/>
                    <a:pt x="1149" y="337"/>
                    <a:pt x="929" y="507"/>
                  </a:cubicBezTo>
                  <a:cubicBezTo>
                    <a:pt x="510" y="1029"/>
                    <a:pt x="0" y="1745"/>
                    <a:pt x="0" y="2359"/>
                  </a:cubicBezTo>
                  <a:cubicBezTo>
                    <a:pt x="0" y="2825"/>
                    <a:pt x="69" y="3240"/>
                    <a:pt x="754" y="3502"/>
                  </a:cubicBezTo>
                  <a:cubicBezTo>
                    <a:pt x="1544" y="2843"/>
                    <a:pt x="2229" y="2080"/>
                    <a:pt x="2808" y="1211"/>
                  </a:cubicBezTo>
                  <a:cubicBezTo>
                    <a:pt x="2898" y="402"/>
                    <a:pt x="2584" y="0"/>
                    <a:pt x="1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0"/>
            <p:cNvSpPr/>
            <p:nvPr/>
          </p:nvSpPr>
          <p:spPr>
            <a:xfrm>
              <a:off x="4060352" y="1695158"/>
              <a:ext cx="63497" cy="98229"/>
            </a:xfrm>
            <a:custGeom>
              <a:rect b="b" l="l" r="r" t="t"/>
              <a:pathLst>
                <a:path extrusionOk="0" h="3705" w="2395">
                  <a:moveTo>
                    <a:pt x="2394" y="1"/>
                  </a:moveTo>
                  <a:lnTo>
                    <a:pt x="2394" y="1"/>
                  </a:lnTo>
                  <a:cubicBezTo>
                    <a:pt x="1498" y="704"/>
                    <a:pt x="731" y="1535"/>
                    <a:pt x="90" y="2494"/>
                  </a:cubicBezTo>
                  <a:cubicBezTo>
                    <a:pt x="0" y="3300"/>
                    <a:pt x="314" y="3704"/>
                    <a:pt x="1031" y="3704"/>
                  </a:cubicBezTo>
                  <a:cubicBezTo>
                    <a:pt x="1111" y="3704"/>
                    <a:pt x="1196" y="3699"/>
                    <a:pt x="1285" y="3689"/>
                  </a:cubicBezTo>
                  <a:cubicBezTo>
                    <a:pt x="1609" y="3472"/>
                    <a:pt x="1920" y="3241"/>
                    <a:pt x="2217" y="2993"/>
                  </a:cubicBezTo>
                  <a:cubicBezTo>
                    <a:pt x="2059" y="2591"/>
                    <a:pt x="1971" y="2150"/>
                    <a:pt x="1971" y="1684"/>
                  </a:cubicBezTo>
                  <a:cubicBezTo>
                    <a:pt x="1971" y="1070"/>
                    <a:pt x="2126" y="493"/>
                    <a:pt x="2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0"/>
            <p:cNvSpPr/>
            <p:nvPr/>
          </p:nvSpPr>
          <p:spPr>
            <a:xfrm>
              <a:off x="4146757" y="1521633"/>
              <a:ext cx="137918" cy="187258"/>
            </a:xfrm>
            <a:custGeom>
              <a:rect b="b" l="l" r="r" t="t"/>
              <a:pathLst>
                <a:path extrusionOk="0" h="7063" w="5202">
                  <a:moveTo>
                    <a:pt x="4731" y="1"/>
                  </a:moveTo>
                  <a:lnTo>
                    <a:pt x="4731" y="1"/>
                  </a:lnTo>
                  <a:cubicBezTo>
                    <a:pt x="4591" y="167"/>
                    <a:pt x="4458" y="342"/>
                    <a:pt x="4330" y="520"/>
                  </a:cubicBezTo>
                  <a:lnTo>
                    <a:pt x="3252" y="2030"/>
                  </a:lnTo>
                  <a:cubicBezTo>
                    <a:pt x="2629" y="2904"/>
                    <a:pt x="1868" y="3669"/>
                    <a:pt x="1001" y="4297"/>
                  </a:cubicBezTo>
                  <a:lnTo>
                    <a:pt x="0" y="5020"/>
                  </a:lnTo>
                  <a:lnTo>
                    <a:pt x="224" y="6838"/>
                  </a:lnTo>
                  <a:lnTo>
                    <a:pt x="2043" y="7062"/>
                  </a:lnTo>
                  <a:lnTo>
                    <a:pt x="2766" y="6062"/>
                  </a:lnTo>
                  <a:cubicBezTo>
                    <a:pt x="3116" y="5579"/>
                    <a:pt x="3507" y="5131"/>
                    <a:pt x="3937" y="4720"/>
                  </a:cubicBezTo>
                  <a:cubicBezTo>
                    <a:pt x="5135" y="2729"/>
                    <a:pt x="5201" y="1059"/>
                    <a:pt x="4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0"/>
            <p:cNvSpPr/>
            <p:nvPr/>
          </p:nvSpPr>
          <p:spPr>
            <a:xfrm>
              <a:off x="4241247" y="1439259"/>
              <a:ext cx="176600" cy="207540"/>
            </a:xfrm>
            <a:custGeom>
              <a:rect b="b" l="l" r="r" t="t"/>
              <a:pathLst>
                <a:path extrusionOk="0" h="7828" w="6661">
                  <a:moveTo>
                    <a:pt x="6323" y="1"/>
                  </a:moveTo>
                  <a:cubicBezTo>
                    <a:pt x="6290" y="1"/>
                    <a:pt x="6255" y="7"/>
                    <a:pt x="6220" y="20"/>
                  </a:cubicBezTo>
                  <a:lnTo>
                    <a:pt x="4583" y="657"/>
                  </a:lnTo>
                  <a:cubicBezTo>
                    <a:pt x="3252" y="1176"/>
                    <a:pt x="2081" y="2021"/>
                    <a:pt x="1169" y="3108"/>
                  </a:cubicBezTo>
                  <a:cubicBezTo>
                    <a:pt x="251" y="4733"/>
                    <a:pt x="1" y="6483"/>
                    <a:pt x="373" y="7827"/>
                  </a:cubicBezTo>
                  <a:cubicBezTo>
                    <a:pt x="717" y="7499"/>
                    <a:pt x="1081" y="7197"/>
                    <a:pt x="1469" y="6920"/>
                  </a:cubicBezTo>
                  <a:lnTo>
                    <a:pt x="2979" y="5842"/>
                  </a:lnTo>
                  <a:cubicBezTo>
                    <a:pt x="4319" y="4886"/>
                    <a:pt x="5350" y="3558"/>
                    <a:pt x="5949" y="2025"/>
                  </a:cubicBezTo>
                  <a:lnTo>
                    <a:pt x="6586" y="388"/>
                  </a:lnTo>
                  <a:cubicBezTo>
                    <a:pt x="6661" y="193"/>
                    <a:pt x="6511" y="1"/>
                    <a:pt x="6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0"/>
            <p:cNvSpPr/>
            <p:nvPr/>
          </p:nvSpPr>
          <p:spPr>
            <a:xfrm>
              <a:off x="4036624" y="1750781"/>
              <a:ext cx="68296" cy="64876"/>
            </a:xfrm>
            <a:custGeom>
              <a:rect b="b" l="l" r="r" t="t"/>
              <a:pathLst>
                <a:path extrusionOk="0" h="2447" w="2576">
                  <a:moveTo>
                    <a:pt x="1262" y="1"/>
                  </a:moveTo>
                  <a:lnTo>
                    <a:pt x="670" y="229"/>
                  </a:lnTo>
                  <a:cubicBezTo>
                    <a:pt x="211" y="407"/>
                    <a:pt x="0" y="932"/>
                    <a:pt x="209" y="1376"/>
                  </a:cubicBezTo>
                  <a:cubicBezTo>
                    <a:pt x="415" y="1813"/>
                    <a:pt x="763" y="2163"/>
                    <a:pt x="1202" y="2367"/>
                  </a:cubicBezTo>
                  <a:cubicBezTo>
                    <a:pt x="1317" y="2421"/>
                    <a:pt x="1438" y="2447"/>
                    <a:pt x="1557" y="2447"/>
                  </a:cubicBezTo>
                  <a:cubicBezTo>
                    <a:pt x="1894" y="2447"/>
                    <a:pt x="2216" y="2244"/>
                    <a:pt x="2347" y="1908"/>
                  </a:cubicBezTo>
                  <a:lnTo>
                    <a:pt x="2575" y="1314"/>
                  </a:lnTo>
                  <a:lnTo>
                    <a:pt x="2473" y="1258"/>
                  </a:lnTo>
                  <a:cubicBezTo>
                    <a:pt x="1983" y="994"/>
                    <a:pt x="1582" y="593"/>
                    <a:pt x="1318" y="103"/>
                  </a:cubicBezTo>
                  <a:lnTo>
                    <a:pt x="1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0"/>
            <p:cNvSpPr/>
            <p:nvPr/>
          </p:nvSpPr>
          <p:spPr>
            <a:xfrm>
              <a:off x="4115949" y="1628320"/>
              <a:ext cx="112917" cy="111326"/>
            </a:xfrm>
            <a:custGeom>
              <a:rect b="b" l="l" r="r" t="t"/>
              <a:pathLst>
                <a:path extrusionOk="0" h="4199" w="4259">
                  <a:moveTo>
                    <a:pt x="1124" y="1"/>
                  </a:moveTo>
                  <a:cubicBezTo>
                    <a:pt x="1018" y="1"/>
                    <a:pt x="912" y="30"/>
                    <a:pt x="819" y="91"/>
                  </a:cubicBezTo>
                  <a:lnTo>
                    <a:pt x="390" y="368"/>
                  </a:lnTo>
                  <a:cubicBezTo>
                    <a:pt x="144" y="530"/>
                    <a:pt x="0" y="807"/>
                    <a:pt x="9" y="1100"/>
                  </a:cubicBezTo>
                  <a:lnTo>
                    <a:pt x="31" y="1896"/>
                  </a:lnTo>
                  <a:cubicBezTo>
                    <a:pt x="36" y="2136"/>
                    <a:pt x="133" y="2360"/>
                    <a:pt x="302" y="2528"/>
                  </a:cubicBezTo>
                  <a:lnTo>
                    <a:pt x="1677" y="3903"/>
                  </a:lnTo>
                  <a:cubicBezTo>
                    <a:pt x="1848" y="4070"/>
                    <a:pt x="2072" y="4170"/>
                    <a:pt x="2309" y="4176"/>
                  </a:cubicBezTo>
                  <a:lnTo>
                    <a:pt x="3105" y="4198"/>
                  </a:lnTo>
                  <a:cubicBezTo>
                    <a:pt x="3116" y="4199"/>
                    <a:pt x="3126" y="4199"/>
                    <a:pt x="3136" y="4199"/>
                  </a:cubicBezTo>
                  <a:cubicBezTo>
                    <a:pt x="3419" y="4199"/>
                    <a:pt x="3683" y="4052"/>
                    <a:pt x="3837" y="3815"/>
                  </a:cubicBezTo>
                  <a:lnTo>
                    <a:pt x="4114" y="3389"/>
                  </a:lnTo>
                  <a:cubicBezTo>
                    <a:pt x="4259" y="3163"/>
                    <a:pt x="4227" y="2870"/>
                    <a:pt x="4039" y="2681"/>
                  </a:cubicBezTo>
                  <a:lnTo>
                    <a:pt x="3839" y="2482"/>
                  </a:lnTo>
                  <a:cubicBezTo>
                    <a:pt x="3788" y="2427"/>
                    <a:pt x="3717" y="2398"/>
                    <a:pt x="3643" y="2398"/>
                  </a:cubicBezTo>
                  <a:cubicBezTo>
                    <a:pt x="3612" y="2398"/>
                    <a:pt x="3581" y="2403"/>
                    <a:pt x="3551" y="2413"/>
                  </a:cubicBezTo>
                  <a:lnTo>
                    <a:pt x="3245" y="2515"/>
                  </a:lnTo>
                  <a:cubicBezTo>
                    <a:pt x="3117" y="2558"/>
                    <a:pt x="2985" y="2579"/>
                    <a:pt x="2854" y="2579"/>
                  </a:cubicBezTo>
                  <a:cubicBezTo>
                    <a:pt x="2532" y="2579"/>
                    <a:pt x="2218" y="2453"/>
                    <a:pt x="1983" y="2218"/>
                  </a:cubicBezTo>
                  <a:cubicBezTo>
                    <a:pt x="1652" y="1887"/>
                    <a:pt x="1537" y="1399"/>
                    <a:pt x="1690" y="962"/>
                  </a:cubicBezTo>
                  <a:lnTo>
                    <a:pt x="1794" y="654"/>
                  </a:lnTo>
                  <a:cubicBezTo>
                    <a:pt x="1828" y="552"/>
                    <a:pt x="1799" y="441"/>
                    <a:pt x="1723" y="366"/>
                  </a:cubicBezTo>
                  <a:lnTo>
                    <a:pt x="1524" y="166"/>
                  </a:lnTo>
                  <a:cubicBezTo>
                    <a:pt x="1415" y="57"/>
                    <a:pt x="1270" y="1"/>
                    <a:pt x="1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70"/>
          <p:cNvGrpSpPr/>
          <p:nvPr/>
        </p:nvGrpSpPr>
        <p:grpSpPr>
          <a:xfrm>
            <a:off x="3347458" y="3967518"/>
            <a:ext cx="377830" cy="376424"/>
            <a:chOff x="3347458" y="3967518"/>
            <a:chExt cx="377830" cy="376424"/>
          </a:xfrm>
        </p:grpSpPr>
        <p:sp>
          <p:nvSpPr>
            <p:cNvPr id="4157" name="Google Shape;4157;p70"/>
            <p:cNvSpPr/>
            <p:nvPr/>
          </p:nvSpPr>
          <p:spPr>
            <a:xfrm>
              <a:off x="3451652" y="4145523"/>
              <a:ext cx="265231" cy="177740"/>
            </a:xfrm>
            <a:custGeom>
              <a:rect b="b" l="l" r="r" t="t"/>
              <a:pathLst>
                <a:path extrusionOk="0" h="6704" w="10004">
                  <a:moveTo>
                    <a:pt x="570" y="1"/>
                  </a:moveTo>
                  <a:cubicBezTo>
                    <a:pt x="229" y="196"/>
                    <a:pt x="0" y="566"/>
                    <a:pt x="0" y="990"/>
                  </a:cubicBezTo>
                  <a:cubicBezTo>
                    <a:pt x="0" y="1314"/>
                    <a:pt x="136" y="1609"/>
                    <a:pt x="351" y="1815"/>
                  </a:cubicBezTo>
                  <a:cubicBezTo>
                    <a:pt x="455" y="1912"/>
                    <a:pt x="473" y="2063"/>
                    <a:pt x="411" y="2187"/>
                  </a:cubicBezTo>
                  <a:cubicBezTo>
                    <a:pt x="329" y="2343"/>
                    <a:pt x="284" y="2520"/>
                    <a:pt x="284" y="2706"/>
                  </a:cubicBezTo>
                  <a:cubicBezTo>
                    <a:pt x="284" y="3290"/>
                    <a:pt x="728" y="3775"/>
                    <a:pt x="1300" y="3840"/>
                  </a:cubicBezTo>
                  <a:cubicBezTo>
                    <a:pt x="1060" y="4248"/>
                    <a:pt x="1092" y="4773"/>
                    <a:pt x="1411" y="5153"/>
                  </a:cubicBezTo>
                  <a:cubicBezTo>
                    <a:pt x="1637" y="5422"/>
                    <a:pt x="1960" y="5561"/>
                    <a:pt x="2285" y="5561"/>
                  </a:cubicBezTo>
                  <a:cubicBezTo>
                    <a:pt x="2298" y="5561"/>
                    <a:pt x="2310" y="5561"/>
                    <a:pt x="2322" y="5561"/>
                  </a:cubicBezTo>
                  <a:cubicBezTo>
                    <a:pt x="2398" y="5847"/>
                    <a:pt x="2580" y="6104"/>
                    <a:pt x="2857" y="6264"/>
                  </a:cubicBezTo>
                  <a:cubicBezTo>
                    <a:pt x="3038" y="6369"/>
                    <a:pt x="3235" y="6419"/>
                    <a:pt x="3430" y="6419"/>
                  </a:cubicBezTo>
                  <a:cubicBezTo>
                    <a:pt x="3657" y="6419"/>
                    <a:pt x="3881" y="6351"/>
                    <a:pt x="4070" y="6224"/>
                  </a:cubicBezTo>
                  <a:cubicBezTo>
                    <a:pt x="4276" y="6515"/>
                    <a:pt x="4616" y="6703"/>
                    <a:pt x="5002" y="6703"/>
                  </a:cubicBezTo>
                  <a:cubicBezTo>
                    <a:pt x="5385" y="6703"/>
                    <a:pt x="5725" y="6512"/>
                    <a:pt x="5933" y="6220"/>
                  </a:cubicBezTo>
                  <a:cubicBezTo>
                    <a:pt x="6120" y="6347"/>
                    <a:pt x="6343" y="6415"/>
                    <a:pt x="6572" y="6415"/>
                  </a:cubicBezTo>
                  <a:cubicBezTo>
                    <a:pt x="6734" y="6415"/>
                    <a:pt x="6899" y="6381"/>
                    <a:pt x="7055" y="6308"/>
                  </a:cubicBezTo>
                  <a:cubicBezTo>
                    <a:pt x="7377" y="6157"/>
                    <a:pt x="7597" y="5876"/>
                    <a:pt x="7679" y="5559"/>
                  </a:cubicBezTo>
                  <a:cubicBezTo>
                    <a:pt x="7691" y="5559"/>
                    <a:pt x="7704" y="5559"/>
                    <a:pt x="7716" y="5559"/>
                  </a:cubicBezTo>
                  <a:cubicBezTo>
                    <a:pt x="8043" y="5559"/>
                    <a:pt x="8366" y="5420"/>
                    <a:pt x="8590" y="5151"/>
                  </a:cubicBezTo>
                  <a:cubicBezTo>
                    <a:pt x="8910" y="4769"/>
                    <a:pt x="8941" y="4241"/>
                    <a:pt x="8701" y="3835"/>
                  </a:cubicBezTo>
                  <a:cubicBezTo>
                    <a:pt x="9273" y="3773"/>
                    <a:pt x="9717" y="3290"/>
                    <a:pt x="9717" y="2702"/>
                  </a:cubicBezTo>
                  <a:cubicBezTo>
                    <a:pt x="9717" y="2518"/>
                    <a:pt x="9673" y="2340"/>
                    <a:pt x="9593" y="2185"/>
                  </a:cubicBezTo>
                  <a:cubicBezTo>
                    <a:pt x="9531" y="2059"/>
                    <a:pt x="9551" y="1910"/>
                    <a:pt x="9650" y="1813"/>
                  </a:cubicBezTo>
                  <a:cubicBezTo>
                    <a:pt x="9866" y="1604"/>
                    <a:pt x="10003" y="1311"/>
                    <a:pt x="10003" y="987"/>
                  </a:cubicBezTo>
                  <a:cubicBezTo>
                    <a:pt x="10003" y="562"/>
                    <a:pt x="9772" y="193"/>
                    <a:pt x="9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0"/>
            <p:cNvSpPr/>
            <p:nvPr/>
          </p:nvSpPr>
          <p:spPr>
            <a:xfrm>
              <a:off x="3451705" y="4145417"/>
              <a:ext cx="141868" cy="177660"/>
            </a:xfrm>
            <a:custGeom>
              <a:rect b="b" l="l" r="r" t="t"/>
              <a:pathLst>
                <a:path extrusionOk="0" h="6701" w="5351">
                  <a:moveTo>
                    <a:pt x="571" y="0"/>
                  </a:moveTo>
                  <a:cubicBezTo>
                    <a:pt x="231" y="197"/>
                    <a:pt x="1" y="570"/>
                    <a:pt x="1" y="991"/>
                  </a:cubicBezTo>
                  <a:cubicBezTo>
                    <a:pt x="1" y="1315"/>
                    <a:pt x="136" y="1608"/>
                    <a:pt x="353" y="1817"/>
                  </a:cubicBezTo>
                  <a:cubicBezTo>
                    <a:pt x="455" y="1914"/>
                    <a:pt x="475" y="2063"/>
                    <a:pt x="411" y="2189"/>
                  </a:cubicBezTo>
                  <a:cubicBezTo>
                    <a:pt x="331" y="2342"/>
                    <a:pt x="287" y="2522"/>
                    <a:pt x="287" y="2706"/>
                  </a:cubicBezTo>
                  <a:cubicBezTo>
                    <a:pt x="287" y="3291"/>
                    <a:pt x="730" y="3777"/>
                    <a:pt x="1300" y="3839"/>
                  </a:cubicBezTo>
                  <a:cubicBezTo>
                    <a:pt x="1063" y="4245"/>
                    <a:pt x="1092" y="4773"/>
                    <a:pt x="1411" y="5152"/>
                  </a:cubicBezTo>
                  <a:cubicBezTo>
                    <a:pt x="1637" y="5421"/>
                    <a:pt x="1960" y="5559"/>
                    <a:pt x="2285" y="5559"/>
                  </a:cubicBezTo>
                  <a:cubicBezTo>
                    <a:pt x="2297" y="5559"/>
                    <a:pt x="2310" y="5559"/>
                    <a:pt x="2323" y="5558"/>
                  </a:cubicBezTo>
                  <a:cubicBezTo>
                    <a:pt x="2398" y="5844"/>
                    <a:pt x="2582" y="6102"/>
                    <a:pt x="2859" y="6263"/>
                  </a:cubicBezTo>
                  <a:cubicBezTo>
                    <a:pt x="3039" y="6367"/>
                    <a:pt x="3234" y="6417"/>
                    <a:pt x="3428" y="6417"/>
                  </a:cubicBezTo>
                  <a:cubicBezTo>
                    <a:pt x="3655" y="6417"/>
                    <a:pt x="3880" y="6348"/>
                    <a:pt x="4070" y="6221"/>
                  </a:cubicBezTo>
                  <a:cubicBezTo>
                    <a:pt x="4279" y="6510"/>
                    <a:pt x="4616" y="6700"/>
                    <a:pt x="5002" y="6700"/>
                  </a:cubicBezTo>
                  <a:cubicBezTo>
                    <a:pt x="5124" y="6700"/>
                    <a:pt x="5239" y="6685"/>
                    <a:pt x="5350" y="6649"/>
                  </a:cubicBezTo>
                  <a:cubicBezTo>
                    <a:pt x="4208" y="5503"/>
                    <a:pt x="3492" y="3853"/>
                    <a:pt x="3487" y="2014"/>
                  </a:cubicBezTo>
                  <a:cubicBezTo>
                    <a:pt x="3487" y="1309"/>
                    <a:pt x="3594" y="632"/>
                    <a:pt x="3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0"/>
            <p:cNvSpPr/>
            <p:nvPr/>
          </p:nvSpPr>
          <p:spPr>
            <a:xfrm>
              <a:off x="3444175" y="4258598"/>
              <a:ext cx="46079" cy="85344"/>
            </a:xfrm>
            <a:custGeom>
              <a:rect b="b" l="l" r="r" t="t"/>
              <a:pathLst>
                <a:path extrusionOk="0" h="3219" w="1738">
                  <a:moveTo>
                    <a:pt x="1094" y="1"/>
                  </a:moveTo>
                  <a:cubicBezTo>
                    <a:pt x="409" y="892"/>
                    <a:pt x="1" y="2006"/>
                    <a:pt x="1" y="3217"/>
                  </a:cubicBezTo>
                  <a:lnTo>
                    <a:pt x="1" y="3219"/>
                  </a:lnTo>
                  <a:lnTo>
                    <a:pt x="1094" y="3219"/>
                  </a:lnTo>
                  <a:lnTo>
                    <a:pt x="1737" y="1739"/>
                  </a:lnTo>
                  <a:lnTo>
                    <a:pt x="1094"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0"/>
            <p:cNvSpPr/>
            <p:nvPr/>
          </p:nvSpPr>
          <p:spPr>
            <a:xfrm>
              <a:off x="3473233" y="4203850"/>
              <a:ext cx="251153" cy="140039"/>
            </a:xfrm>
            <a:custGeom>
              <a:rect b="b" l="l" r="r" t="t"/>
              <a:pathLst>
                <a:path extrusionOk="0" h="5282" w="9473">
                  <a:moveTo>
                    <a:pt x="4192" y="1"/>
                  </a:moveTo>
                  <a:cubicBezTo>
                    <a:pt x="2484" y="1"/>
                    <a:pt x="965" y="810"/>
                    <a:pt x="0" y="2066"/>
                  </a:cubicBezTo>
                  <a:lnTo>
                    <a:pt x="555" y="5193"/>
                  </a:lnTo>
                  <a:lnTo>
                    <a:pt x="4188" y="4995"/>
                  </a:lnTo>
                  <a:lnTo>
                    <a:pt x="8382" y="5282"/>
                  </a:lnTo>
                  <a:lnTo>
                    <a:pt x="9180" y="5282"/>
                  </a:lnTo>
                  <a:cubicBezTo>
                    <a:pt x="9344" y="5282"/>
                    <a:pt x="9473" y="5144"/>
                    <a:pt x="9469" y="4982"/>
                  </a:cubicBezTo>
                  <a:cubicBezTo>
                    <a:pt x="9311" y="2205"/>
                    <a:pt x="7009" y="1"/>
                    <a:pt x="4192"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0"/>
            <p:cNvSpPr/>
            <p:nvPr/>
          </p:nvSpPr>
          <p:spPr>
            <a:xfrm>
              <a:off x="3473233" y="4235851"/>
              <a:ext cx="111087" cy="108038"/>
            </a:xfrm>
            <a:custGeom>
              <a:rect b="b" l="l" r="r" t="t"/>
              <a:pathLst>
                <a:path extrusionOk="0" h="4075" w="4190">
                  <a:moveTo>
                    <a:pt x="641" y="0"/>
                  </a:moveTo>
                  <a:cubicBezTo>
                    <a:pt x="411" y="191"/>
                    <a:pt x="195" y="402"/>
                    <a:pt x="0" y="630"/>
                  </a:cubicBezTo>
                  <a:lnTo>
                    <a:pt x="0" y="4075"/>
                  </a:lnTo>
                  <a:lnTo>
                    <a:pt x="3250" y="4075"/>
                  </a:lnTo>
                  <a:cubicBezTo>
                    <a:pt x="3740" y="3986"/>
                    <a:pt x="4143" y="3851"/>
                    <a:pt x="4190" y="3569"/>
                  </a:cubicBezTo>
                  <a:cubicBezTo>
                    <a:pt x="2673" y="2662"/>
                    <a:pt x="1398" y="1426"/>
                    <a:pt x="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0"/>
            <p:cNvSpPr/>
            <p:nvPr/>
          </p:nvSpPr>
          <p:spPr>
            <a:xfrm>
              <a:off x="3466923" y="4226730"/>
              <a:ext cx="34148" cy="34122"/>
            </a:xfrm>
            <a:custGeom>
              <a:rect b="b" l="l" r="r" t="t"/>
              <a:pathLst>
                <a:path extrusionOk="0" h="1287" w="1288">
                  <a:moveTo>
                    <a:pt x="644" y="0"/>
                  </a:moveTo>
                  <a:cubicBezTo>
                    <a:pt x="287" y="0"/>
                    <a:pt x="1" y="289"/>
                    <a:pt x="1" y="644"/>
                  </a:cubicBezTo>
                  <a:cubicBezTo>
                    <a:pt x="1" y="999"/>
                    <a:pt x="287" y="1287"/>
                    <a:pt x="644" y="1287"/>
                  </a:cubicBezTo>
                  <a:cubicBezTo>
                    <a:pt x="999" y="1287"/>
                    <a:pt x="1287" y="999"/>
                    <a:pt x="1287" y="644"/>
                  </a:cubicBezTo>
                  <a:cubicBezTo>
                    <a:pt x="1287" y="289"/>
                    <a:pt x="999" y="0"/>
                    <a:pt x="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0"/>
            <p:cNvSpPr/>
            <p:nvPr/>
          </p:nvSpPr>
          <p:spPr>
            <a:xfrm>
              <a:off x="3559372" y="4237150"/>
              <a:ext cx="136089" cy="106739"/>
            </a:xfrm>
            <a:custGeom>
              <a:rect b="b" l="l" r="r" t="t"/>
              <a:pathLst>
                <a:path extrusionOk="0" h="4026" w="5133">
                  <a:moveTo>
                    <a:pt x="4463" y="0"/>
                  </a:moveTo>
                  <a:cubicBezTo>
                    <a:pt x="3549" y="1692"/>
                    <a:pt x="1908" y="3105"/>
                    <a:pt x="1" y="4026"/>
                  </a:cubicBezTo>
                  <a:lnTo>
                    <a:pt x="5133" y="4026"/>
                  </a:lnTo>
                  <a:lnTo>
                    <a:pt x="5133" y="683"/>
                  </a:lnTo>
                  <a:cubicBezTo>
                    <a:pt x="4931" y="435"/>
                    <a:pt x="4709" y="209"/>
                    <a:pt x="44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0"/>
            <p:cNvSpPr/>
            <p:nvPr/>
          </p:nvSpPr>
          <p:spPr>
            <a:xfrm>
              <a:off x="3667570" y="4226730"/>
              <a:ext cx="34122" cy="34122"/>
            </a:xfrm>
            <a:custGeom>
              <a:rect b="b" l="l" r="r" t="t"/>
              <a:pathLst>
                <a:path extrusionOk="0" h="1287" w="1287">
                  <a:moveTo>
                    <a:pt x="644" y="0"/>
                  </a:moveTo>
                  <a:cubicBezTo>
                    <a:pt x="289" y="0"/>
                    <a:pt x="0" y="289"/>
                    <a:pt x="0" y="644"/>
                  </a:cubicBezTo>
                  <a:cubicBezTo>
                    <a:pt x="0" y="999"/>
                    <a:pt x="289" y="1287"/>
                    <a:pt x="644" y="1287"/>
                  </a:cubicBezTo>
                  <a:cubicBezTo>
                    <a:pt x="999" y="1287"/>
                    <a:pt x="1287" y="999"/>
                    <a:pt x="1287" y="644"/>
                  </a:cubicBezTo>
                  <a:cubicBezTo>
                    <a:pt x="1287" y="289"/>
                    <a:pt x="999" y="0"/>
                    <a:pt x="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0"/>
            <p:cNvSpPr/>
            <p:nvPr/>
          </p:nvSpPr>
          <p:spPr>
            <a:xfrm>
              <a:off x="3528856" y="3967703"/>
              <a:ext cx="196431" cy="179940"/>
            </a:xfrm>
            <a:custGeom>
              <a:rect b="b" l="l" r="r" t="t"/>
              <a:pathLst>
                <a:path extrusionOk="0" h="6787" w="7409">
                  <a:moveTo>
                    <a:pt x="2980" y="0"/>
                  </a:moveTo>
                  <a:cubicBezTo>
                    <a:pt x="2738" y="0"/>
                    <a:pt x="2501" y="35"/>
                    <a:pt x="2276" y="109"/>
                  </a:cubicBezTo>
                  <a:cubicBezTo>
                    <a:pt x="2219" y="127"/>
                    <a:pt x="2159" y="138"/>
                    <a:pt x="2101" y="138"/>
                  </a:cubicBezTo>
                  <a:cubicBezTo>
                    <a:pt x="2086" y="138"/>
                    <a:pt x="2072" y="137"/>
                    <a:pt x="2059" y="136"/>
                  </a:cubicBezTo>
                  <a:cubicBezTo>
                    <a:pt x="870" y="746"/>
                    <a:pt x="0" y="1573"/>
                    <a:pt x="0" y="2416"/>
                  </a:cubicBezTo>
                  <a:cubicBezTo>
                    <a:pt x="0" y="4359"/>
                    <a:pt x="1688" y="6786"/>
                    <a:pt x="4897" y="6786"/>
                  </a:cubicBezTo>
                  <a:cubicBezTo>
                    <a:pt x="5370" y="6786"/>
                    <a:pt x="5876" y="6734"/>
                    <a:pt x="6415" y="6619"/>
                  </a:cubicBezTo>
                  <a:cubicBezTo>
                    <a:pt x="6477" y="6603"/>
                    <a:pt x="6916" y="6441"/>
                    <a:pt x="6982" y="6437"/>
                  </a:cubicBezTo>
                  <a:cubicBezTo>
                    <a:pt x="7408" y="5594"/>
                    <a:pt x="7213" y="4104"/>
                    <a:pt x="6971" y="3385"/>
                  </a:cubicBezTo>
                  <a:cubicBezTo>
                    <a:pt x="6306" y="1426"/>
                    <a:pt x="4524" y="0"/>
                    <a:pt x="2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0"/>
            <p:cNvSpPr/>
            <p:nvPr/>
          </p:nvSpPr>
          <p:spPr>
            <a:xfrm>
              <a:off x="3440305" y="3967518"/>
              <a:ext cx="273689" cy="194681"/>
            </a:xfrm>
            <a:custGeom>
              <a:rect b="b" l="l" r="r" t="t"/>
              <a:pathLst>
                <a:path extrusionOk="0" h="7343" w="10323">
                  <a:moveTo>
                    <a:pt x="4542" y="1"/>
                  </a:moveTo>
                  <a:cubicBezTo>
                    <a:pt x="2995" y="1"/>
                    <a:pt x="1218" y="1428"/>
                    <a:pt x="555" y="3388"/>
                  </a:cubicBezTo>
                  <a:cubicBezTo>
                    <a:pt x="238" y="4326"/>
                    <a:pt x="0" y="6570"/>
                    <a:pt x="1111" y="6992"/>
                  </a:cubicBezTo>
                  <a:cubicBezTo>
                    <a:pt x="1111" y="6992"/>
                    <a:pt x="3272" y="7227"/>
                    <a:pt x="5432" y="7342"/>
                  </a:cubicBezTo>
                  <a:cubicBezTo>
                    <a:pt x="7590" y="7227"/>
                    <a:pt x="9750" y="6992"/>
                    <a:pt x="9750" y="6992"/>
                  </a:cubicBezTo>
                  <a:cubicBezTo>
                    <a:pt x="10007" y="6894"/>
                    <a:pt x="10194" y="6699"/>
                    <a:pt x="10322" y="6444"/>
                  </a:cubicBezTo>
                  <a:lnTo>
                    <a:pt x="10322" y="6444"/>
                  </a:lnTo>
                  <a:cubicBezTo>
                    <a:pt x="10256" y="6446"/>
                    <a:pt x="10189" y="6446"/>
                    <a:pt x="10123" y="6446"/>
                  </a:cubicBezTo>
                  <a:cubicBezTo>
                    <a:pt x="6967" y="6446"/>
                    <a:pt x="4412" y="4636"/>
                    <a:pt x="4412" y="2407"/>
                  </a:cubicBezTo>
                  <a:cubicBezTo>
                    <a:pt x="4412" y="1565"/>
                    <a:pt x="4773" y="784"/>
                    <a:pt x="5399" y="138"/>
                  </a:cubicBezTo>
                  <a:cubicBezTo>
                    <a:pt x="5348" y="134"/>
                    <a:pt x="5299" y="127"/>
                    <a:pt x="5248" y="110"/>
                  </a:cubicBezTo>
                  <a:cubicBezTo>
                    <a:pt x="5022" y="36"/>
                    <a:pt x="4785" y="1"/>
                    <a:pt x="45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0"/>
            <p:cNvSpPr/>
            <p:nvPr/>
          </p:nvSpPr>
          <p:spPr>
            <a:xfrm>
              <a:off x="3661870" y="4101008"/>
              <a:ext cx="56472" cy="71637"/>
            </a:xfrm>
            <a:custGeom>
              <a:rect b="b" l="l" r="r" t="t"/>
              <a:pathLst>
                <a:path extrusionOk="0" h="2702" w="2130">
                  <a:moveTo>
                    <a:pt x="1065" y="1"/>
                  </a:moveTo>
                  <a:cubicBezTo>
                    <a:pt x="475" y="1"/>
                    <a:pt x="0" y="606"/>
                    <a:pt x="0" y="1351"/>
                  </a:cubicBezTo>
                  <a:cubicBezTo>
                    <a:pt x="0" y="2096"/>
                    <a:pt x="475" y="2702"/>
                    <a:pt x="1065" y="2702"/>
                  </a:cubicBezTo>
                  <a:cubicBezTo>
                    <a:pt x="1653" y="2702"/>
                    <a:pt x="2130" y="2096"/>
                    <a:pt x="2130" y="1351"/>
                  </a:cubicBezTo>
                  <a:cubicBezTo>
                    <a:pt x="2130" y="606"/>
                    <a:pt x="1653" y="1"/>
                    <a:pt x="1065"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0"/>
            <p:cNvSpPr/>
            <p:nvPr/>
          </p:nvSpPr>
          <p:spPr>
            <a:xfrm>
              <a:off x="3450300" y="4101008"/>
              <a:ext cx="56472" cy="71637"/>
            </a:xfrm>
            <a:custGeom>
              <a:rect b="b" l="l" r="r" t="t"/>
              <a:pathLst>
                <a:path extrusionOk="0" h="2702" w="2130">
                  <a:moveTo>
                    <a:pt x="1065" y="1"/>
                  </a:moveTo>
                  <a:cubicBezTo>
                    <a:pt x="477" y="1"/>
                    <a:pt x="0" y="606"/>
                    <a:pt x="0" y="1351"/>
                  </a:cubicBezTo>
                  <a:cubicBezTo>
                    <a:pt x="0" y="2096"/>
                    <a:pt x="477" y="2702"/>
                    <a:pt x="1065" y="2702"/>
                  </a:cubicBezTo>
                  <a:cubicBezTo>
                    <a:pt x="1653" y="2702"/>
                    <a:pt x="2129" y="2096"/>
                    <a:pt x="2129" y="1351"/>
                  </a:cubicBezTo>
                  <a:cubicBezTo>
                    <a:pt x="2129" y="606"/>
                    <a:pt x="1653" y="1"/>
                    <a:pt x="106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0"/>
            <p:cNvSpPr/>
            <p:nvPr/>
          </p:nvSpPr>
          <p:spPr>
            <a:xfrm>
              <a:off x="3495742" y="4024148"/>
              <a:ext cx="194363" cy="211490"/>
            </a:xfrm>
            <a:custGeom>
              <a:rect b="b" l="l" r="r" t="t"/>
              <a:pathLst>
                <a:path extrusionOk="0" h="7977" w="7331">
                  <a:moveTo>
                    <a:pt x="3341" y="1"/>
                  </a:moveTo>
                  <a:cubicBezTo>
                    <a:pt x="2538" y="1"/>
                    <a:pt x="1793" y="247"/>
                    <a:pt x="1170" y="668"/>
                  </a:cubicBezTo>
                  <a:cubicBezTo>
                    <a:pt x="651" y="1746"/>
                    <a:pt x="1" y="2795"/>
                    <a:pt x="1" y="3441"/>
                  </a:cubicBezTo>
                  <a:cubicBezTo>
                    <a:pt x="1" y="6002"/>
                    <a:pt x="1959" y="7976"/>
                    <a:pt x="4862" y="7976"/>
                  </a:cubicBezTo>
                  <a:cubicBezTo>
                    <a:pt x="4871" y="7976"/>
                    <a:pt x="4879" y="7976"/>
                    <a:pt x="4887" y="7976"/>
                  </a:cubicBezTo>
                  <a:cubicBezTo>
                    <a:pt x="6324" y="7346"/>
                    <a:pt x="7331" y="5872"/>
                    <a:pt x="7331" y="4150"/>
                  </a:cubicBezTo>
                  <a:cubicBezTo>
                    <a:pt x="7331" y="1857"/>
                    <a:pt x="5546" y="1"/>
                    <a:pt x="3341"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0"/>
            <p:cNvSpPr/>
            <p:nvPr/>
          </p:nvSpPr>
          <p:spPr>
            <a:xfrm>
              <a:off x="3478509" y="4041859"/>
              <a:ext cx="146800" cy="202370"/>
            </a:xfrm>
            <a:custGeom>
              <a:rect b="b" l="l" r="r" t="t"/>
              <a:pathLst>
                <a:path extrusionOk="0" h="7633" w="5537">
                  <a:moveTo>
                    <a:pt x="1820" y="0"/>
                  </a:moveTo>
                  <a:lnTo>
                    <a:pt x="1820" y="0"/>
                  </a:lnTo>
                  <a:cubicBezTo>
                    <a:pt x="724" y="741"/>
                    <a:pt x="1" y="2025"/>
                    <a:pt x="1" y="3482"/>
                  </a:cubicBezTo>
                  <a:cubicBezTo>
                    <a:pt x="1" y="5776"/>
                    <a:pt x="1786" y="7632"/>
                    <a:pt x="3991" y="7632"/>
                  </a:cubicBezTo>
                  <a:cubicBezTo>
                    <a:pt x="4539" y="7632"/>
                    <a:pt x="5060" y="7517"/>
                    <a:pt x="5537" y="7308"/>
                  </a:cubicBezTo>
                  <a:cubicBezTo>
                    <a:pt x="3206" y="6588"/>
                    <a:pt x="1516" y="4416"/>
                    <a:pt x="1514" y="1850"/>
                  </a:cubicBezTo>
                  <a:cubicBezTo>
                    <a:pt x="1514" y="1202"/>
                    <a:pt x="1620" y="579"/>
                    <a:pt x="182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0"/>
            <p:cNvSpPr/>
            <p:nvPr/>
          </p:nvSpPr>
          <p:spPr>
            <a:xfrm>
              <a:off x="3531375" y="3976797"/>
              <a:ext cx="171801" cy="150061"/>
            </a:xfrm>
            <a:custGeom>
              <a:rect b="b" l="l" r="r" t="t"/>
              <a:pathLst>
                <a:path extrusionOk="0" h="5660" w="6480">
                  <a:moveTo>
                    <a:pt x="1998" y="1"/>
                  </a:moveTo>
                  <a:cubicBezTo>
                    <a:pt x="1921" y="1"/>
                    <a:pt x="1845" y="2"/>
                    <a:pt x="1768" y="4"/>
                  </a:cubicBezTo>
                  <a:cubicBezTo>
                    <a:pt x="930" y="567"/>
                    <a:pt x="1" y="1155"/>
                    <a:pt x="1" y="1902"/>
                  </a:cubicBezTo>
                  <a:cubicBezTo>
                    <a:pt x="1" y="2372"/>
                    <a:pt x="431" y="3042"/>
                    <a:pt x="1300" y="3397"/>
                  </a:cubicBezTo>
                  <a:cubicBezTo>
                    <a:pt x="1330" y="3387"/>
                    <a:pt x="1361" y="3382"/>
                    <a:pt x="1392" y="3382"/>
                  </a:cubicBezTo>
                  <a:cubicBezTo>
                    <a:pt x="1472" y="3382"/>
                    <a:pt x="1554" y="3415"/>
                    <a:pt x="1611" y="3483"/>
                  </a:cubicBezTo>
                  <a:cubicBezTo>
                    <a:pt x="1744" y="3641"/>
                    <a:pt x="1899" y="3794"/>
                    <a:pt x="2079" y="3940"/>
                  </a:cubicBezTo>
                  <a:cubicBezTo>
                    <a:pt x="2874" y="4563"/>
                    <a:pt x="3838" y="4751"/>
                    <a:pt x="4567" y="4751"/>
                  </a:cubicBezTo>
                  <a:cubicBezTo>
                    <a:pt x="4601" y="4751"/>
                    <a:pt x="4634" y="4751"/>
                    <a:pt x="4667" y="4750"/>
                  </a:cubicBezTo>
                  <a:cubicBezTo>
                    <a:pt x="4794" y="4750"/>
                    <a:pt x="4913" y="4741"/>
                    <a:pt x="5024" y="4730"/>
                  </a:cubicBezTo>
                  <a:cubicBezTo>
                    <a:pt x="5033" y="4729"/>
                    <a:pt x="5042" y="4729"/>
                    <a:pt x="5051" y="4729"/>
                  </a:cubicBezTo>
                  <a:cubicBezTo>
                    <a:pt x="5208" y="4729"/>
                    <a:pt x="5337" y="4856"/>
                    <a:pt x="5337" y="5016"/>
                  </a:cubicBezTo>
                  <a:lnTo>
                    <a:pt x="5337" y="5373"/>
                  </a:lnTo>
                  <a:cubicBezTo>
                    <a:pt x="5337" y="5554"/>
                    <a:pt x="5482" y="5660"/>
                    <a:pt x="5627" y="5660"/>
                  </a:cubicBezTo>
                  <a:cubicBezTo>
                    <a:pt x="5729" y="5660"/>
                    <a:pt x="5831" y="5607"/>
                    <a:pt x="5883" y="5491"/>
                  </a:cubicBezTo>
                  <a:lnTo>
                    <a:pt x="6479" y="4149"/>
                  </a:lnTo>
                  <a:lnTo>
                    <a:pt x="5605" y="1507"/>
                  </a:lnTo>
                  <a:cubicBezTo>
                    <a:pt x="5605" y="503"/>
                    <a:pt x="3803" y="1"/>
                    <a:pt x="19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0"/>
            <p:cNvSpPr/>
            <p:nvPr/>
          </p:nvSpPr>
          <p:spPr>
            <a:xfrm>
              <a:off x="3465465" y="3976824"/>
              <a:ext cx="112758" cy="149902"/>
            </a:xfrm>
            <a:custGeom>
              <a:rect b="b" l="l" r="r" t="t"/>
              <a:pathLst>
                <a:path extrusionOk="0" h="5654" w="4253">
                  <a:moveTo>
                    <a:pt x="4252" y="0"/>
                  </a:moveTo>
                  <a:lnTo>
                    <a:pt x="4252" y="0"/>
                  </a:lnTo>
                  <a:cubicBezTo>
                    <a:pt x="2529" y="40"/>
                    <a:pt x="877" y="539"/>
                    <a:pt x="877" y="1502"/>
                  </a:cubicBezTo>
                  <a:lnTo>
                    <a:pt x="1" y="4141"/>
                  </a:lnTo>
                  <a:lnTo>
                    <a:pt x="595" y="5483"/>
                  </a:lnTo>
                  <a:cubicBezTo>
                    <a:pt x="647" y="5600"/>
                    <a:pt x="750" y="5653"/>
                    <a:pt x="853" y="5653"/>
                  </a:cubicBezTo>
                  <a:cubicBezTo>
                    <a:pt x="998" y="5653"/>
                    <a:pt x="1143" y="5547"/>
                    <a:pt x="1143" y="5368"/>
                  </a:cubicBezTo>
                  <a:lnTo>
                    <a:pt x="1143" y="5224"/>
                  </a:lnTo>
                  <a:cubicBezTo>
                    <a:pt x="1143" y="5086"/>
                    <a:pt x="1236" y="4971"/>
                    <a:pt x="1369" y="4942"/>
                  </a:cubicBezTo>
                  <a:cubicBezTo>
                    <a:pt x="1903" y="4835"/>
                    <a:pt x="2473" y="4616"/>
                    <a:pt x="2975" y="4225"/>
                  </a:cubicBezTo>
                  <a:cubicBezTo>
                    <a:pt x="3256" y="3995"/>
                    <a:pt x="3476" y="3751"/>
                    <a:pt x="3645" y="3507"/>
                  </a:cubicBezTo>
                  <a:cubicBezTo>
                    <a:pt x="3680" y="3454"/>
                    <a:pt x="3731" y="3418"/>
                    <a:pt x="3786" y="3398"/>
                  </a:cubicBezTo>
                  <a:cubicBezTo>
                    <a:pt x="3576" y="2981"/>
                    <a:pt x="3463" y="2529"/>
                    <a:pt x="3463" y="2056"/>
                  </a:cubicBezTo>
                  <a:cubicBezTo>
                    <a:pt x="3463" y="1309"/>
                    <a:pt x="3751" y="608"/>
                    <a:pt x="4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0"/>
            <p:cNvSpPr/>
            <p:nvPr/>
          </p:nvSpPr>
          <p:spPr>
            <a:xfrm>
              <a:off x="3538507" y="3994958"/>
              <a:ext cx="49950" cy="45495"/>
            </a:xfrm>
            <a:custGeom>
              <a:rect b="b" l="l" r="r" t="t"/>
              <a:pathLst>
                <a:path extrusionOk="0" h="1716" w="1884">
                  <a:moveTo>
                    <a:pt x="399" y="0"/>
                  </a:moveTo>
                  <a:cubicBezTo>
                    <a:pt x="359" y="0"/>
                    <a:pt x="321" y="2"/>
                    <a:pt x="286" y="4"/>
                  </a:cubicBezTo>
                  <a:cubicBezTo>
                    <a:pt x="142" y="13"/>
                    <a:pt x="25" y="128"/>
                    <a:pt x="18" y="272"/>
                  </a:cubicBezTo>
                  <a:cubicBezTo>
                    <a:pt x="0" y="549"/>
                    <a:pt x="36" y="1013"/>
                    <a:pt x="377" y="1355"/>
                  </a:cubicBezTo>
                  <a:cubicBezTo>
                    <a:pt x="677" y="1653"/>
                    <a:pt x="1073" y="1716"/>
                    <a:pt x="1353" y="1716"/>
                  </a:cubicBezTo>
                  <a:cubicBezTo>
                    <a:pt x="1555" y="1716"/>
                    <a:pt x="1697" y="1683"/>
                    <a:pt x="1697" y="1683"/>
                  </a:cubicBezTo>
                  <a:cubicBezTo>
                    <a:pt x="1697" y="1683"/>
                    <a:pt x="1883" y="880"/>
                    <a:pt x="1366" y="363"/>
                  </a:cubicBezTo>
                  <a:cubicBezTo>
                    <a:pt x="1070" y="66"/>
                    <a:pt x="678" y="0"/>
                    <a:pt x="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0"/>
            <p:cNvSpPr/>
            <p:nvPr/>
          </p:nvSpPr>
          <p:spPr>
            <a:xfrm>
              <a:off x="3580238" y="3994879"/>
              <a:ext cx="49897" cy="45522"/>
            </a:xfrm>
            <a:custGeom>
              <a:rect b="b" l="l" r="r" t="t"/>
              <a:pathLst>
                <a:path extrusionOk="0" h="1717" w="1882">
                  <a:moveTo>
                    <a:pt x="1483" y="1"/>
                  </a:moveTo>
                  <a:cubicBezTo>
                    <a:pt x="1204" y="1"/>
                    <a:pt x="814" y="66"/>
                    <a:pt x="518" y="364"/>
                  </a:cubicBezTo>
                  <a:cubicBezTo>
                    <a:pt x="1" y="881"/>
                    <a:pt x="187" y="1684"/>
                    <a:pt x="187" y="1684"/>
                  </a:cubicBezTo>
                  <a:cubicBezTo>
                    <a:pt x="187" y="1684"/>
                    <a:pt x="328" y="1716"/>
                    <a:pt x="530" y="1716"/>
                  </a:cubicBezTo>
                  <a:cubicBezTo>
                    <a:pt x="810" y="1716"/>
                    <a:pt x="1207" y="1653"/>
                    <a:pt x="1507" y="1353"/>
                  </a:cubicBezTo>
                  <a:cubicBezTo>
                    <a:pt x="1844" y="1016"/>
                    <a:pt x="1882" y="552"/>
                    <a:pt x="1866" y="273"/>
                  </a:cubicBezTo>
                  <a:cubicBezTo>
                    <a:pt x="1859" y="129"/>
                    <a:pt x="1742" y="11"/>
                    <a:pt x="1598" y="5"/>
                  </a:cubicBezTo>
                  <a:cubicBezTo>
                    <a:pt x="1562" y="2"/>
                    <a:pt x="1524" y="1"/>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0"/>
            <p:cNvSpPr/>
            <p:nvPr/>
          </p:nvSpPr>
          <p:spPr>
            <a:xfrm>
              <a:off x="3486993" y="4034806"/>
              <a:ext cx="194655" cy="31073"/>
            </a:xfrm>
            <a:custGeom>
              <a:rect b="b" l="l" r="r" t="t"/>
              <a:pathLst>
                <a:path extrusionOk="0" h="1172" w="7342">
                  <a:moveTo>
                    <a:pt x="3670" y="1"/>
                  </a:moveTo>
                  <a:cubicBezTo>
                    <a:pt x="2497" y="1"/>
                    <a:pt x="1323" y="254"/>
                    <a:pt x="158" y="761"/>
                  </a:cubicBezTo>
                  <a:cubicBezTo>
                    <a:pt x="49" y="807"/>
                    <a:pt x="0" y="934"/>
                    <a:pt x="47" y="1043"/>
                  </a:cubicBezTo>
                  <a:cubicBezTo>
                    <a:pt x="81" y="1123"/>
                    <a:pt x="161" y="1171"/>
                    <a:pt x="244" y="1171"/>
                  </a:cubicBezTo>
                  <a:cubicBezTo>
                    <a:pt x="272" y="1171"/>
                    <a:pt x="301" y="1165"/>
                    <a:pt x="329" y="1153"/>
                  </a:cubicBezTo>
                  <a:cubicBezTo>
                    <a:pt x="1437" y="672"/>
                    <a:pt x="2564" y="428"/>
                    <a:pt x="3671" y="428"/>
                  </a:cubicBezTo>
                  <a:cubicBezTo>
                    <a:pt x="4775" y="428"/>
                    <a:pt x="5902" y="672"/>
                    <a:pt x="7011" y="1153"/>
                  </a:cubicBezTo>
                  <a:cubicBezTo>
                    <a:pt x="7038" y="1165"/>
                    <a:pt x="7069" y="1171"/>
                    <a:pt x="7098" y="1171"/>
                  </a:cubicBezTo>
                  <a:cubicBezTo>
                    <a:pt x="7180" y="1171"/>
                    <a:pt x="7262" y="1122"/>
                    <a:pt x="7293" y="1043"/>
                  </a:cubicBezTo>
                  <a:cubicBezTo>
                    <a:pt x="7342" y="932"/>
                    <a:pt x="7291" y="807"/>
                    <a:pt x="7182" y="761"/>
                  </a:cubicBezTo>
                  <a:cubicBezTo>
                    <a:pt x="6016" y="254"/>
                    <a:pt x="4843" y="1"/>
                    <a:pt x="36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0"/>
            <p:cNvSpPr/>
            <p:nvPr/>
          </p:nvSpPr>
          <p:spPr>
            <a:xfrm>
              <a:off x="3378849" y="4141148"/>
              <a:ext cx="26141" cy="173842"/>
            </a:xfrm>
            <a:custGeom>
              <a:rect b="b" l="l" r="r" t="t"/>
              <a:pathLst>
                <a:path extrusionOk="0" h="6557" w="986">
                  <a:moveTo>
                    <a:pt x="227" y="0"/>
                  </a:moveTo>
                  <a:cubicBezTo>
                    <a:pt x="220" y="0"/>
                    <a:pt x="213" y="1"/>
                    <a:pt x="207" y="1"/>
                  </a:cubicBezTo>
                  <a:cubicBezTo>
                    <a:pt x="89" y="12"/>
                    <a:pt x="1" y="115"/>
                    <a:pt x="12" y="234"/>
                  </a:cubicBezTo>
                  <a:lnTo>
                    <a:pt x="546" y="6360"/>
                  </a:lnTo>
                  <a:cubicBezTo>
                    <a:pt x="557" y="6471"/>
                    <a:pt x="650" y="6556"/>
                    <a:pt x="759" y="6556"/>
                  </a:cubicBezTo>
                  <a:cubicBezTo>
                    <a:pt x="766" y="6556"/>
                    <a:pt x="772" y="6556"/>
                    <a:pt x="779" y="6555"/>
                  </a:cubicBezTo>
                  <a:cubicBezTo>
                    <a:pt x="899" y="6544"/>
                    <a:pt x="985" y="6438"/>
                    <a:pt x="974" y="6322"/>
                  </a:cubicBezTo>
                  <a:lnTo>
                    <a:pt x="440" y="194"/>
                  </a:lnTo>
                  <a:cubicBezTo>
                    <a:pt x="429" y="86"/>
                    <a:pt x="336"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0"/>
            <p:cNvSpPr/>
            <p:nvPr/>
          </p:nvSpPr>
          <p:spPr>
            <a:xfrm>
              <a:off x="3389613" y="4188022"/>
              <a:ext cx="42765" cy="38549"/>
            </a:xfrm>
            <a:custGeom>
              <a:rect b="b" l="l" r="r" t="t"/>
              <a:pathLst>
                <a:path extrusionOk="0" h="1454" w="1613">
                  <a:moveTo>
                    <a:pt x="1269" y="0"/>
                  </a:moveTo>
                  <a:cubicBezTo>
                    <a:pt x="1261" y="0"/>
                    <a:pt x="1253" y="0"/>
                    <a:pt x="1245" y="1"/>
                  </a:cubicBezTo>
                  <a:lnTo>
                    <a:pt x="859" y="34"/>
                  </a:lnTo>
                  <a:cubicBezTo>
                    <a:pt x="366" y="79"/>
                    <a:pt x="0" y="513"/>
                    <a:pt x="45" y="1008"/>
                  </a:cubicBezTo>
                  <a:lnTo>
                    <a:pt x="82" y="1454"/>
                  </a:lnTo>
                  <a:lnTo>
                    <a:pt x="754" y="1396"/>
                  </a:lnTo>
                  <a:cubicBezTo>
                    <a:pt x="1247" y="1354"/>
                    <a:pt x="1613" y="919"/>
                    <a:pt x="1568" y="425"/>
                  </a:cubicBezTo>
                  <a:lnTo>
                    <a:pt x="1555" y="263"/>
                  </a:lnTo>
                  <a:cubicBezTo>
                    <a:pt x="1543" y="111"/>
                    <a:pt x="1416"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0"/>
            <p:cNvSpPr/>
            <p:nvPr/>
          </p:nvSpPr>
          <p:spPr>
            <a:xfrm>
              <a:off x="3347458" y="4193113"/>
              <a:ext cx="44355" cy="35209"/>
            </a:xfrm>
            <a:custGeom>
              <a:rect b="b" l="l" r="r" t="t"/>
              <a:pathLst>
                <a:path extrusionOk="0" h="1328" w="1673">
                  <a:moveTo>
                    <a:pt x="742" y="1"/>
                  </a:moveTo>
                  <a:cubicBezTo>
                    <a:pt x="715" y="1"/>
                    <a:pt x="688" y="2"/>
                    <a:pt x="661" y="4"/>
                  </a:cubicBezTo>
                  <a:lnTo>
                    <a:pt x="275" y="38"/>
                  </a:lnTo>
                  <a:cubicBezTo>
                    <a:pt x="118" y="51"/>
                    <a:pt x="0" y="188"/>
                    <a:pt x="13" y="348"/>
                  </a:cubicBezTo>
                  <a:lnTo>
                    <a:pt x="29" y="510"/>
                  </a:lnTo>
                  <a:cubicBezTo>
                    <a:pt x="71" y="974"/>
                    <a:pt x="463" y="1327"/>
                    <a:pt x="925" y="1327"/>
                  </a:cubicBezTo>
                  <a:cubicBezTo>
                    <a:pt x="951" y="1327"/>
                    <a:pt x="977" y="1326"/>
                    <a:pt x="1003" y="1324"/>
                  </a:cubicBezTo>
                  <a:lnTo>
                    <a:pt x="1672" y="1264"/>
                  </a:lnTo>
                  <a:lnTo>
                    <a:pt x="1633" y="818"/>
                  </a:lnTo>
                  <a:cubicBezTo>
                    <a:pt x="1591" y="353"/>
                    <a:pt x="1200" y="1"/>
                    <a:pt x="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0"/>
            <p:cNvSpPr/>
            <p:nvPr/>
          </p:nvSpPr>
          <p:spPr>
            <a:xfrm>
              <a:off x="3392662" y="4223575"/>
              <a:ext cx="42844" cy="38576"/>
            </a:xfrm>
            <a:custGeom>
              <a:rect b="b" l="l" r="r" t="t"/>
              <a:pathLst>
                <a:path extrusionOk="0" h="1455" w="1616">
                  <a:moveTo>
                    <a:pt x="1270" y="1"/>
                  </a:moveTo>
                  <a:cubicBezTo>
                    <a:pt x="1261" y="1"/>
                    <a:pt x="1253" y="1"/>
                    <a:pt x="1245" y="2"/>
                  </a:cubicBezTo>
                  <a:lnTo>
                    <a:pt x="861" y="35"/>
                  </a:lnTo>
                  <a:cubicBezTo>
                    <a:pt x="367" y="80"/>
                    <a:pt x="1" y="516"/>
                    <a:pt x="45" y="1009"/>
                  </a:cubicBezTo>
                  <a:lnTo>
                    <a:pt x="85" y="1455"/>
                  </a:lnTo>
                  <a:lnTo>
                    <a:pt x="755" y="1397"/>
                  </a:lnTo>
                  <a:cubicBezTo>
                    <a:pt x="1252" y="1353"/>
                    <a:pt x="1615" y="918"/>
                    <a:pt x="1571" y="426"/>
                  </a:cubicBezTo>
                  <a:lnTo>
                    <a:pt x="1555" y="264"/>
                  </a:lnTo>
                  <a:cubicBezTo>
                    <a:pt x="1543" y="114"/>
                    <a:pt x="1419" y="1"/>
                    <a:pt x="1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0"/>
            <p:cNvSpPr/>
            <p:nvPr/>
          </p:nvSpPr>
          <p:spPr>
            <a:xfrm>
              <a:off x="3350613" y="4228613"/>
              <a:ext cx="44382" cy="35209"/>
            </a:xfrm>
            <a:custGeom>
              <a:rect b="b" l="l" r="r" t="t"/>
              <a:pathLst>
                <a:path extrusionOk="0" h="1328" w="1674">
                  <a:moveTo>
                    <a:pt x="746" y="1"/>
                  </a:moveTo>
                  <a:cubicBezTo>
                    <a:pt x="718" y="1"/>
                    <a:pt x="690" y="2"/>
                    <a:pt x="662" y="5"/>
                  </a:cubicBezTo>
                  <a:lnTo>
                    <a:pt x="276" y="36"/>
                  </a:lnTo>
                  <a:cubicBezTo>
                    <a:pt x="118" y="51"/>
                    <a:pt x="1" y="189"/>
                    <a:pt x="14" y="346"/>
                  </a:cubicBezTo>
                  <a:lnTo>
                    <a:pt x="28" y="511"/>
                  </a:lnTo>
                  <a:cubicBezTo>
                    <a:pt x="67" y="977"/>
                    <a:pt x="461" y="1328"/>
                    <a:pt x="923" y="1328"/>
                  </a:cubicBezTo>
                  <a:cubicBezTo>
                    <a:pt x="949" y="1328"/>
                    <a:pt x="975" y="1327"/>
                    <a:pt x="1001" y="1325"/>
                  </a:cubicBezTo>
                  <a:lnTo>
                    <a:pt x="1673" y="1265"/>
                  </a:lnTo>
                  <a:lnTo>
                    <a:pt x="1633" y="819"/>
                  </a:lnTo>
                  <a:cubicBezTo>
                    <a:pt x="1591" y="353"/>
                    <a:pt x="1203" y="1"/>
                    <a:pt x="7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0"/>
            <p:cNvSpPr/>
            <p:nvPr/>
          </p:nvSpPr>
          <p:spPr>
            <a:xfrm>
              <a:off x="3385954" y="4147829"/>
              <a:ext cx="37489" cy="44011"/>
            </a:xfrm>
            <a:custGeom>
              <a:rect b="b" l="l" r="r" t="t"/>
              <a:pathLst>
                <a:path extrusionOk="0" h="1660" w="1414">
                  <a:moveTo>
                    <a:pt x="1053" y="1"/>
                  </a:moveTo>
                  <a:cubicBezTo>
                    <a:pt x="1044" y="1"/>
                    <a:pt x="1035" y="1"/>
                    <a:pt x="1026" y="2"/>
                  </a:cubicBezTo>
                  <a:lnTo>
                    <a:pt x="861" y="16"/>
                  </a:lnTo>
                  <a:cubicBezTo>
                    <a:pt x="367" y="60"/>
                    <a:pt x="1" y="495"/>
                    <a:pt x="45" y="989"/>
                  </a:cubicBezTo>
                  <a:lnTo>
                    <a:pt x="105" y="1659"/>
                  </a:lnTo>
                  <a:lnTo>
                    <a:pt x="551" y="1621"/>
                  </a:lnTo>
                  <a:cubicBezTo>
                    <a:pt x="1048" y="1579"/>
                    <a:pt x="1414" y="1142"/>
                    <a:pt x="1369" y="648"/>
                  </a:cubicBezTo>
                  <a:lnTo>
                    <a:pt x="1336" y="262"/>
                  </a:lnTo>
                  <a:cubicBezTo>
                    <a:pt x="1321" y="114"/>
                    <a:pt x="1199" y="1"/>
                    <a:pt x="10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0"/>
            <p:cNvSpPr/>
            <p:nvPr/>
          </p:nvSpPr>
          <p:spPr>
            <a:xfrm>
              <a:off x="3349923" y="4152310"/>
              <a:ext cx="38947" cy="40617"/>
            </a:xfrm>
            <a:custGeom>
              <a:rect b="b" l="l" r="r" t="t"/>
              <a:pathLst>
                <a:path extrusionOk="0" h="1532" w="1469">
                  <a:moveTo>
                    <a:pt x="518" y="0"/>
                  </a:moveTo>
                  <a:cubicBezTo>
                    <a:pt x="492" y="0"/>
                    <a:pt x="464" y="2"/>
                    <a:pt x="437" y="4"/>
                  </a:cubicBezTo>
                  <a:lnTo>
                    <a:pt x="273" y="17"/>
                  </a:lnTo>
                  <a:cubicBezTo>
                    <a:pt x="116" y="33"/>
                    <a:pt x="0" y="170"/>
                    <a:pt x="14" y="328"/>
                  </a:cubicBezTo>
                  <a:lnTo>
                    <a:pt x="47" y="714"/>
                  </a:lnTo>
                  <a:cubicBezTo>
                    <a:pt x="87" y="1180"/>
                    <a:pt x="475" y="1532"/>
                    <a:pt x="937" y="1532"/>
                  </a:cubicBezTo>
                  <a:cubicBezTo>
                    <a:pt x="965" y="1532"/>
                    <a:pt x="994" y="1530"/>
                    <a:pt x="1023" y="1528"/>
                  </a:cubicBezTo>
                  <a:lnTo>
                    <a:pt x="1469" y="1490"/>
                  </a:lnTo>
                  <a:lnTo>
                    <a:pt x="1411" y="820"/>
                  </a:lnTo>
                  <a:cubicBezTo>
                    <a:pt x="1369" y="353"/>
                    <a:pt x="979" y="0"/>
                    <a:pt x="5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0"/>
            <p:cNvSpPr/>
            <p:nvPr/>
          </p:nvSpPr>
          <p:spPr>
            <a:xfrm>
              <a:off x="3364373" y="4102625"/>
              <a:ext cx="37621" cy="50056"/>
            </a:xfrm>
            <a:custGeom>
              <a:rect b="b" l="l" r="r" t="t"/>
              <a:pathLst>
                <a:path extrusionOk="0" h="1888" w="1419">
                  <a:moveTo>
                    <a:pt x="652" y="0"/>
                  </a:moveTo>
                  <a:cubicBezTo>
                    <a:pt x="579" y="0"/>
                    <a:pt x="508" y="27"/>
                    <a:pt x="453" y="79"/>
                  </a:cubicBezTo>
                  <a:cubicBezTo>
                    <a:pt x="267" y="257"/>
                    <a:pt x="1" y="587"/>
                    <a:pt x="39" y="1002"/>
                  </a:cubicBezTo>
                  <a:cubicBezTo>
                    <a:pt x="79" y="1419"/>
                    <a:pt x="393" y="1698"/>
                    <a:pt x="609" y="1840"/>
                  </a:cubicBezTo>
                  <a:cubicBezTo>
                    <a:pt x="658" y="1872"/>
                    <a:pt x="713" y="1887"/>
                    <a:pt x="767" y="1887"/>
                  </a:cubicBezTo>
                  <a:cubicBezTo>
                    <a:pt x="839" y="1887"/>
                    <a:pt x="910" y="1861"/>
                    <a:pt x="966" y="1809"/>
                  </a:cubicBezTo>
                  <a:cubicBezTo>
                    <a:pt x="1152" y="1632"/>
                    <a:pt x="1418" y="1301"/>
                    <a:pt x="1378" y="884"/>
                  </a:cubicBezTo>
                  <a:cubicBezTo>
                    <a:pt x="1343" y="470"/>
                    <a:pt x="1023" y="190"/>
                    <a:pt x="810" y="48"/>
                  </a:cubicBezTo>
                  <a:cubicBezTo>
                    <a:pt x="762" y="16"/>
                    <a:pt x="706" y="0"/>
                    <a:pt x="6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0"/>
            <p:cNvSpPr/>
            <p:nvPr/>
          </p:nvSpPr>
          <p:spPr>
            <a:xfrm>
              <a:off x="3361456" y="4298473"/>
              <a:ext cx="83276" cy="45416"/>
            </a:xfrm>
            <a:custGeom>
              <a:rect b="b" l="l" r="r" t="t"/>
              <a:pathLst>
                <a:path extrusionOk="0" h="1713" w="3141">
                  <a:moveTo>
                    <a:pt x="1142" y="0"/>
                  </a:moveTo>
                  <a:cubicBezTo>
                    <a:pt x="512" y="0"/>
                    <a:pt x="0" y="510"/>
                    <a:pt x="0" y="1143"/>
                  </a:cubicBezTo>
                  <a:lnTo>
                    <a:pt x="0" y="1429"/>
                  </a:lnTo>
                  <a:cubicBezTo>
                    <a:pt x="0" y="1586"/>
                    <a:pt x="126" y="1713"/>
                    <a:pt x="286" y="1713"/>
                  </a:cubicBezTo>
                  <a:lnTo>
                    <a:pt x="3141" y="1713"/>
                  </a:lnTo>
                  <a:lnTo>
                    <a:pt x="3141" y="1143"/>
                  </a:lnTo>
                  <a:cubicBezTo>
                    <a:pt x="3141" y="510"/>
                    <a:pt x="2630" y="0"/>
                    <a:pt x="1998" y="0"/>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5" name="Google Shape;4185;p70"/>
          <p:cNvSpPr/>
          <p:nvPr/>
        </p:nvSpPr>
        <p:spPr>
          <a:xfrm>
            <a:off x="3676107" y="3338880"/>
            <a:ext cx="19858" cy="5594"/>
          </a:xfrm>
          <a:custGeom>
            <a:rect b="b" l="l" r="r" t="t"/>
            <a:pathLst>
              <a:path extrusionOk="0" h="211" w="749">
                <a:moveTo>
                  <a:pt x="749" y="0"/>
                </a:moveTo>
                <a:cubicBezTo>
                  <a:pt x="516" y="54"/>
                  <a:pt x="259" y="122"/>
                  <a:pt x="0" y="211"/>
                </a:cubicBezTo>
                <a:cubicBezTo>
                  <a:pt x="261" y="122"/>
                  <a:pt x="516" y="54"/>
                  <a:pt x="749" y="0"/>
                </a:cubicBezTo>
                <a:close/>
              </a:path>
            </a:pathLst>
          </a:custGeom>
          <a:solidFill>
            <a:srgbClr val="A5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0"/>
          <p:cNvSpPr/>
          <p:nvPr/>
        </p:nvSpPr>
        <p:spPr>
          <a:xfrm>
            <a:off x="3696548" y="3337156"/>
            <a:ext cx="7158" cy="1511"/>
          </a:xfrm>
          <a:custGeom>
            <a:rect b="b" l="l" r="r" t="t"/>
            <a:pathLst>
              <a:path extrusionOk="0" h="57" w="270">
                <a:moveTo>
                  <a:pt x="269" y="1"/>
                </a:moveTo>
                <a:cubicBezTo>
                  <a:pt x="183" y="19"/>
                  <a:pt x="94" y="39"/>
                  <a:pt x="1" y="56"/>
                </a:cubicBezTo>
                <a:cubicBezTo>
                  <a:pt x="94" y="39"/>
                  <a:pt x="183" y="19"/>
                  <a:pt x="269" y="1"/>
                </a:cubicBezTo>
                <a:close/>
              </a:path>
            </a:pathLst>
          </a:custGeom>
          <a:solidFill>
            <a:srgbClr val="A5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0"/>
          <p:cNvSpPr/>
          <p:nvPr/>
        </p:nvSpPr>
        <p:spPr>
          <a:xfrm>
            <a:off x="3720780" y="3336467"/>
            <a:ext cx="2094" cy="2068"/>
          </a:xfrm>
          <a:custGeom>
            <a:rect b="b" l="l" r="r" t="t"/>
            <a:pathLst>
              <a:path extrusionOk="0" h="78" w="79">
                <a:moveTo>
                  <a:pt x="1" y="0"/>
                </a:moveTo>
                <a:lnTo>
                  <a:pt x="1" y="0"/>
                </a:lnTo>
                <a:cubicBezTo>
                  <a:pt x="32" y="22"/>
                  <a:pt x="58" y="47"/>
                  <a:pt x="78" y="78"/>
                </a:cubicBezTo>
                <a:cubicBezTo>
                  <a:pt x="58" y="47"/>
                  <a:pt x="34" y="20"/>
                  <a:pt x="1" y="0"/>
                </a:cubicBezTo>
                <a:close/>
              </a:path>
            </a:pathLst>
          </a:custGeom>
          <a:solidFill>
            <a:srgbClr val="A5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0"/>
          <p:cNvSpPr/>
          <p:nvPr/>
        </p:nvSpPr>
        <p:spPr>
          <a:xfrm>
            <a:off x="3721655" y="3356749"/>
            <a:ext cx="265" cy="1034"/>
          </a:xfrm>
          <a:custGeom>
            <a:rect b="b" l="l" r="r" t="t"/>
            <a:pathLst>
              <a:path extrusionOk="0" h="39" w="10">
                <a:moveTo>
                  <a:pt x="1" y="38"/>
                </a:moveTo>
                <a:cubicBezTo>
                  <a:pt x="3" y="25"/>
                  <a:pt x="5" y="14"/>
                  <a:pt x="10" y="0"/>
                </a:cubicBezTo>
                <a:cubicBezTo>
                  <a:pt x="5" y="14"/>
                  <a:pt x="3" y="25"/>
                  <a:pt x="1" y="38"/>
                </a:cubicBezTo>
                <a:close/>
              </a:path>
            </a:pathLst>
          </a:custGeom>
          <a:solidFill>
            <a:srgbClr val="A5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9" name="Google Shape;4189;p70"/>
          <p:cNvGrpSpPr/>
          <p:nvPr/>
        </p:nvGrpSpPr>
        <p:grpSpPr>
          <a:xfrm>
            <a:off x="3346450" y="3335142"/>
            <a:ext cx="379129" cy="376451"/>
            <a:chOff x="3346450" y="3335142"/>
            <a:chExt cx="379129" cy="376451"/>
          </a:xfrm>
        </p:grpSpPr>
        <p:sp>
          <p:nvSpPr>
            <p:cNvPr id="4190" name="Google Shape;4190;p70"/>
            <p:cNvSpPr/>
            <p:nvPr/>
          </p:nvSpPr>
          <p:spPr>
            <a:xfrm>
              <a:off x="3346450" y="3458425"/>
              <a:ext cx="254653" cy="253168"/>
            </a:xfrm>
            <a:custGeom>
              <a:rect b="b" l="l" r="r" t="t"/>
              <a:pathLst>
                <a:path extrusionOk="0" h="9549" w="9605">
                  <a:moveTo>
                    <a:pt x="9604" y="0"/>
                  </a:moveTo>
                  <a:lnTo>
                    <a:pt x="8495" y="96"/>
                  </a:lnTo>
                  <a:lnTo>
                    <a:pt x="7455" y="1138"/>
                  </a:lnTo>
                  <a:lnTo>
                    <a:pt x="7022" y="2256"/>
                  </a:lnTo>
                  <a:lnTo>
                    <a:pt x="5842" y="2755"/>
                  </a:lnTo>
                  <a:lnTo>
                    <a:pt x="222" y="8373"/>
                  </a:lnTo>
                  <a:cubicBezTo>
                    <a:pt x="0" y="8595"/>
                    <a:pt x="0" y="8956"/>
                    <a:pt x="222" y="9178"/>
                  </a:cubicBezTo>
                  <a:lnTo>
                    <a:pt x="424" y="9382"/>
                  </a:lnTo>
                  <a:cubicBezTo>
                    <a:pt x="535" y="9493"/>
                    <a:pt x="681" y="9548"/>
                    <a:pt x="828" y="9548"/>
                  </a:cubicBezTo>
                  <a:cubicBezTo>
                    <a:pt x="974" y="9548"/>
                    <a:pt x="1120" y="9493"/>
                    <a:pt x="1231" y="9382"/>
                  </a:cubicBezTo>
                  <a:lnTo>
                    <a:pt x="6852" y="3764"/>
                  </a:lnTo>
                  <a:lnTo>
                    <a:pt x="7344" y="2690"/>
                  </a:lnTo>
                  <a:lnTo>
                    <a:pt x="8464" y="2147"/>
                  </a:lnTo>
                  <a:lnTo>
                    <a:pt x="9504" y="1109"/>
                  </a:lnTo>
                  <a:lnTo>
                    <a:pt x="96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0"/>
            <p:cNvSpPr/>
            <p:nvPr/>
          </p:nvSpPr>
          <p:spPr>
            <a:xfrm>
              <a:off x="3501151" y="3488569"/>
              <a:ext cx="69595" cy="69595"/>
            </a:xfrm>
            <a:custGeom>
              <a:rect b="b" l="l" r="r" t="t"/>
              <a:pathLst>
                <a:path extrusionOk="0" h="2625" w="2625">
                  <a:moveTo>
                    <a:pt x="1613" y="1"/>
                  </a:moveTo>
                  <a:lnTo>
                    <a:pt x="1" y="1616"/>
                  </a:lnTo>
                  <a:lnTo>
                    <a:pt x="1010" y="2625"/>
                  </a:lnTo>
                  <a:lnTo>
                    <a:pt x="2625" y="1010"/>
                  </a:lnTo>
                  <a:lnTo>
                    <a:pt x="16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0"/>
            <p:cNvSpPr/>
            <p:nvPr/>
          </p:nvSpPr>
          <p:spPr>
            <a:xfrm>
              <a:off x="3596596" y="3352931"/>
              <a:ext cx="125086" cy="129063"/>
            </a:xfrm>
            <a:custGeom>
              <a:rect b="b" l="l" r="r" t="t"/>
              <a:pathLst>
                <a:path extrusionOk="0" h="4868" w="4718">
                  <a:moveTo>
                    <a:pt x="4094" y="0"/>
                  </a:moveTo>
                  <a:cubicBezTo>
                    <a:pt x="3363" y="0"/>
                    <a:pt x="2378" y="523"/>
                    <a:pt x="1633" y="1267"/>
                  </a:cubicBezTo>
                  <a:cubicBezTo>
                    <a:pt x="637" y="2265"/>
                    <a:pt x="0" y="4862"/>
                    <a:pt x="0" y="4862"/>
                  </a:cubicBezTo>
                  <a:cubicBezTo>
                    <a:pt x="4" y="4865"/>
                    <a:pt x="10" y="4867"/>
                    <a:pt x="18" y="4867"/>
                  </a:cubicBezTo>
                  <a:cubicBezTo>
                    <a:pt x="88" y="4867"/>
                    <a:pt x="311" y="4753"/>
                    <a:pt x="375" y="4753"/>
                  </a:cubicBezTo>
                  <a:cubicBezTo>
                    <a:pt x="383" y="4753"/>
                    <a:pt x="389" y="4755"/>
                    <a:pt x="391" y="4760"/>
                  </a:cubicBezTo>
                  <a:lnTo>
                    <a:pt x="1294" y="3857"/>
                  </a:lnTo>
                  <a:cubicBezTo>
                    <a:pt x="1400" y="3753"/>
                    <a:pt x="1535" y="3695"/>
                    <a:pt x="1682" y="3691"/>
                  </a:cubicBezTo>
                  <a:cubicBezTo>
                    <a:pt x="2214" y="3669"/>
                    <a:pt x="2866" y="3496"/>
                    <a:pt x="3443" y="2919"/>
                  </a:cubicBezTo>
                  <a:cubicBezTo>
                    <a:pt x="4197" y="2165"/>
                    <a:pt x="4554" y="989"/>
                    <a:pt x="4718" y="182"/>
                  </a:cubicBezTo>
                  <a:cubicBezTo>
                    <a:pt x="4549" y="57"/>
                    <a:pt x="4336" y="0"/>
                    <a:pt x="4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0"/>
            <p:cNvSpPr/>
            <p:nvPr/>
          </p:nvSpPr>
          <p:spPr>
            <a:xfrm>
              <a:off x="3562898" y="3335142"/>
              <a:ext cx="161806" cy="160136"/>
            </a:xfrm>
            <a:custGeom>
              <a:rect b="b" l="l" r="r" t="t"/>
              <a:pathLst>
                <a:path extrusionOk="0" h="6040" w="6103">
                  <a:moveTo>
                    <a:pt x="5799" y="1"/>
                  </a:moveTo>
                  <a:cubicBezTo>
                    <a:pt x="5786" y="1"/>
                    <a:pt x="5772" y="2"/>
                    <a:pt x="5758" y="4"/>
                  </a:cubicBezTo>
                  <a:cubicBezTo>
                    <a:pt x="5044" y="103"/>
                    <a:pt x="3441" y="425"/>
                    <a:pt x="2496" y="1368"/>
                  </a:cubicBezTo>
                  <a:cubicBezTo>
                    <a:pt x="1919" y="1944"/>
                    <a:pt x="1748" y="2594"/>
                    <a:pt x="1724" y="3126"/>
                  </a:cubicBezTo>
                  <a:cubicBezTo>
                    <a:pt x="1719" y="3275"/>
                    <a:pt x="1662" y="3410"/>
                    <a:pt x="1558" y="3515"/>
                  </a:cubicBezTo>
                  <a:lnTo>
                    <a:pt x="655" y="4419"/>
                  </a:lnTo>
                  <a:cubicBezTo>
                    <a:pt x="597" y="4392"/>
                    <a:pt x="535" y="4378"/>
                    <a:pt x="472" y="4378"/>
                  </a:cubicBezTo>
                  <a:cubicBezTo>
                    <a:pt x="362" y="4378"/>
                    <a:pt x="252" y="4420"/>
                    <a:pt x="167" y="4502"/>
                  </a:cubicBezTo>
                  <a:cubicBezTo>
                    <a:pt x="1" y="4668"/>
                    <a:pt x="1" y="4941"/>
                    <a:pt x="167" y="5107"/>
                  </a:cubicBezTo>
                  <a:lnTo>
                    <a:pt x="974" y="5914"/>
                  </a:lnTo>
                  <a:cubicBezTo>
                    <a:pt x="1057" y="5998"/>
                    <a:pt x="1167" y="6039"/>
                    <a:pt x="1276" y="6039"/>
                  </a:cubicBezTo>
                  <a:cubicBezTo>
                    <a:pt x="1385" y="6039"/>
                    <a:pt x="1494" y="5998"/>
                    <a:pt x="1578" y="5914"/>
                  </a:cubicBezTo>
                  <a:cubicBezTo>
                    <a:pt x="1744" y="5748"/>
                    <a:pt x="1744" y="5475"/>
                    <a:pt x="1578" y="5309"/>
                  </a:cubicBezTo>
                  <a:lnTo>
                    <a:pt x="1564" y="5296"/>
                  </a:lnTo>
                  <a:cubicBezTo>
                    <a:pt x="1538" y="4448"/>
                    <a:pt x="2116" y="3157"/>
                    <a:pt x="3112" y="2162"/>
                  </a:cubicBezTo>
                  <a:cubicBezTo>
                    <a:pt x="4007" y="1267"/>
                    <a:pt x="5010" y="839"/>
                    <a:pt x="5758" y="839"/>
                  </a:cubicBezTo>
                  <a:cubicBezTo>
                    <a:pt x="5837" y="839"/>
                    <a:pt x="5914" y="844"/>
                    <a:pt x="5987" y="853"/>
                  </a:cubicBezTo>
                  <a:cubicBezTo>
                    <a:pt x="6029" y="651"/>
                    <a:pt x="6056" y="472"/>
                    <a:pt x="6078" y="327"/>
                  </a:cubicBezTo>
                  <a:cubicBezTo>
                    <a:pt x="6102" y="153"/>
                    <a:pt x="5969" y="1"/>
                    <a:pt x="57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0"/>
            <p:cNvSpPr/>
            <p:nvPr/>
          </p:nvSpPr>
          <p:spPr>
            <a:xfrm>
              <a:off x="3470926" y="3458292"/>
              <a:ext cx="254653" cy="253168"/>
            </a:xfrm>
            <a:custGeom>
              <a:rect b="b" l="l" r="r" t="t"/>
              <a:pathLst>
                <a:path extrusionOk="0" h="9549" w="9605">
                  <a:moveTo>
                    <a:pt x="1" y="1"/>
                  </a:moveTo>
                  <a:lnTo>
                    <a:pt x="101" y="1110"/>
                  </a:lnTo>
                  <a:lnTo>
                    <a:pt x="8373" y="9383"/>
                  </a:lnTo>
                  <a:cubicBezTo>
                    <a:pt x="8484" y="9493"/>
                    <a:pt x="8631" y="9549"/>
                    <a:pt x="8777" y="9549"/>
                  </a:cubicBezTo>
                  <a:cubicBezTo>
                    <a:pt x="8923" y="9549"/>
                    <a:pt x="9070" y="9493"/>
                    <a:pt x="9181" y="9383"/>
                  </a:cubicBezTo>
                  <a:lnTo>
                    <a:pt x="9383" y="9181"/>
                  </a:lnTo>
                  <a:cubicBezTo>
                    <a:pt x="9604" y="8959"/>
                    <a:pt x="9604" y="8595"/>
                    <a:pt x="9383" y="8373"/>
                  </a:cubicBezTo>
                  <a:lnTo>
                    <a:pt x="1110" y="10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0"/>
            <p:cNvSpPr/>
            <p:nvPr/>
          </p:nvSpPr>
          <p:spPr>
            <a:xfrm>
              <a:off x="3357082" y="3337634"/>
              <a:ext cx="138448" cy="125112"/>
            </a:xfrm>
            <a:custGeom>
              <a:rect b="b" l="l" r="r" t="t"/>
              <a:pathLst>
                <a:path extrusionOk="0" h="4719" w="5222">
                  <a:moveTo>
                    <a:pt x="507" y="1"/>
                  </a:moveTo>
                  <a:cubicBezTo>
                    <a:pt x="1" y="679"/>
                    <a:pt x="600" y="2094"/>
                    <a:pt x="1589" y="3086"/>
                  </a:cubicBezTo>
                  <a:cubicBezTo>
                    <a:pt x="2587" y="4082"/>
                    <a:pt x="5186" y="4718"/>
                    <a:pt x="5186" y="4718"/>
                  </a:cubicBezTo>
                  <a:cubicBezTo>
                    <a:pt x="5222" y="4683"/>
                    <a:pt x="5042" y="4348"/>
                    <a:pt x="5082" y="4328"/>
                  </a:cubicBezTo>
                  <a:lnTo>
                    <a:pt x="4179" y="3425"/>
                  </a:lnTo>
                  <a:cubicBezTo>
                    <a:pt x="4077" y="3319"/>
                    <a:pt x="4018" y="3183"/>
                    <a:pt x="4013" y="3037"/>
                  </a:cubicBezTo>
                  <a:cubicBezTo>
                    <a:pt x="3991" y="2505"/>
                    <a:pt x="3818" y="1853"/>
                    <a:pt x="3241" y="1276"/>
                  </a:cubicBezTo>
                  <a:cubicBezTo>
                    <a:pt x="2487" y="522"/>
                    <a:pt x="1312" y="165"/>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0"/>
            <p:cNvSpPr/>
            <p:nvPr/>
          </p:nvSpPr>
          <p:spPr>
            <a:xfrm>
              <a:off x="3347325" y="3335248"/>
              <a:ext cx="161726" cy="160136"/>
            </a:xfrm>
            <a:custGeom>
              <a:rect b="b" l="l" r="r" t="t"/>
              <a:pathLst>
                <a:path extrusionOk="0" h="6040" w="6100">
                  <a:moveTo>
                    <a:pt x="300" y="0"/>
                  </a:moveTo>
                  <a:cubicBezTo>
                    <a:pt x="133" y="0"/>
                    <a:pt x="1" y="151"/>
                    <a:pt x="23" y="323"/>
                  </a:cubicBezTo>
                  <a:cubicBezTo>
                    <a:pt x="123" y="1038"/>
                    <a:pt x="444" y="2641"/>
                    <a:pt x="1387" y="3586"/>
                  </a:cubicBezTo>
                  <a:cubicBezTo>
                    <a:pt x="1964" y="4163"/>
                    <a:pt x="2616" y="4336"/>
                    <a:pt x="3146" y="4358"/>
                  </a:cubicBezTo>
                  <a:cubicBezTo>
                    <a:pt x="3294" y="4362"/>
                    <a:pt x="3430" y="4420"/>
                    <a:pt x="3534" y="4524"/>
                  </a:cubicBezTo>
                  <a:lnTo>
                    <a:pt x="4439" y="5427"/>
                  </a:lnTo>
                  <a:cubicBezTo>
                    <a:pt x="4363" y="5584"/>
                    <a:pt x="4392" y="5782"/>
                    <a:pt x="4521" y="5915"/>
                  </a:cubicBezTo>
                  <a:cubicBezTo>
                    <a:pt x="4604" y="5998"/>
                    <a:pt x="4714" y="6040"/>
                    <a:pt x="4824" y="6040"/>
                  </a:cubicBezTo>
                  <a:cubicBezTo>
                    <a:pt x="4933" y="6040"/>
                    <a:pt x="5043" y="5998"/>
                    <a:pt x="5126" y="5915"/>
                  </a:cubicBezTo>
                  <a:lnTo>
                    <a:pt x="5934" y="5107"/>
                  </a:lnTo>
                  <a:cubicBezTo>
                    <a:pt x="6100" y="4941"/>
                    <a:pt x="6100" y="4671"/>
                    <a:pt x="5934" y="4504"/>
                  </a:cubicBezTo>
                  <a:cubicBezTo>
                    <a:pt x="5850" y="4421"/>
                    <a:pt x="5741" y="4379"/>
                    <a:pt x="5631" y="4379"/>
                  </a:cubicBezTo>
                  <a:cubicBezTo>
                    <a:pt x="5521" y="4379"/>
                    <a:pt x="5411" y="4421"/>
                    <a:pt x="5328" y="4504"/>
                  </a:cubicBezTo>
                  <a:lnTo>
                    <a:pt x="5315" y="4518"/>
                  </a:lnTo>
                  <a:cubicBezTo>
                    <a:pt x="5295" y="4518"/>
                    <a:pt x="5274" y="4519"/>
                    <a:pt x="5254" y="4519"/>
                  </a:cubicBezTo>
                  <a:cubicBezTo>
                    <a:pt x="4409" y="4519"/>
                    <a:pt x="3153" y="3942"/>
                    <a:pt x="2181" y="2972"/>
                  </a:cubicBezTo>
                  <a:cubicBezTo>
                    <a:pt x="1192" y="1980"/>
                    <a:pt x="773" y="858"/>
                    <a:pt x="872" y="95"/>
                  </a:cubicBezTo>
                  <a:cubicBezTo>
                    <a:pt x="671" y="55"/>
                    <a:pt x="491" y="26"/>
                    <a:pt x="347" y="4"/>
                  </a:cubicBezTo>
                  <a:cubicBezTo>
                    <a:pt x="331" y="1"/>
                    <a:pt x="315" y="0"/>
                    <a:pt x="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70"/>
          <p:cNvGrpSpPr/>
          <p:nvPr/>
        </p:nvGrpSpPr>
        <p:grpSpPr>
          <a:xfrm>
            <a:off x="3347855" y="2702686"/>
            <a:ext cx="376769" cy="376478"/>
            <a:chOff x="3347855" y="2702686"/>
            <a:chExt cx="376769" cy="376478"/>
          </a:xfrm>
        </p:grpSpPr>
        <p:sp>
          <p:nvSpPr>
            <p:cNvPr id="4198" name="Google Shape;4198;p70"/>
            <p:cNvSpPr/>
            <p:nvPr/>
          </p:nvSpPr>
          <p:spPr>
            <a:xfrm>
              <a:off x="3458890" y="2880770"/>
              <a:ext cx="74235" cy="100854"/>
            </a:xfrm>
            <a:custGeom>
              <a:rect b="b" l="l" r="r" t="t"/>
              <a:pathLst>
                <a:path extrusionOk="0" h="3804" w="2800">
                  <a:moveTo>
                    <a:pt x="242" y="0"/>
                  </a:moveTo>
                  <a:cubicBezTo>
                    <a:pt x="200" y="0"/>
                    <a:pt x="159" y="12"/>
                    <a:pt x="122" y="37"/>
                  </a:cubicBezTo>
                  <a:cubicBezTo>
                    <a:pt x="27" y="104"/>
                    <a:pt x="0" y="237"/>
                    <a:pt x="67" y="334"/>
                  </a:cubicBezTo>
                  <a:lnTo>
                    <a:pt x="2380" y="3708"/>
                  </a:lnTo>
                  <a:cubicBezTo>
                    <a:pt x="2422" y="3770"/>
                    <a:pt x="2489" y="3803"/>
                    <a:pt x="2557" y="3803"/>
                  </a:cubicBezTo>
                  <a:cubicBezTo>
                    <a:pt x="2599" y="3803"/>
                    <a:pt x="2639" y="3792"/>
                    <a:pt x="2677" y="3763"/>
                  </a:cubicBezTo>
                  <a:cubicBezTo>
                    <a:pt x="2772" y="3697"/>
                    <a:pt x="2799" y="3564"/>
                    <a:pt x="2733" y="3468"/>
                  </a:cubicBezTo>
                  <a:lnTo>
                    <a:pt x="419" y="92"/>
                  </a:lnTo>
                  <a:cubicBezTo>
                    <a:pt x="378" y="33"/>
                    <a:pt x="310" y="0"/>
                    <a:pt x="2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0"/>
            <p:cNvSpPr/>
            <p:nvPr/>
          </p:nvSpPr>
          <p:spPr>
            <a:xfrm>
              <a:off x="3578726" y="2878437"/>
              <a:ext cx="62702" cy="103187"/>
            </a:xfrm>
            <a:custGeom>
              <a:rect b="b" l="l" r="r" t="t"/>
              <a:pathLst>
                <a:path extrusionOk="0" h="3892" w="2365">
                  <a:moveTo>
                    <a:pt x="2118" y="1"/>
                  </a:moveTo>
                  <a:cubicBezTo>
                    <a:pt x="2042" y="1"/>
                    <a:pt x="1968" y="42"/>
                    <a:pt x="1930" y="114"/>
                  </a:cubicBezTo>
                  <a:lnTo>
                    <a:pt x="58" y="3574"/>
                  </a:lnTo>
                  <a:cubicBezTo>
                    <a:pt x="0" y="3680"/>
                    <a:pt x="38" y="3811"/>
                    <a:pt x="144" y="3867"/>
                  </a:cubicBezTo>
                  <a:cubicBezTo>
                    <a:pt x="178" y="3882"/>
                    <a:pt x="213" y="3891"/>
                    <a:pt x="246" y="3891"/>
                  </a:cubicBezTo>
                  <a:cubicBezTo>
                    <a:pt x="322" y="3891"/>
                    <a:pt x="397" y="3851"/>
                    <a:pt x="435" y="3780"/>
                  </a:cubicBezTo>
                  <a:lnTo>
                    <a:pt x="2307" y="320"/>
                  </a:lnTo>
                  <a:cubicBezTo>
                    <a:pt x="2365" y="214"/>
                    <a:pt x="2327" y="83"/>
                    <a:pt x="2220" y="27"/>
                  </a:cubicBezTo>
                  <a:cubicBezTo>
                    <a:pt x="2188" y="9"/>
                    <a:pt x="2153" y="1"/>
                    <a:pt x="2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0"/>
            <p:cNvSpPr/>
            <p:nvPr/>
          </p:nvSpPr>
          <p:spPr>
            <a:xfrm>
              <a:off x="3543491" y="2702686"/>
              <a:ext cx="22854" cy="303038"/>
            </a:xfrm>
            <a:custGeom>
              <a:rect b="b" l="l" r="r" t="t"/>
              <a:pathLst>
                <a:path extrusionOk="0" h="11430" w="862">
                  <a:moveTo>
                    <a:pt x="431" y="0"/>
                  </a:moveTo>
                  <a:cubicBezTo>
                    <a:pt x="191" y="0"/>
                    <a:pt x="1" y="193"/>
                    <a:pt x="1" y="431"/>
                  </a:cubicBezTo>
                  <a:lnTo>
                    <a:pt x="1" y="10999"/>
                  </a:lnTo>
                  <a:cubicBezTo>
                    <a:pt x="1" y="11234"/>
                    <a:pt x="191" y="11429"/>
                    <a:pt x="431" y="11429"/>
                  </a:cubicBezTo>
                  <a:cubicBezTo>
                    <a:pt x="668" y="11427"/>
                    <a:pt x="861" y="11234"/>
                    <a:pt x="861" y="10999"/>
                  </a:cubicBezTo>
                  <a:lnTo>
                    <a:pt x="861" y="431"/>
                  </a:lnTo>
                  <a:cubicBezTo>
                    <a:pt x="861" y="196"/>
                    <a:pt x="668" y="0"/>
                    <a:pt x="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0"/>
            <p:cNvSpPr/>
            <p:nvPr/>
          </p:nvSpPr>
          <p:spPr>
            <a:xfrm>
              <a:off x="3505923" y="2752900"/>
              <a:ext cx="141736" cy="139217"/>
            </a:xfrm>
            <a:custGeom>
              <a:rect b="b" l="l" r="r" t="t"/>
              <a:pathLst>
                <a:path extrusionOk="0" h="5251" w="5346">
                  <a:moveTo>
                    <a:pt x="511" y="1"/>
                  </a:moveTo>
                  <a:cubicBezTo>
                    <a:pt x="366" y="420"/>
                    <a:pt x="0" y="1362"/>
                    <a:pt x="0" y="1837"/>
                  </a:cubicBezTo>
                  <a:cubicBezTo>
                    <a:pt x="0" y="3321"/>
                    <a:pt x="448" y="4738"/>
                    <a:pt x="2212" y="5250"/>
                  </a:cubicBezTo>
                  <a:lnTo>
                    <a:pt x="4997" y="5250"/>
                  </a:lnTo>
                  <a:cubicBezTo>
                    <a:pt x="5210" y="5250"/>
                    <a:pt x="5346" y="5024"/>
                    <a:pt x="5250" y="4833"/>
                  </a:cubicBezTo>
                  <a:cubicBezTo>
                    <a:pt x="4625" y="3618"/>
                    <a:pt x="4529" y="2427"/>
                    <a:pt x="5020" y="1256"/>
                  </a:cubicBezTo>
                  <a:lnTo>
                    <a:pt x="5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0"/>
            <p:cNvSpPr/>
            <p:nvPr/>
          </p:nvSpPr>
          <p:spPr>
            <a:xfrm>
              <a:off x="3433597" y="2733096"/>
              <a:ext cx="216581" cy="158969"/>
            </a:xfrm>
            <a:custGeom>
              <a:rect b="b" l="l" r="r" t="t"/>
              <a:pathLst>
                <a:path extrusionOk="0" h="5996" w="8169">
                  <a:moveTo>
                    <a:pt x="786" y="0"/>
                  </a:moveTo>
                  <a:cubicBezTo>
                    <a:pt x="23" y="1936"/>
                    <a:pt x="0" y="3873"/>
                    <a:pt x="715" y="5811"/>
                  </a:cubicBezTo>
                  <a:cubicBezTo>
                    <a:pt x="754" y="5924"/>
                    <a:pt x="863" y="5995"/>
                    <a:pt x="983" y="5995"/>
                  </a:cubicBezTo>
                  <a:lnTo>
                    <a:pt x="4935" y="5995"/>
                  </a:lnTo>
                  <a:cubicBezTo>
                    <a:pt x="3928" y="5634"/>
                    <a:pt x="3079" y="4389"/>
                    <a:pt x="2968" y="2985"/>
                  </a:cubicBezTo>
                  <a:cubicBezTo>
                    <a:pt x="2899" y="2144"/>
                    <a:pt x="3575" y="1454"/>
                    <a:pt x="4387" y="1454"/>
                  </a:cubicBezTo>
                  <a:cubicBezTo>
                    <a:pt x="4468" y="1454"/>
                    <a:pt x="4549" y="1461"/>
                    <a:pt x="4631" y="1475"/>
                  </a:cubicBezTo>
                  <a:lnTo>
                    <a:pt x="7745" y="2001"/>
                  </a:lnTo>
                  <a:cubicBezTo>
                    <a:pt x="7856" y="1735"/>
                    <a:pt x="7996" y="1468"/>
                    <a:pt x="8169" y="1204"/>
                  </a:cubicBezTo>
                  <a:lnTo>
                    <a:pt x="7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0"/>
            <p:cNvSpPr/>
            <p:nvPr/>
          </p:nvSpPr>
          <p:spPr>
            <a:xfrm>
              <a:off x="3437653" y="2719097"/>
              <a:ext cx="225886" cy="58195"/>
            </a:xfrm>
            <a:custGeom>
              <a:rect b="b" l="l" r="r" t="t"/>
              <a:pathLst>
                <a:path extrusionOk="0" h="2195" w="8520">
                  <a:moveTo>
                    <a:pt x="463" y="0"/>
                  </a:moveTo>
                  <a:cubicBezTo>
                    <a:pt x="260" y="0"/>
                    <a:pt x="80" y="146"/>
                    <a:pt x="43" y="353"/>
                  </a:cubicBezTo>
                  <a:cubicBezTo>
                    <a:pt x="0" y="586"/>
                    <a:pt x="156" y="808"/>
                    <a:pt x="389" y="850"/>
                  </a:cubicBezTo>
                  <a:lnTo>
                    <a:pt x="7983" y="2187"/>
                  </a:lnTo>
                  <a:cubicBezTo>
                    <a:pt x="8008" y="2192"/>
                    <a:pt x="8034" y="2194"/>
                    <a:pt x="8059" y="2194"/>
                  </a:cubicBezTo>
                  <a:cubicBezTo>
                    <a:pt x="8262" y="2194"/>
                    <a:pt x="8442" y="2048"/>
                    <a:pt x="8477" y="1841"/>
                  </a:cubicBezTo>
                  <a:cubicBezTo>
                    <a:pt x="8519" y="1608"/>
                    <a:pt x="8364" y="1386"/>
                    <a:pt x="8131" y="1344"/>
                  </a:cubicBezTo>
                  <a:lnTo>
                    <a:pt x="539" y="7"/>
                  </a:lnTo>
                  <a:cubicBezTo>
                    <a:pt x="514" y="2"/>
                    <a:pt x="488"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0"/>
            <p:cNvSpPr/>
            <p:nvPr/>
          </p:nvSpPr>
          <p:spPr>
            <a:xfrm>
              <a:off x="3457299" y="2911737"/>
              <a:ext cx="267326" cy="167426"/>
            </a:xfrm>
            <a:custGeom>
              <a:rect b="b" l="l" r="r" t="t"/>
              <a:pathLst>
                <a:path extrusionOk="0" h="6315" w="10083">
                  <a:moveTo>
                    <a:pt x="8548" y="0"/>
                  </a:moveTo>
                  <a:cubicBezTo>
                    <a:pt x="8151" y="0"/>
                    <a:pt x="7832" y="322"/>
                    <a:pt x="7832" y="717"/>
                  </a:cubicBezTo>
                  <a:cubicBezTo>
                    <a:pt x="7832" y="1003"/>
                    <a:pt x="7998" y="1249"/>
                    <a:pt x="8242" y="1362"/>
                  </a:cubicBezTo>
                  <a:cubicBezTo>
                    <a:pt x="7887" y="1956"/>
                    <a:pt x="6767" y="2030"/>
                    <a:pt x="3538" y="2030"/>
                  </a:cubicBezTo>
                  <a:lnTo>
                    <a:pt x="1728" y="2030"/>
                  </a:lnTo>
                  <a:cubicBezTo>
                    <a:pt x="681" y="3158"/>
                    <a:pt x="0" y="3050"/>
                    <a:pt x="0" y="3391"/>
                  </a:cubicBezTo>
                  <a:cubicBezTo>
                    <a:pt x="0" y="4711"/>
                    <a:pt x="1300" y="5796"/>
                    <a:pt x="3502" y="6315"/>
                  </a:cubicBezTo>
                  <a:lnTo>
                    <a:pt x="9584" y="6315"/>
                  </a:lnTo>
                  <a:cubicBezTo>
                    <a:pt x="9830" y="6315"/>
                    <a:pt x="10045" y="6128"/>
                    <a:pt x="10063" y="5882"/>
                  </a:cubicBezTo>
                  <a:cubicBezTo>
                    <a:pt x="10083" y="5640"/>
                    <a:pt x="9919" y="5427"/>
                    <a:pt x="9686" y="5379"/>
                  </a:cubicBezTo>
                  <a:lnTo>
                    <a:pt x="9027" y="5254"/>
                  </a:lnTo>
                  <a:cubicBezTo>
                    <a:pt x="8495" y="5155"/>
                    <a:pt x="8109" y="4689"/>
                    <a:pt x="8109" y="4148"/>
                  </a:cubicBezTo>
                  <a:cubicBezTo>
                    <a:pt x="8109" y="4017"/>
                    <a:pt x="8131" y="3888"/>
                    <a:pt x="8175" y="3766"/>
                  </a:cubicBezTo>
                  <a:cubicBezTo>
                    <a:pt x="8220" y="3644"/>
                    <a:pt x="8286" y="3529"/>
                    <a:pt x="8368" y="3427"/>
                  </a:cubicBezTo>
                  <a:lnTo>
                    <a:pt x="8581" y="3174"/>
                  </a:lnTo>
                  <a:cubicBezTo>
                    <a:pt x="9174" y="2462"/>
                    <a:pt x="9420" y="1526"/>
                    <a:pt x="9253" y="617"/>
                  </a:cubicBezTo>
                  <a:cubicBezTo>
                    <a:pt x="9207" y="269"/>
                    <a:pt x="8907" y="0"/>
                    <a:pt x="8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0"/>
            <p:cNvSpPr/>
            <p:nvPr/>
          </p:nvSpPr>
          <p:spPr>
            <a:xfrm>
              <a:off x="3347855" y="2889758"/>
              <a:ext cx="202370" cy="189405"/>
            </a:xfrm>
            <a:custGeom>
              <a:rect b="b" l="l" r="r" t="t"/>
              <a:pathLst>
                <a:path extrusionOk="0" h="7144" w="7633">
                  <a:moveTo>
                    <a:pt x="1721" y="1"/>
                  </a:moveTo>
                  <a:cubicBezTo>
                    <a:pt x="1713" y="1"/>
                    <a:pt x="1705" y="1"/>
                    <a:pt x="1697" y="2"/>
                  </a:cubicBezTo>
                  <a:cubicBezTo>
                    <a:pt x="1682" y="2"/>
                    <a:pt x="1671" y="4"/>
                    <a:pt x="1657" y="4"/>
                  </a:cubicBezTo>
                  <a:cubicBezTo>
                    <a:pt x="717" y="75"/>
                    <a:pt x="1" y="880"/>
                    <a:pt x="1" y="1825"/>
                  </a:cubicBezTo>
                  <a:lnTo>
                    <a:pt x="1" y="2433"/>
                  </a:lnTo>
                  <a:cubicBezTo>
                    <a:pt x="1" y="3812"/>
                    <a:pt x="502" y="5147"/>
                    <a:pt x="1409" y="6185"/>
                  </a:cubicBezTo>
                  <a:cubicBezTo>
                    <a:pt x="1671" y="6492"/>
                    <a:pt x="1999" y="6729"/>
                    <a:pt x="2356" y="6893"/>
                  </a:cubicBezTo>
                  <a:cubicBezTo>
                    <a:pt x="2718" y="7055"/>
                    <a:pt x="3110" y="7144"/>
                    <a:pt x="3512" y="7144"/>
                  </a:cubicBezTo>
                  <a:lnTo>
                    <a:pt x="7633" y="7144"/>
                  </a:lnTo>
                  <a:cubicBezTo>
                    <a:pt x="6459" y="6352"/>
                    <a:pt x="5714" y="5172"/>
                    <a:pt x="5714" y="3854"/>
                  </a:cubicBezTo>
                  <a:cubicBezTo>
                    <a:pt x="5714" y="3513"/>
                    <a:pt x="5763" y="3180"/>
                    <a:pt x="5858" y="2863"/>
                  </a:cubicBezTo>
                  <a:lnTo>
                    <a:pt x="1999" y="2863"/>
                  </a:lnTo>
                  <a:cubicBezTo>
                    <a:pt x="1524" y="2863"/>
                    <a:pt x="1143" y="2479"/>
                    <a:pt x="1143" y="2005"/>
                  </a:cubicBezTo>
                  <a:lnTo>
                    <a:pt x="1143" y="1838"/>
                  </a:lnTo>
                  <a:cubicBezTo>
                    <a:pt x="1143" y="1646"/>
                    <a:pt x="1301" y="1500"/>
                    <a:pt x="1479" y="1500"/>
                  </a:cubicBezTo>
                  <a:cubicBezTo>
                    <a:pt x="1519" y="1500"/>
                    <a:pt x="1560" y="1508"/>
                    <a:pt x="1600" y="1523"/>
                  </a:cubicBezTo>
                  <a:cubicBezTo>
                    <a:pt x="1602" y="1523"/>
                    <a:pt x="1604" y="1526"/>
                    <a:pt x="1609" y="1526"/>
                  </a:cubicBezTo>
                  <a:cubicBezTo>
                    <a:pt x="1644" y="1539"/>
                    <a:pt x="1680" y="1545"/>
                    <a:pt x="1714" y="1545"/>
                  </a:cubicBezTo>
                  <a:cubicBezTo>
                    <a:pt x="1866" y="1545"/>
                    <a:pt x="1999" y="1428"/>
                    <a:pt x="1999" y="1262"/>
                  </a:cubicBezTo>
                  <a:lnTo>
                    <a:pt x="1999" y="284"/>
                  </a:lnTo>
                  <a:cubicBezTo>
                    <a:pt x="1999" y="125"/>
                    <a:pt x="1876" y="1"/>
                    <a:pt x="17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0"/>
            <p:cNvSpPr/>
            <p:nvPr/>
          </p:nvSpPr>
          <p:spPr>
            <a:xfrm>
              <a:off x="3578143" y="3007977"/>
              <a:ext cx="72459" cy="40776"/>
            </a:xfrm>
            <a:custGeom>
              <a:rect b="b" l="l" r="r" t="t"/>
              <a:pathLst>
                <a:path extrusionOk="0" h="1538" w="2733">
                  <a:moveTo>
                    <a:pt x="1366" y="1"/>
                  </a:moveTo>
                  <a:cubicBezTo>
                    <a:pt x="767" y="1"/>
                    <a:pt x="333" y="345"/>
                    <a:pt x="109" y="571"/>
                  </a:cubicBezTo>
                  <a:cubicBezTo>
                    <a:pt x="0" y="680"/>
                    <a:pt x="0" y="857"/>
                    <a:pt x="109" y="968"/>
                  </a:cubicBezTo>
                  <a:cubicBezTo>
                    <a:pt x="333" y="1194"/>
                    <a:pt x="767" y="1538"/>
                    <a:pt x="1366" y="1538"/>
                  </a:cubicBezTo>
                  <a:cubicBezTo>
                    <a:pt x="1965" y="1538"/>
                    <a:pt x="2400" y="1194"/>
                    <a:pt x="2626" y="968"/>
                  </a:cubicBezTo>
                  <a:cubicBezTo>
                    <a:pt x="2733" y="859"/>
                    <a:pt x="2733" y="682"/>
                    <a:pt x="2626" y="571"/>
                  </a:cubicBezTo>
                  <a:cubicBezTo>
                    <a:pt x="2400" y="340"/>
                    <a:pt x="1965"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0"/>
            <p:cNvSpPr/>
            <p:nvPr/>
          </p:nvSpPr>
          <p:spPr>
            <a:xfrm>
              <a:off x="3602932" y="3016938"/>
              <a:ext cx="22854" cy="22827"/>
            </a:xfrm>
            <a:custGeom>
              <a:rect b="b" l="l" r="r" t="t"/>
              <a:pathLst>
                <a:path extrusionOk="0" h="861" w="862">
                  <a:moveTo>
                    <a:pt x="431" y="0"/>
                  </a:moveTo>
                  <a:cubicBezTo>
                    <a:pt x="194" y="0"/>
                    <a:pt x="1" y="193"/>
                    <a:pt x="1" y="430"/>
                  </a:cubicBezTo>
                  <a:cubicBezTo>
                    <a:pt x="1" y="668"/>
                    <a:pt x="194" y="861"/>
                    <a:pt x="431" y="861"/>
                  </a:cubicBezTo>
                  <a:cubicBezTo>
                    <a:pt x="669" y="861"/>
                    <a:pt x="862" y="668"/>
                    <a:pt x="862" y="430"/>
                  </a:cubicBezTo>
                  <a:cubicBezTo>
                    <a:pt x="862" y="193"/>
                    <a:pt x="669"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0"/>
            <p:cNvSpPr/>
            <p:nvPr/>
          </p:nvSpPr>
          <p:spPr>
            <a:xfrm>
              <a:off x="3375190" y="2984779"/>
              <a:ext cx="179145" cy="49287"/>
            </a:xfrm>
            <a:custGeom>
              <a:rect b="b" l="l" r="r" t="t"/>
              <a:pathLst>
                <a:path extrusionOk="0" h="1859" w="6757">
                  <a:moveTo>
                    <a:pt x="242" y="1"/>
                  </a:moveTo>
                  <a:cubicBezTo>
                    <a:pt x="211" y="1"/>
                    <a:pt x="180" y="8"/>
                    <a:pt x="150" y="22"/>
                  </a:cubicBezTo>
                  <a:cubicBezTo>
                    <a:pt x="45" y="71"/>
                    <a:pt x="1" y="202"/>
                    <a:pt x="50" y="306"/>
                  </a:cubicBezTo>
                  <a:cubicBezTo>
                    <a:pt x="150" y="514"/>
                    <a:pt x="267" y="714"/>
                    <a:pt x="396" y="905"/>
                  </a:cubicBezTo>
                  <a:cubicBezTo>
                    <a:pt x="806" y="1501"/>
                    <a:pt x="1485" y="1858"/>
                    <a:pt x="2219" y="1858"/>
                  </a:cubicBezTo>
                  <a:lnTo>
                    <a:pt x="6539" y="1858"/>
                  </a:lnTo>
                  <a:cubicBezTo>
                    <a:pt x="6659" y="1858"/>
                    <a:pt x="6757" y="1763"/>
                    <a:pt x="6750" y="1646"/>
                  </a:cubicBezTo>
                  <a:cubicBezTo>
                    <a:pt x="6750" y="1528"/>
                    <a:pt x="6657" y="1433"/>
                    <a:pt x="6537" y="1433"/>
                  </a:cubicBezTo>
                  <a:lnTo>
                    <a:pt x="2214" y="1433"/>
                  </a:lnTo>
                  <a:cubicBezTo>
                    <a:pt x="1627" y="1433"/>
                    <a:pt x="1079" y="1146"/>
                    <a:pt x="748" y="665"/>
                  </a:cubicBezTo>
                  <a:cubicBezTo>
                    <a:pt x="629" y="492"/>
                    <a:pt x="524" y="310"/>
                    <a:pt x="436" y="122"/>
                  </a:cubicBezTo>
                  <a:cubicBezTo>
                    <a:pt x="399" y="45"/>
                    <a:pt x="322" y="1"/>
                    <a:pt x="242" y="1"/>
                  </a:cubicBez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70"/>
          <p:cNvGrpSpPr/>
          <p:nvPr/>
        </p:nvGrpSpPr>
        <p:grpSpPr>
          <a:xfrm>
            <a:off x="3347855" y="2103954"/>
            <a:ext cx="376371" cy="310514"/>
            <a:chOff x="3347855" y="2103954"/>
            <a:chExt cx="376371" cy="310514"/>
          </a:xfrm>
        </p:grpSpPr>
        <p:sp>
          <p:nvSpPr>
            <p:cNvPr id="4210" name="Google Shape;4210;p70"/>
            <p:cNvSpPr/>
            <p:nvPr/>
          </p:nvSpPr>
          <p:spPr>
            <a:xfrm>
              <a:off x="3408490" y="2103954"/>
              <a:ext cx="315737" cy="310514"/>
            </a:xfrm>
            <a:custGeom>
              <a:rect b="b" l="l" r="r" t="t"/>
              <a:pathLst>
                <a:path extrusionOk="0" h="11712" w="11909">
                  <a:moveTo>
                    <a:pt x="1821" y="1"/>
                  </a:moveTo>
                  <a:cubicBezTo>
                    <a:pt x="648" y="812"/>
                    <a:pt x="0" y="2467"/>
                    <a:pt x="0" y="3864"/>
                  </a:cubicBezTo>
                  <a:cubicBezTo>
                    <a:pt x="0" y="7555"/>
                    <a:pt x="2418" y="11128"/>
                    <a:pt x="6652" y="11709"/>
                  </a:cubicBezTo>
                  <a:lnTo>
                    <a:pt x="6911" y="11709"/>
                  </a:lnTo>
                  <a:cubicBezTo>
                    <a:pt x="7000" y="11709"/>
                    <a:pt x="7087" y="11667"/>
                    <a:pt x="7140" y="11594"/>
                  </a:cubicBezTo>
                  <a:lnTo>
                    <a:pt x="7457" y="11172"/>
                  </a:lnTo>
                  <a:cubicBezTo>
                    <a:pt x="7571" y="11023"/>
                    <a:pt x="7742" y="10948"/>
                    <a:pt x="7912" y="10948"/>
                  </a:cubicBezTo>
                  <a:cubicBezTo>
                    <a:pt x="8085" y="10948"/>
                    <a:pt x="8258" y="11025"/>
                    <a:pt x="8373" y="11179"/>
                  </a:cubicBezTo>
                  <a:lnTo>
                    <a:pt x="8681" y="11594"/>
                  </a:lnTo>
                  <a:cubicBezTo>
                    <a:pt x="8737" y="11669"/>
                    <a:pt x="8819" y="11711"/>
                    <a:pt x="8910" y="11711"/>
                  </a:cubicBezTo>
                  <a:lnTo>
                    <a:pt x="11050" y="11711"/>
                  </a:lnTo>
                  <a:cubicBezTo>
                    <a:pt x="11525" y="11711"/>
                    <a:pt x="11908" y="11328"/>
                    <a:pt x="11908" y="10855"/>
                  </a:cubicBezTo>
                  <a:lnTo>
                    <a:pt x="11908" y="857"/>
                  </a:lnTo>
                  <a:cubicBezTo>
                    <a:pt x="11908" y="382"/>
                    <a:pt x="11525" y="1"/>
                    <a:pt x="11050" y="1"/>
                  </a:cubicBezTo>
                  <a:lnTo>
                    <a:pt x="4157" y="1"/>
                  </a:lnTo>
                  <a:cubicBezTo>
                    <a:pt x="3975" y="1"/>
                    <a:pt x="3806" y="87"/>
                    <a:pt x="3698" y="231"/>
                  </a:cubicBezTo>
                  <a:lnTo>
                    <a:pt x="3476" y="531"/>
                  </a:lnTo>
                  <a:cubicBezTo>
                    <a:pt x="3362" y="685"/>
                    <a:pt x="3189" y="762"/>
                    <a:pt x="3017" y="762"/>
                  </a:cubicBezTo>
                  <a:cubicBezTo>
                    <a:pt x="2847" y="762"/>
                    <a:pt x="2677" y="687"/>
                    <a:pt x="2562" y="535"/>
                  </a:cubicBezTo>
                  <a:lnTo>
                    <a:pt x="2329" y="227"/>
                  </a:lnTo>
                  <a:cubicBezTo>
                    <a:pt x="2220" y="83"/>
                    <a:pt x="2052" y="1"/>
                    <a:pt x="18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0"/>
            <p:cNvSpPr/>
            <p:nvPr/>
          </p:nvSpPr>
          <p:spPr>
            <a:xfrm>
              <a:off x="3347855" y="2103954"/>
              <a:ext cx="236889" cy="310514"/>
            </a:xfrm>
            <a:custGeom>
              <a:rect b="b" l="l" r="r" t="t"/>
              <a:pathLst>
                <a:path extrusionOk="0" h="11712" w="8935">
                  <a:moveTo>
                    <a:pt x="857" y="1"/>
                  </a:moveTo>
                  <a:cubicBezTo>
                    <a:pt x="382" y="1"/>
                    <a:pt x="1" y="382"/>
                    <a:pt x="1" y="857"/>
                  </a:cubicBezTo>
                  <a:lnTo>
                    <a:pt x="1" y="10855"/>
                  </a:lnTo>
                  <a:cubicBezTo>
                    <a:pt x="1" y="11328"/>
                    <a:pt x="382" y="11711"/>
                    <a:pt x="857" y="11711"/>
                  </a:cubicBezTo>
                  <a:lnTo>
                    <a:pt x="8934" y="11711"/>
                  </a:lnTo>
                  <a:cubicBezTo>
                    <a:pt x="5581" y="10682"/>
                    <a:pt x="3141" y="7557"/>
                    <a:pt x="3143" y="3864"/>
                  </a:cubicBezTo>
                  <a:cubicBezTo>
                    <a:pt x="3143" y="2467"/>
                    <a:pt x="3494" y="1152"/>
                    <a:pt x="4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0"/>
            <p:cNvSpPr/>
            <p:nvPr/>
          </p:nvSpPr>
          <p:spPr>
            <a:xfrm>
              <a:off x="3654101" y="2276312"/>
              <a:ext cx="45495" cy="64293"/>
            </a:xfrm>
            <a:custGeom>
              <a:rect b="b" l="l" r="r" t="t"/>
              <a:pathLst>
                <a:path extrusionOk="0" h="2425" w="1716">
                  <a:moveTo>
                    <a:pt x="216" y="0"/>
                  </a:moveTo>
                  <a:cubicBezTo>
                    <a:pt x="96" y="0"/>
                    <a:pt x="1" y="98"/>
                    <a:pt x="1" y="213"/>
                  </a:cubicBezTo>
                  <a:cubicBezTo>
                    <a:pt x="1" y="262"/>
                    <a:pt x="16" y="306"/>
                    <a:pt x="43" y="340"/>
                  </a:cubicBezTo>
                  <a:lnTo>
                    <a:pt x="675" y="1211"/>
                  </a:lnTo>
                  <a:lnTo>
                    <a:pt x="43" y="2085"/>
                  </a:lnTo>
                  <a:cubicBezTo>
                    <a:pt x="18" y="2121"/>
                    <a:pt x="1" y="2163"/>
                    <a:pt x="1" y="2209"/>
                  </a:cubicBezTo>
                  <a:cubicBezTo>
                    <a:pt x="1" y="2329"/>
                    <a:pt x="98" y="2425"/>
                    <a:pt x="216" y="2425"/>
                  </a:cubicBezTo>
                  <a:lnTo>
                    <a:pt x="1500" y="2425"/>
                  </a:lnTo>
                  <a:cubicBezTo>
                    <a:pt x="1620" y="2425"/>
                    <a:pt x="1715" y="2327"/>
                    <a:pt x="1715" y="2209"/>
                  </a:cubicBezTo>
                  <a:lnTo>
                    <a:pt x="1715" y="1910"/>
                  </a:lnTo>
                  <a:cubicBezTo>
                    <a:pt x="1715" y="1792"/>
                    <a:pt x="1617" y="1697"/>
                    <a:pt x="1500" y="1697"/>
                  </a:cubicBezTo>
                  <a:cubicBezTo>
                    <a:pt x="1382" y="1697"/>
                    <a:pt x="1287" y="1795"/>
                    <a:pt x="1287" y="1910"/>
                  </a:cubicBezTo>
                  <a:lnTo>
                    <a:pt x="1287" y="1996"/>
                  </a:lnTo>
                  <a:lnTo>
                    <a:pt x="637" y="1996"/>
                  </a:lnTo>
                  <a:lnTo>
                    <a:pt x="1112" y="1338"/>
                  </a:lnTo>
                  <a:cubicBezTo>
                    <a:pt x="1167" y="1262"/>
                    <a:pt x="1167" y="1160"/>
                    <a:pt x="1112" y="1085"/>
                  </a:cubicBezTo>
                  <a:lnTo>
                    <a:pt x="637" y="424"/>
                  </a:lnTo>
                  <a:lnTo>
                    <a:pt x="1287" y="424"/>
                  </a:lnTo>
                  <a:lnTo>
                    <a:pt x="1287" y="510"/>
                  </a:lnTo>
                  <a:cubicBezTo>
                    <a:pt x="1287" y="630"/>
                    <a:pt x="1382" y="728"/>
                    <a:pt x="1500" y="728"/>
                  </a:cubicBezTo>
                  <a:cubicBezTo>
                    <a:pt x="1620" y="728"/>
                    <a:pt x="1715" y="630"/>
                    <a:pt x="1715" y="513"/>
                  </a:cubicBezTo>
                  <a:lnTo>
                    <a:pt x="1715" y="213"/>
                  </a:lnTo>
                  <a:cubicBezTo>
                    <a:pt x="1715" y="96"/>
                    <a:pt x="1617"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0"/>
            <p:cNvSpPr/>
            <p:nvPr/>
          </p:nvSpPr>
          <p:spPr>
            <a:xfrm>
              <a:off x="3372433" y="2276259"/>
              <a:ext cx="49313" cy="64346"/>
            </a:xfrm>
            <a:custGeom>
              <a:rect b="b" l="l" r="r" t="t"/>
              <a:pathLst>
                <a:path extrusionOk="0" h="2427" w="1860">
                  <a:moveTo>
                    <a:pt x="216" y="0"/>
                  </a:moveTo>
                  <a:cubicBezTo>
                    <a:pt x="96" y="0"/>
                    <a:pt x="1" y="98"/>
                    <a:pt x="1" y="213"/>
                  </a:cubicBezTo>
                  <a:cubicBezTo>
                    <a:pt x="1" y="320"/>
                    <a:pt x="78" y="408"/>
                    <a:pt x="178" y="424"/>
                  </a:cubicBezTo>
                  <a:lnTo>
                    <a:pt x="178" y="2001"/>
                  </a:lnTo>
                  <a:cubicBezTo>
                    <a:pt x="76" y="2018"/>
                    <a:pt x="1" y="2107"/>
                    <a:pt x="1" y="2211"/>
                  </a:cubicBezTo>
                  <a:cubicBezTo>
                    <a:pt x="1" y="2331"/>
                    <a:pt x="98" y="2427"/>
                    <a:pt x="216" y="2427"/>
                  </a:cubicBezTo>
                  <a:lnTo>
                    <a:pt x="573" y="2427"/>
                  </a:lnTo>
                  <a:cubicBezTo>
                    <a:pt x="693" y="2427"/>
                    <a:pt x="786" y="2329"/>
                    <a:pt x="786" y="2211"/>
                  </a:cubicBezTo>
                  <a:cubicBezTo>
                    <a:pt x="786" y="2107"/>
                    <a:pt x="708" y="2018"/>
                    <a:pt x="608" y="2001"/>
                  </a:cubicBezTo>
                  <a:lnTo>
                    <a:pt x="608" y="1428"/>
                  </a:lnTo>
                  <a:lnTo>
                    <a:pt x="1252" y="1428"/>
                  </a:lnTo>
                  <a:lnTo>
                    <a:pt x="1252" y="2001"/>
                  </a:lnTo>
                  <a:cubicBezTo>
                    <a:pt x="1150" y="2018"/>
                    <a:pt x="1074" y="2107"/>
                    <a:pt x="1074" y="2211"/>
                  </a:cubicBezTo>
                  <a:cubicBezTo>
                    <a:pt x="1074" y="2331"/>
                    <a:pt x="1172" y="2427"/>
                    <a:pt x="1287" y="2427"/>
                  </a:cubicBezTo>
                  <a:lnTo>
                    <a:pt x="1644" y="2427"/>
                  </a:lnTo>
                  <a:cubicBezTo>
                    <a:pt x="1764" y="2427"/>
                    <a:pt x="1859" y="2329"/>
                    <a:pt x="1859" y="2211"/>
                  </a:cubicBezTo>
                  <a:cubicBezTo>
                    <a:pt x="1857" y="2107"/>
                    <a:pt x="1782" y="2018"/>
                    <a:pt x="1680" y="2001"/>
                  </a:cubicBezTo>
                  <a:lnTo>
                    <a:pt x="1680" y="424"/>
                  </a:lnTo>
                  <a:cubicBezTo>
                    <a:pt x="1782" y="408"/>
                    <a:pt x="1857" y="320"/>
                    <a:pt x="1857" y="213"/>
                  </a:cubicBezTo>
                  <a:cubicBezTo>
                    <a:pt x="1857" y="93"/>
                    <a:pt x="1760" y="0"/>
                    <a:pt x="1642" y="0"/>
                  </a:cubicBezTo>
                  <a:lnTo>
                    <a:pt x="1285" y="0"/>
                  </a:lnTo>
                  <a:cubicBezTo>
                    <a:pt x="1165" y="0"/>
                    <a:pt x="1072" y="98"/>
                    <a:pt x="1072" y="213"/>
                  </a:cubicBezTo>
                  <a:cubicBezTo>
                    <a:pt x="1072" y="320"/>
                    <a:pt x="1150" y="408"/>
                    <a:pt x="1249" y="424"/>
                  </a:cubicBezTo>
                  <a:lnTo>
                    <a:pt x="1249" y="998"/>
                  </a:lnTo>
                  <a:lnTo>
                    <a:pt x="608" y="998"/>
                  </a:lnTo>
                  <a:lnTo>
                    <a:pt x="608" y="424"/>
                  </a:lnTo>
                  <a:cubicBezTo>
                    <a:pt x="710" y="408"/>
                    <a:pt x="786" y="320"/>
                    <a:pt x="786" y="213"/>
                  </a:cubicBezTo>
                  <a:cubicBezTo>
                    <a:pt x="786" y="93"/>
                    <a:pt x="688" y="0"/>
                    <a:pt x="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0"/>
            <p:cNvSpPr/>
            <p:nvPr/>
          </p:nvSpPr>
          <p:spPr>
            <a:xfrm>
              <a:off x="3623161" y="2276259"/>
              <a:ext cx="22748" cy="64346"/>
            </a:xfrm>
            <a:custGeom>
              <a:rect b="b" l="l" r="r" t="t"/>
              <a:pathLst>
                <a:path extrusionOk="0" h="2427" w="858">
                  <a:moveTo>
                    <a:pt x="214" y="0"/>
                  </a:moveTo>
                  <a:cubicBezTo>
                    <a:pt x="96" y="0"/>
                    <a:pt x="1" y="98"/>
                    <a:pt x="1" y="213"/>
                  </a:cubicBezTo>
                  <a:cubicBezTo>
                    <a:pt x="1" y="331"/>
                    <a:pt x="99" y="426"/>
                    <a:pt x="214" y="426"/>
                  </a:cubicBezTo>
                  <a:lnTo>
                    <a:pt x="214" y="1998"/>
                  </a:lnTo>
                  <a:cubicBezTo>
                    <a:pt x="96" y="1998"/>
                    <a:pt x="1" y="2096"/>
                    <a:pt x="1" y="2211"/>
                  </a:cubicBezTo>
                  <a:cubicBezTo>
                    <a:pt x="1" y="2329"/>
                    <a:pt x="99" y="2427"/>
                    <a:pt x="214" y="2427"/>
                  </a:cubicBezTo>
                  <a:lnTo>
                    <a:pt x="644" y="2427"/>
                  </a:lnTo>
                  <a:cubicBezTo>
                    <a:pt x="764" y="2427"/>
                    <a:pt x="857" y="2329"/>
                    <a:pt x="857" y="2211"/>
                  </a:cubicBezTo>
                  <a:cubicBezTo>
                    <a:pt x="857" y="2096"/>
                    <a:pt x="762" y="1998"/>
                    <a:pt x="644" y="1998"/>
                  </a:cubicBezTo>
                  <a:lnTo>
                    <a:pt x="644" y="426"/>
                  </a:lnTo>
                  <a:cubicBezTo>
                    <a:pt x="764" y="426"/>
                    <a:pt x="857" y="331"/>
                    <a:pt x="857" y="213"/>
                  </a:cubicBezTo>
                  <a:cubicBezTo>
                    <a:pt x="857" y="98"/>
                    <a:pt x="762"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0"/>
            <p:cNvSpPr/>
            <p:nvPr/>
          </p:nvSpPr>
          <p:spPr>
            <a:xfrm>
              <a:off x="3572204" y="2276259"/>
              <a:ext cx="45416" cy="64346"/>
            </a:xfrm>
            <a:custGeom>
              <a:rect b="b" l="l" r="r" t="t"/>
              <a:pathLst>
                <a:path extrusionOk="0" h="2427" w="1713">
                  <a:moveTo>
                    <a:pt x="1069" y="426"/>
                  </a:moveTo>
                  <a:cubicBezTo>
                    <a:pt x="1187" y="426"/>
                    <a:pt x="1282" y="557"/>
                    <a:pt x="1282" y="712"/>
                  </a:cubicBezTo>
                  <a:cubicBezTo>
                    <a:pt x="1282" y="867"/>
                    <a:pt x="1187" y="998"/>
                    <a:pt x="1069" y="998"/>
                  </a:cubicBezTo>
                  <a:lnTo>
                    <a:pt x="639" y="998"/>
                  </a:lnTo>
                  <a:lnTo>
                    <a:pt x="639" y="426"/>
                  </a:lnTo>
                  <a:close/>
                  <a:moveTo>
                    <a:pt x="213" y="0"/>
                  </a:moveTo>
                  <a:cubicBezTo>
                    <a:pt x="93" y="0"/>
                    <a:pt x="0" y="98"/>
                    <a:pt x="0" y="213"/>
                  </a:cubicBezTo>
                  <a:cubicBezTo>
                    <a:pt x="0" y="331"/>
                    <a:pt x="95" y="426"/>
                    <a:pt x="213" y="426"/>
                  </a:cubicBezTo>
                  <a:lnTo>
                    <a:pt x="213" y="2005"/>
                  </a:lnTo>
                  <a:cubicBezTo>
                    <a:pt x="122" y="2030"/>
                    <a:pt x="51" y="2112"/>
                    <a:pt x="51" y="2211"/>
                  </a:cubicBezTo>
                  <a:cubicBezTo>
                    <a:pt x="51" y="2331"/>
                    <a:pt x="149" y="2427"/>
                    <a:pt x="264" y="2427"/>
                  </a:cubicBezTo>
                  <a:lnTo>
                    <a:pt x="586" y="2427"/>
                  </a:lnTo>
                  <a:cubicBezTo>
                    <a:pt x="705" y="2427"/>
                    <a:pt x="801" y="2329"/>
                    <a:pt x="801" y="2211"/>
                  </a:cubicBezTo>
                  <a:cubicBezTo>
                    <a:pt x="801" y="2112"/>
                    <a:pt x="730" y="2030"/>
                    <a:pt x="639" y="2005"/>
                  </a:cubicBezTo>
                  <a:lnTo>
                    <a:pt x="639" y="1428"/>
                  </a:lnTo>
                  <a:lnTo>
                    <a:pt x="1069" y="1428"/>
                  </a:lnTo>
                  <a:cubicBezTo>
                    <a:pt x="1424" y="1428"/>
                    <a:pt x="1712" y="1107"/>
                    <a:pt x="1712" y="712"/>
                  </a:cubicBezTo>
                  <a:cubicBezTo>
                    <a:pt x="1712" y="320"/>
                    <a:pt x="1424" y="0"/>
                    <a:pt x="1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0"/>
            <p:cNvSpPr/>
            <p:nvPr/>
          </p:nvSpPr>
          <p:spPr>
            <a:xfrm>
              <a:off x="3461117" y="2276259"/>
              <a:ext cx="49181" cy="64240"/>
            </a:xfrm>
            <a:custGeom>
              <a:rect b="b" l="l" r="r" t="t"/>
              <a:pathLst>
                <a:path extrusionOk="0" h="2423" w="1855">
                  <a:moveTo>
                    <a:pt x="213" y="0"/>
                  </a:moveTo>
                  <a:cubicBezTo>
                    <a:pt x="94" y="0"/>
                    <a:pt x="0" y="98"/>
                    <a:pt x="0" y="213"/>
                  </a:cubicBezTo>
                  <a:cubicBezTo>
                    <a:pt x="0" y="333"/>
                    <a:pt x="98" y="426"/>
                    <a:pt x="213" y="426"/>
                  </a:cubicBezTo>
                  <a:lnTo>
                    <a:pt x="235" y="426"/>
                  </a:lnTo>
                  <a:lnTo>
                    <a:pt x="712" y="1269"/>
                  </a:lnTo>
                  <a:lnTo>
                    <a:pt x="712" y="2001"/>
                  </a:lnTo>
                  <a:cubicBezTo>
                    <a:pt x="619" y="2023"/>
                    <a:pt x="548" y="2109"/>
                    <a:pt x="548" y="2209"/>
                  </a:cubicBezTo>
                  <a:cubicBezTo>
                    <a:pt x="548" y="2329"/>
                    <a:pt x="646" y="2422"/>
                    <a:pt x="763" y="2422"/>
                  </a:cubicBezTo>
                  <a:lnTo>
                    <a:pt x="1087" y="2422"/>
                  </a:lnTo>
                  <a:cubicBezTo>
                    <a:pt x="1207" y="2422"/>
                    <a:pt x="1300" y="2327"/>
                    <a:pt x="1300" y="2209"/>
                  </a:cubicBezTo>
                  <a:cubicBezTo>
                    <a:pt x="1300" y="2109"/>
                    <a:pt x="1231" y="2023"/>
                    <a:pt x="1136" y="2001"/>
                  </a:cubicBezTo>
                  <a:lnTo>
                    <a:pt x="1136" y="1264"/>
                  </a:lnTo>
                  <a:lnTo>
                    <a:pt x="1611" y="424"/>
                  </a:lnTo>
                  <a:lnTo>
                    <a:pt x="1635" y="424"/>
                  </a:lnTo>
                  <a:cubicBezTo>
                    <a:pt x="1755" y="424"/>
                    <a:pt x="1848" y="326"/>
                    <a:pt x="1848" y="211"/>
                  </a:cubicBezTo>
                  <a:cubicBezTo>
                    <a:pt x="1855" y="93"/>
                    <a:pt x="1757" y="0"/>
                    <a:pt x="1639" y="0"/>
                  </a:cubicBezTo>
                  <a:lnTo>
                    <a:pt x="1313" y="0"/>
                  </a:lnTo>
                  <a:cubicBezTo>
                    <a:pt x="1196" y="0"/>
                    <a:pt x="1100" y="98"/>
                    <a:pt x="1100" y="213"/>
                  </a:cubicBezTo>
                  <a:cubicBezTo>
                    <a:pt x="1100" y="271"/>
                    <a:pt x="1123" y="322"/>
                    <a:pt x="1158" y="359"/>
                  </a:cubicBezTo>
                  <a:lnTo>
                    <a:pt x="923" y="776"/>
                  </a:lnTo>
                  <a:lnTo>
                    <a:pt x="690" y="364"/>
                  </a:lnTo>
                  <a:cubicBezTo>
                    <a:pt x="730" y="324"/>
                    <a:pt x="752" y="271"/>
                    <a:pt x="752" y="213"/>
                  </a:cubicBezTo>
                  <a:cubicBezTo>
                    <a:pt x="752" y="93"/>
                    <a:pt x="655"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0"/>
            <p:cNvSpPr/>
            <p:nvPr/>
          </p:nvSpPr>
          <p:spPr>
            <a:xfrm>
              <a:off x="3519630" y="2276179"/>
              <a:ext cx="45416" cy="64319"/>
            </a:xfrm>
            <a:custGeom>
              <a:rect b="b" l="l" r="r" t="t"/>
              <a:pathLst>
                <a:path extrusionOk="0" h="2426" w="1713">
                  <a:moveTo>
                    <a:pt x="1069" y="429"/>
                  </a:moveTo>
                  <a:cubicBezTo>
                    <a:pt x="1187" y="429"/>
                    <a:pt x="1284" y="560"/>
                    <a:pt x="1284" y="715"/>
                  </a:cubicBezTo>
                  <a:cubicBezTo>
                    <a:pt x="1284" y="870"/>
                    <a:pt x="1187" y="1001"/>
                    <a:pt x="1069" y="1001"/>
                  </a:cubicBezTo>
                  <a:lnTo>
                    <a:pt x="641" y="1001"/>
                  </a:lnTo>
                  <a:lnTo>
                    <a:pt x="641" y="429"/>
                  </a:lnTo>
                  <a:close/>
                  <a:moveTo>
                    <a:pt x="1069" y="1431"/>
                  </a:moveTo>
                  <a:cubicBezTo>
                    <a:pt x="1187" y="1431"/>
                    <a:pt x="1284" y="1560"/>
                    <a:pt x="1284" y="1715"/>
                  </a:cubicBezTo>
                  <a:cubicBezTo>
                    <a:pt x="1284" y="1871"/>
                    <a:pt x="1187" y="2001"/>
                    <a:pt x="1069" y="2001"/>
                  </a:cubicBezTo>
                  <a:lnTo>
                    <a:pt x="641" y="2001"/>
                  </a:lnTo>
                  <a:lnTo>
                    <a:pt x="641" y="1431"/>
                  </a:lnTo>
                  <a:close/>
                  <a:moveTo>
                    <a:pt x="213" y="1"/>
                  </a:moveTo>
                  <a:cubicBezTo>
                    <a:pt x="93" y="1"/>
                    <a:pt x="0" y="96"/>
                    <a:pt x="0" y="214"/>
                  </a:cubicBezTo>
                  <a:cubicBezTo>
                    <a:pt x="0" y="329"/>
                    <a:pt x="98" y="427"/>
                    <a:pt x="213" y="427"/>
                  </a:cubicBezTo>
                  <a:lnTo>
                    <a:pt x="213" y="1999"/>
                  </a:lnTo>
                  <a:cubicBezTo>
                    <a:pt x="93" y="1999"/>
                    <a:pt x="0" y="2097"/>
                    <a:pt x="0" y="2212"/>
                  </a:cubicBezTo>
                  <a:cubicBezTo>
                    <a:pt x="0" y="2330"/>
                    <a:pt x="98" y="2425"/>
                    <a:pt x="213" y="2425"/>
                  </a:cubicBezTo>
                  <a:lnTo>
                    <a:pt x="1069" y="2425"/>
                  </a:lnTo>
                  <a:cubicBezTo>
                    <a:pt x="1424" y="2425"/>
                    <a:pt x="1712" y="2103"/>
                    <a:pt x="1712" y="1711"/>
                  </a:cubicBezTo>
                  <a:cubicBezTo>
                    <a:pt x="1712" y="1516"/>
                    <a:pt x="1644" y="1338"/>
                    <a:pt x="1531" y="1212"/>
                  </a:cubicBezTo>
                  <a:cubicBezTo>
                    <a:pt x="1641" y="1088"/>
                    <a:pt x="1712" y="910"/>
                    <a:pt x="1712" y="715"/>
                  </a:cubicBezTo>
                  <a:cubicBezTo>
                    <a:pt x="1712" y="323"/>
                    <a:pt x="1424" y="1"/>
                    <a:pt x="10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0"/>
            <p:cNvSpPr/>
            <p:nvPr/>
          </p:nvSpPr>
          <p:spPr>
            <a:xfrm>
              <a:off x="3466181" y="2237789"/>
              <a:ext cx="18241" cy="27016"/>
            </a:xfrm>
            <a:custGeom>
              <a:rect b="b" l="l" r="r" t="t"/>
              <a:pathLst>
                <a:path extrusionOk="0" h="1019" w="688">
                  <a:moveTo>
                    <a:pt x="453" y="0"/>
                  </a:moveTo>
                  <a:cubicBezTo>
                    <a:pt x="400" y="0"/>
                    <a:pt x="347" y="20"/>
                    <a:pt x="306" y="58"/>
                  </a:cubicBezTo>
                  <a:cubicBezTo>
                    <a:pt x="95" y="258"/>
                    <a:pt x="0" y="513"/>
                    <a:pt x="22" y="821"/>
                  </a:cubicBezTo>
                  <a:cubicBezTo>
                    <a:pt x="31" y="932"/>
                    <a:pt x="124" y="1019"/>
                    <a:pt x="235" y="1019"/>
                  </a:cubicBezTo>
                  <a:lnTo>
                    <a:pt x="253" y="1019"/>
                  </a:lnTo>
                  <a:cubicBezTo>
                    <a:pt x="368" y="1010"/>
                    <a:pt x="457" y="908"/>
                    <a:pt x="450" y="788"/>
                  </a:cubicBezTo>
                  <a:cubicBezTo>
                    <a:pt x="437" y="611"/>
                    <a:pt x="486" y="477"/>
                    <a:pt x="599" y="369"/>
                  </a:cubicBezTo>
                  <a:cubicBezTo>
                    <a:pt x="685" y="289"/>
                    <a:pt x="688" y="154"/>
                    <a:pt x="608" y="67"/>
                  </a:cubicBezTo>
                  <a:cubicBezTo>
                    <a:pt x="567" y="22"/>
                    <a:pt x="510"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0"/>
            <p:cNvSpPr/>
            <p:nvPr/>
          </p:nvSpPr>
          <p:spPr>
            <a:xfrm>
              <a:off x="3487232" y="2242747"/>
              <a:ext cx="18585" cy="19778"/>
            </a:xfrm>
            <a:custGeom>
              <a:rect b="b" l="l" r="r" t="t"/>
              <a:pathLst>
                <a:path extrusionOk="0" h="746" w="701">
                  <a:moveTo>
                    <a:pt x="440" y="0"/>
                  </a:moveTo>
                  <a:cubicBezTo>
                    <a:pt x="328" y="0"/>
                    <a:pt x="262" y="101"/>
                    <a:pt x="233" y="149"/>
                  </a:cubicBezTo>
                  <a:cubicBezTo>
                    <a:pt x="193" y="211"/>
                    <a:pt x="104" y="348"/>
                    <a:pt x="62" y="415"/>
                  </a:cubicBezTo>
                  <a:cubicBezTo>
                    <a:pt x="0" y="514"/>
                    <a:pt x="29" y="648"/>
                    <a:pt x="129" y="712"/>
                  </a:cubicBezTo>
                  <a:cubicBezTo>
                    <a:pt x="166" y="734"/>
                    <a:pt x="204" y="745"/>
                    <a:pt x="244" y="745"/>
                  </a:cubicBezTo>
                  <a:cubicBezTo>
                    <a:pt x="315" y="745"/>
                    <a:pt x="384" y="712"/>
                    <a:pt x="426" y="645"/>
                  </a:cubicBezTo>
                  <a:cubicBezTo>
                    <a:pt x="506" y="519"/>
                    <a:pt x="599" y="370"/>
                    <a:pt x="617" y="344"/>
                  </a:cubicBezTo>
                  <a:cubicBezTo>
                    <a:pt x="701" y="231"/>
                    <a:pt x="650" y="60"/>
                    <a:pt x="517" y="15"/>
                  </a:cubicBezTo>
                  <a:cubicBezTo>
                    <a:pt x="489" y="5"/>
                    <a:pt x="463"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0"/>
            <p:cNvSpPr/>
            <p:nvPr/>
          </p:nvSpPr>
          <p:spPr>
            <a:xfrm>
              <a:off x="3383197" y="2234714"/>
              <a:ext cx="25028" cy="30330"/>
            </a:xfrm>
            <a:custGeom>
              <a:rect b="b" l="l" r="r" t="t"/>
              <a:pathLst>
                <a:path extrusionOk="0" h="1144" w="944">
                  <a:moveTo>
                    <a:pt x="534" y="1"/>
                  </a:moveTo>
                  <a:cubicBezTo>
                    <a:pt x="510" y="1"/>
                    <a:pt x="484" y="5"/>
                    <a:pt x="460" y="15"/>
                  </a:cubicBezTo>
                  <a:cubicBezTo>
                    <a:pt x="158" y="123"/>
                    <a:pt x="1" y="458"/>
                    <a:pt x="112" y="760"/>
                  </a:cubicBezTo>
                  <a:cubicBezTo>
                    <a:pt x="194" y="990"/>
                    <a:pt x="415" y="1144"/>
                    <a:pt x="657" y="1144"/>
                  </a:cubicBezTo>
                  <a:cubicBezTo>
                    <a:pt x="686" y="1144"/>
                    <a:pt x="713" y="1144"/>
                    <a:pt x="746" y="1137"/>
                  </a:cubicBezTo>
                  <a:cubicBezTo>
                    <a:pt x="863" y="1119"/>
                    <a:pt x="943" y="1008"/>
                    <a:pt x="926" y="893"/>
                  </a:cubicBezTo>
                  <a:cubicBezTo>
                    <a:pt x="909" y="786"/>
                    <a:pt x="819" y="711"/>
                    <a:pt x="714" y="711"/>
                  </a:cubicBezTo>
                  <a:cubicBezTo>
                    <a:pt x="703" y="711"/>
                    <a:pt x="693" y="712"/>
                    <a:pt x="682" y="713"/>
                  </a:cubicBezTo>
                  <a:cubicBezTo>
                    <a:pt x="674" y="714"/>
                    <a:pt x="666" y="715"/>
                    <a:pt x="659" y="715"/>
                  </a:cubicBezTo>
                  <a:cubicBezTo>
                    <a:pt x="596" y="715"/>
                    <a:pt x="539" y="675"/>
                    <a:pt x="515" y="613"/>
                  </a:cubicBezTo>
                  <a:cubicBezTo>
                    <a:pt x="486" y="534"/>
                    <a:pt x="526" y="445"/>
                    <a:pt x="608" y="416"/>
                  </a:cubicBezTo>
                  <a:cubicBezTo>
                    <a:pt x="719" y="374"/>
                    <a:pt x="777" y="252"/>
                    <a:pt x="735" y="141"/>
                  </a:cubicBezTo>
                  <a:cubicBezTo>
                    <a:pt x="702" y="55"/>
                    <a:pt x="621"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70"/>
          <p:cNvGrpSpPr/>
          <p:nvPr/>
        </p:nvGrpSpPr>
        <p:grpSpPr>
          <a:xfrm>
            <a:off x="3347855" y="1439206"/>
            <a:ext cx="376371" cy="376478"/>
            <a:chOff x="3347855" y="1439206"/>
            <a:chExt cx="376371" cy="376478"/>
          </a:xfrm>
        </p:grpSpPr>
        <p:sp>
          <p:nvSpPr>
            <p:cNvPr id="4222" name="Google Shape;4222;p70"/>
            <p:cNvSpPr/>
            <p:nvPr/>
          </p:nvSpPr>
          <p:spPr>
            <a:xfrm>
              <a:off x="3431078" y="1439206"/>
              <a:ext cx="293149" cy="334720"/>
            </a:xfrm>
            <a:custGeom>
              <a:rect b="b" l="l" r="r" t="t"/>
              <a:pathLst>
                <a:path extrusionOk="0" h="12625" w="11057">
                  <a:moveTo>
                    <a:pt x="3955" y="0"/>
                  </a:moveTo>
                  <a:cubicBezTo>
                    <a:pt x="3755" y="0"/>
                    <a:pt x="3560" y="9"/>
                    <a:pt x="3362" y="24"/>
                  </a:cubicBezTo>
                  <a:cubicBezTo>
                    <a:pt x="1502" y="925"/>
                    <a:pt x="0" y="4070"/>
                    <a:pt x="0" y="5946"/>
                  </a:cubicBezTo>
                  <a:cubicBezTo>
                    <a:pt x="0" y="9521"/>
                    <a:pt x="3022" y="12625"/>
                    <a:pt x="7087" y="12625"/>
                  </a:cubicBezTo>
                  <a:cubicBezTo>
                    <a:pt x="7569" y="12625"/>
                    <a:pt x="8066" y="12581"/>
                    <a:pt x="8574" y="12489"/>
                  </a:cubicBezTo>
                  <a:cubicBezTo>
                    <a:pt x="10094" y="11189"/>
                    <a:pt x="11056" y="9258"/>
                    <a:pt x="11056" y="7100"/>
                  </a:cubicBezTo>
                  <a:cubicBezTo>
                    <a:pt x="11056" y="3183"/>
                    <a:pt x="7878" y="2"/>
                    <a:pt x="39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0"/>
            <p:cNvSpPr/>
            <p:nvPr/>
          </p:nvSpPr>
          <p:spPr>
            <a:xfrm>
              <a:off x="3347855" y="1439948"/>
              <a:ext cx="310567" cy="375735"/>
            </a:xfrm>
            <a:custGeom>
              <a:rect b="b" l="l" r="r" t="t"/>
              <a:pathLst>
                <a:path extrusionOk="0" h="14172" w="11714">
                  <a:moveTo>
                    <a:pt x="6504" y="1"/>
                  </a:moveTo>
                  <a:cubicBezTo>
                    <a:pt x="2862" y="305"/>
                    <a:pt x="1" y="3354"/>
                    <a:pt x="1" y="7074"/>
                  </a:cubicBezTo>
                  <a:cubicBezTo>
                    <a:pt x="1" y="10995"/>
                    <a:pt x="3177" y="14171"/>
                    <a:pt x="7098" y="14171"/>
                  </a:cubicBezTo>
                  <a:cubicBezTo>
                    <a:pt x="8861" y="14171"/>
                    <a:pt x="10471" y="13528"/>
                    <a:pt x="11713" y="12463"/>
                  </a:cubicBezTo>
                  <a:cubicBezTo>
                    <a:pt x="7786" y="12191"/>
                    <a:pt x="4685" y="8915"/>
                    <a:pt x="4685" y="4920"/>
                  </a:cubicBezTo>
                  <a:cubicBezTo>
                    <a:pt x="4685" y="3044"/>
                    <a:pt x="5370" y="1325"/>
                    <a:pt x="6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0"/>
            <p:cNvSpPr/>
            <p:nvPr/>
          </p:nvSpPr>
          <p:spPr>
            <a:xfrm>
              <a:off x="3431078" y="1477119"/>
              <a:ext cx="255262" cy="282809"/>
            </a:xfrm>
            <a:custGeom>
              <a:rect b="b" l="l" r="r" t="t"/>
              <a:pathLst>
                <a:path extrusionOk="0" h="10667" w="9628">
                  <a:moveTo>
                    <a:pt x="3959" y="1"/>
                  </a:moveTo>
                  <a:cubicBezTo>
                    <a:pt x="3376" y="1"/>
                    <a:pt x="2812" y="89"/>
                    <a:pt x="2284" y="253"/>
                  </a:cubicBezTo>
                  <a:cubicBezTo>
                    <a:pt x="1309" y="1356"/>
                    <a:pt x="0" y="3099"/>
                    <a:pt x="0" y="4268"/>
                  </a:cubicBezTo>
                  <a:cubicBezTo>
                    <a:pt x="0" y="7577"/>
                    <a:pt x="2790" y="10667"/>
                    <a:pt x="6636" y="10667"/>
                  </a:cubicBezTo>
                  <a:cubicBezTo>
                    <a:pt x="6955" y="10494"/>
                    <a:pt x="7257" y="10292"/>
                    <a:pt x="7537" y="10063"/>
                  </a:cubicBezTo>
                  <a:cubicBezTo>
                    <a:pt x="7537" y="10063"/>
                    <a:pt x="7599" y="9462"/>
                    <a:pt x="7763" y="9291"/>
                  </a:cubicBezTo>
                  <a:cubicBezTo>
                    <a:pt x="7925" y="9118"/>
                    <a:pt x="8512" y="9041"/>
                    <a:pt x="8512" y="9041"/>
                  </a:cubicBezTo>
                  <a:cubicBezTo>
                    <a:pt x="9215" y="8098"/>
                    <a:pt x="9628" y="6932"/>
                    <a:pt x="9628" y="5670"/>
                  </a:cubicBezTo>
                  <a:cubicBezTo>
                    <a:pt x="9628" y="2545"/>
                    <a:pt x="7086" y="1"/>
                    <a:pt x="3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0"/>
            <p:cNvSpPr/>
            <p:nvPr/>
          </p:nvSpPr>
          <p:spPr>
            <a:xfrm>
              <a:off x="3385662" y="1483827"/>
              <a:ext cx="221379" cy="293918"/>
            </a:xfrm>
            <a:custGeom>
              <a:rect b="b" l="l" r="r" t="t"/>
              <a:pathLst>
                <a:path extrusionOk="0" h="11086" w="8350">
                  <a:moveTo>
                    <a:pt x="3997" y="0"/>
                  </a:moveTo>
                  <a:lnTo>
                    <a:pt x="3997" y="0"/>
                  </a:lnTo>
                  <a:cubicBezTo>
                    <a:pt x="1684" y="715"/>
                    <a:pt x="1" y="2875"/>
                    <a:pt x="1" y="5417"/>
                  </a:cubicBezTo>
                  <a:cubicBezTo>
                    <a:pt x="1" y="6679"/>
                    <a:pt x="418" y="7845"/>
                    <a:pt x="1116" y="8788"/>
                  </a:cubicBezTo>
                  <a:cubicBezTo>
                    <a:pt x="1116" y="8788"/>
                    <a:pt x="1709" y="8808"/>
                    <a:pt x="1873" y="8979"/>
                  </a:cubicBezTo>
                  <a:cubicBezTo>
                    <a:pt x="2035" y="9149"/>
                    <a:pt x="2092" y="9810"/>
                    <a:pt x="2092" y="9810"/>
                  </a:cubicBezTo>
                  <a:cubicBezTo>
                    <a:pt x="3068" y="10607"/>
                    <a:pt x="4315" y="11086"/>
                    <a:pt x="5672" y="11086"/>
                  </a:cubicBezTo>
                  <a:cubicBezTo>
                    <a:pt x="6639" y="11086"/>
                    <a:pt x="7551" y="10842"/>
                    <a:pt x="8349" y="10414"/>
                  </a:cubicBezTo>
                  <a:cubicBezTo>
                    <a:pt x="5386" y="9389"/>
                    <a:pt x="3259" y="6572"/>
                    <a:pt x="3259" y="3263"/>
                  </a:cubicBezTo>
                  <a:cubicBezTo>
                    <a:pt x="3259" y="2092"/>
                    <a:pt x="3523" y="987"/>
                    <a:pt x="39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0"/>
            <p:cNvSpPr/>
            <p:nvPr/>
          </p:nvSpPr>
          <p:spPr>
            <a:xfrm>
              <a:off x="3415250" y="1605413"/>
              <a:ext cx="241529" cy="138528"/>
            </a:xfrm>
            <a:custGeom>
              <a:rect b="b" l="l" r="r" t="t"/>
              <a:pathLst>
                <a:path extrusionOk="0" h="5225" w="9110">
                  <a:moveTo>
                    <a:pt x="4556" y="1"/>
                  </a:moveTo>
                  <a:cubicBezTo>
                    <a:pt x="4337" y="1"/>
                    <a:pt x="4118" y="84"/>
                    <a:pt x="3951" y="252"/>
                  </a:cubicBezTo>
                  <a:lnTo>
                    <a:pt x="0" y="4202"/>
                  </a:lnTo>
                  <a:cubicBezTo>
                    <a:pt x="280" y="4581"/>
                    <a:pt x="610" y="4925"/>
                    <a:pt x="976" y="5224"/>
                  </a:cubicBezTo>
                  <a:lnTo>
                    <a:pt x="4352" y="1849"/>
                  </a:lnTo>
                  <a:cubicBezTo>
                    <a:pt x="4409" y="1793"/>
                    <a:pt x="4482" y="1765"/>
                    <a:pt x="4556" y="1765"/>
                  </a:cubicBezTo>
                  <a:cubicBezTo>
                    <a:pt x="4629" y="1765"/>
                    <a:pt x="4702" y="1793"/>
                    <a:pt x="4758" y="1849"/>
                  </a:cubicBezTo>
                  <a:lnTo>
                    <a:pt x="8134" y="5224"/>
                  </a:lnTo>
                  <a:cubicBezTo>
                    <a:pt x="8318" y="5076"/>
                    <a:pt x="8493" y="4914"/>
                    <a:pt x="8655" y="4743"/>
                  </a:cubicBezTo>
                  <a:cubicBezTo>
                    <a:pt x="8817" y="4574"/>
                    <a:pt x="8970" y="4390"/>
                    <a:pt x="9109" y="4202"/>
                  </a:cubicBezTo>
                  <a:lnTo>
                    <a:pt x="5161" y="252"/>
                  </a:lnTo>
                  <a:cubicBezTo>
                    <a:pt x="4994" y="84"/>
                    <a:pt x="4775" y="1"/>
                    <a:pt x="4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70"/>
          <p:cNvGrpSpPr/>
          <p:nvPr/>
        </p:nvGrpSpPr>
        <p:grpSpPr>
          <a:xfrm>
            <a:off x="2654925" y="3967544"/>
            <a:ext cx="377777" cy="376345"/>
            <a:chOff x="2654925" y="3967544"/>
            <a:chExt cx="377777" cy="376345"/>
          </a:xfrm>
        </p:grpSpPr>
        <p:sp>
          <p:nvSpPr>
            <p:cNvPr id="4228" name="Google Shape;4228;p70"/>
            <p:cNvSpPr/>
            <p:nvPr/>
          </p:nvSpPr>
          <p:spPr>
            <a:xfrm>
              <a:off x="2696974" y="4243486"/>
              <a:ext cx="1140" cy="1140"/>
            </a:xfrm>
            <a:custGeom>
              <a:rect b="b" l="l" r="r" t="t"/>
              <a:pathLst>
                <a:path extrusionOk="0" h="43" w="43">
                  <a:moveTo>
                    <a:pt x="43" y="1"/>
                  </a:moveTo>
                  <a:lnTo>
                    <a:pt x="43" y="1"/>
                  </a:lnTo>
                  <a:cubicBezTo>
                    <a:pt x="27" y="14"/>
                    <a:pt x="12" y="27"/>
                    <a:pt x="1" y="43"/>
                  </a:cubicBezTo>
                  <a:lnTo>
                    <a:pt x="43" y="1"/>
                  </a:ln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0"/>
            <p:cNvSpPr/>
            <p:nvPr/>
          </p:nvSpPr>
          <p:spPr>
            <a:xfrm>
              <a:off x="2688808" y="4203797"/>
              <a:ext cx="240521" cy="140092"/>
            </a:xfrm>
            <a:custGeom>
              <a:rect b="b" l="l" r="r" t="t"/>
              <a:pathLst>
                <a:path extrusionOk="0" h="5284" w="9072">
                  <a:moveTo>
                    <a:pt x="4037" y="0"/>
                  </a:moveTo>
                  <a:cubicBezTo>
                    <a:pt x="2604" y="0"/>
                    <a:pt x="1304" y="570"/>
                    <a:pt x="353" y="1498"/>
                  </a:cubicBezTo>
                  <a:cubicBezTo>
                    <a:pt x="353" y="1498"/>
                    <a:pt x="353" y="1498"/>
                    <a:pt x="353" y="1498"/>
                  </a:cubicBezTo>
                  <a:lnTo>
                    <a:pt x="353" y="1498"/>
                  </a:lnTo>
                  <a:cubicBezTo>
                    <a:pt x="367" y="1498"/>
                    <a:pt x="0" y="2931"/>
                    <a:pt x="45" y="3117"/>
                  </a:cubicBezTo>
                  <a:cubicBezTo>
                    <a:pt x="297" y="4170"/>
                    <a:pt x="2298" y="4891"/>
                    <a:pt x="6144" y="5284"/>
                  </a:cubicBezTo>
                  <a:lnTo>
                    <a:pt x="6820" y="5284"/>
                  </a:lnTo>
                  <a:lnTo>
                    <a:pt x="7033" y="5000"/>
                  </a:lnTo>
                  <a:lnTo>
                    <a:pt x="7248" y="5284"/>
                  </a:lnTo>
                  <a:lnTo>
                    <a:pt x="8639" y="5284"/>
                  </a:lnTo>
                  <a:lnTo>
                    <a:pt x="9067" y="4714"/>
                  </a:lnTo>
                  <a:cubicBezTo>
                    <a:pt x="9067" y="4312"/>
                    <a:pt x="8978" y="4192"/>
                    <a:pt x="9072" y="3687"/>
                  </a:cubicBezTo>
                  <a:cubicBezTo>
                    <a:pt x="8395" y="1551"/>
                    <a:pt x="6394" y="0"/>
                    <a:pt x="4037" y="0"/>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0"/>
            <p:cNvSpPr/>
            <p:nvPr/>
          </p:nvSpPr>
          <p:spPr>
            <a:xfrm>
              <a:off x="2869570" y="4323103"/>
              <a:ext cx="11427" cy="20786"/>
            </a:xfrm>
            <a:custGeom>
              <a:rect b="b" l="l" r="r" t="t"/>
              <a:pathLst>
                <a:path extrusionOk="0" h="784" w="431">
                  <a:moveTo>
                    <a:pt x="213" y="1"/>
                  </a:moveTo>
                  <a:cubicBezTo>
                    <a:pt x="98" y="1"/>
                    <a:pt x="0" y="94"/>
                    <a:pt x="0" y="214"/>
                  </a:cubicBezTo>
                  <a:lnTo>
                    <a:pt x="0" y="784"/>
                  </a:lnTo>
                  <a:lnTo>
                    <a:pt x="430" y="784"/>
                  </a:lnTo>
                  <a:lnTo>
                    <a:pt x="430" y="214"/>
                  </a:lnTo>
                  <a:cubicBezTo>
                    <a:pt x="430" y="94"/>
                    <a:pt x="333" y="1"/>
                    <a:pt x="213"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0"/>
            <p:cNvSpPr/>
            <p:nvPr/>
          </p:nvSpPr>
          <p:spPr>
            <a:xfrm>
              <a:off x="2655641" y="4242744"/>
              <a:ext cx="196007" cy="101145"/>
            </a:xfrm>
            <a:custGeom>
              <a:rect b="b" l="l" r="r" t="t"/>
              <a:pathLst>
                <a:path extrusionOk="0" h="3815" w="7393">
                  <a:moveTo>
                    <a:pt x="1750" y="1"/>
                  </a:moveTo>
                  <a:cubicBezTo>
                    <a:pt x="1674" y="1"/>
                    <a:pt x="1602" y="29"/>
                    <a:pt x="1602" y="29"/>
                  </a:cubicBezTo>
                  <a:cubicBezTo>
                    <a:pt x="683" y="920"/>
                    <a:pt x="87" y="2149"/>
                    <a:pt x="9" y="3513"/>
                  </a:cubicBezTo>
                  <a:cubicBezTo>
                    <a:pt x="0" y="3677"/>
                    <a:pt x="129" y="3815"/>
                    <a:pt x="295" y="3815"/>
                  </a:cubicBezTo>
                  <a:lnTo>
                    <a:pt x="7393" y="3815"/>
                  </a:lnTo>
                  <a:cubicBezTo>
                    <a:pt x="4430" y="3236"/>
                    <a:pt x="2172" y="1173"/>
                    <a:pt x="1919" y="120"/>
                  </a:cubicBezTo>
                  <a:cubicBezTo>
                    <a:pt x="1896" y="25"/>
                    <a:pt x="1821" y="1"/>
                    <a:pt x="1750" y="1"/>
                  </a:cubicBezTo>
                  <a:close/>
                </a:path>
              </a:pathLst>
            </a:custGeom>
            <a:solidFill>
              <a:srgbClr val="FFF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0"/>
            <p:cNvSpPr/>
            <p:nvPr/>
          </p:nvSpPr>
          <p:spPr>
            <a:xfrm>
              <a:off x="2917770" y="4301522"/>
              <a:ext cx="18028" cy="42367"/>
            </a:xfrm>
            <a:custGeom>
              <a:rect b="b" l="l" r="r" t="t"/>
              <a:pathLst>
                <a:path extrusionOk="0" h="1598" w="680">
                  <a:moveTo>
                    <a:pt x="433" y="1"/>
                  </a:moveTo>
                  <a:cubicBezTo>
                    <a:pt x="167" y="262"/>
                    <a:pt x="1" y="624"/>
                    <a:pt x="1" y="1028"/>
                  </a:cubicBezTo>
                  <a:lnTo>
                    <a:pt x="1" y="1598"/>
                  </a:lnTo>
                  <a:lnTo>
                    <a:pt x="679" y="1598"/>
                  </a:lnTo>
                  <a:cubicBezTo>
                    <a:pt x="679" y="1041"/>
                    <a:pt x="593" y="506"/>
                    <a:pt x="433"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0"/>
            <p:cNvSpPr/>
            <p:nvPr/>
          </p:nvSpPr>
          <p:spPr>
            <a:xfrm>
              <a:off x="2655641" y="4242744"/>
              <a:ext cx="196007" cy="101145"/>
            </a:xfrm>
            <a:custGeom>
              <a:rect b="b" l="l" r="r" t="t"/>
              <a:pathLst>
                <a:path extrusionOk="0" h="3815" w="7393">
                  <a:moveTo>
                    <a:pt x="1750" y="1"/>
                  </a:moveTo>
                  <a:cubicBezTo>
                    <a:pt x="1674" y="1"/>
                    <a:pt x="1602" y="29"/>
                    <a:pt x="1602" y="29"/>
                  </a:cubicBezTo>
                  <a:cubicBezTo>
                    <a:pt x="683" y="920"/>
                    <a:pt x="87" y="2149"/>
                    <a:pt x="9" y="3513"/>
                  </a:cubicBezTo>
                  <a:cubicBezTo>
                    <a:pt x="0" y="3677"/>
                    <a:pt x="129" y="3815"/>
                    <a:pt x="295" y="3815"/>
                  </a:cubicBezTo>
                  <a:lnTo>
                    <a:pt x="7393" y="3815"/>
                  </a:lnTo>
                  <a:cubicBezTo>
                    <a:pt x="4430" y="3236"/>
                    <a:pt x="2172" y="1173"/>
                    <a:pt x="1919" y="120"/>
                  </a:cubicBezTo>
                  <a:cubicBezTo>
                    <a:pt x="1896" y="25"/>
                    <a:pt x="1821" y="1"/>
                    <a:pt x="1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0"/>
            <p:cNvSpPr/>
            <p:nvPr/>
          </p:nvSpPr>
          <p:spPr>
            <a:xfrm>
              <a:off x="2680934" y="4226598"/>
              <a:ext cx="34599" cy="34095"/>
            </a:xfrm>
            <a:custGeom>
              <a:rect b="b" l="l" r="r" t="t"/>
              <a:pathLst>
                <a:path extrusionOk="0" h="1286" w="1305">
                  <a:moveTo>
                    <a:pt x="647" y="1"/>
                  </a:moveTo>
                  <a:cubicBezTo>
                    <a:pt x="302" y="1"/>
                    <a:pt x="18" y="278"/>
                    <a:pt x="9" y="626"/>
                  </a:cubicBezTo>
                  <a:cubicBezTo>
                    <a:pt x="0" y="981"/>
                    <a:pt x="279" y="1276"/>
                    <a:pt x="634" y="1285"/>
                  </a:cubicBezTo>
                  <a:cubicBezTo>
                    <a:pt x="641" y="1285"/>
                    <a:pt x="648" y="1286"/>
                    <a:pt x="655" y="1286"/>
                  </a:cubicBezTo>
                  <a:cubicBezTo>
                    <a:pt x="1000" y="1286"/>
                    <a:pt x="1284" y="1008"/>
                    <a:pt x="1295" y="660"/>
                  </a:cubicBezTo>
                  <a:cubicBezTo>
                    <a:pt x="1304" y="305"/>
                    <a:pt x="1025" y="10"/>
                    <a:pt x="668" y="1"/>
                  </a:cubicBezTo>
                  <a:cubicBezTo>
                    <a:pt x="661" y="1"/>
                    <a:pt x="654" y="1"/>
                    <a:pt x="6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0"/>
            <p:cNvSpPr/>
            <p:nvPr/>
          </p:nvSpPr>
          <p:spPr>
            <a:xfrm>
              <a:off x="2718502" y="3967597"/>
              <a:ext cx="209714" cy="173365"/>
            </a:xfrm>
            <a:custGeom>
              <a:rect b="b" l="l" r="r" t="t"/>
              <a:pathLst>
                <a:path extrusionOk="0" h="6539" w="7910">
                  <a:moveTo>
                    <a:pt x="2912" y="0"/>
                  </a:moveTo>
                  <a:cubicBezTo>
                    <a:pt x="2609" y="0"/>
                    <a:pt x="2331" y="95"/>
                    <a:pt x="2127" y="249"/>
                  </a:cubicBezTo>
                  <a:cubicBezTo>
                    <a:pt x="2103" y="266"/>
                    <a:pt x="2072" y="284"/>
                    <a:pt x="2039" y="295"/>
                  </a:cubicBezTo>
                  <a:cubicBezTo>
                    <a:pt x="1329" y="803"/>
                    <a:pt x="0" y="1681"/>
                    <a:pt x="0" y="2338"/>
                  </a:cubicBezTo>
                  <a:cubicBezTo>
                    <a:pt x="0" y="4569"/>
                    <a:pt x="3706" y="6539"/>
                    <a:pt x="6863" y="6539"/>
                  </a:cubicBezTo>
                  <a:cubicBezTo>
                    <a:pt x="6967" y="6539"/>
                    <a:pt x="7255" y="6492"/>
                    <a:pt x="7448" y="6153"/>
                  </a:cubicBezTo>
                  <a:cubicBezTo>
                    <a:pt x="7455" y="5691"/>
                    <a:pt x="7415" y="5254"/>
                    <a:pt x="7461" y="5228"/>
                  </a:cubicBezTo>
                  <a:cubicBezTo>
                    <a:pt x="7734" y="5061"/>
                    <a:pt x="7909" y="4800"/>
                    <a:pt x="7909" y="4509"/>
                  </a:cubicBezTo>
                  <a:cubicBezTo>
                    <a:pt x="7909" y="4254"/>
                    <a:pt x="7774" y="4021"/>
                    <a:pt x="7555" y="3861"/>
                  </a:cubicBezTo>
                  <a:cubicBezTo>
                    <a:pt x="7457" y="3788"/>
                    <a:pt x="7433" y="3673"/>
                    <a:pt x="7495" y="3578"/>
                  </a:cubicBezTo>
                  <a:cubicBezTo>
                    <a:pt x="7577" y="3453"/>
                    <a:pt x="7623" y="3311"/>
                    <a:pt x="7623" y="3163"/>
                  </a:cubicBezTo>
                  <a:cubicBezTo>
                    <a:pt x="7623" y="2786"/>
                    <a:pt x="7331" y="2464"/>
                    <a:pt x="6911" y="2327"/>
                  </a:cubicBezTo>
                  <a:cubicBezTo>
                    <a:pt x="6772" y="2280"/>
                    <a:pt x="6690" y="2158"/>
                    <a:pt x="6729" y="2043"/>
                  </a:cubicBezTo>
                  <a:cubicBezTo>
                    <a:pt x="6823" y="1768"/>
                    <a:pt x="6752" y="1462"/>
                    <a:pt x="6501" y="1229"/>
                  </a:cubicBezTo>
                  <a:cubicBezTo>
                    <a:pt x="6310" y="1049"/>
                    <a:pt x="6051" y="940"/>
                    <a:pt x="5776" y="914"/>
                  </a:cubicBezTo>
                  <a:cubicBezTo>
                    <a:pt x="5665" y="903"/>
                    <a:pt x="5574" y="847"/>
                    <a:pt x="5530" y="767"/>
                  </a:cubicBezTo>
                  <a:cubicBezTo>
                    <a:pt x="5421" y="572"/>
                    <a:pt x="5226" y="408"/>
                    <a:pt x="4966" y="313"/>
                  </a:cubicBezTo>
                  <a:cubicBezTo>
                    <a:pt x="4808" y="254"/>
                    <a:pt x="4643" y="226"/>
                    <a:pt x="4480" y="226"/>
                  </a:cubicBezTo>
                  <a:cubicBezTo>
                    <a:pt x="4326" y="226"/>
                    <a:pt x="4175" y="251"/>
                    <a:pt x="4035" y="297"/>
                  </a:cubicBezTo>
                  <a:cubicBezTo>
                    <a:pt x="3995" y="311"/>
                    <a:pt x="3954" y="317"/>
                    <a:pt x="3914" y="317"/>
                  </a:cubicBezTo>
                  <a:cubicBezTo>
                    <a:pt x="3834" y="317"/>
                    <a:pt x="3757" y="293"/>
                    <a:pt x="3695" y="249"/>
                  </a:cubicBezTo>
                  <a:cubicBezTo>
                    <a:pt x="3494" y="95"/>
                    <a:pt x="3216" y="0"/>
                    <a:pt x="2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0"/>
            <p:cNvSpPr/>
            <p:nvPr/>
          </p:nvSpPr>
          <p:spPr>
            <a:xfrm>
              <a:off x="2663170" y="3973509"/>
              <a:ext cx="252876" cy="197518"/>
            </a:xfrm>
            <a:custGeom>
              <a:rect b="b" l="l" r="r" t="t"/>
              <a:pathLst>
                <a:path extrusionOk="0" h="7450" w="9538">
                  <a:moveTo>
                    <a:pt x="3426" y="1"/>
                  </a:moveTo>
                  <a:cubicBezTo>
                    <a:pt x="3264" y="1"/>
                    <a:pt x="3100" y="28"/>
                    <a:pt x="2943" y="85"/>
                  </a:cubicBezTo>
                  <a:cubicBezTo>
                    <a:pt x="2684" y="183"/>
                    <a:pt x="2489" y="347"/>
                    <a:pt x="2380" y="540"/>
                  </a:cubicBezTo>
                  <a:cubicBezTo>
                    <a:pt x="2336" y="620"/>
                    <a:pt x="2243" y="675"/>
                    <a:pt x="2134" y="689"/>
                  </a:cubicBezTo>
                  <a:cubicBezTo>
                    <a:pt x="1861" y="717"/>
                    <a:pt x="1599" y="824"/>
                    <a:pt x="1409" y="1004"/>
                  </a:cubicBezTo>
                  <a:cubicBezTo>
                    <a:pt x="1162" y="1236"/>
                    <a:pt x="1089" y="1543"/>
                    <a:pt x="1180" y="1815"/>
                  </a:cubicBezTo>
                  <a:cubicBezTo>
                    <a:pt x="1222" y="1935"/>
                    <a:pt x="1140" y="2055"/>
                    <a:pt x="998" y="2101"/>
                  </a:cubicBezTo>
                  <a:cubicBezTo>
                    <a:pt x="579" y="2235"/>
                    <a:pt x="286" y="2558"/>
                    <a:pt x="286" y="2935"/>
                  </a:cubicBezTo>
                  <a:cubicBezTo>
                    <a:pt x="286" y="3086"/>
                    <a:pt x="333" y="3228"/>
                    <a:pt x="415" y="3352"/>
                  </a:cubicBezTo>
                  <a:cubicBezTo>
                    <a:pt x="477" y="3446"/>
                    <a:pt x="453" y="3563"/>
                    <a:pt x="355" y="3634"/>
                  </a:cubicBezTo>
                  <a:cubicBezTo>
                    <a:pt x="136" y="3798"/>
                    <a:pt x="0" y="4029"/>
                    <a:pt x="0" y="4286"/>
                  </a:cubicBezTo>
                  <a:cubicBezTo>
                    <a:pt x="0" y="4581"/>
                    <a:pt x="178" y="4838"/>
                    <a:pt x="448" y="5005"/>
                  </a:cubicBezTo>
                  <a:cubicBezTo>
                    <a:pt x="524" y="5049"/>
                    <a:pt x="366" y="6196"/>
                    <a:pt x="570" y="6748"/>
                  </a:cubicBezTo>
                  <a:cubicBezTo>
                    <a:pt x="581" y="7215"/>
                    <a:pt x="2806" y="7450"/>
                    <a:pt x="5023" y="7450"/>
                  </a:cubicBezTo>
                  <a:cubicBezTo>
                    <a:pt x="7234" y="7450"/>
                    <a:pt x="9437" y="7217"/>
                    <a:pt x="9426" y="6748"/>
                  </a:cubicBezTo>
                  <a:cubicBezTo>
                    <a:pt x="9506" y="6531"/>
                    <a:pt x="9531" y="6227"/>
                    <a:pt x="9537" y="5930"/>
                  </a:cubicBezTo>
                  <a:lnTo>
                    <a:pt x="9537" y="5930"/>
                  </a:lnTo>
                  <a:cubicBezTo>
                    <a:pt x="9431" y="5934"/>
                    <a:pt x="9327" y="5936"/>
                    <a:pt x="9218" y="5936"/>
                  </a:cubicBezTo>
                  <a:cubicBezTo>
                    <a:pt x="6064" y="5936"/>
                    <a:pt x="3507" y="4124"/>
                    <a:pt x="3507" y="1895"/>
                  </a:cubicBezTo>
                  <a:cubicBezTo>
                    <a:pt x="3507" y="1239"/>
                    <a:pt x="3729" y="618"/>
                    <a:pt x="4123" y="70"/>
                  </a:cubicBezTo>
                  <a:lnTo>
                    <a:pt x="4123" y="70"/>
                  </a:lnTo>
                  <a:cubicBezTo>
                    <a:pt x="4082" y="84"/>
                    <a:pt x="4038" y="91"/>
                    <a:pt x="3995" y="91"/>
                  </a:cubicBezTo>
                  <a:cubicBezTo>
                    <a:pt x="3955" y="91"/>
                    <a:pt x="3914" y="85"/>
                    <a:pt x="3875" y="72"/>
                  </a:cubicBezTo>
                  <a:cubicBezTo>
                    <a:pt x="3734" y="25"/>
                    <a:pt x="3581" y="1"/>
                    <a:pt x="3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0"/>
            <p:cNvSpPr/>
            <p:nvPr/>
          </p:nvSpPr>
          <p:spPr>
            <a:xfrm>
              <a:off x="2873255" y="4101008"/>
              <a:ext cx="56498" cy="71637"/>
            </a:xfrm>
            <a:custGeom>
              <a:rect b="b" l="l" r="r" t="t"/>
              <a:pathLst>
                <a:path extrusionOk="0" h="2702" w="2131">
                  <a:moveTo>
                    <a:pt x="1065" y="1"/>
                  </a:moveTo>
                  <a:cubicBezTo>
                    <a:pt x="478" y="1"/>
                    <a:pt x="1" y="606"/>
                    <a:pt x="1" y="1351"/>
                  </a:cubicBezTo>
                  <a:cubicBezTo>
                    <a:pt x="1" y="2096"/>
                    <a:pt x="478" y="2702"/>
                    <a:pt x="1065" y="2702"/>
                  </a:cubicBezTo>
                  <a:cubicBezTo>
                    <a:pt x="1655" y="2702"/>
                    <a:pt x="2130" y="2096"/>
                    <a:pt x="2130" y="1351"/>
                  </a:cubicBezTo>
                  <a:cubicBezTo>
                    <a:pt x="2130" y="606"/>
                    <a:pt x="1655" y="1"/>
                    <a:pt x="10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0"/>
            <p:cNvSpPr/>
            <p:nvPr/>
          </p:nvSpPr>
          <p:spPr>
            <a:xfrm>
              <a:off x="2661685" y="4101008"/>
              <a:ext cx="56472" cy="71637"/>
            </a:xfrm>
            <a:custGeom>
              <a:rect b="b" l="l" r="r" t="t"/>
              <a:pathLst>
                <a:path extrusionOk="0" h="2702" w="2130">
                  <a:moveTo>
                    <a:pt x="1065" y="1"/>
                  </a:moveTo>
                  <a:cubicBezTo>
                    <a:pt x="478" y="1"/>
                    <a:pt x="1" y="606"/>
                    <a:pt x="1" y="1351"/>
                  </a:cubicBezTo>
                  <a:cubicBezTo>
                    <a:pt x="1" y="2096"/>
                    <a:pt x="478" y="2702"/>
                    <a:pt x="1065" y="2702"/>
                  </a:cubicBezTo>
                  <a:cubicBezTo>
                    <a:pt x="1653" y="2702"/>
                    <a:pt x="2130" y="2096"/>
                    <a:pt x="2130" y="1351"/>
                  </a:cubicBezTo>
                  <a:cubicBezTo>
                    <a:pt x="2130" y="606"/>
                    <a:pt x="1653" y="1"/>
                    <a:pt x="1065"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0"/>
            <p:cNvSpPr/>
            <p:nvPr/>
          </p:nvSpPr>
          <p:spPr>
            <a:xfrm>
              <a:off x="2724971" y="4024201"/>
              <a:ext cx="176600" cy="210483"/>
            </a:xfrm>
            <a:custGeom>
              <a:rect b="b" l="l" r="r" t="t"/>
              <a:pathLst>
                <a:path extrusionOk="0" h="7939" w="6661">
                  <a:moveTo>
                    <a:pt x="2675" y="1"/>
                  </a:moveTo>
                  <a:cubicBezTo>
                    <a:pt x="2673" y="1"/>
                    <a:pt x="2672" y="1"/>
                    <a:pt x="2671" y="1"/>
                  </a:cubicBezTo>
                  <a:cubicBezTo>
                    <a:pt x="1976" y="1"/>
                    <a:pt x="1327" y="185"/>
                    <a:pt x="757" y="509"/>
                  </a:cubicBezTo>
                  <a:cubicBezTo>
                    <a:pt x="178" y="1141"/>
                    <a:pt x="0" y="2099"/>
                    <a:pt x="0" y="2807"/>
                  </a:cubicBezTo>
                  <a:cubicBezTo>
                    <a:pt x="0" y="5331"/>
                    <a:pt x="1639" y="7639"/>
                    <a:pt x="4301" y="7939"/>
                  </a:cubicBezTo>
                  <a:cubicBezTo>
                    <a:pt x="5691" y="7289"/>
                    <a:pt x="6661" y="5836"/>
                    <a:pt x="6661" y="4148"/>
                  </a:cubicBezTo>
                  <a:cubicBezTo>
                    <a:pt x="6661" y="1856"/>
                    <a:pt x="4873" y="1"/>
                    <a:pt x="267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0"/>
            <p:cNvSpPr/>
            <p:nvPr/>
          </p:nvSpPr>
          <p:spPr>
            <a:xfrm>
              <a:off x="2689974" y="4037617"/>
              <a:ext cx="149027" cy="206612"/>
            </a:xfrm>
            <a:custGeom>
              <a:rect b="b" l="l" r="r" t="t"/>
              <a:pathLst>
                <a:path extrusionOk="0" h="7793" w="5621">
                  <a:moveTo>
                    <a:pt x="2077" y="1"/>
                  </a:moveTo>
                  <a:cubicBezTo>
                    <a:pt x="841" y="706"/>
                    <a:pt x="1" y="2074"/>
                    <a:pt x="1" y="3642"/>
                  </a:cubicBezTo>
                  <a:cubicBezTo>
                    <a:pt x="1" y="5936"/>
                    <a:pt x="1786" y="7792"/>
                    <a:pt x="3991" y="7792"/>
                  </a:cubicBezTo>
                  <a:cubicBezTo>
                    <a:pt x="4570" y="7792"/>
                    <a:pt x="5122" y="7666"/>
                    <a:pt x="5621" y="7433"/>
                  </a:cubicBezTo>
                  <a:cubicBezTo>
                    <a:pt x="3350" y="6677"/>
                    <a:pt x="1711" y="4536"/>
                    <a:pt x="1715" y="2010"/>
                  </a:cubicBezTo>
                  <a:cubicBezTo>
                    <a:pt x="1715" y="1303"/>
                    <a:pt x="1841" y="624"/>
                    <a:pt x="2077"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0"/>
            <p:cNvSpPr/>
            <p:nvPr/>
          </p:nvSpPr>
          <p:spPr>
            <a:xfrm>
              <a:off x="2728789" y="4016857"/>
              <a:ext cx="185853" cy="110000"/>
            </a:xfrm>
            <a:custGeom>
              <a:rect b="b" l="l" r="r" t="t"/>
              <a:pathLst>
                <a:path extrusionOk="0" h="4149" w="7010">
                  <a:moveTo>
                    <a:pt x="1052" y="1"/>
                  </a:moveTo>
                  <a:cubicBezTo>
                    <a:pt x="637" y="278"/>
                    <a:pt x="0" y="380"/>
                    <a:pt x="0" y="469"/>
                  </a:cubicBezTo>
                  <a:cubicBezTo>
                    <a:pt x="0" y="1139"/>
                    <a:pt x="566" y="1786"/>
                    <a:pt x="1673" y="2117"/>
                  </a:cubicBezTo>
                  <a:cubicBezTo>
                    <a:pt x="1718" y="2085"/>
                    <a:pt x="1773" y="2068"/>
                    <a:pt x="1829" y="2068"/>
                  </a:cubicBezTo>
                  <a:cubicBezTo>
                    <a:pt x="1881" y="2068"/>
                    <a:pt x="1935" y="2083"/>
                    <a:pt x="1981" y="2114"/>
                  </a:cubicBezTo>
                  <a:cubicBezTo>
                    <a:pt x="2138" y="2216"/>
                    <a:pt x="2327" y="2276"/>
                    <a:pt x="2529" y="2276"/>
                  </a:cubicBezTo>
                  <a:cubicBezTo>
                    <a:pt x="2731" y="2276"/>
                    <a:pt x="2919" y="2216"/>
                    <a:pt x="3079" y="2114"/>
                  </a:cubicBezTo>
                  <a:cubicBezTo>
                    <a:pt x="3126" y="2083"/>
                    <a:pt x="3178" y="2068"/>
                    <a:pt x="3230" y="2068"/>
                  </a:cubicBezTo>
                  <a:cubicBezTo>
                    <a:pt x="3314" y="2068"/>
                    <a:pt x="3397" y="2107"/>
                    <a:pt x="3451" y="2176"/>
                  </a:cubicBezTo>
                  <a:cubicBezTo>
                    <a:pt x="3636" y="2409"/>
                    <a:pt x="3922" y="2562"/>
                    <a:pt x="4243" y="2562"/>
                  </a:cubicBezTo>
                  <a:cubicBezTo>
                    <a:pt x="4321" y="2562"/>
                    <a:pt x="4399" y="2554"/>
                    <a:pt x="4470" y="2538"/>
                  </a:cubicBezTo>
                  <a:cubicBezTo>
                    <a:pt x="4491" y="2533"/>
                    <a:pt x="4513" y="2530"/>
                    <a:pt x="4535" y="2530"/>
                  </a:cubicBezTo>
                  <a:cubicBezTo>
                    <a:pt x="4604" y="2530"/>
                    <a:pt x="4673" y="2555"/>
                    <a:pt x="4725" y="2602"/>
                  </a:cubicBezTo>
                  <a:cubicBezTo>
                    <a:pt x="4902" y="2753"/>
                    <a:pt x="5133" y="2849"/>
                    <a:pt x="5386" y="2849"/>
                  </a:cubicBezTo>
                  <a:cubicBezTo>
                    <a:pt x="5437" y="2849"/>
                    <a:pt x="5490" y="2846"/>
                    <a:pt x="5541" y="2837"/>
                  </a:cubicBezTo>
                  <a:cubicBezTo>
                    <a:pt x="5556" y="2835"/>
                    <a:pt x="5571" y="2834"/>
                    <a:pt x="5586" y="2834"/>
                  </a:cubicBezTo>
                  <a:cubicBezTo>
                    <a:pt x="5738" y="2834"/>
                    <a:pt x="5867" y="2962"/>
                    <a:pt x="5867" y="3119"/>
                  </a:cubicBezTo>
                  <a:lnTo>
                    <a:pt x="5867" y="3862"/>
                  </a:lnTo>
                  <a:cubicBezTo>
                    <a:pt x="5867" y="4043"/>
                    <a:pt x="6012" y="4149"/>
                    <a:pt x="6157" y="4149"/>
                  </a:cubicBezTo>
                  <a:cubicBezTo>
                    <a:pt x="6259" y="4149"/>
                    <a:pt x="6361" y="4096"/>
                    <a:pt x="6412" y="3980"/>
                  </a:cubicBezTo>
                  <a:lnTo>
                    <a:pt x="7009" y="2638"/>
                  </a:lnTo>
                  <a:lnTo>
                    <a:pt x="61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0"/>
            <p:cNvSpPr/>
            <p:nvPr/>
          </p:nvSpPr>
          <p:spPr>
            <a:xfrm>
              <a:off x="2676930" y="4016751"/>
              <a:ext cx="96055" cy="110027"/>
            </a:xfrm>
            <a:custGeom>
              <a:rect b="b" l="l" r="r" t="t"/>
              <a:pathLst>
                <a:path extrusionOk="0" h="4150" w="3623">
                  <a:moveTo>
                    <a:pt x="876" y="0"/>
                  </a:moveTo>
                  <a:lnTo>
                    <a:pt x="0" y="2640"/>
                  </a:lnTo>
                  <a:lnTo>
                    <a:pt x="595" y="3979"/>
                  </a:lnTo>
                  <a:cubicBezTo>
                    <a:pt x="647" y="4096"/>
                    <a:pt x="751" y="4149"/>
                    <a:pt x="853" y="4149"/>
                  </a:cubicBezTo>
                  <a:cubicBezTo>
                    <a:pt x="998" y="4149"/>
                    <a:pt x="1142" y="4044"/>
                    <a:pt x="1142" y="3864"/>
                  </a:cubicBezTo>
                  <a:lnTo>
                    <a:pt x="1142" y="3121"/>
                  </a:lnTo>
                  <a:cubicBezTo>
                    <a:pt x="1142" y="2962"/>
                    <a:pt x="1271" y="2835"/>
                    <a:pt x="1422" y="2835"/>
                  </a:cubicBezTo>
                  <a:cubicBezTo>
                    <a:pt x="1438" y="2835"/>
                    <a:pt x="1453" y="2837"/>
                    <a:pt x="1468" y="2839"/>
                  </a:cubicBezTo>
                  <a:cubicBezTo>
                    <a:pt x="1519" y="2846"/>
                    <a:pt x="1570" y="2848"/>
                    <a:pt x="1624" y="2848"/>
                  </a:cubicBezTo>
                  <a:cubicBezTo>
                    <a:pt x="1877" y="2848"/>
                    <a:pt x="2109" y="2757"/>
                    <a:pt x="2285" y="2602"/>
                  </a:cubicBezTo>
                  <a:cubicBezTo>
                    <a:pt x="2337" y="2556"/>
                    <a:pt x="2404" y="2530"/>
                    <a:pt x="2474" y="2530"/>
                  </a:cubicBezTo>
                  <a:cubicBezTo>
                    <a:pt x="2496" y="2530"/>
                    <a:pt x="2518" y="2532"/>
                    <a:pt x="2540" y="2538"/>
                  </a:cubicBezTo>
                  <a:cubicBezTo>
                    <a:pt x="2611" y="2555"/>
                    <a:pt x="2688" y="2564"/>
                    <a:pt x="2766" y="2564"/>
                  </a:cubicBezTo>
                  <a:cubicBezTo>
                    <a:pt x="3088" y="2564"/>
                    <a:pt x="3374" y="2413"/>
                    <a:pt x="3556" y="2178"/>
                  </a:cubicBezTo>
                  <a:cubicBezTo>
                    <a:pt x="3575" y="2154"/>
                    <a:pt x="3598" y="2134"/>
                    <a:pt x="3622" y="2118"/>
                  </a:cubicBezTo>
                  <a:cubicBezTo>
                    <a:pt x="3218" y="1564"/>
                    <a:pt x="2988" y="934"/>
                    <a:pt x="2990" y="262"/>
                  </a:cubicBezTo>
                  <a:cubicBezTo>
                    <a:pt x="2990" y="173"/>
                    <a:pt x="2994" y="89"/>
                    <a:pt x="3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0"/>
            <p:cNvSpPr/>
            <p:nvPr/>
          </p:nvSpPr>
          <p:spPr>
            <a:xfrm>
              <a:off x="2878955" y="3967544"/>
              <a:ext cx="41253" cy="54218"/>
            </a:xfrm>
            <a:custGeom>
              <a:rect b="b" l="l" r="r" t="t"/>
              <a:pathLst>
                <a:path extrusionOk="0" h="2045" w="1556">
                  <a:moveTo>
                    <a:pt x="998" y="1"/>
                  </a:moveTo>
                  <a:cubicBezTo>
                    <a:pt x="954" y="1"/>
                    <a:pt x="908" y="11"/>
                    <a:pt x="866" y="33"/>
                  </a:cubicBezTo>
                  <a:cubicBezTo>
                    <a:pt x="633" y="155"/>
                    <a:pt x="292" y="399"/>
                    <a:pt x="178" y="821"/>
                  </a:cubicBezTo>
                  <a:cubicBezTo>
                    <a:pt x="1" y="1481"/>
                    <a:pt x="527" y="2045"/>
                    <a:pt x="527" y="2045"/>
                  </a:cubicBezTo>
                  <a:cubicBezTo>
                    <a:pt x="527" y="2045"/>
                    <a:pt x="1265" y="1819"/>
                    <a:pt x="1443" y="1160"/>
                  </a:cubicBezTo>
                  <a:cubicBezTo>
                    <a:pt x="1556" y="738"/>
                    <a:pt x="1381" y="355"/>
                    <a:pt x="1241" y="133"/>
                  </a:cubicBezTo>
                  <a:cubicBezTo>
                    <a:pt x="1185" y="48"/>
                    <a:pt x="1093" y="1"/>
                    <a:pt x="9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0"/>
            <p:cNvSpPr/>
            <p:nvPr/>
          </p:nvSpPr>
          <p:spPr>
            <a:xfrm>
              <a:off x="2896374" y="3988834"/>
              <a:ext cx="50003" cy="37807"/>
            </a:xfrm>
            <a:custGeom>
              <a:rect b="b" l="l" r="r" t="t"/>
              <a:pathLst>
                <a:path extrusionOk="0" h="1426" w="1886">
                  <a:moveTo>
                    <a:pt x="1182" y="0"/>
                  </a:moveTo>
                  <a:cubicBezTo>
                    <a:pt x="1001" y="0"/>
                    <a:pt x="804" y="37"/>
                    <a:pt x="617" y="146"/>
                  </a:cubicBezTo>
                  <a:cubicBezTo>
                    <a:pt x="240" y="366"/>
                    <a:pt x="91" y="758"/>
                    <a:pt x="34" y="1013"/>
                  </a:cubicBezTo>
                  <a:cubicBezTo>
                    <a:pt x="0" y="1158"/>
                    <a:pt x="87" y="1304"/>
                    <a:pt x="229" y="1348"/>
                  </a:cubicBezTo>
                  <a:cubicBezTo>
                    <a:pt x="354" y="1387"/>
                    <a:pt x="522" y="1425"/>
                    <a:pt x="706" y="1425"/>
                  </a:cubicBezTo>
                  <a:cubicBezTo>
                    <a:pt x="887" y="1425"/>
                    <a:pt x="1084" y="1388"/>
                    <a:pt x="1271" y="1280"/>
                  </a:cubicBezTo>
                  <a:cubicBezTo>
                    <a:pt x="1648" y="1060"/>
                    <a:pt x="1795" y="667"/>
                    <a:pt x="1852" y="412"/>
                  </a:cubicBezTo>
                  <a:cubicBezTo>
                    <a:pt x="1886" y="268"/>
                    <a:pt x="1799" y="122"/>
                    <a:pt x="1659" y="77"/>
                  </a:cubicBezTo>
                  <a:cubicBezTo>
                    <a:pt x="1533" y="38"/>
                    <a:pt x="1365" y="0"/>
                    <a:pt x="1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0"/>
            <p:cNvSpPr/>
            <p:nvPr/>
          </p:nvSpPr>
          <p:spPr>
            <a:xfrm>
              <a:off x="2851621" y="4014498"/>
              <a:ext cx="45416" cy="45495"/>
            </a:xfrm>
            <a:custGeom>
              <a:rect b="b" l="l" r="r" t="t"/>
              <a:pathLst>
                <a:path extrusionOk="0" h="1716" w="1713">
                  <a:moveTo>
                    <a:pt x="857" y="1"/>
                  </a:moveTo>
                  <a:cubicBezTo>
                    <a:pt x="384" y="1"/>
                    <a:pt x="1" y="385"/>
                    <a:pt x="1" y="857"/>
                  </a:cubicBezTo>
                  <a:cubicBezTo>
                    <a:pt x="1" y="1332"/>
                    <a:pt x="384" y="1715"/>
                    <a:pt x="857" y="1715"/>
                  </a:cubicBezTo>
                  <a:cubicBezTo>
                    <a:pt x="1329" y="1715"/>
                    <a:pt x="1713" y="1332"/>
                    <a:pt x="1713" y="857"/>
                  </a:cubicBezTo>
                  <a:cubicBezTo>
                    <a:pt x="1713" y="385"/>
                    <a:pt x="1329" y="1"/>
                    <a:pt x="8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0"/>
            <p:cNvSpPr/>
            <p:nvPr/>
          </p:nvSpPr>
          <p:spPr>
            <a:xfrm>
              <a:off x="2853450" y="3985122"/>
              <a:ext cx="45416" cy="45416"/>
            </a:xfrm>
            <a:custGeom>
              <a:rect b="b" l="l" r="r" t="t"/>
              <a:pathLst>
                <a:path extrusionOk="0" h="1713" w="1713">
                  <a:moveTo>
                    <a:pt x="857" y="0"/>
                  </a:moveTo>
                  <a:cubicBezTo>
                    <a:pt x="384" y="0"/>
                    <a:pt x="0" y="384"/>
                    <a:pt x="0" y="856"/>
                  </a:cubicBezTo>
                  <a:cubicBezTo>
                    <a:pt x="0" y="1331"/>
                    <a:pt x="384" y="1712"/>
                    <a:pt x="857" y="1712"/>
                  </a:cubicBezTo>
                  <a:cubicBezTo>
                    <a:pt x="1331" y="1712"/>
                    <a:pt x="1713" y="1331"/>
                    <a:pt x="1713" y="856"/>
                  </a:cubicBezTo>
                  <a:cubicBezTo>
                    <a:pt x="1713" y="384"/>
                    <a:pt x="1331"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0"/>
            <p:cNvSpPr/>
            <p:nvPr/>
          </p:nvSpPr>
          <p:spPr>
            <a:xfrm>
              <a:off x="2880254" y="4008930"/>
              <a:ext cx="45495" cy="45469"/>
            </a:xfrm>
            <a:custGeom>
              <a:rect b="b" l="l" r="r" t="t"/>
              <a:pathLst>
                <a:path extrusionOk="0" h="1715" w="1716">
                  <a:moveTo>
                    <a:pt x="857" y="0"/>
                  </a:moveTo>
                  <a:cubicBezTo>
                    <a:pt x="384" y="0"/>
                    <a:pt x="1" y="384"/>
                    <a:pt x="1" y="856"/>
                  </a:cubicBezTo>
                  <a:cubicBezTo>
                    <a:pt x="1" y="1331"/>
                    <a:pt x="384" y="1715"/>
                    <a:pt x="857" y="1715"/>
                  </a:cubicBezTo>
                  <a:cubicBezTo>
                    <a:pt x="1332" y="1715"/>
                    <a:pt x="1715" y="1331"/>
                    <a:pt x="1715" y="856"/>
                  </a:cubicBezTo>
                  <a:cubicBezTo>
                    <a:pt x="1715" y="384"/>
                    <a:pt x="1332" y="0"/>
                    <a:pt x="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0"/>
            <p:cNvSpPr/>
            <p:nvPr/>
          </p:nvSpPr>
          <p:spPr>
            <a:xfrm>
              <a:off x="2681093" y="3967544"/>
              <a:ext cx="41200" cy="54218"/>
            </a:xfrm>
            <a:custGeom>
              <a:rect b="b" l="l" r="r" t="t"/>
              <a:pathLst>
                <a:path extrusionOk="0" h="2045" w="1554">
                  <a:moveTo>
                    <a:pt x="556" y="1"/>
                  </a:moveTo>
                  <a:cubicBezTo>
                    <a:pt x="460" y="1"/>
                    <a:pt x="368" y="48"/>
                    <a:pt x="313" y="133"/>
                  </a:cubicBezTo>
                  <a:cubicBezTo>
                    <a:pt x="176" y="355"/>
                    <a:pt x="1" y="738"/>
                    <a:pt x="112" y="1160"/>
                  </a:cubicBezTo>
                  <a:cubicBezTo>
                    <a:pt x="289" y="1819"/>
                    <a:pt x="1025" y="2045"/>
                    <a:pt x="1025" y="2045"/>
                  </a:cubicBezTo>
                  <a:cubicBezTo>
                    <a:pt x="1025" y="2045"/>
                    <a:pt x="1553" y="1481"/>
                    <a:pt x="1376" y="821"/>
                  </a:cubicBezTo>
                  <a:cubicBezTo>
                    <a:pt x="1263" y="399"/>
                    <a:pt x="921" y="155"/>
                    <a:pt x="688" y="33"/>
                  </a:cubicBezTo>
                  <a:cubicBezTo>
                    <a:pt x="646" y="11"/>
                    <a:pt x="600" y="1"/>
                    <a:pt x="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0"/>
            <p:cNvSpPr/>
            <p:nvPr/>
          </p:nvSpPr>
          <p:spPr>
            <a:xfrm>
              <a:off x="2654925" y="3988834"/>
              <a:ext cx="50003" cy="37807"/>
            </a:xfrm>
            <a:custGeom>
              <a:rect b="b" l="l" r="r" t="t"/>
              <a:pathLst>
                <a:path extrusionOk="0" h="1426" w="1886">
                  <a:moveTo>
                    <a:pt x="705" y="0"/>
                  </a:moveTo>
                  <a:cubicBezTo>
                    <a:pt x="521" y="0"/>
                    <a:pt x="353" y="38"/>
                    <a:pt x="227" y="77"/>
                  </a:cubicBezTo>
                  <a:cubicBezTo>
                    <a:pt x="87" y="122"/>
                    <a:pt x="1" y="268"/>
                    <a:pt x="34" y="412"/>
                  </a:cubicBezTo>
                  <a:cubicBezTo>
                    <a:pt x="92" y="667"/>
                    <a:pt x="238" y="1060"/>
                    <a:pt x="615" y="1280"/>
                  </a:cubicBezTo>
                  <a:cubicBezTo>
                    <a:pt x="802" y="1388"/>
                    <a:pt x="999" y="1425"/>
                    <a:pt x="1180" y="1425"/>
                  </a:cubicBezTo>
                  <a:cubicBezTo>
                    <a:pt x="1364" y="1425"/>
                    <a:pt x="1532" y="1387"/>
                    <a:pt x="1657" y="1348"/>
                  </a:cubicBezTo>
                  <a:cubicBezTo>
                    <a:pt x="1799" y="1304"/>
                    <a:pt x="1886" y="1158"/>
                    <a:pt x="1853" y="1013"/>
                  </a:cubicBezTo>
                  <a:cubicBezTo>
                    <a:pt x="1795" y="758"/>
                    <a:pt x="1646" y="366"/>
                    <a:pt x="1269" y="146"/>
                  </a:cubicBezTo>
                  <a:cubicBezTo>
                    <a:pt x="1082" y="37"/>
                    <a:pt x="886" y="0"/>
                    <a:pt x="7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0"/>
            <p:cNvSpPr/>
            <p:nvPr/>
          </p:nvSpPr>
          <p:spPr>
            <a:xfrm>
              <a:off x="2704211" y="4014498"/>
              <a:ext cx="45469" cy="45495"/>
            </a:xfrm>
            <a:custGeom>
              <a:rect b="b" l="l" r="r" t="t"/>
              <a:pathLst>
                <a:path extrusionOk="0" h="1716" w="1715">
                  <a:moveTo>
                    <a:pt x="859" y="1"/>
                  </a:moveTo>
                  <a:cubicBezTo>
                    <a:pt x="384" y="1"/>
                    <a:pt x="0" y="385"/>
                    <a:pt x="0" y="857"/>
                  </a:cubicBezTo>
                  <a:cubicBezTo>
                    <a:pt x="0" y="1332"/>
                    <a:pt x="384" y="1715"/>
                    <a:pt x="859" y="1715"/>
                  </a:cubicBezTo>
                  <a:cubicBezTo>
                    <a:pt x="1331" y="1715"/>
                    <a:pt x="1715" y="1332"/>
                    <a:pt x="1715" y="857"/>
                  </a:cubicBezTo>
                  <a:cubicBezTo>
                    <a:pt x="1715" y="385"/>
                    <a:pt x="1331" y="1"/>
                    <a:pt x="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0"/>
            <p:cNvSpPr/>
            <p:nvPr/>
          </p:nvSpPr>
          <p:spPr>
            <a:xfrm>
              <a:off x="2675578" y="4008930"/>
              <a:ext cx="45416" cy="45469"/>
            </a:xfrm>
            <a:custGeom>
              <a:rect b="b" l="l" r="r" t="t"/>
              <a:pathLst>
                <a:path extrusionOk="0" h="1715" w="1713">
                  <a:moveTo>
                    <a:pt x="856" y="0"/>
                  </a:moveTo>
                  <a:cubicBezTo>
                    <a:pt x="384" y="0"/>
                    <a:pt x="0" y="384"/>
                    <a:pt x="0" y="856"/>
                  </a:cubicBezTo>
                  <a:cubicBezTo>
                    <a:pt x="0" y="1331"/>
                    <a:pt x="384" y="1715"/>
                    <a:pt x="856" y="1715"/>
                  </a:cubicBezTo>
                  <a:cubicBezTo>
                    <a:pt x="1331" y="1715"/>
                    <a:pt x="1712" y="1331"/>
                    <a:pt x="1712" y="856"/>
                  </a:cubicBezTo>
                  <a:cubicBezTo>
                    <a:pt x="1712" y="384"/>
                    <a:pt x="1331" y="0"/>
                    <a:pt x="8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0"/>
            <p:cNvSpPr/>
            <p:nvPr/>
          </p:nvSpPr>
          <p:spPr>
            <a:xfrm>
              <a:off x="2702382" y="3985122"/>
              <a:ext cx="45495" cy="45416"/>
            </a:xfrm>
            <a:custGeom>
              <a:rect b="b" l="l" r="r" t="t"/>
              <a:pathLst>
                <a:path extrusionOk="0" h="1713" w="1716">
                  <a:moveTo>
                    <a:pt x="857" y="0"/>
                  </a:moveTo>
                  <a:cubicBezTo>
                    <a:pt x="384" y="0"/>
                    <a:pt x="1" y="384"/>
                    <a:pt x="1" y="856"/>
                  </a:cubicBezTo>
                  <a:cubicBezTo>
                    <a:pt x="1" y="1331"/>
                    <a:pt x="384" y="1712"/>
                    <a:pt x="857" y="1712"/>
                  </a:cubicBezTo>
                  <a:cubicBezTo>
                    <a:pt x="1331" y="1712"/>
                    <a:pt x="1715" y="1331"/>
                    <a:pt x="1715" y="856"/>
                  </a:cubicBezTo>
                  <a:cubicBezTo>
                    <a:pt x="1715" y="384"/>
                    <a:pt x="133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0"/>
            <p:cNvSpPr/>
            <p:nvPr/>
          </p:nvSpPr>
          <p:spPr>
            <a:xfrm>
              <a:off x="2951891" y="4256371"/>
              <a:ext cx="45416" cy="43056"/>
            </a:xfrm>
            <a:custGeom>
              <a:rect b="b" l="l" r="r" t="t"/>
              <a:pathLst>
                <a:path extrusionOk="0" h="1624" w="1713">
                  <a:moveTo>
                    <a:pt x="286" y="0"/>
                  </a:moveTo>
                  <a:cubicBezTo>
                    <a:pt x="408" y="535"/>
                    <a:pt x="308" y="1076"/>
                    <a:pt x="0" y="1624"/>
                  </a:cubicBezTo>
                  <a:lnTo>
                    <a:pt x="1712" y="1624"/>
                  </a:lnTo>
                  <a:cubicBezTo>
                    <a:pt x="1406" y="1076"/>
                    <a:pt x="1307" y="535"/>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0"/>
            <p:cNvSpPr/>
            <p:nvPr/>
          </p:nvSpPr>
          <p:spPr>
            <a:xfrm>
              <a:off x="2916550" y="4187147"/>
              <a:ext cx="116151" cy="50665"/>
            </a:xfrm>
            <a:custGeom>
              <a:rect b="b" l="l" r="r" t="t"/>
              <a:pathLst>
                <a:path extrusionOk="0" h="1911" w="4381">
                  <a:moveTo>
                    <a:pt x="595" y="1"/>
                  </a:moveTo>
                  <a:cubicBezTo>
                    <a:pt x="262" y="1"/>
                    <a:pt x="0" y="287"/>
                    <a:pt x="27" y="620"/>
                  </a:cubicBezTo>
                  <a:lnTo>
                    <a:pt x="51" y="930"/>
                  </a:lnTo>
                  <a:lnTo>
                    <a:pt x="2189" y="1910"/>
                  </a:lnTo>
                  <a:lnTo>
                    <a:pt x="4327" y="930"/>
                  </a:lnTo>
                  <a:lnTo>
                    <a:pt x="4352" y="620"/>
                  </a:lnTo>
                  <a:cubicBezTo>
                    <a:pt x="4381" y="287"/>
                    <a:pt x="4117" y="1"/>
                    <a:pt x="37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0"/>
            <p:cNvSpPr/>
            <p:nvPr/>
          </p:nvSpPr>
          <p:spPr>
            <a:xfrm>
              <a:off x="2917902" y="4211804"/>
              <a:ext cx="113394" cy="55411"/>
            </a:xfrm>
            <a:custGeom>
              <a:rect b="b" l="l" r="r" t="t"/>
              <a:pathLst>
                <a:path extrusionOk="0" h="2090" w="4277">
                  <a:moveTo>
                    <a:pt x="0" y="0"/>
                  </a:moveTo>
                  <a:lnTo>
                    <a:pt x="40" y="461"/>
                  </a:lnTo>
                  <a:cubicBezTo>
                    <a:pt x="67" y="819"/>
                    <a:pt x="207" y="1145"/>
                    <a:pt x="422" y="1408"/>
                  </a:cubicBezTo>
                  <a:cubicBezTo>
                    <a:pt x="639" y="1672"/>
                    <a:pt x="932" y="1872"/>
                    <a:pt x="1276" y="1970"/>
                  </a:cubicBezTo>
                  <a:cubicBezTo>
                    <a:pt x="1558" y="2049"/>
                    <a:pt x="1849" y="2089"/>
                    <a:pt x="2139" y="2089"/>
                  </a:cubicBezTo>
                  <a:cubicBezTo>
                    <a:pt x="2429" y="2089"/>
                    <a:pt x="2719" y="2049"/>
                    <a:pt x="3001" y="1970"/>
                  </a:cubicBezTo>
                  <a:cubicBezTo>
                    <a:pt x="3686" y="1772"/>
                    <a:pt x="4179" y="1173"/>
                    <a:pt x="4236" y="461"/>
                  </a:cubicBezTo>
                  <a:lnTo>
                    <a:pt x="4276" y="0"/>
                  </a:lnTo>
                  <a:lnTo>
                    <a:pt x="3150" y="0"/>
                  </a:lnTo>
                  <a:cubicBezTo>
                    <a:pt x="2999" y="0"/>
                    <a:pt x="2872" y="129"/>
                    <a:pt x="2872" y="286"/>
                  </a:cubicBezTo>
                  <a:lnTo>
                    <a:pt x="2872" y="408"/>
                  </a:lnTo>
                  <a:cubicBezTo>
                    <a:pt x="2872" y="566"/>
                    <a:pt x="2748" y="694"/>
                    <a:pt x="2595" y="694"/>
                  </a:cubicBezTo>
                  <a:lnTo>
                    <a:pt x="1681" y="694"/>
                  </a:lnTo>
                  <a:cubicBezTo>
                    <a:pt x="1528" y="694"/>
                    <a:pt x="1404" y="566"/>
                    <a:pt x="1404" y="408"/>
                  </a:cubicBezTo>
                  <a:lnTo>
                    <a:pt x="1404" y="286"/>
                  </a:lnTo>
                  <a:cubicBezTo>
                    <a:pt x="1404" y="129"/>
                    <a:pt x="1280" y="0"/>
                    <a:pt x="1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0"/>
            <p:cNvSpPr/>
            <p:nvPr/>
          </p:nvSpPr>
          <p:spPr>
            <a:xfrm>
              <a:off x="2929197" y="4290891"/>
              <a:ext cx="90858" cy="52998"/>
            </a:xfrm>
            <a:custGeom>
              <a:rect b="b" l="l" r="r" t="t"/>
              <a:pathLst>
                <a:path extrusionOk="0" h="1999" w="3427">
                  <a:moveTo>
                    <a:pt x="1426" y="0"/>
                  </a:moveTo>
                  <a:cubicBezTo>
                    <a:pt x="639" y="0"/>
                    <a:pt x="0" y="641"/>
                    <a:pt x="0" y="1429"/>
                  </a:cubicBezTo>
                  <a:lnTo>
                    <a:pt x="0" y="1999"/>
                  </a:lnTo>
                  <a:lnTo>
                    <a:pt x="3141" y="1999"/>
                  </a:lnTo>
                  <a:cubicBezTo>
                    <a:pt x="3298" y="1999"/>
                    <a:pt x="3427" y="1872"/>
                    <a:pt x="3427" y="1712"/>
                  </a:cubicBezTo>
                  <a:lnTo>
                    <a:pt x="3427" y="1429"/>
                  </a:lnTo>
                  <a:cubicBezTo>
                    <a:pt x="3427" y="641"/>
                    <a:pt x="2786" y="0"/>
                    <a:pt x="1998" y="0"/>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70"/>
          <p:cNvGrpSpPr/>
          <p:nvPr/>
        </p:nvGrpSpPr>
        <p:grpSpPr>
          <a:xfrm>
            <a:off x="2651054" y="3335248"/>
            <a:ext cx="380932" cy="376212"/>
            <a:chOff x="2651054" y="3335248"/>
            <a:chExt cx="380932" cy="376212"/>
          </a:xfrm>
        </p:grpSpPr>
        <p:sp>
          <p:nvSpPr>
            <p:cNvPr id="4258" name="Google Shape;4258;p70"/>
            <p:cNvSpPr/>
            <p:nvPr/>
          </p:nvSpPr>
          <p:spPr>
            <a:xfrm>
              <a:off x="2749893" y="3571368"/>
              <a:ext cx="279177" cy="129699"/>
            </a:xfrm>
            <a:custGeom>
              <a:rect b="b" l="l" r="r" t="t"/>
              <a:pathLst>
                <a:path extrusionOk="0" h="4892" w="10530">
                  <a:moveTo>
                    <a:pt x="5284" y="1"/>
                  </a:moveTo>
                  <a:cubicBezTo>
                    <a:pt x="2367" y="3"/>
                    <a:pt x="1" y="1975"/>
                    <a:pt x="1" y="4891"/>
                  </a:cubicBezTo>
                  <a:lnTo>
                    <a:pt x="1296" y="4807"/>
                  </a:lnTo>
                  <a:lnTo>
                    <a:pt x="5284" y="4827"/>
                  </a:lnTo>
                  <a:lnTo>
                    <a:pt x="9274" y="4590"/>
                  </a:lnTo>
                  <a:lnTo>
                    <a:pt x="10003" y="4634"/>
                  </a:lnTo>
                  <a:lnTo>
                    <a:pt x="10529" y="4650"/>
                  </a:lnTo>
                  <a:cubicBezTo>
                    <a:pt x="10216" y="2030"/>
                    <a:pt x="7987" y="1"/>
                    <a:pt x="5284"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0"/>
            <p:cNvSpPr/>
            <p:nvPr/>
          </p:nvSpPr>
          <p:spPr>
            <a:xfrm>
              <a:off x="2783829" y="3603421"/>
              <a:ext cx="116575" cy="108038"/>
            </a:xfrm>
            <a:custGeom>
              <a:rect b="b" l="l" r="r" t="t"/>
              <a:pathLst>
                <a:path extrusionOk="0" h="4075" w="4397">
                  <a:moveTo>
                    <a:pt x="641" y="1"/>
                  </a:moveTo>
                  <a:cubicBezTo>
                    <a:pt x="411" y="191"/>
                    <a:pt x="196" y="402"/>
                    <a:pt x="0" y="630"/>
                  </a:cubicBezTo>
                  <a:lnTo>
                    <a:pt x="0" y="4075"/>
                  </a:lnTo>
                  <a:lnTo>
                    <a:pt x="2966" y="4075"/>
                  </a:lnTo>
                  <a:cubicBezTo>
                    <a:pt x="2966" y="4075"/>
                    <a:pt x="4396" y="3698"/>
                    <a:pt x="4048" y="3480"/>
                  </a:cubicBezTo>
                  <a:cubicBezTo>
                    <a:pt x="2593" y="2582"/>
                    <a:pt x="1375" y="1380"/>
                    <a:pt x="6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0"/>
            <p:cNvSpPr/>
            <p:nvPr/>
          </p:nvSpPr>
          <p:spPr>
            <a:xfrm>
              <a:off x="2862438" y="3604721"/>
              <a:ext cx="136036" cy="106739"/>
            </a:xfrm>
            <a:custGeom>
              <a:rect b="b" l="l" r="r" t="t"/>
              <a:pathLst>
                <a:path extrusionOk="0" h="4026" w="5131">
                  <a:moveTo>
                    <a:pt x="4463" y="0"/>
                  </a:moveTo>
                  <a:cubicBezTo>
                    <a:pt x="3549" y="1693"/>
                    <a:pt x="1908" y="3105"/>
                    <a:pt x="1" y="4026"/>
                  </a:cubicBezTo>
                  <a:lnTo>
                    <a:pt x="5131" y="4026"/>
                  </a:lnTo>
                  <a:lnTo>
                    <a:pt x="5131" y="683"/>
                  </a:lnTo>
                  <a:cubicBezTo>
                    <a:pt x="4929" y="439"/>
                    <a:pt x="4707" y="209"/>
                    <a:pt x="4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0"/>
            <p:cNvSpPr/>
            <p:nvPr/>
          </p:nvSpPr>
          <p:spPr>
            <a:xfrm>
              <a:off x="2903082" y="3517813"/>
              <a:ext cx="107402" cy="168911"/>
            </a:xfrm>
            <a:custGeom>
              <a:rect b="b" l="l" r="r" t="t"/>
              <a:pathLst>
                <a:path extrusionOk="0" h="6371" w="4051">
                  <a:moveTo>
                    <a:pt x="1196" y="0"/>
                  </a:moveTo>
                  <a:cubicBezTo>
                    <a:pt x="1218" y="1768"/>
                    <a:pt x="801" y="3445"/>
                    <a:pt x="180" y="4982"/>
                  </a:cubicBezTo>
                  <a:cubicBezTo>
                    <a:pt x="0" y="5430"/>
                    <a:pt x="222" y="5938"/>
                    <a:pt x="670" y="6106"/>
                  </a:cubicBezTo>
                  <a:cubicBezTo>
                    <a:pt x="1124" y="6276"/>
                    <a:pt x="1596" y="6371"/>
                    <a:pt x="2067" y="6371"/>
                  </a:cubicBezTo>
                  <a:cubicBezTo>
                    <a:pt x="2397" y="6371"/>
                    <a:pt x="2727" y="6324"/>
                    <a:pt x="3050" y="6224"/>
                  </a:cubicBezTo>
                  <a:cubicBezTo>
                    <a:pt x="3647" y="6037"/>
                    <a:pt x="4050" y="5485"/>
                    <a:pt x="4050" y="4860"/>
                  </a:cubicBezTo>
                  <a:lnTo>
                    <a:pt x="40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0"/>
            <p:cNvSpPr/>
            <p:nvPr/>
          </p:nvSpPr>
          <p:spPr>
            <a:xfrm>
              <a:off x="2769538" y="3517813"/>
              <a:ext cx="107402" cy="168911"/>
            </a:xfrm>
            <a:custGeom>
              <a:rect b="b" l="l" r="r" t="t"/>
              <a:pathLst>
                <a:path extrusionOk="0" h="6371" w="4051">
                  <a:moveTo>
                    <a:pt x="0" y="0"/>
                  </a:moveTo>
                  <a:lnTo>
                    <a:pt x="0" y="4860"/>
                  </a:lnTo>
                  <a:cubicBezTo>
                    <a:pt x="0" y="5485"/>
                    <a:pt x="404" y="6037"/>
                    <a:pt x="1001" y="6224"/>
                  </a:cubicBezTo>
                  <a:cubicBezTo>
                    <a:pt x="1324" y="6324"/>
                    <a:pt x="1654" y="6371"/>
                    <a:pt x="1984" y="6371"/>
                  </a:cubicBezTo>
                  <a:cubicBezTo>
                    <a:pt x="2455" y="6371"/>
                    <a:pt x="2926" y="6276"/>
                    <a:pt x="3378" y="6106"/>
                  </a:cubicBezTo>
                  <a:cubicBezTo>
                    <a:pt x="3829" y="5938"/>
                    <a:pt x="4050" y="5430"/>
                    <a:pt x="3868" y="4982"/>
                  </a:cubicBezTo>
                  <a:cubicBezTo>
                    <a:pt x="3247" y="3445"/>
                    <a:pt x="2833" y="1768"/>
                    <a:pt x="28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0"/>
            <p:cNvSpPr/>
            <p:nvPr/>
          </p:nvSpPr>
          <p:spPr>
            <a:xfrm>
              <a:off x="2810580" y="3391746"/>
              <a:ext cx="185190" cy="210642"/>
            </a:xfrm>
            <a:custGeom>
              <a:rect b="b" l="l" r="r" t="t"/>
              <a:pathLst>
                <a:path extrusionOk="0" h="7945" w="6985">
                  <a:moveTo>
                    <a:pt x="2999" y="0"/>
                  </a:moveTo>
                  <a:cubicBezTo>
                    <a:pt x="2283" y="0"/>
                    <a:pt x="1609" y="193"/>
                    <a:pt x="1030" y="537"/>
                  </a:cubicBezTo>
                  <a:cubicBezTo>
                    <a:pt x="420" y="1275"/>
                    <a:pt x="1" y="2460"/>
                    <a:pt x="1" y="3154"/>
                  </a:cubicBezTo>
                  <a:cubicBezTo>
                    <a:pt x="1" y="5689"/>
                    <a:pt x="2136" y="7876"/>
                    <a:pt x="4609" y="7945"/>
                  </a:cubicBezTo>
                  <a:cubicBezTo>
                    <a:pt x="6009" y="7301"/>
                    <a:pt x="6985" y="5844"/>
                    <a:pt x="6985" y="4150"/>
                  </a:cubicBezTo>
                  <a:cubicBezTo>
                    <a:pt x="6985" y="1861"/>
                    <a:pt x="5199" y="2"/>
                    <a:pt x="2999" y="0"/>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0"/>
            <p:cNvSpPr/>
            <p:nvPr/>
          </p:nvSpPr>
          <p:spPr>
            <a:xfrm>
              <a:off x="2784226" y="3406089"/>
              <a:ext cx="148576" cy="205710"/>
            </a:xfrm>
            <a:custGeom>
              <a:rect b="b" l="l" r="r" t="t"/>
              <a:pathLst>
                <a:path extrusionOk="0" h="7759" w="5604">
                  <a:moveTo>
                    <a:pt x="2021" y="0"/>
                  </a:moveTo>
                  <a:lnTo>
                    <a:pt x="2021" y="0"/>
                  </a:lnTo>
                  <a:cubicBezTo>
                    <a:pt x="815" y="712"/>
                    <a:pt x="1" y="2061"/>
                    <a:pt x="1" y="3609"/>
                  </a:cubicBezTo>
                  <a:cubicBezTo>
                    <a:pt x="1" y="5902"/>
                    <a:pt x="1786" y="7758"/>
                    <a:pt x="3989" y="7758"/>
                  </a:cubicBezTo>
                  <a:cubicBezTo>
                    <a:pt x="4563" y="7758"/>
                    <a:pt x="5109" y="7634"/>
                    <a:pt x="5603" y="7408"/>
                  </a:cubicBezTo>
                  <a:cubicBezTo>
                    <a:pt x="3319" y="6658"/>
                    <a:pt x="1669" y="4509"/>
                    <a:pt x="1669" y="1976"/>
                  </a:cubicBezTo>
                  <a:cubicBezTo>
                    <a:pt x="1669" y="1282"/>
                    <a:pt x="1793" y="615"/>
                    <a:pt x="2021"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0"/>
            <p:cNvSpPr/>
            <p:nvPr/>
          </p:nvSpPr>
          <p:spPr>
            <a:xfrm>
              <a:off x="2808697" y="3359613"/>
              <a:ext cx="206479" cy="149928"/>
            </a:xfrm>
            <a:custGeom>
              <a:rect b="b" l="l" r="r" t="t"/>
              <a:pathLst>
                <a:path extrusionOk="0" h="5655" w="7788">
                  <a:moveTo>
                    <a:pt x="3067" y="0"/>
                  </a:moveTo>
                  <a:cubicBezTo>
                    <a:pt x="2741" y="0"/>
                    <a:pt x="2415" y="15"/>
                    <a:pt x="2099" y="45"/>
                  </a:cubicBezTo>
                  <a:cubicBezTo>
                    <a:pt x="686" y="933"/>
                    <a:pt x="1" y="2330"/>
                    <a:pt x="1" y="3732"/>
                  </a:cubicBezTo>
                  <a:cubicBezTo>
                    <a:pt x="1" y="4015"/>
                    <a:pt x="78" y="4366"/>
                    <a:pt x="812" y="4561"/>
                  </a:cubicBezTo>
                  <a:cubicBezTo>
                    <a:pt x="1245" y="4432"/>
                    <a:pt x="1686" y="4237"/>
                    <a:pt x="2085" y="3938"/>
                  </a:cubicBezTo>
                  <a:cubicBezTo>
                    <a:pt x="2400" y="3689"/>
                    <a:pt x="2642" y="3423"/>
                    <a:pt x="2826" y="3157"/>
                  </a:cubicBezTo>
                  <a:cubicBezTo>
                    <a:pt x="2883" y="3074"/>
                    <a:pt x="2972" y="3032"/>
                    <a:pt x="3061" y="3032"/>
                  </a:cubicBezTo>
                  <a:cubicBezTo>
                    <a:pt x="3151" y="3032"/>
                    <a:pt x="3240" y="3074"/>
                    <a:pt x="3296" y="3157"/>
                  </a:cubicBezTo>
                  <a:cubicBezTo>
                    <a:pt x="3480" y="3423"/>
                    <a:pt x="3720" y="3687"/>
                    <a:pt x="4037" y="3938"/>
                  </a:cubicBezTo>
                  <a:cubicBezTo>
                    <a:pt x="4738" y="4463"/>
                    <a:pt x="5568" y="4676"/>
                    <a:pt x="6264" y="4732"/>
                  </a:cubicBezTo>
                  <a:cubicBezTo>
                    <a:pt x="6419" y="4747"/>
                    <a:pt x="6537" y="4869"/>
                    <a:pt x="6537" y="5018"/>
                  </a:cubicBezTo>
                  <a:lnTo>
                    <a:pt x="6537" y="5368"/>
                  </a:lnTo>
                  <a:cubicBezTo>
                    <a:pt x="6537" y="5548"/>
                    <a:pt x="6688" y="5654"/>
                    <a:pt x="6839" y="5654"/>
                  </a:cubicBezTo>
                  <a:cubicBezTo>
                    <a:pt x="6946" y="5654"/>
                    <a:pt x="7053" y="5601"/>
                    <a:pt x="7107" y="5484"/>
                  </a:cubicBezTo>
                  <a:lnTo>
                    <a:pt x="7479" y="4674"/>
                  </a:lnTo>
                  <a:cubicBezTo>
                    <a:pt x="7788" y="4619"/>
                    <a:pt x="6814" y="1505"/>
                    <a:pt x="6821" y="1505"/>
                  </a:cubicBezTo>
                  <a:cubicBezTo>
                    <a:pt x="6821" y="501"/>
                    <a:pt x="4944"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0"/>
            <p:cNvSpPr/>
            <p:nvPr/>
          </p:nvSpPr>
          <p:spPr>
            <a:xfrm>
              <a:off x="2764421" y="3360806"/>
              <a:ext cx="99873" cy="148735"/>
            </a:xfrm>
            <a:custGeom>
              <a:rect b="b" l="l" r="r" t="t"/>
              <a:pathLst>
                <a:path extrusionOk="0" h="5610" w="3767">
                  <a:moveTo>
                    <a:pt x="3767" y="0"/>
                  </a:moveTo>
                  <a:cubicBezTo>
                    <a:pt x="2261" y="145"/>
                    <a:pt x="974" y="633"/>
                    <a:pt x="974" y="1460"/>
                  </a:cubicBezTo>
                  <a:cubicBezTo>
                    <a:pt x="974" y="1460"/>
                    <a:pt x="0" y="4572"/>
                    <a:pt x="307" y="4629"/>
                  </a:cubicBezTo>
                  <a:lnTo>
                    <a:pt x="679" y="5439"/>
                  </a:lnTo>
                  <a:cubicBezTo>
                    <a:pt x="733" y="5556"/>
                    <a:pt x="840" y="5609"/>
                    <a:pt x="947" y="5609"/>
                  </a:cubicBezTo>
                  <a:cubicBezTo>
                    <a:pt x="1098" y="5609"/>
                    <a:pt x="1249" y="5503"/>
                    <a:pt x="1249" y="5323"/>
                  </a:cubicBezTo>
                  <a:lnTo>
                    <a:pt x="1249" y="4973"/>
                  </a:lnTo>
                  <a:cubicBezTo>
                    <a:pt x="1249" y="4824"/>
                    <a:pt x="1369" y="4698"/>
                    <a:pt x="1524" y="4687"/>
                  </a:cubicBezTo>
                  <a:cubicBezTo>
                    <a:pt x="1824" y="4665"/>
                    <a:pt x="2150" y="4609"/>
                    <a:pt x="2478" y="4516"/>
                  </a:cubicBezTo>
                  <a:cubicBezTo>
                    <a:pt x="2436" y="4243"/>
                    <a:pt x="2416" y="3966"/>
                    <a:pt x="2416" y="3684"/>
                  </a:cubicBezTo>
                  <a:cubicBezTo>
                    <a:pt x="2416" y="2280"/>
                    <a:pt x="2924" y="998"/>
                    <a:pt x="37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0"/>
            <p:cNvSpPr/>
            <p:nvPr/>
          </p:nvSpPr>
          <p:spPr>
            <a:xfrm>
              <a:off x="2837039" y="3335248"/>
              <a:ext cx="194946" cy="376212"/>
            </a:xfrm>
            <a:custGeom>
              <a:rect b="b" l="l" r="r" t="t"/>
              <a:pathLst>
                <a:path extrusionOk="0" h="14190" w="7353">
                  <a:moveTo>
                    <a:pt x="1992" y="1"/>
                  </a:moveTo>
                  <a:cubicBezTo>
                    <a:pt x="1790" y="1"/>
                    <a:pt x="1588" y="12"/>
                    <a:pt x="1387" y="35"/>
                  </a:cubicBezTo>
                  <a:cubicBezTo>
                    <a:pt x="560" y="536"/>
                    <a:pt x="1" y="1266"/>
                    <a:pt x="1" y="1856"/>
                  </a:cubicBezTo>
                  <a:cubicBezTo>
                    <a:pt x="1" y="2220"/>
                    <a:pt x="349" y="2568"/>
                    <a:pt x="1083" y="2723"/>
                  </a:cubicBezTo>
                  <a:cubicBezTo>
                    <a:pt x="1369" y="2641"/>
                    <a:pt x="1671" y="2597"/>
                    <a:pt x="1981" y="2597"/>
                  </a:cubicBezTo>
                  <a:cubicBezTo>
                    <a:pt x="2713" y="2597"/>
                    <a:pt x="3401" y="2841"/>
                    <a:pt x="3953" y="3264"/>
                  </a:cubicBezTo>
                  <a:cubicBezTo>
                    <a:pt x="4503" y="3686"/>
                    <a:pt x="4918" y="4287"/>
                    <a:pt x="5108" y="4994"/>
                  </a:cubicBezTo>
                  <a:lnTo>
                    <a:pt x="5168" y="5225"/>
                  </a:lnTo>
                  <a:cubicBezTo>
                    <a:pt x="5468" y="6338"/>
                    <a:pt x="5561" y="7784"/>
                    <a:pt x="5441" y="8931"/>
                  </a:cubicBezTo>
                  <a:lnTo>
                    <a:pt x="5439" y="8944"/>
                  </a:lnTo>
                  <a:cubicBezTo>
                    <a:pt x="5364" y="9676"/>
                    <a:pt x="5044" y="10362"/>
                    <a:pt x="4534" y="10892"/>
                  </a:cubicBezTo>
                  <a:lnTo>
                    <a:pt x="4479" y="10947"/>
                  </a:lnTo>
                  <a:cubicBezTo>
                    <a:pt x="4077" y="11366"/>
                    <a:pt x="3875" y="11939"/>
                    <a:pt x="3926" y="12515"/>
                  </a:cubicBezTo>
                  <a:lnTo>
                    <a:pt x="4055" y="14190"/>
                  </a:lnTo>
                  <a:lnTo>
                    <a:pt x="7069" y="14190"/>
                  </a:lnTo>
                  <a:cubicBezTo>
                    <a:pt x="7227" y="14190"/>
                    <a:pt x="7353" y="14063"/>
                    <a:pt x="7353" y="13906"/>
                  </a:cubicBezTo>
                  <a:lnTo>
                    <a:pt x="7353" y="9974"/>
                  </a:lnTo>
                  <a:lnTo>
                    <a:pt x="6963" y="8153"/>
                  </a:lnTo>
                  <a:cubicBezTo>
                    <a:pt x="6792" y="7359"/>
                    <a:pt x="6759" y="6542"/>
                    <a:pt x="6861" y="5737"/>
                  </a:cubicBezTo>
                  <a:lnTo>
                    <a:pt x="6940" y="5107"/>
                  </a:lnTo>
                  <a:cubicBezTo>
                    <a:pt x="7136" y="3604"/>
                    <a:pt x="6517" y="2107"/>
                    <a:pt x="5313" y="1175"/>
                  </a:cubicBezTo>
                  <a:lnTo>
                    <a:pt x="5219" y="1102"/>
                  </a:lnTo>
                  <a:cubicBezTo>
                    <a:pt x="4268" y="367"/>
                    <a:pt x="3131" y="1"/>
                    <a:pt x="19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0"/>
            <p:cNvSpPr/>
            <p:nvPr/>
          </p:nvSpPr>
          <p:spPr>
            <a:xfrm>
              <a:off x="2723566" y="3336096"/>
              <a:ext cx="150246" cy="375364"/>
            </a:xfrm>
            <a:custGeom>
              <a:rect b="b" l="l" r="r" t="t"/>
              <a:pathLst>
                <a:path extrusionOk="0" h="14158" w="5667">
                  <a:moveTo>
                    <a:pt x="5667" y="1"/>
                  </a:moveTo>
                  <a:lnTo>
                    <a:pt x="5667" y="1"/>
                  </a:lnTo>
                  <a:cubicBezTo>
                    <a:pt x="4733" y="107"/>
                    <a:pt x="3824" y="462"/>
                    <a:pt x="3045" y="1072"/>
                  </a:cubicBezTo>
                  <a:lnTo>
                    <a:pt x="2945" y="1150"/>
                  </a:lnTo>
                  <a:cubicBezTo>
                    <a:pt x="1748" y="2079"/>
                    <a:pt x="1127" y="3572"/>
                    <a:pt x="1317" y="5073"/>
                  </a:cubicBezTo>
                  <a:lnTo>
                    <a:pt x="1406" y="5772"/>
                  </a:lnTo>
                  <a:cubicBezTo>
                    <a:pt x="1508" y="6573"/>
                    <a:pt x="1473" y="7389"/>
                    <a:pt x="1302" y="8181"/>
                  </a:cubicBezTo>
                  <a:lnTo>
                    <a:pt x="0" y="13448"/>
                  </a:lnTo>
                  <a:lnTo>
                    <a:pt x="1391" y="14158"/>
                  </a:lnTo>
                  <a:lnTo>
                    <a:pt x="4207" y="14158"/>
                  </a:lnTo>
                  <a:lnTo>
                    <a:pt x="4332" y="12488"/>
                  </a:lnTo>
                  <a:cubicBezTo>
                    <a:pt x="4385" y="11907"/>
                    <a:pt x="4181" y="11334"/>
                    <a:pt x="3777" y="10915"/>
                  </a:cubicBezTo>
                  <a:lnTo>
                    <a:pt x="3715" y="10851"/>
                  </a:lnTo>
                  <a:cubicBezTo>
                    <a:pt x="3203" y="10321"/>
                    <a:pt x="2881" y="9633"/>
                    <a:pt x="2803" y="8899"/>
                  </a:cubicBezTo>
                  <a:cubicBezTo>
                    <a:pt x="2768" y="8575"/>
                    <a:pt x="2750" y="8245"/>
                    <a:pt x="2750" y="7919"/>
                  </a:cubicBezTo>
                  <a:cubicBezTo>
                    <a:pt x="2750" y="7094"/>
                    <a:pt x="2859" y="5985"/>
                    <a:pt x="3072" y="5186"/>
                  </a:cubicBezTo>
                  <a:lnTo>
                    <a:pt x="3134" y="4962"/>
                  </a:lnTo>
                  <a:cubicBezTo>
                    <a:pt x="3433" y="3849"/>
                    <a:pt x="4296" y="3000"/>
                    <a:pt x="5363" y="2691"/>
                  </a:cubicBezTo>
                  <a:cubicBezTo>
                    <a:pt x="5234" y="2359"/>
                    <a:pt x="5166" y="2008"/>
                    <a:pt x="5166" y="1644"/>
                  </a:cubicBezTo>
                  <a:cubicBezTo>
                    <a:pt x="5166" y="1054"/>
                    <a:pt x="5345" y="495"/>
                    <a:pt x="56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0"/>
            <p:cNvSpPr/>
            <p:nvPr/>
          </p:nvSpPr>
          <p:spPr>
            <a:xfrm>
              <a:off x="2651054" y="3499015"/>
              <a:ext cx="124264" cy="144546"/>
            </a:xfrm>
            <a:custGeom>
              <a:rect b="b" l="l" r="r" t="t"/>
              <a:pathLst>
                <a:path extrusionOk="0" h="5452" w="4687">
                  <a:moveTo>
                    <a:pt x="2287" y="0"/>
                  </a:moveTo>
                  <a:cubicBezTo>
                    <a:pt x="2241" y="0"/>
                    <a:pt x="2195" y="22"/>
                    <a:pt x="2167" y="68"/>
                  </a:cubicBezTo>
                  <a:cubicBezTo>
                    <a:pt x="1934" y="439"/>
                    <a:pt x="1779" y="853"/>
                    <a:pt x="1719" y="1266"/>
                  </a:cubicBezTo>
                  <a:cubicBezTo>
                    <a:pt x="1704" y="1446"/>
                    <a:pt x="1704" y="1623"/>
                    <a:pt x="1713" y="1803"/>
                  </a:cubicBezTo>
                  <a:cubicBezTo>
                    <a:pt x="1717" y="1894"/>
                    <a:pt x="1642" y="1954"/>
                    <a:pt x="1567" y="1954"/>
                  </a:cubicBezTo>
                  <a:cubicBezTo>
                    <a:pt x="1526" y="1954"/>
                    <a:pt x="1484" y="1936"/>
                    <a:pt x="1455" y="1896"/>
                  </a:cubicBezTo>
                  <a:cubicBezTo>
                    <a:pt x="1358" y="1763"/>
                    <a:pt x="1245" y="1641"/>
                    <a:pt x="1116" y="1525"/>
                  </a:cubicBezTo>
                  <a:cubicBezTo>
                    <a:pt x="1088" y="1502"/>
                    <a:pt x="1055" y="1491"/>
                    <a:pt x="1024" y="1491"/>
                  </a:cubicBezTo>
                  <a:cubicBezTo>
                    <a:pt x="943" y="1491"/>
                    <a:pt x="866" y="1560"/>
                    <a:pt x="881" y="1654"/>
                  </a:cubicBezTo>
                  <a:cubicBezTo>
                    <a:pt x="905" y="1809"/>
                    <a:pt x="899" y="1967"/>
                    <a:pt x="845" y="2129"/>
                  </a:cubicBezTo>
                  <a:cubicBezTo>
                    <a:pt x="748" y="2424"/>
                    <a:pt x="604" y="2654"/>
                    <a:pt x="517" y="2940"/>
                  </a:cubicBezTo>
                  <a:cubicBezTo>
                    <a:pt x="0" y="4690"/>
                    <a:pt x="1380" y="5451"/>
                    <a:pt x="2558" y="5451"/>
                  </a:cubicBezTo>
                  <a:cubicBezTo>
                    <a:pt x="3556" y="5451"/>
                    <a:pt x="4687" y="4761"/>
                    <a:pt x="4687" y="3766"/>
                  </a:cubicBezTo>
                  <a:cubicBezTo>
                    <a:pt x="4687" y="2674"/>
                    <a:pt x="3671" y="1936"/>
                    <a:pt x="2884" y="1104"/>
                  </a:cubicBezTo>
                  <a:cubicBezTo>
                    <a:pt x="2620" y="802"/>
                    <a:pt x="2484" y="467"/>
                    <a:pt x="2429" y="121"/>
                  </a:cubicBezTo>
                  <a:cubicBezTo>
                    <a:pt x="2417" y="44"/>
                    <a:pt x="2352" y="0"/>
                    <a:pt x="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0"/>
            <p:cNvSpPr/>
            <p:nvPr/>
          </p:nvSpPr>
          <p:spPr>
            <a:xfrm>
              <a:off x="2691804" y="3566304"/>
              <a:ext cx="57532" cy="76011"/>
            </a:xfrm>
            <a:custGeom>
              <a:rect b="b" l="l" r="r" t="t"/>
              <a:pathLst>
                <a:path extrusionOk="0" h="2867" w="2170">
                  <a:moveTo>
                    <a:pt x="1052" y="1"/>
                  </a:moveTo>
                  <a:cubicBezTo>
                    <a:pt x="1016" y="1"/>
                    <a:pt x="980" y="15"/>
                    <a:pt x="952" y="45"/>
                  </a:cubicBezTo>
                  <a:cubicBezTo>
                    <a:pt x="393" y="644"/>
                    <a:pt x="0" y="1303"/>
                    <a:pt x="18" y="1891"/>
                  </a:cubicBezTo>
                  <a:cubicBezTo>
                    <a:pt x="18" y="2376"/>
                    <a:pt x="351" y="2867"/>
                    <a:pt x="958" y="2867"/>
                  </a:cubicBezTo>
                  <a:cubicBezTo>
                    <a:pt x="1697" y="2867"/>
                    <a:pt x="2169" y="2248"/>
                    <a:pt x="1968" y="1536"/>
                  </a:cubicBezTo>
                  <a:cubicBezTo>
                    <a:pt x="1801" y="957"/>
                    <a:pt x="1329" y="602"/>
                    <a:pt x="1194" y="107"/>
                  </a:cubicBezTo>
                  <a:cubicBezTo>
                    <a:pt x="1174" y="41"/>
                    <a:pt x="1113" y="1"/>
                    <a:pt x="10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0"/>
            <p:cNvSpPr/>
            <p:nvPr/>
          </p:nvSpPr>
          <p:spPr>
            <a:xfrm>
              <a:off x="2654978" y="3628423"/>
              <a:ext cx="127393" cy="53688"/>
            </a:xfrm>
            <a:custGeom>
              <a:rect b="b" l="l" r="r" t="t"/>
              <a:pathLst>
                <a:path extrusionOk="0" h="2025" w="4805">
                  <a:moveTo>
                    <a:pt x="311" y="0"/>
                  </a:moveTo>
                  <a:cubicBezTo>
                    <a:pt x="134" y="0"/>
                    <a:pt x="1" y="155"/>
                    <a:pt x="30" y="331"/>
                  </a:cubicBezTo>
                  <a:lnTo>
                    <a:pt x="52" y="459"/>
                  </a:lnTo>
                  <a:cubicBezTo>
                    <a:pt x="147" y="1058"/>
                    <a:pt x="555" y="1562"/>
                    <a:pt x="1121" y="1783"/>
                  </a:cubicBezTo>
                  <a:cubicBezTo>
                    <a:pt x="1532" y="1944"/>
                    <a:pt x="1968" y="2025"/>
                    <a:pt x="2403" y="2025"/>
                  </a:cubicBezTo>
                  <a:cubicBezTo>
                    <a:pt x="2839" y="2025"/>
                    <a:pt x="3276" y="1944"/>
                    <a:pt x="3689" y="1783"/>
                  </a:cubicBezTo>
                  <a:cubicBezTo>
                    <a:pt x="4255" y="1564"/>
                    <a:pt x="4659" y="1058"/>
                    <a:pt x="4756" y="459"/>
                  </a:cubicBezTo>
                  <a:lnTo>
                    <a:pt x="4778" y="331"/>
                  </a:lnTo>
                  <a:cubicBezTo>
                    <a:pt x="4805" y="158"/>
                    <a:pt x="4670" y="0"/>
                    <a:pt x="4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0"/>
            <p:cNvSpPr/>
            <p:nvPr/>
          </p:nvSpPr>
          <p:spPr>
            <a:xfrm>
              <a:off x="2677036" y="3666044"/>
              <a:ext cx="83302" cy="45416"/>
            </a:xfrm>
            <a:custGeom>
              <a:rect b="b" l="l" r="r" t="t"/>
              <a:pathLst>
                <a:path extrusionOk="0" h="1713" w="3142">
                  <a:moveTo>
                    <a:pt x="1143" y="1"/>
                  </a:moveTo>
                  <a:cubicBezTo>
                    <a:pt x="511" y="1"/>
                    <a:pt x="1" y="513"/>
                    <a:pt x="1" y="1143"/>
                  </a:cubicBezTo>
                  <a:lnTo>
                    <a:pt x="1" y="1429"/>
                  </a:lnTo>
                  <a:cubicBezTo>
                    <a:pt x="1" y="1586"/>
                    <a:pt x="129" y="1713"/>
                    <a:pt x="287" y="1713"/>
                  </a:cubicBezTo>
                  <a:lnTo>
                    <a:pt x="3141" y="1713"/>
                  </a:lnTo>
                  <a:lnTo>
                    <a:pt x="3141" y="1143"/>
                  </a:lnTo>
                  <a:cubicBezTo>
                    <a:pt x="3141" y="511"/>
                    <a:pt x="2631" y="1"/>
                    <a:pt x="1999"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70"/>
          <p:cNvGrpSpPr/>
          <p:nvPr/>
        </p:nvGrpSpPr>
        <p:grpSpPr>
          <a:xfrm>
            <a:off x="2655588" y="2702758"/>
            <a:ext cx="376398" cy="376406"/>
            <a:chOff x="2655588" y="2702758"/>
            <a:chExt cx="376398" cy="376406"/>
          </a:xfrm>
        </p:grpSpPr>
        <p:sp>
          <p:nvSpPr>
            <p:cNvPr id="4274" name="Google Shape;4274;p70"/>
            <p:cNvSpPr/>
            <p:nvPr/>
          </p:nvSpPr>
          <p:spPr>
            <a:xfrm>
              <a:off x="2658875" y="2879975"/>
              <a:ext cx="209184" cy="199188"/>
            </a:xfrm>
            <a:custGeom>
              <a:rect b="b" l="l" r="r" t="t"/>
              <a:pathLst>
                <a:path extrusionOk="0" h="7513" w="7890">
                  <a:moveTo>
                    <a:pt x="7856" y="0"/>
                  </a:moveTo>
                  <a:lnTo>
                    <a:pt x="3886" y="12"/>
                  </a:lnTo>
                  <a:lnTo>
                    <a:pt x="105" y="7091"/>
                  </a:lnTo>
                  <a:cubicBezTo>
                    <a:pt x="0" y="7282"/>
                    <a:pt x="140" y="7513"/>
                    <a:pt x="355" y="7513"/>
                  </a:cubicBezTo>
                  <a:lnTo>
                    <a:pt x="1165" y="7513"/>
                  </a:lnTo>
                  <a:lnTo>
                    <a:pt x="7889" y="6084"/>
                  </a:lnTo>
                  <a:lnTo>
                    <a:pt x="78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0"/>
            <p:cNvSpPr/>
            <p:nvPr/>
          </p:nvSpPr>
          <p:spPr>
            <a:xfrm>
              <a:off x="2770254" y="2879975"/>
              <a:ext cx="97805" cy="199188"/>
            </a:xfrm>
            <a:custGeom>
              <a:rect b="b" l="l" r="r" t="t"/>
              <a:pathLst>
                <a:path extrusionOk="0" h="7513" w="3689">
                  <a:moveTo>
                    <a:pt x="3655" y="0"/>
                  </a:moveTo>
                  <a:lnTo>
                    <a:pt x="3001" y="5"/>
                  </a:lnTo>
                  <a:lnTo>
                    <a:pt x="0" y="5621"/>
                  </a:lnTo>
                  <a:lnTo>
                    <a:pt x="3688" y="7513"/>
                  </a:lnTo>
                  <a:lnTo>
                    <a:pt x="3688" y="7513"/>
                  </a:lnTo>
                  <a:lnTo>
                    <a:pt x="3655" y="0"/>
                  </a:lnTo>
                  <a:close/>
                </a:path>
              </a:pathLst>
            </a:custGeom>
            <a:solidFill>
              <a:srgbClr val="000000">
                <a:alpha val="22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0"/>
            <p:cNvSpPr/>
            <p:nvPr/>
          </p:nvSpPr>
          <p:spPr>
            <a:xfrm>
              <a:off x="2965704" y="2792476"/>
              <a:ext cx="22774" cy="22854"/>
            </a:xfrm>
            <a:custGeom>
              <a:rect b="b" l="l" r="r" t="t"/>
              <a:pathLst>
                <a:path extrusionOk="0" h="862" w="859">
                  <a:moveTo>
                    <a:pt x="428" y="1"/>
                  </a:moveTo>
                  <a:cubicBezTo>
                    <a:pt x="191" y="1"/>
                    <a:pt x="0" y="194"/>
                    <a:pt x="0" y="431"/>
                  </a:cubicBezTo>
                  <a:cubicBezTo>
                    <a:pt x="0" y="668"/>
                    <a:pt x="191" y="861"/>
                    <a:pt x="428" y="861"/>
                  </a:cubicBezTo>
                  <a:cubicBezTo>
                    <a:pt x="668" y="861"/>
                    <a:pt x="859" y="668"/>
                    <a:pt x="859" y="431"/>
                  </a:cubicBezTo>
                  <a:cubicBezTo>
                    <a:pt x="859" y="194"/>
                    <a:pt x="668" y="1"/>
                    <a:pt x="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0"/>
            <p:cNvSpPr/>
            <p:nvPr/>
          </p:nvSpPr>
          <p:spPr>
            <a:xfrm>
              <a:off x="2851860" y="2889387"/>
              <a:ext cx="176838" cy="189776"/>
            </a:xfrm>
            <a:custGeom>
              <a:rect b="b" l="l" r="r" t="t"/>
              <a:pathLst>
                <a:path extrusionOk="0" h="7158" w="6670">
                  <a:moveTo>
                    <a:pt x="2125" y="0"/>
                  </a:moveTo>
                  <a:cubicBezTo>
                    <a:pt x="806" y="743"/>
                    <a:pt x="1" y="1919"/>
                    <a:pt x="1" y="3150"/>
                  </a:cubicBezTo>
                  <a:cubicBezTo>
                    <a:pt x="1" y="4920"/>
                    <a:pt x="1280" y="6632"/>
                    <a:pt x="3441" y="7158"/>
                  </a:cubicBezTo>
                  <a:lnTo>
                    <a:pt x="6317" y="7158"/>
                  </a:lnTo>
                  <a:cubicBezTo>
                    <a:pt x="6535" y="7158"/>
                    <a:pt x="6670" y="6927"/>
                    <a:pt x="6568" y="6736"/>
                  </a:cubicBezTo>
                  <a:lnTo>
                    <a:pt x="29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0"/>
            <p:cNvSpPr/>
            <p:nvPr/>
          </p:nvSpPr>
          <p:spPr>
            <a:xfrm>
              <a:off x="2770175" y="2889387"/>
              <a:ext cx="172915" cy="189776"/>
            </a:xfrm>
            <a:custGeom>
              <a:rect b="b" l="l" r="r" t="t"/>
              <a:pathLst>
                <a:path extrusionOk="0" h="7158" w="6522">
                  <a:moveTo>
                    <a:pt x="3459" y="0"/>
                  </a:moveTo>
                  <a:lnTo>
                    <a:pt x="1" y="6029"/>
                  </a:lnTo>
                  <a:lnTo>
                    <a:pt x="1820" y="7158"/>
                  </a:lnTo>
                  <a:lnTo>
                    <a:pt x="6522" y="7158"/>
                  </a:lnTo>
                  <a:cubicBezTo>
                    <a:pt x="4911" y="6443"/>
                    <a:pt x="3796" y="4920"/>
                    <a:pt x="3791" y="3150"/>
                  </a:cubicBezTo>
                  <a:cubicBezTo>
                    <a:pt x="3791" y="1919"/>
                    <a:pt x="4330" y="805"/>
                    <a:pt x="5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0"/>
            <p:cNvSpPr/>
            <p:nvPr/>
          </p:nvSpPr>
          <p:spPr>
            <a:xfrm>
              <a:off x="2760471" y="2946892"/>
              <a:ext cx="22801" cy="22774"/>
            </a:xfrm>
            <a:custGeom>
              <a:rect b="b" l="l" r="r" t="t"/>
              <a:pathLst>
                <a:path extrusionOk="0" h="859" w="860">
                  <a:moveTo>
                    <a:pt x="431" y="0"/>
                  </a:moveTo>
                  <a:cubicBezTo>
                    <a:pt x="192" y="0"/>
                    <a:pt x="1" y="191"/>
                    <a:pt x="1" y="431"/>
                  </a:cubicBezTo>
                  <a:cubicBezTo>
                    <a:pt x="1" y="668"/>
                    <a:pt x="192" y="859"/>
                    <a:pt x="431" y="859"/>
                  </a:cubicBezTo>
                  <a:cubicBezTo>
                    <a:pt x="668" y="859"/>
                    <a:pt x="859" y="668"/>
                    <a:pt x="859" y="431"/>
                  </a:cubicBezTo>
                  <a:cubicBezTo>
                    <a:pt x="859" y="191"/>
                    <a:pt x="668"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0"/>
            <p:cNvSpPr/>
            <p:nvPr/>
          </p:nvSpPr>
          <p:spPr>
            <a:xfrm>
              <a:off x="2689683" y="2750030"/>
              <a:ext cx="22774" cy="22774"/>
            </a:xfrm>
            <a:custGeom>
              <a:rect b="b" l="l" r="r" t="t"/>
              <a:pathLst>
                <a:path extrusionOk="0" h="859" w="859">
                  <a:moveTo>
                    <a:pt x="431" y="0"/>
                  </a:moveTo>
                  <a:cubicBezTo>
                    <a:pt x="193" y="0"/>
                    <a:pt x="1" y="191"/>
                    <a:pt x="1" y="431"/>
                  </a:cubicBezTo>
                  <a:cubicBezTo>
                    <a:pt x="1" y="668"/>
                    <a:pt x="193" y="859"/>
                    <a:pt x="431" y="859"/>
                  </a:cubicBezTo>
                  <a:cubicBezTo>
                    <a:pt x="668" y="859"/>
                    <a:pt x="859" y="668"/>
                    <a:pt x="859" y="431"/>
                  </a:cubicBezTo>
                  <a:cubicBezTo>
                    <a:pt x="859" y="191"/>
                    <a:pt x="668"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0"/>
            <p:cNvSpPr/>
            <p:nvPr/>
          </p:nvSpPr>
          <p:spPr>
            <a:xfrm>
              <a:off x="2828688" y="2775084"/>
              <a:ext cx="30304" cy="79591"/>
            </a:xfrm>
            <a:custGeom>
              <a:rect b="b" l="l" r="r" t="t"/>
              <a:pathLst>
                <a:path extrusionOk="0" h="3002" w="1143">
                  <a:moveTo>
                    <a:pt x="571" y="0"/>
                  </a:moveTo>
                  <a:lnTo>
                    <a:pt x="1" y="431"/>
                  </a:lnTo>
                  <a:lnTo>
                    <a:pt x="1" y="3001"/>
                  </a:lnTo>
                  <a:lnTo>
                    <a:pt x="1143" y="3001"/>
                  </a:lnTo>
                  <a:lnTo>
                    <a:pt x="1143" y="431"/>
                  </a:lnTo>
                  <a:lnTo>
                    <a:pt x="5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0"/>
            <p:cNvSpPr/>
            <p:nvPr/>
          </p:nvSpPr>
          <p:spPr>
            <a:xfrm>
              <a:off x="2828688" y="2763665"/>
              <a:ext cx="30304" cy="22721"/>
            </a:xfrm>
            <a:custGeom>
              <a:rect b="b" l="l" r="r" t="t"/>
              <a:pathLst>
                <a:path extrusionOk="0" h="857" w="1143">
                  <a:moveTo>
                    <a:pt x="1" y="0"/>
                  </a:moveTo>
                  <a:lnTo>
                    <a:pt x="1" y="857"/>
                  </a:lnTo>
                  <a:lnTo>
                    <a:pt x="1143" y="857"/>
                  </a:lnTo>
                  <a:lnTo>
                    <a:pt x="1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0"/>
            <p:cNvSpPr/>
            <p:nvPr/>
          </p:nvSpPr>
          <p:spPr>
            <a:xfrm>
              <a:off x="2764315" y="2775084"/>
              <a:ext cx="30304" cy="79591"/>
            </a:xfrm>
            <a:custGeom>
              <a:rect b="b" l="l" r="r" t="t"/>
              <a:pathLst>
                <a:path extrusionOk="0" h="3002" w="1143">
                  <a:moveTo>
                    <a:pt x="570" y="0"/>
                  </a:moveTo>
                  <a:lnTo>
                    <a:pt x="0" y="431"/>
                  </a:lnTo>
                  <a:lnTo>
                    <a:pt x="0" y="3001"/>
                  </a:lnTo>
                  <a:lnTo>
                    <a:pt x="1142" y="3001"/>
                  </a:lnTo>
                  <a:lnTo>
                    <a:pt x="1142" y="431"/>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0"/>
            <p:cNvSpPr/>
            <p:nvPr/>
          </p:nvSpPr>
          <p:spPr>
            <a:xfrm>
              <a:off x="2764315" y="2763665"/>
              <a:ext cx="30304" cy="22721"/>
            </a:xfrm>
            <a:custGeom>
              <a:rect b="b" l="l" r="r" t="t"/>
              <a:pathLst>
                <a:path extrusionOk="0" h="857" w="1143">
                  <a:moveTo>
                    <a:pt x="0" y="0"/>
                  </a:moveTo>
                  <a:lnTo>
                    <a:pt x="0" y="857"/>
                  </a:lnTo>
                  <a:lnTo>
                    <a:pt x="1142" y="857"/>
                  </a:lnTo>
                  <a:lnTo>
                    <a:pt x="1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0"/>
            <p:cNvSpPr/>
            <p:nvPr/>
          </p:nvSpPr>
          <p:spPr>
            <a:xfrm>
              <a:off x="2893034" y="2775084"/>
              <a:ext cx="30304" cy="79591"/>
            </a:xfrm>
            <a:custGeom>
              <a:rect b="b" l="l" r="r" t="t"/>
              <a:pathLst>
                <a:path extrusionOk="0" h="3002" w="1143">
                  <a:moveTo>
                    <a:pt x="570" y="0"/>
                  </a:moveTo>
                  <a:lnTo>
                    <a:pt x="0" y="431"/>
                  </a:lnTo>
                  <a:lnTo>
                    <a:pt x="0" y="3001"/>
                  </a:lnTo>
                  <a:lnTo>
                    <a:pt x="1142" y="3001"/>
                  </a:lnTo>
                  <a:lnTo>
                    <a:pt x="1142" y="431"/>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0"/>
            <p:cNvSpPr/>
            <p:nvPr/>
          </p:nvSpPr>
          <p:spPr>
            <a:xfrm>
              <a:off x="2893034" y="2763665"/>
              <a:ext cx="30304" cy="22721"/>
            </a:xfrm>
            <a:custGeom>
              <a:rect b="b" l="l" r="r" t="t"/>
              <a:pathLst>
                <a:path extrusionOk="0" h="857" w="1143">
                  <a:moveTo>
                    <a:pt x="0" y="0"/>
                  </a:moveTo>
                  <a:lnTo>
                    <a:pt x="0" y="857"/>
                  </a:lnTo>
                  <a:lnTo>
                    <a:pt x="1142" y="857"/>
                  </a:lnTo>
                  <a:lnTo>
                    <a:pt x="1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0"/>
            <p:cNvSpPr/>
            <p:nvPr/>
          </p:nvSpPr>
          <p:spPr>
            <a:xfrm>
              <a:off x="2802865" y="2702758"/>
              <a:ext cx="136645" cy="68588"/>
            </a:xfrm>
            <a:custGeom>
              <a:rect b="b" l="l" r="r" t="t"/>
              <a:pathLst>
                <a:path extrusionOk="0" h="2587" w="5154">
                  <a:moveTo>
                    <a:pt x="1545" y="0"/>
                  </a:moveTo>
                  <a:cubicBezTo>
                    <a:pt x="1320" y="0"/>
                    <a:pt x="1096" y="67"/>
                    <a:pt x="901" y="200"/>
                  </a:cubicBezTo>
                  <a:lnTo>
                    <a:pt x="547" y="442"/>
                  </a:lnTo>
                  <a:cubicBezTo>
                    <a:pt x="218" y="768"/>
                    <a:pt x="1" y="1218"/>
                    <a:pt x="1" y="1515"/>
                  </a:cubicBezTo>
                  <a:cubicBezTo>
                    <a:pt x="1" y="2007"/>
                    <a:pt x="176" y="2298"/>
                    <a:pt x="919" y="2586"/>
                  </a:cubicBezTo>
                  <a:lnTo>
                    <a:pt x="4761" y="2586"/>
                  </a:lnTo>
                  <a:cubicBezTo>
                    <a:pt x="5042" y="2586"/>
                    <a:pt x="5153" y="2223"/>
                    <a:pt x="4923" y="2063"/>
                  </a:cubicBezTo>
                  <a:lnTo>
                    <a:pt x="2188" y="200"/>
                  </a:lnTo>
                  <a:cubicBezTo>
                    <a:pt x="1994" y="67"/>
                    <a:pt x="1769" y="0"/>
                    <a:pt x="1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0"/>
            <p:cNvSpPr/>
            <p:nvPr/>
          </p:nvSpPr>
          <p:spPr>
            <a:xfrm>
              <a:off x="2748143" y="2714378"/>
              <a:ext cx="79113" cy="56843"/>
            </a:xfrm>
            <a:custGeom>
              <a:rect b="b" l="l" r="r" t="t"/>
              <a:pathLst>
                <a:path extrusionOk="0" h="2144" w="2984">
                  <a:moveTo>
                    <a:pt x="2611" y="1"/>
                  </a:moveTo>
                  <a:lnTo>
                    <a:pt x="233" y="1622"/>
                  </a:lnTo>
                  <a:cubicBezTo>
                    <a:pt x="0" y="1782"/>
                    <a:pt x="113" y="2143"/>
                    <a:pt x="393" y="2143"/>
                  </a:cubicBezTo>
                  <a:lnTo>
                    <a:pt x="2983" y="2143"/>
                  </a:lnTo>
                  <a:cubicBezTo>
                    <a:pt x="2608" y="1780"/>
                    <a:pt x="2387" y="1329"/>
                    <a:pt x="2384" y="835"/>
                  </a:cubicBezTo>
                  <a:cubicBezTo>
                    <a:pt x="2384" y="540"/>
                    <a:pt x="2464" y="258"/>
                    <a:pt x="26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0"/>
            <p:cNvSpPr/>
            <p:nvPr/>
          </p:nvSpPr>
          <p:spPr>
            <a:xfrm>
              <a:off x="2793532" y="2837581"/>
              <a:ext cx="148735" cy="34122"/>
            </a:xfrm>
            <a:custGeom>
              <a:rect b="b" l="l" r="r" t="t"/>
              <a:pathLst>
                <a:path extrusionOk="0" h="1287" w="5610">
                  <a:moveTo>
                    <a:pt x="830" y="0"/>
                  </a:moveTo>
                  <a:cubicBezTo>
                    <a:pt x="0" y="522"/>
                    <a:pt x="493" y="1129"/>
                    <a:pt x="1331" y="1287"/>
                  </a:cubicBezTo>
                  <a:lnTo>
                    <a:pt x="5609" y="1287"/>
                  </a:lnTo>
                  <a:lnTo>
                    <a:pt x="5609" y="570"/>
                  </a:lnTo>
                  <a:cubicBezTo>
                    <a:pt x="5609" y="258"/>
                    <a:pt x="5354" y="0"/>
                    <a:pt x="5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0"/>
            <p:cNvSpPr/>
            <p:nvPr/>
          </p:nvSpPr>
          <p:spPr>
            <a:xfrm>
              <a:off x="2745438" y="2837581"/>
              <a:ext cx="83408" cy="34122"/>
            </a:xfrm>
            <a:custGeom>
              <a:rect b="b" l="l" r="r" t="t"/>
              <a:pathLst>
                <a:path extrusionOk="0" h="1287" w="3146">
                  <a:moveTo>
                    <a:pt x="570" y="0"/>
                  </a:moveTo>
                  <a:cubicBezTo>
                    <a:pt x="255" y="0"/>
                    <a:pt x="0" y="255"/>
                    <a:pt x="0" y="570"/>
                  </a:cubicBezTo>
                  <a:lnTo>
                    <a:pt x="0" y="1287"/>
                  </a:lnTo>
                  <a:lnTo>
                    <a:pt x="3145" y="1287"/>
                  </a:lnTo>
                  <a:cubicBezTo>
                    <a:pt x="2697" y="1165"/>
                    <a:pt x="2395" y="577"/>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0"/>
            <p:cNvSpPr/>
            <p:nvPr/>
          </p:nvSpPr>
          <p:spPr>
            <a:xfrm>
              <a:off x="2817393" y="2867859"/>
              <a:ext cx="132456" cy="30304"/>
            </a:xfrm>
            <a:custGeom>
              <a:rect b="b" l="l" r="r" t="t"/>
              <a:pathLst>
                <a:path extrusionOk="0" h="1143" w="4996">
                  <a:moveTo>
                    <a:pt x="511" y="1"/>
                  </a:moveTo>
                  <a:cubicBezTo>
                    <a:pt x="1" y="418"/>
                    <a:pt x="260" y="868"/>
                    <a:pt x="1050" y="1143"/>
                  </a:cubicBezTo>
                  <a:lnTo>
                    <a:pt x="4996" y="1143"/>
                  </a:lnTo>
                  <a:lnTo>
                    <a:pt x="49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0"/>
            <p:cNvSpPr/>
            <p:nvPr/>
          </p:nvSpPr>
          <p:spPr>
            <a:xfrm>
              <a:off x="2737776" y="2867859"/>
              <a:ext cx="107455" cy="30304"/>
            </a:xfrm>
            <a:custGeom>
              <a:rect b="b" l="l" r="r" t="t"/>
              <a:pathLst>
                <a:path extrusionOk="0" h="1143" w="4053">
                  <a:moveTo>
                    <a:pt x="1" y="1"/>
                  </a:moveTo>
                  <a:lnTo>
                    <a:pt x="1" y="1143"/>
                  </a:lnTo>
                  <a:lnTo>
                    <a:pt x="4053" y="1143"/>
                  </a:lnTo>
                  <a:cubicBezTo>
                    <a:pt x="3631" y="870"/>
                    <a:pt x="3445" y="418"/>
                    <a:pt x="35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0"/>
            <p:cNvSpPr/>
            <p:nvPr/>
          </p:nvSpPr>
          <p:spPr>
            <a:xfrm>
              <a:off x="2689736" y="2992573"/>
              <a:ext cx="128745" cy="86590"/>
            </a:xfrm>
            <a:custGeom>
              <a:rect b="b" l="l" r="r" t="t"/>
              <a:pathLst>
                <a:path extrusionOk="0" h="3266" w="4856">
                  <a:moveTo>
                    <a:pt x="2428" y="1"/>
                  </a:moveTo>
                  <a:cubicBezTo>
                    <a:pt x="2032" y="1"/>
                    <a:pt x="1635" y="203"/>
                    <a:pt x="1420" y="606"/>
                  </a:cubicBezTo>
                  <a:lnTo>
                    <a:pt x="1" y="3266"/>
                  </a:lnTo>
                  <a:lnTo>
                    <a:pt x="4856" y="3266"/>
                  </a:lnTo>
                  <a:lnTo>
                    <a:pt x="3436" y="606"/>
                  </a:lnTo>
                  <a:cubicBezTo>
                    <a:pt x="3221" y="203"/>
                    <a:pt x="2825" y="1"/>
                    <a:pt x="24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0"/>
            <p:cNvSpPr/>
            <p:nvPr/>
          </p:nvSpPr>
          <p:spPr>
            <a:xfrm>
              <a:off x="2847909" y="2890156"/>
              <a:ext cx="37966" cy="37939"/>
            </a:xfrm>
            <a:custGeom>
              <a:rect b="b" l="l" r="r" t="t"/>
              <a:pathLst>
                <a:path extrusionOk="0" h="1431" w="1432">
                  <a:moveTo>
                    <a:pt x="717" y="0"/>
                  </a:moveTo>
                  <a:cubicBezTo>
                    <a:pt x="323" y="0"/>
                    <a:pt x="1" y="320"/>
                    <a:pt x="1" y="714"/>
                  </a:cubicBezTo>
                  <a:cubicBezTo>
                    <a:pt x="1" y="1109"/>
                    <a:pt x="323" y="1431"/>
                    <a:pt x="717" y="1431"/>
                  </a:cubicBezTo>
                  <a:cubicBezTo>
                    <a:pt x="1112" y="1431"/>
                    <a:pt x="1431" y="1109"/>
                    <a:pt x="1431" y="714"/>
                  </a:cubicBezTo>
                  <a:cubicBezTo>
                    <a:pt x="1431" y="320"/>
                    <a:pt x="1112" y="0"/>
                    <a:pt x="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0"/>
            <p:cNvSpPr/>
            <p:nvPr/>
          </p:nvSpPr>
          <p:spPr>
            <a:xfrm>
              <a:off x="2705855" y="2832571"/>
              <a:ext cx="122567" cy="96187"/>
            </a:xfrm>
            <a:custGeom>
              <a:rect b="b" l="l" r="r" t="t"/>
              <a:pathLst>
                <a:path extrusionOk="0" h="3628" w="4623">
                  <a:moveTo>
                    <a:pt x="1537" y="1"/>
                  </a:moveTo>
                  <a:cubicBezTo>
                    <a:pt x="1440" y="1"/>
                    <a:pt x="1342" y="10"/>
                    <a:pt x="1251" y="25"/>
                  </a:cubicBezTo>
                  <a:cubicBezTo>
                    <a:pt x="606" y="637"/>
                    <a:pt x="0" y="1414"/>
                    <a:pt x="0" y="1813"/>
                  </a:cubicBezTo>
                  <a:cubicBezTo>
                    <a:pt x="0" y="2798"/>
                    <a:pt x="941" y="3339"/>
                    <a:pt x="2351" y="3627"/>
                  </a:cubicBezTo>
                  <a:lnTo>
                    <a:pt x="3190" y="3627"/>
                  </a:lnTo>
                  <a:cubicBezTo>
                    <a:pt x="3192" y="3627"/>
                    <a:pt x="3195" y="3627"/>
                    <a:pt x="3197" y="3627"/>
                  </a:cubicBezTo>
                  <a:cubicBezTo>
                    <a:pt x="3585" y="3627"/>
                    <a:pt x="3968" y="3452"/>
                    <a:pt x="4221" y="3117"/>
                  </a:cubicBezTo>
                  <a:cubicBezTo>
                    <a:pt x="4623" y="2587"/>
                    <a:pt x="4547" y="1828"/>
                    <a:pt x="4055" y="1385"/>
                  </a:cubicBezTo>
                  <a:cubicBezTo>
                    <a:pt x="3846" y="1199"/>
                    <a:pt x="3593" y="1092"/>
                    <a:pt x="3338" y="1065"/>
                  </a:cubicBezTo>
                  <a:cubicBezTo>
                    <a:pt x="3152" y="1043"/>
                    <a:pt x="2986" y="939"/>
                    <a:pt x="2893" y="777"/>
                  </a:cubicBezTo>
                  <a:cubicBezTo>
                    <a:pt x="2620" y="314"/>
                    <a:pt x="211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0"/>
            <p:cNvSpPr/>
            <p:nvPr/>
          </p:nvSpPr>
          <p:spPr>
            <a:xfrm>
              <a:off x="2655588" y="2833286"/>
              <a:ext cx="112625" cy="95525"/>
            </a:xfrm>
            <a:custGeom>
              <a:rect b="b" l="l" r="r" t="t"/>
              <a:pathLst>
                <a:path extrusionOk="0" h="3603" w="4248">
                  <a:moveTo>
                    <a:pt x="3141" y="0"/>
                  </a:moveTo>
                  <a:lnTo>
                    <a:pt x="3141" y="0"/>
                  </a:lnTo>
                  <a:cubicBezTo>
                    <a:pt x="2757" y="74"/>
                    <a:pt x="2420" y="284"/>
                    <a:pt x="2187" y="582"/>
                  </a:cubicBezTo>
                  <a:cubicBezTo>
                    <a:pt x="2136" y="650"/>
                    <a:pt x="2052" y="690"/>
                    <a:pt x="1965" y="692"/>
                  </a:cubicBezTo>
                  <a:cubicBezTo>
                    <a:pt x="1686" y="697"/>
                    <a:pt x="1406" y="797"/>
                    <a:pt x="1173" y="992"/>
                  </a:cubicBezTo>
                  <a:cubicBezTo>
                    <a:pt x="938" y="1189"/>
                    <a:pt x="790" y="1451"/>
                    <a:pt x="739" y="1730"/>
                  </a:cubicBezTo>
                  <a:cubicBezTo>
                    <a:pt x="721" y="1828"/>
                    <a:pt x="652" y="1910"/>
                    <a:pt x="561" y="1941"/>
                  </a:cubicBezTo>
                  <a:cubicBezTo>
                    <a:pt x="233" y="2063"/>
                    <a:pt x="0" y="2378"/>
                    <a:pt x="0" y="2746"/>
                  </a:cubicBezTo>
                  <a:cubicBezTo>
                    <a:pt x="0" y="2981"/>
                    <a:pt x="98" y="3196"/>
                    <a:pt x="253" y="3352"/>
                  </a:cubicBezTo>
                  <a:cubicBezTo>
                    <a:pt x="408" y="3505"/>
                    <a:pt x="623" y="3602"/>
                    <a:pt x="861" y="3602"/>
                  </a:cubicBezTo>
                  <a:lnTo>
                    <a:pt x="4247" y="3602"/>
                  </a:lnTo>
                  <a:cubicBezTo>
                    <a:pt x="3425" y="3006"/>
                    <a:pt x="2901" y="2123"/>
                    <a:pt x="2897" y="1138"/>
                  </a:cubicBezTo>
                  <a:cubicBezTo>
                    <a:pt x="2897" y="739"/>
                    <a:pt x="2983" y="358"/>
                    <a:pt x="3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0"/>
            <p:cNvSpPr/>
            <p:nvPr/>
          </p:nvSpPr>
          <p:spPr>
            <a:xfrm>
              <a:off x="2915967" y="2840570"/>
              <a:ext cx="116019" cy="90646"/>
            </a:xfrm>
            <a:custGeom>
              <a:rect b="b" l="l" r="r" t="t"/>
              <a:pathLst>
                <a:path extrusionOk="0" h="3419" w="4376">
                  <a:moveTo>
                    <a:pt x="2640" y="0"/>
                  </a:moveTo>
                  <a:cubicBezTo>
                    <a:pt x="2489" y="0"/>
                    <a:pt x="2338" y="33"/>
                    <a:pt x="2202" y="103"/>
                  </a:cubicBezTo>
                  <a:cubicBezTo>
                    <a:pt x="2069" y="170"/>
                    <a:pt x="1963" y="263"/>
                    <a:pt x="1876" y="371"/>
                  </a:cubicBezTo>
                  <a:cubicBezTo>
                    <a:pt x="1774" y="502"/>
                    <a:pt x="1619" y="573"/>
                    <a:pt x="1455" y="582"/>
                  </a:cubicBezTo>
                  <a:cubicBezTo>
                    <a:pt x="0" y="1755"/>
                    <a:pt x="1120" y="3124"/>
                    <a:pt x="2336" y="3419"/>
                  </a:cubicBezTo>
                  <a:lnTo>
                    <a:pt x="3234" y="3419"/>
                  </a:lnTo>
                  <a:cubicBezTo>
                    <a:pt x="3866" y="3419"/>
                    <a:pt x="4376" y="2909"/>
                    <a:pt x="4376" y="2277"/>
                  </a:cubicBezTo>
                  <a:cubicBezTo>
                    <a:pt x="4376" y="2066"/>
                    <a:pt x="4318" y="1866"/>
                    <a:pt x="4219" y="1696"/>
                  </a:cubicBezTo>
                  <a:cubicBezTo>
                    <a:pt x="4119" y="1525"/>
                    <a:pt x="3975" y="1383"/>
                    <a:pt x="3804" y="1283"/>
                  </a:cubicBezTo>
                  <a:cubicBezTo>
                    <a:pt x="3711" y="1234"/>
                    <a:pt x="3655" y="1134"/>
                    <a:pt x="3662" y="1032"/>
                  </a:cubicBezTo>
                  <a:cubicBezTo>
                    <a:pt x="3671" y="835"/>
                    <a:pt x="3620" y="635"/>
                    <a:pt x="3507" y="456"/>
                  </a:cubicBezTo>
                  <a:cubicBezTo>
                    <a:pt x="3323" y="166"/>
                    <a:pt x="2980" y="0"/>
                    <a:pt x="26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0"/>
            <p:cNvSpPr/>
            <p:nvPr/>
          </p:nvSpPr>
          <p:spPr>
            <a:xfrm>
              <a:off x="2908146" y="2855371"/>
              <a:ext cx="69754" cy="75720"/>
            </a:xfrm>
            <a:custGeom>
              <a:rect b="b" l="l" r="r" t="t"/>
              <a:pathLst>
                <a:path extrusionOk="0" h="2856" w="2631">
                  <a:moveTo>
                    <a:pt x="1444" y="0"/>
                  </a:moveTo>
                  <a:cubicBezTo>
                    <a:pt x="1425" y="0"/>
                    <a:pt x="1407" y="0"/>
                    <a:pt x="1388" y="1"/>
                  </a:cubicBezTo>
                  <a:cubicBezTo>
                    <a:pt x="623" y="24"/>
                    <a:pt x="7" y="658"/>
                    <a:pt x="2" y="1423"/>
                  </a:cubicBezTo>
                  <a:cubicBezTo>
                    <a:pt x="0" y="2215"/>
                    <a:pt x="641" y="2856"/>
                    <a:pt x="1431" y="2856"/>
                  </a:cubicBezTo>
                  <a:lnTo>
                    <a:pt x="2631" y="2856"/>
                  </a:lnTo>
                  <a:cubicBezTo>
                    <a:pt x="1810" y="2470"/>
                    <a:pt x="898" y="1055"/>
                    <a:pt x="1752" y="19"/>
                  </a:cubicBezTo>
                  <a:lnTo>
                    <a:pt x="1752" y="19"/>
                  </a:lnTo>
                  <a:cubicBezTo>
                    <a:pt x="1742" y="20"/>
                    <a:pt x="1731" y="21"/>
                    <a:pt x="1720" y="21"/>
                  </a:cubicBezTo>
                  <a:cubicBezTo>
                    <a:pt x="1694" y="21"/>
                    <a:pt x="1666" y="18"/>
                    <a:pt x="1639" y="15"/>
                  </a:cubicBezTo>
                  <a:cubicBezTo>
                    <a:pt x="1576" y="6"/>
                    <a:pt x="1511" y="0"/>
                    <a:pt x="1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70"/>
          <p:cNvGrpSpPr/>
          <p:nvPr/>
        </p:nvGrpSpPr>
        <p:grpSpPr>
          <a:xfrm>
            <a:off x="2667757" y="2070972"/>
            <a:ext cx="352139" cy="376424"/>
            <a:chOff x="2667757" y="2070972"/>
            <a:chExt cx="352139" cy="376424"/>
          </a:xfrm>
        </p:grpSpPr>
        <p:sp>
          <p:nvSpPr>
            <p:cNvPr id="4300" name="Google Shape;4300;p70"/>
            <p:cNvSpPr/>
            <p:nvPr/>
          </p:nvSpPr>
          <p:spPr>
            <a:xfrm>
              <a:off x="2926651" y="2185798"/>
              <a:ext cx="57294" cy="55888"/>
            </a:xfrm>
            <a:custGeom>
              <a:rect b="b" l="l" r="r" t="t"/>
              <a:pathLst>
                <a:path extrusionOk="0" h="2108" w="2161">
                  <a:moveTo>
                    <a:pt x="1080" y="0"/>
                  </a:moveTo>
                  <a:cubicBezTo>
                    <a:pt x="1032" y="0"/>
                    <a:pt x="984" y="26"/>
                    <a:pt x="963" y="79"/>
                  </a:cubicBezTo>
                  <a:lnTo>
                    <a:pt x="839" y="389"/>
                  </a:lnTo>
                  <a:cubicBezTo>
                    <a:pt x="761" y="582"/>
                    <a:pt x="608" y="733"/>
                    <a:pt x="418" y="811"/>
                  </a:cubicBezTo>
                  <a:lnTo>
                    <a:pt x="107" y="937"/>
                  </a:lnTo>
                  <a:cubicBezTo>
                    <a:pt x="1" y="979"/>
                    <a:pt x="1" y="1130"/>
                    <a:pt x="107" y="1172"/>
                  </a:cubicBezTo>
                  <a:lnTo>
                    <a:pt x="418" y="1296"/>
                  </a:lnTo>
                  <a:cubicBezTo>
                    <a:pt x="608" y="1374"/>
                    <a:pt x="761" y="1527"/>
                    <a:pt x="839" y="1718"/>
                  </a:cubicBezTo>
                  <a:lnTo>
                    <a:pt x="963" y="2028"/>
                  </a:lnTo>
                  <a:cubicBezTo>
                    <a:pt x="985" y="2081"/>
                    <a:pt x="1034" y="2108"/>
                    <a:pt x="1082" y="2108"/>
                  </a:cubicBezTo>
                  <a:cubicBezTo>
                    <a:pt x="1130" y="2108"/>
                    <a:pt x="1177" y="2081"/>
                    <a:pt x="1198" y="2028"/>
                  </a:cubicBezTo>
                  <a:lnTo>
                    <a:pt x="1323" y="1718"/>
                  </a:lnTo>
                  <a:cubicBezTo>
                    <a:pt x="1400" y="1527"/>
                    <a:pt x="1553" y="1374"/>
                    <a:pt x="1744" y="1296"/>
                  </a:cubicBezTo>
                  <a:lnTo>
                    <a:pt x="2055" y="1172"/>
                  </a:lnTo>
                  <a:cubicBezTo>
                    <a:pt x="2161" y="1130"/>
                    <a:pt x="2161" y="981"/>
                    <a:pt x="2055" y="937"/>
                  </a:cubicBezTo>
                  <a:lnTo>
                    <a:pt x="1744" y="811"/>
                  </a:lnTo>
                  <a:cubicBezTo>
                    <a:pt x="1553" y="733"/>
                    <a:pt x="1400" y="582"/>
                    <a:pt x="1323" y="389"/>
                  </a:cubicBezTo>
                  <a:lnTo>
                    <a:pt x="1198" y="79"/>
                  </a:lnTo>
                  <a:cubicBezTo>
                    <a:pt x="1176" y="26"/>
                    <a:pt x="1128" y="0"/>
                    <a:pt x="10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0"/>
            <p:cNvSpPr/>
            <p:nvPr/>
          </p:nvSpPr>
          <p:spPr>
            <a:xfrm>
              <a:off x="2853212" y="2362504"/>
              <a:ext cx="57294" cy="55888"/>
            </a:xfrm>
            <a:custGeom>
              <a:rect b="b" l="l" r="r" t="t"/>
              <a:pathLst>
                <a:path extrusionOk="0" h="2108" w="2161">
                  <a:moveTo>
                    <a:pt x="1080" y="0"/>
                  </a:moveTo>
                  <a:cubicBezTo>
                    <a:pt x="1032" y="0"/>
                    <a:pt x="984" y="26"/>
                    <a:pt x="963" y="78"/>
                  </a:cubicBezTo>
                  <a:lnTo>
                    <a:pt x="839" y="389"/>
                  </a:lnTo>
                  <a:cubicBezTo>
                    <a:pt x="761" y="582"/>
                    <a:pt x="608" y="733"/>
                    <a:pt x="418" y="810"/>
                  </a:cubicBezTo>
                  <a:lnTo>
                    <a:pt x="107" y="937"/>
                  </a:lnTo>
                  <a:cubicBezTo>
                    <a:pt x="1" y="981"/>
                    <a:pt x="1" y="1130"/>
                    <a:pt x="107" y="1172"/>
                  </a:cubicBezTo>
                  <a:lnTo>
                    <a:pt x="418" y="1296"/>
                  </a:lnTo>
                  <a:cubicBezTo>
                    <a:pt x="608" y="1374"/>
                    <a:pt x="761" y="1527"/>
                    <a:pt x="839" y="1717"/>
                  </a:cubicBezTo>
                  <a:lnTo>
                    <a:pt x="963" y="2028"/>
                  </a:lnTo>
                  <a:cubicBezTo>
                    <a:pt x="985" y="2081"/>
                    <a:pt x="1034" y="2108"/>
                    <a:pt x="1082" y="2108"/>
                  </a:cubicBezTo>
                  <a:cubicBezTo>
                    <a:pt x="1131" y="2108"/>
                    <a:pt x="1178" y="2081"/>
                    <a:pt x="1198" y="2028"/>
                  </a:cubicBezTo>
                  <a:lnTo>
                    <a:pt x="1325" y="1717"/>
                  </a:lnTo>
                  <a:cubicBezTo>
                    <a:pt x="1402" y="1527"/>
                    <a:pt x="1553" y="1374"/>
                    <a:pt x="1746" y="1296"/>
                  </a:cubicBezTo>
                  <a:lnTo>
                    <a:pt x="2057" y="1172"/>
                  </a:lnTo>
                  <a:cubicBezTo>
                    <a:pt x="2161" y="1128"/>
                    <a:pt x="2161" y="977"/>
                    <a:pt x="2057" y="937"/>
                  </a:cubicBezTo>
                  <a:lnTo>
                    <a:pt x="1746" y="810"/>
                  </a:lnTo>
                  <a:cubicBezTo>
                    <a:pt x="1553" y="733"/>
                    <a:pt x="1402" y="582"/>
                    <a:pt x="1325" y="389"/>
                  </a:cubicBezTo>
                  <a:lnTo>
                    <a:pt x="1198" y="78"/>
                  </a:lnTo>
                  <a:cubicBezTo>
                    <a:pt x="1176" y="26"/>
                    <a:pt x="1128" y="0"/>
                    <a:pt x="10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0"/>
            <p:cNvSpPr/>
            <p:nvPr/>
          </p:nvSpPr>
          <p:spPr>
            <a:xfrm>
              <a:off x="2702197" y="2122221"/>
              <a:ext cx="57240" cy="55862"/>
            </a:xfrm>
            <a:custGeom>
              <a:rect b="b" l="l" r="r" t="t"/>
              <a:pathLst>
                <a:path extrusionOk="0" h="2107" w="2159">
                  <a:moveTo>
                    <a:pt x="1079" y="1"/>
                  </a:moveTo>
                  <a:cubicBezTo>
                    <a:pt x="1031" y="1"/>
                    <a:pt x="982" y="27"/>
                    <a:pt x="961" y="79"/>
                  </a:cubicBezTo>
                  <a:lnTo>
                    <a:pt x="837" y="390"/>
                  </a:lnTo>
                  <a:cubicBezTo>
                    <a:pt x="759" y="580"/>
                    <a:pt x="606" y="733"/>
                    <a:pt x="416" y="811"/>
                  </a:cubicBezTo>
                  <a:lnTo>
                    <a:pt x="105" y="935"/>
                  </a:lnTo>
                  <a:cubicBezTo>
                    <a:pt x="1" y="979"/>
                    <a:pt x="1" y="1130"/>
                    <a:pt x="105" y="1172"/>
                  </a:cubicBezTo>
                  <a:lnTo>
                    <a:pt x="416" y="1297"/>
                  </a:lnTo>
                  <a:cubicBezTo>
                    <a:pt x="606" y="1374"/>
                    <a:pt x="759" y="1527"/>
                    <a:pt x="837" y="1718"/>
                  </a:cubicBezTo>
                  <a:lnTo>
                    <a:pt x="961" y="2029"/>
                  </a:lnTo>
                  <a:cubicBezTo>
                    <a:pt x="983" y="2081"/>
                    <a:pt x="1032" y="2107"/>
                    <a:pt x="1081" y="2107"/>
                  </a:cubicBezTo>
                  <a:cubicBezTo>
                    <a:pt x="1129" y="2107"/>
                    <a:pt x="1178" y="2081"/>
                    <a:pt x="1199" y="2029"/>
                  </a:cubicBezTo>
                  <a:lnTo>
                    <a:pt x="1323" y="1718"/>
                  </a:lnTo>
                  <a:cubicBezTo>
                    <a:pt x="1400" y="1527"/>
                    <a:pt x="1553" y="1374"/>
                    <a:pt x="1744" y="1297"/>
                  </a:cubicBezTo>
                  <a:lnTo>
                    <a:pt x="2055" y="1172"/>
                  </a:lnTo>
                  <a:cubicBezTo>
                    <a:pt x="2159" y="1130"/>
                    <a:pt x="2159" y="977"/>
                    <a:pt x="2055" y="935"/>
                  </a:cubicBezTo>
                  <a:lnTo>
                    <a:pt x="1744" y="811"/>
                  </a:lnTo>
                  <a:cubicBezTo>
                    <a:pt x="1553" y="733"/>
                    <a:pt x="1400" y="580"/>
                    <a:pt x="1323" y="390"/>
                  </a:cubicBezTo>
                  <a:lnTo>
                    <a:pt x="1199" y="79"/>
                  </a:lnTo>
                  <a:cubicBezTo>
                    <a:pt x="1176" y="27"/>
                    <a:pt x="1128" y="1"/>
                    <a:pt x="1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0"/>
            <p:cNvSpPr/>
            <p:nvPr/>
          </p:nvSpPr>
          <p:spPr>
            <a:xfrm>
              <a:off x="2690266" y="2297548"/>
              <a:ext cx="45363" cy="113102"/>
            </a:xfrm>
            <a:custGeom>
              <a:rect b="b" l="l" r="r" t="t"/>
              <a:pathLst>
                <a:path extrusionOk="0" h="4266" w="1711">
                  <a:moveTo>
                    <a:pt x="231" y="0"/>
                  </a:moveTo>
                  <a:cubicBezTo>
                    <a:pt x="180" y="0"/>
                    <a:pt x="1" y="781"/>
                    <a:pt x="1" y="781"/>
                  </a:cubicBezTo>
                  <a:lnTo>
                    <a:pt x="773" y="3802"/>
                  </a:lnTo>
                  <a:cubicBezTo>
                    <a:pt x="773" y="3802"/>
                    <a:pt x="1178" y="4265"/>
                    <a:pt x="1465" y="4265"/>
                  </a:cubicBezTo>
                  <a:cubicBezTo>
                    <a:pt x="1527" y="4265"/>
                    <a:pt x="1711" y="3564"/>
                    <a:pt x="1711" y="3564"/>
                  </a:cubicBezTo>
                  <a:lnTo>
                    <a:pt x="943" y="539"/>
                  </a:lnTo>
                  <a:cubicBezTo>
                    <a:pt x="943" y="539"/>
                    <a:pt x="526" y="0"/>
                    <a:pt x="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0"/>
            <p:cNvSpPr/>
            <p:nvPr/>
          </p:nvSpPr>
          <p:spPr>
            <a:xfrm>
              <a:off x="2682047" y="2276656"/>
              <a:ext cx="33247" cy="41731"/>
            </a:xfrm>
            <a:custGeom>
              <a:rect b="b" l="l" r="r" t="t"/>
              <a:pathLst>
                <a:path extrusionOk="0" h="1574" w="1254">
                  <a:moveTo>
                    <a:pt x="918" y="1"/>
                  </a:moveTo>
                  <a:lnTo>
                    <a:pt x="0" y="333"/>
                  </a:lnTo>
                  <a:lnTo>
                    <a:pt x="313" y="1564"/>
                  </a:lnTo>
                  <a:cubicBezTo>
                    <a:pt x="362" y="1571"/>
                    <a:pt x="408" y="1573"/>
                    <a:pt x="457" y="1573"/>
                  </a:cubicBezTo>
                  <a:cubicBezTo>
                    <a:pt x="754" y="1573"/>
                    <a:pt x="1027" y="1482"/>
                    <a:pt x="1253" y="1327"/>
                  </a:cubicBezTo>
                  <a:lnTo>
                    <a:pt x="9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0"/>
            <p:cNvSpPr/>
            <p:nvPr/>
          </p:nvSpPr>
          <p:spPr>
            <a:xfrm>
              <a:off x="2710734" y="2391615"/>
              <a:ext cx="32239" cy="37966"/>
            </a:xfrm>
            <a:custGeom>
              <a:rect b="b" l="l" r="r" t="t"/>
              <a:pathLst>
                <a:path extrusionOk="0" h="1432" w="1216">
                  <a:moveTo>
                    <a:pt x="759" y="1"/>
                  </a:moveTo>
                  <a:cubicBezTo>
                    <a:pt x="473" y="1"/>
                    <a:pt x="209" y="96"/>
                    <a:pt x="1" y="254"/>
                  </a:cubicBezTo>
                  <a:lnTo>
                    <a:pt x="300" y="1431"/>
                  </a:lnTo>
                  <a:lnTo>
                    <a:pt x="1216" y="1099"/>
                  </a:lnTo>
                  <a:lnTo>
                    <a:pt x="943" y="16"/>
                  </a:lnTo>
                  <a:cubicBezTo>
                    <a:pt x="881" y="7"/>
                    <a:pt x="819" y="1"/>
                    <a:pt x="7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0"/>
            <p:cNvSpPr/>
            <p:nvPr/>
          </p:nvSpPr>
          <p:spPr>
            <a:xfrm>
              <a:off x="2884019" y="2085846"/>
              <a:ext cx="90885" cy="38364"/>
            </a:xfrm>
            <a:custGeom>
              <a:rect b="b" l="l" r="r" t="t"/>
              <a:pathLst>
                <a:path extrusionOk="0" h="1447" w="3428">
                  <a:moveTo>
                    <a:pt x="3030" y="1"/>
                  </a:moveTo>
                  <a:lnTo>
                    <a:pt x="265" y="488"/>
                  </a:lnTo>
                  <a:cubicBezTo>
                    <a:pt x="54" y="721"/>
                    <a:pt x="1" y="939"/>
                    <a:pt x="1" y="1207"/>
                  </a:cubicBezTo>
                  <a:cubicBezTo>
                    <a:pt x="1" y="1282"/>
                    <a:pt x="134" y="1254"/>
                    <a:pt x="455" y="1447"/>
                  </a:cubicBezTo>
                  <a:lnTo>
                    <a:pt x="3201" y="963"/>
                  </a:lnTo>
                  <a:cubicBezTo>
                    <a:pt x="3281" y="783"/>
                    <a:pt x="3427" y="622"/>
                    <a:pt x="3427" y="371"/>
                  </a:cubicBezTo>
                  <a:cubicBezTo>
                    <a:pt x="3427" y="276"/>
                    <a:pt x="3192" y="89"/>
                    <a:pt x="30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0"/>
            <p:cNvSpPr/>
            <p:nvPr/>
          </p:nvSpPr>
          <p:spPr>
            <a:xfrm>
              <a:off x="2852443" y="2098731"/>
              <a:ext cx="44196" cy="32372"/>
            </a:xfrm>
            <a:custGeom>
              <a:rect b="b" l="l" r="r" t="t"/>
              <a:pathLst>
                <a:path extrusionOk="0" h="1221" w="1667">
                  <a:moveTo>
                    <a:pt x="1458" y="0"/>
                  </a:moveTo>
                  <a:lnTo>
                    <a:pt x="1" y="258"/>
                  </a:lnTo>
                  <a:lnTo>
                    <a:pt x="169" y="1220"/>
                  </a:lnTo>
                  <a:lnTo>
                    <a:pt x="1649" y="961"/>
                  </a:lnTo>
                  <a:cubicBezTo>
                    <a:pt x="1660" y="887"/>
                    <a:pt x="1666" y="812"/>
                    <a:pt x="1666" y="739"/>
                  </a:cubicBezTo>
                  <a:cubicBezTo>
                    <a:pt x="1666" y="468"/>
                    <a:pt x="1589" y="218"/>
                    <a:pt x="14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0"/>
            <p:cNvSpPr/>
            <p:nvPr/>
          </p:nvSpPr>
          <p:spPr>
            <a:xfrm>
              <a:off x="2963636" y="2079960"/>
              <a:ext cx="38841" cy="31364"/>
            </a:xfrm>
            <a:custGeom>
              <a:rect b="b" l="l" r="r" t="t"/>
              <a:pathLst>
                <a:path extrusionOk="0" h="1183" w="1465">
                  <a:moveTo>
                    <a:pt x="1296" y="1"/>
                  </a:moveTo>
                  <a:lnTo>
                    <a:pt x="32" y="223"/>
                  </a:lnTo>
                  <a:cubicBezTo>
                    <a:pt x="12" y="311"/>
                    <a:pt x="1" y="407"/>
                    <a:pt x="1" y="500"/>
                  </a:cubicBezTo>
                  <a:cubicBezTo>
                    <a:pt x="1" y="750"/>
                    <a:pt x="72" y="985"/>
                    <a:pt x="200" y="1183"/>
                  </a:cubicBezTo>
                  <a:lnTo>
                    <a:pt x="1465" y="961"/>
                  </a:lnTo>
                  <a:lnTo>
                    <a:pt x="12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0"/>
            <p:cNvSpPr/>
            <p:nvPr/>
          </p:nvSpPr>
          <p:spPr>
            <a:xfrm>
              <a:off x="2715214" y="2250913"/>
              <a:ext cx="90567" cy="36879"/>
            </a:xfrm>
            <a:custGeom>
              <a:rect b="b" l="l" r="r" t="t"/>
              <a:pathLst>
                <a:path extrusionOk="0" h="1391" w="3416">
                  <a:moveTo>
                    <a:pt x="2861" y="0"/>
                  </a:moveTo>
                  <a:lnTo>
                    <a:pt x="413" y="433"/>
                  </a:lnTo>
                  <a:cubicBezTo>
                    <a:pt x="80" y="694"/>
                    <a:pt x="0" y="914"/>
                    <a:pt x="0" y="1176"/>
                  </a:cubicBezTo>
                  <a:cubicBezTo>
                    <a:pt x="0" y="1258"/>
                    <a:pt x="191" y="1145"/>
                    <a:pt x="588" y="1391"/>
                  </a:cubicBezTo>
                  <a:lnTo>
                    <a:pt x="3030" y="961"/>
                  </a:lnTo>
                  <a:cubicBezTo>
                    <a:pt x="3205" y="694"/>
                    <a:pt x="3416" y="705"/>
                    <a:pt x="3416" y="433"/>
                  </a:cubicBezTo>
                  <a:cubicBezTo>
                    <a:pt x="3416" y="362"/>
                    <a:pt x="3303" y="82"/>
                    <a:pt x="28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0"/>
            <p:cNvSpPr/>
            <p:nvPr/>
          </p:nvSpPr>
          <p:spPr>
            <a:xfrm>
              <a:off x="2790828" y="2243145"/>
              <a:ext cx="48889" cy="33247"/>
            </a:xfrm>
            <a:custGeom>
              <a:rect b="b" l="l" r="r" t="t"/>
              <a:pathLst>
                <a:path extrusionOk="0" h="1254" w="1844">
                  <a:moveTo>
                    <a:pt x="1673" y="0"/>
                  </a:moveTo>
                  <a:lnTo>
                    <a:pt x="11" y="295"/>
                  </a:lnTo>
                  <a:cubicBezTo>
                    <a:pt x="3" y="358"/>
                    <a:pt x="0" y="428"/>
                    <a:pt x="0" y="495"/>
                  </a:cubicBezTo>
                  <a:cubicBezTo>
                    <a:pt x="0" y="766"/>
                    <a:pt x="67" y="1025"/>
                    <a:pt x="184" y="1254"/>
                  </a:cubicBezTo>
                  <a:lnTo>
                    <a:pt x="1843" y="961"/>
                  </a:lnTo>
                  <a:lnTo>
                    <a:pt x="16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0"/>
            <p:cNvSpPr/>
            <p:nvPr/>
          </p:nvSpPr>
          <p:spPr>
            <a:xfrm>
              <a:off x="2689577" y="2262260"/>
              <a:ext cx="41810" cy="32001"/>
            </a:xfrm>
            <a:custGeom>
              <a:rect b="b" l="l" r="r" t="t"/>
              <a:pathLst>
                <a:path extrusionOk="0" h="1207" w="1577">
                  <a:moveTo>
                    <a:pt x="1382" y="0"/>
                  </a:moveTo>
                  <a:lnTo>
                    <a:pt x="0" y="244"/>
                  </a:lnTo>
                  <a:lnTo>
                    <a:pt x="169" y="1207"/>
                  </a:lnTo>
                  <a:lnTo>
                    <a:pt x="1555" y="963"/>
                  </a:lnTo>
                  <a:cubicBezTo>
                    <a:pt x="1568" y="881"/>
                    <a:pt x="1577" y="796"/>
                    <a:pt x="1577" y="714"/>
                  </a:cubicBezTo>
                  <a:cubicBezTo>
                    <a:pt x="1577" y="453"/>
                    <a:pt x="1508" y="211"/>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0"/>
            <p:cNvSpPr/>
            <p:nvPr/>
          </p:nvSpPr>
          <p:spPr>
            <a:xfrm>
              <a:off x="2829642" y="2132720"/>
              <a:ext cx="36428" cy="102391"/>
            </a:xfrm>
            <a:custGeom>
              <a:rect b="b" l="l" r="r" t="t"/>
              <a:pathLst>
                <a:path extrusionOk="0" h="3862" w="1374">
                  <a:moveTo>
                    <a:pt x="1045" y="0"/>
                  </a:moveTo>
                  <a:cubicBezTo>
                    <a:pt x="788" y="0"/>
                    <a:pt x="408" y="666"/>
                    <a:pt x="408" y="666"/>
                  </a:cubicBezTo>
                  <a:lnTo>
                    <a:pt x="0" y="2983"/>
                  </a:lnTo>
                  <a:cubicBezTo>
                    <a:pt x="0" y="2983"/>
                    <a:pt x="58" y="3862"/>
                    <a:pt x="133" y="3862"/>
                  </a:cubicBezTo>
                  <a:cubicBezTo>
                    <a:pt x="402" y="3862"/>
                    <a:pt x="965" y="3143"/>
                    <a:pt x="965" y="3143"/>
                  </a:cubicBezTo>
                  <a:lnTo>
                    <a:pt x="1373" y="836"/>
                  </a:lnTo>
                  <a:cubicBezTo>
                    <a:pt x="1373" y="836"/>
                    <a:pt x="1134" y="2"/>
                    <a:pt x="10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0"/>
            <p:cNvSpPr/>
            <p:nvPr/>
          </p:nvSpPr>
          <p:spPr>
            <a:xfrm>
              <a:off x="2820522" y="2211489"/>
              <a:ext cx="34705" cy="56498"/>
            </a:xfrm>
            <a:custGeom>
              <a:rect b="b" l="l" r="r" t="t"/>
              <a:pathLst>
                <a:path extrusionOk="0" h="2131" w="1309">
                  <a:moveTo>
                    <a:pt x="590" y="1"/>
                  </a:moveTo>
                  <a:cubicBezTo>
                    <a:pt x="581" y="1"/>
                    <a:pt x="572" y="1"/>
                    <a:pt x="564" y="1"/>
                  </a:cubicBezTo>
                  <a:cubicBezTo>
                    <a:pt x="488" y="1"/>
                    <a:pt x="417" y="3"/>
                    <a:pt x="344" y="15"/>
                  </a:cubicBezTo>
                  <a:lnTo>
                    <a:pt x="0" y="1960"/>
                  </a:lnTo>
                  <a:lnTo>
                    <a:pt x="963" y="2130"/>
                  </a:lnTo>
                  <a:lnTo>
                    <a:pt x="1309" y="172"/>
                  </a:lnTo>
                  <a:cubicBezTo>
                    <a:pt x="1092" y="65"/>
                    <a:pt x="848" y="1"/>
                    <a:pt x="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0"/>
            <p:cNvSpPr/>
            <p:nvPr/>
          </p:nvSpPr>
          <p:spPr>
            <a:xfrm>
              <a:off x="2840512" y="2117767"/>
              <a:ext cx="31258" cy="37727"/>
            </a:xfrm>
            <a:custGeom>
              <a:rect b="b" l="l" r="r" t="t"/>
              <a:pathLst>
                <a:path extrusionOk="0" h="1423" w="1179">
                  <a:moveTo>
                    <a:pt x="218" y="1"/>
                  </a:moveTo>
                  <a:lnTo>
                    <a:pt x="0" y="1230"/>
                  </a:lnTo>
                  <a:cubicBezTo>
                    <a:pt x="209" y="1354"/>
                    <a:pt x="453" y="1423"/>
                    <a:pt x="710" y="1423"/>
                  </a:cubicBezTo>
                  <a:cubicBezTo>
                    <a:pt x="797" y="1423"/>
                    <a:pt x="883" y="1414"/>
                    <a:pt x="963" y="1400"/>
                  </a:cubicBezTo>
                  <a:lnTo>
                    <a:pt x="1178" y="172"/>
                  </a:lnTo>
                  <a:lnTo>
                    <a:pt x="2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0"/>
            <p:cNvSpPr/>
            <p:nvPr/>
          </p:nvSpPr>
          <p:spPr>
            <a:xfrm>
              <a:off x="2677089" y="2254916"/>
              <a:ext cx="42897" cy="46344"/>
            </a:xfrm>
            <a:custGeom>
              <a:rect b="b" l="l" r="r" t="t"/>
              <a:pathLst>
                <a:path extrusionOk="0" h="1748" w="1618">
                  <a:moveTo>
                    <a:pt x="633" y="0"/>
                  </a:moveTo>
                  <a:cubicBezTo>
                    <a:pt x="511" y="0"/>
                    <a:pt x="396" y="22"/>
                    <a:pt x="287" y="64"/>
                  </a:cubicBezTo>
                  <a:cubicBezTo>
                    <a:pt x="149" y="215"/>
                    <a:pt x="1" y="408"/>
                    <a:pt x="1" y="597"/>
                  </a:cubicBezTo>
                  <a:cubicBezTo>
                    <a:pt x="1" y="1142"/>
                    <a:pt x="420" y="1748"/>
                    <a:pt x="963" y="1748"/>
                  </a:cubicBezTo>
                  <a:cubicBezTo>
                    <a:pt x="1085" y="1748"/>
                    <a:pt x="1360" y="1592"/>
                    <a:pt x="1474" y="1504"/>
                  </a:cubicBezTo>
                  <a:cubicBezTo>
                    <a:pt x="1564" y="1353"/>
                    <a:pt x="1618" y="1180"/>
                    <a:pt x="1618" y="991"/>
                  </a:cubicBezTo>
                  <a:cubicBezTo>
                    <a:pt x="1618" y="448"/>
                    <a:pt x="1176" y="7"/>
                    <a:pt x="6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0"/>
            <p:cNvSpPr/>
            <p:nvPr/>
          </p:nvSpPr>
          <p:spPr>
            <a:xfrm>
              <a:off x="2667757" y="2256772"/>
              <a:ext cx="48412" cy="50612"/>
            </a:xfrm>
            <a:custGeom>
              <a:rect b="b" l="l" r="r" t="t"/>
              <a:pathLst>
                <a:path extrusionOk="0" h="1909" w="1826">
                  <a:moveTo>
                    <a:pt x="641" y="1"/>
                  </a:moveTo>
                  <a:lnTo>
                    <a:pt x="641" y="1"/>
                  </a:lnTo>
                  <a:cubicBezTo>
                    <a:pt x="266" y="141"/>
                    <a:pt x="0" y="502"/>
                    <a:pt x="0" y="924"/>
                  </a:cubicBezTo>
                  <a:cubicBezTo>
                    <a:pt x="0" y="1467"/>
                    <a:pt x="442" y="1908"/>
                    <a:pt x="985" y="1908"/>
                  </a:cubicBezTo>
                  <a:cubicBezTo>
                    <a:pt x="1340" y="1908"/>
                    <a:pt x="1655" y="1720"/>
                    <a:pt x="1826" y="1436"/>
                  </a:cubicBezTo>
                  <a:lnTo>
                    <a:pt x="1826" y="1436"/>
                  </a:lnTo>
                  <a:cubicBezTo>
                    <a:pt x="1717" y="1476"/>
                    <a:pt x="1602" y="1498"/>
                    <a:pt x="1482" y="1498"/>
                  </a:cubicBezTo>
                  <a:cubicBezTo>
                    <a:pt x="938" y="1498"/>
                    <a:pt x="497" y="1057"/>
                    <a:pt x="497" y="513"/>
                  </a:cubicBezTo>
                  <a:cubicBezTo>
                    <a:pt x="497" y="325"/>
                    <a:pt x="550" y="150"/>
                    <a:pt x="6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0"/>
            <p:cNvSpPr/>
            <p:nvPr/>
          </p:nvSpPr>
          <p:spPr>
            <a:xfrm>
              <a:off x="2842580" y="2092023"/>
              <a:ext cx="42871" cy="46370"/>
            </a:xfrm>
            <a:custGeom>
              <a:rect b="b" l="l" r="r" t="t"/>
              <a:pathLst>
                <a:path extrusionOk="0" h="1749" w="1617">
                  <a:moveTo>
                    <a:pt x="632" y="0"/>
                  </a:moveTo>
                  <a:cubicBezTo>
                    <a:pt x="510" y="0"/>
                    <a:pt x="395" y="23"/>
                    <a:pt x="286" y="65"/>
                  </a:cubicBezTo>
                  <a:cubicBezTo>
                    <a:pt x="146" y="216"/>
                    <a:pt x="0" y="408"/>
                    <a:pt x="0" y="597"/>
                  </a:cubicBezTo>
                  <a:cubicBezTo>
                    <a:pt x="0" y="1143"/>
                    <a:pt x="419" y="1748"/>
                    <a:pt x="963" y="1748"/>
                  </a:cubicBezTo>
                  <a:cubicBezTo>
                    <a:pt x="1085" y="1748"/>
                    <a:pt x="1360" y="1593"/>
                    <a:pt x="1473" y="1504"/>
                  </a:cubicBezTo>
                  <a:cubicBezTo>
                    <a:pt x="1564" y="1353"/>
                    <a:pt x="1617" y="1180"/>
                    <a:pt x="1617" y="992"/>
                  </a:cubicBezTo>
                  <a:cubicBezTo>
                    <a:pt x="1617" y="444"/>
                    <a:pt x="1176" y="5"/>
                    <a:pt x="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0"/>
            <p:cNvSpPr/>
            <p:nvPr/>
          </p:nvSpPr>
          <p:spPr>
            <a:xfrm>
              <a:off x="2833221" y="2093773"/>
              <a:ext cx="48412" cy="50612"/>
            </a:xfrm>
            <a:custGeom>
              <a:rect b="b" l="l" r="r" t="t"/>
              <a:pathLst>
                <a:path extrusionOk="0" h="1909" w="1826">
                  <a:moveTo>
                    <a:pt x="641" y="1"/>
                  </a:moveTo>
                  <a:lnTo>
                    <a:pt x="641" y="1"/>
                  </a:lnTo>
                  <a:cubicBezTo>
                    <a:pt x="267" y="143"/>
                    <a:pt x="0" y="504"/>
                    <a:pt x="0" y="926"/>
                  </a:cubicBezTo>
                  <a:cubicBezTo>
                    <a:pt x="0" y="1469"/>
                    <a:pt x="442" y="1908"/>
                    <a:pt x="985" y="1908"/>
                  </a:cubicBezTo>
                  <a:cubicBezTo>
                    <a:pt x="1340" y="1908"/>
                    <a:pt x="1653" y="1720"/>
                    <a:pt x="1826" y="1438"/>
                  </a:cubicBezTo>
                  <a:lnTo>
                    <a:pt x="1826" y="1438"/>
                  </a:lnTo>
                  <a:cubicBezTo>
                    <a:pt x="1726" y="1477"/>
                    <a:pt x="1621" y="1499"/>
                    <a:pt x="1512" y="1499"/>
                  </a:cubicBezTo>
                  <a:cubicBezTo>
                    <a:pt x="1502" y="1499"/>
                    <a:pt x="1492" y="1498"/>
                    <a:pt x="1482" y="1498"/>
                  </a:cubicBezTo>
                  <a:cubicBezTo>
                    <a:pt x="939" y="1498"/>
                    <a:pt x="497" y="1059"/>
                    <a:pt x="497" y="515"/>
                  </a:cubicBezTo>
                  <a:cubicBezTo>
                    <a:pt x="497" y="327"/>
                    <a:pt x="550" y="152"/>
                    <a:pt x="6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0"/>
            <p:cNvSpPr/>
            <p:nvPr/>
          </p:nvSpPr>
          <p:spPr>
            <a:xfrm>
              <a:off x="2714313" y="2402617"/>
              <a:ext cx="38894" cy="40776"/>
            </a:xfrm>
            <a:custGeom>
              <a:rect b="b" l="l" r="r" t="t"/>
              <a:pathLst>
                <a:path extrusionOk="0" h="1538" w="1467">
                  <a:moveTo>
                    <a:pt x="624" y="0"/>
                  </a:moveTo>
                  <a:cubicBezTo>
                    <a:pt x="498" y="0"/>
                    <a:pt x="380" y="27"/>
                    <a:pt x="271" y="78"/>
                  </a:cubicBezTo>
                  <a:cubicBezTo>
                    <a:pt x="156" y="213"/>
                    <a:pt x="1" y="451"/>
                    <a:pt x="1" y="584"/>
                  </a:cubicBezTo>
                  <a:cubicBezTo>
                    <a:pt x="1" y="1076"/>
                    <a:pt x="431" y="1537"/>
                    <a:pt x="921" y="1537"/>
                  </a:cubicBezTo>
                  <a:cubicBezTo>
                    <a:pt x="1010" y="1537"/>
                    <a:pt x="1254" y="1322"/>
                    <a:pt x="1334" y="1298"/>
                  </a:cubicBezTo>
                  <a:cubicBezTo>
                    <a:pt x="1420" y="1167"/>
                    <a:pt x="1467" y="1012"/>
                    <a:pt x="1467" y="845"/>
                  </a:cubicBezTo>
                  <a:cubicBezTo>
                    <a:pt x="1467" y="380"/>
                    <a:pt x="1088" y="3"/>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0"/>
            <p:cNvSpPr/>
            <p:nvPr/>
          </p:nvSpPr>
          <p:spPr>
            <a:xfrm>
              <a:off x="2708507" y="2404738"/>
              <a:ext cx="41174" cy="42659"/>
            </a:xfrm>
            <a:custGeom>
              <a:rect b="b" l="l" r="r" t="t"/>
              <a:pathLst>
                <a:path extrusionOk="0" h="1609" w="1553">
                  <a:moveTo>
                    <a:pt x="490" y="0"/>
                  </a:moveTo>
                  <a:cubicBezTo>
                    <a:pt x="202" y="133"/>
                    <a:pt x="0" y="424"/>
                    <a:pt x="0" y="765"/>
                  </a:cubicBezTo>
                  <a:cubicBezTo>
                    <a:pt x="0" y="1231"/>
                    <a:pt x="377" y="1608"/>
                    <a:pt x="843" y="1608"/>
                  </a:cubicBezTo>
                  <a:cubicBezTo>
                    <a:pt x="1140" y="1608"/>
                    <a:pt x="1404" y="1453"/>
                    <a:pt x="1553" y="1218"/>
                  </a:cubicBezTo>
                  <a:lnTo>
                    <a:pt x="1553" y="1218"/>
                  </a:lnTo>
                  <a:cubicBezTo>
                    <a:pt x="1473" y="1242"/>
                    <a:pt x="1386" y="1256"/>
                    <a:pt x="1298" y="1256"/>
                  </a:cubicBezTo>
                  <a:cubicBezTo>
                    <a:pt x="808" y="1256"/>
                    <a:pt x="411" y="859"/>
                    <a:pt x="411" y="368"/>
                  </a:cubicBezTo>
                  <a:cubicBezTo>
                    <a:pt x="411" y="238"/>
                    <a:pt x="439" y="111"/>
                    <a:pt x="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0"/>
            <p:cNvSpPr/>
            <p:nvPr/>
          </p:nvSpPr>
          <p:spPr>
            <a:xfrm>
              <a:off x="2981002" y="2070972"/>
              <a:ext cx="38894" cy="40776"/>
            </a:xfrm>
            <a:custGeom>
              <a:rect b="b" l="l" r="r" t="t"/>
              <a:pathLst>
                <a:path extrusionOk="0" h="1538" w="1467">
                  <a:moveTo>
                    <a:pt x="623" y="0"/>
                  </a:moveTo>
                  <a:cubicBezTo>
                    <a:pt x="497" y="0"/>
                    <a:pt x="379" y="27"/>
                    <a:pt x="271" y="78"/>
                  </a:cubicBezTo>
                  <a:cubicBezTo>
                    <a:pt x="155" y="213"/>
                    <a:pt x="0" y="451"/>
                    <a:pt x="0" y="584"/>
                  </a:cubicBezTo>
                  <a:cubicBezTo>
                    <a:pt x="0" y="1076"/>
                    <a:pt x="430" y="1537"/>
                    <a:pt x="921" y="1537"/>
                  </a:cubicBezTo>
                  <a:cubicBezTo>
                    <a:pt x="1009" y="1537"/>
                    <a:pt x="1253" y="1322"/>
                    <a:pt x="1333" y="1298"/>
                  </a:cubicBezTo>
                  <a:cubicBezTo>
                    <a:pt x="1420" y="1167"/>
                    <a:pt x="1466" y="1012"/>
                    <a:pt x="1466" y="845"/>
                  </a:cubicBezTo>
                  <a:cubicBezTo>
                    <a:pt x="1466" y="380"/>
                    <a:pt x="1089" y="3"/>
                    <a:pt x="6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0"/>
            <p:cNvSpPr/>
            <p:nvPr/>
          </p:nvSpPr>
          <p:spPr>
            <a:xfrm>
              <a:off x="2975169" y="2073093"/>
              <a:ext cx="41200" cy="42659"/>
            </a:xfrm>
            <a:custGeom>
              <a:rect b="b" l="l" r="r" t="t"/>
              <a:pathLst>
                <a:path extrusionOk="0" h="1609" w="1554">
                  <a:moveTo>
                    <a:pt x="491" y="0"/>
                  </a:moveTo>
                  <a:lnTo>
                    <a:pt x="491" y="0"/>
                  </a:lnTo>
                  <a:cubicBezTo>
                    <a:pt x="202" y="133"/>
                    <a:pt x="0" y="424"/>
                    <a:pt x="0" y="765"/>
                  </a:cubicBezTo>
                  <a:cubicBezTo>
                    <a:pt x="0" y="1231"/>
                    <a:pt x="378" y="1608"/>
                    <a:pt x="843" y="1608"/>
                  </a:cubicBezTo>
                  <a:cubicBezTo>
                    <a:pt x="1141" y="1608"/>
                    <a:pt x="1404" y="1453"/>
                    <a:pt x="1553" y="1218"/>
                  </a:cubicBezTo>
                  <a:lnTo>
                    <a:pt x="1553" y="1218"/>
                  </a:lnTo>
                  <a:cubicBezTo>
                    <a:pt x="1473" y="1242"/>
                    <a:pt x="1387" y="1256"/>
                    <a:pt x="1298" y="1256"/>
                  </a:cubicBezTo>
                  <a:cubicBezTo>
                    <a:pt x="808" y="1256"/>
                    <a:pt x="411" y="859"/>
                    <a:pt x="411" y="368"/>
                  </a:cubicBezTo>
                  <a:cubicBezTo>
                    <a:pt x="411" y="238"/>
                    <a:pt x="437" y="111"/>
                    <a:pt x="4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0"/>
            <p:cNvSpPr/>
            <p:nvPr/>
          </p:nvSpPr>
          <p:spPr>
            <a:xfrm>
              <a:off x="2814344" y="2225965"/>
              <a:ext cx="51487" cy="54430"/>
            </a:xfrm>
            <a:custGeom>
              <a:rect b="b" l="l" r="r" t="t"/>
              <a:pathLst>
                <a:path extrusionOk="0" h="2053" w="1942">
                  <a:moveTo>
                    <a:pt x="803" y="1"/>
                  </a:moveTo>
                  <a:cubicBezTo>
                    <a:pt x="802" y="1"/>
                    <a:pt x="800" y="1"/>
                    <a:pt x="799" y="1"/>
                  </a:cubicBezTo>
                  <a:cubicBezTo>
                    <a:pt x="650" y="1"/>
                    <a:pt x="508" y="27"/>
                    <a:pt x="378" y="81"/>
                  </a:cubicBezTo>
                  <a:cubicBezTo>
                    <a:pt x="100" y="360"/>
                    <a:pt x="0" y="502"/>
                    <a:pt x="0" y="697"/>
                  </a:cubicBezTo>
                  <a:cubicBezTo>
                    <a:pt x="0" y="1325"/>
                    <a:pt x="528" y="2052"/>
                    <a:pt x="1160" y="2052"/>
                  </a:cubicBezTo>
                  <a:cubicBezTo>
                    <a:pt x="1309" y="2052"/>
                    <a:pt x="1538" y="1922"/>
                    <a:pt x="1808" y="1678"/>
                  </a:cubicBezTo>
                  <a:cubicBezTo>
                    <a:pt x="1892" y="1516"/>
                    <a:pt x="1941" y="1334"/>
                    <a:pt x="1941" y="1141"/>
                  </a:cubicBezTo>
                  <a:cubicBezTo>
                    <a:pt x="1941" y="510"/>
                    <a:pt x="1433" y="1"/>
                    <a:pt x="8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0"/>
            <p:cNvSpPr/>
            <p:nvPr/>
          </p:nvSpPr>
          <p:spPr>
            <a:xfrm>
              <a:off x="2805224" y="2228033"/>
              <a:ext cx="57081" cy="58487"/>
            </a:xfrm>
            <a:custGeom>
              <a:rect b="b" l="l" r="r" t="t"/>
              <a:pathLst>
                <a:path extrusionOk="0" h="2206" w="2153">
                  <a:moveTo>
                    <a:pt x="722" y="0"/>
                  </a:moveTo>
                  <a:lnTo>
                    <a:pt x="722" y="0"/>
                  </a:lnTo>
                  <a:cubicBezTo>
                    <a:pt x="300" y="167"/>
                    <a:pt x="1" y="579"/>
                    <a:pt x="1" y="1063"/>
                  </a:cubicBezTo>
                  <a:cubicBezTo>
                    <a:pt x="1" y="1690"/>
                    <a:pt x="511" y="2205"/>
                    <a:pt x="1143" y="2205"/>
                  </a:cubicBezTo>
                  <a:cubicBezTo>
                    <a:pt x="1582" y="2205"/>
                    <a:pt x="1961" y="1961"/>
                    <a:pt x="2152" y="1600"/>
                  </a:cubicBezTo>
                  <a:lnTo>
                    <a:pt x="2152" y="1600"/>
                  </a:lnTo>
                  <a:cubicBezTo>
                    <a:pt x="2021" y="1651"/>
                    <a:pt x="1882" y="1679"/>
                    <a:pt x="1731" y="1679"/>
                  </a:cubicBezTo>
                  <a:cubicBezTo>
                    <a:pt x="1099" y="1679"/>
                    <a:pt x="588" y="1169"/>
                    <a:pt x="588" y="537"/>
                  </a:cubicBezTo>
                  <a:cubicBezTo>
                    <a:pt x="588" y="344"/>
                    <a:pt x="635" y="160"/>
                    <a:pt x="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70"/>
          <p:cNvGrpSpPr/>
          <p:nvPr/>
        </p:nvGrpSpPr>
        <p:grpSpPr>
          <a:xfrm>
            <a:off x="2665000" y="1439233"/>
            <a:ext cx="358343" cy="376398"/>
            <a:chOff x="2665000" y="1439233"/>
            <a:chExt cx="358343" cy="376398"/>
          </a:xfrm>
        </p:grpSpPr>
        <p:sp>
          <p:nvSpPr>
            <p:cNvPr id="4326" name="Google Shape;4326;p70"/>
            <p:cNvSpPr/>
            <p:nvPr/>
          </p:nvSpPr>
          <p:spPr>
            <a:xfrm>
              <a:off x="2762884" y="1439233"/>
              <a:ext cx="260459" cy="175857"/>
            </a:xfrm>
            <a:custGeom>
              <a:rect b="b" l="l" r="r" t="t"/>
              <a:pathLst>
                <a:path extrusionOk="0" h="6633" w="9824">
                  <a:moveTo>
                    <a:pt x="4614" y="1"/>
                  </a:moveTo>
                  <a:cubicBezTo>
                    <a:pt x="3669" y="1"/>
                    <a:pt x="2764" y="176"/>
                    <a:pt x="1928" y="498"/>
                  </a:cubicBezTo>
                  <a:cubicBezTo>
                    <a:pt x="1088" y="1430"/>
                    <a:pt x="1" y="2862"/>
                    <a:pt x="1" y="3594"/>
                  </a:cubicBezTo>
                  <a:cubicBezTo>
                    <a:pt x="1" y="4921"/>
                    <a:pt x="819" y="5697"/>
                    <a:pt x="3081" y="5863"/>
                  </a:cubicBezTo>
                  <a:cubicBezTo>
                    <a:pt x="3458" y="5681"/>
                    <a:pt x="3876" y="5582"/>
                    <a:pt x="4305" y="5582"/>
                  </a:cubicBezTo>
                  <a:cubicBezTo>
                    <a:pt x="5078" y="5582"/>
                    <a:pt x="5888" y="5903"/>
                    <a:pt x="6564" y="6633"/>
                  </a:cubicBezTo>
                  <a:lnTo>
                    <a:pt x="9635" y="2386"/>
                  </a:lnTo>
                  <a:cubicBezTo>
                    <a:pt x="9824" y="2122"/>
                    <a:pt x="9760" y="1756"/>
                    <a:pt x="9491" y="1574"/>
                  </a:cubicBezTo>
                  <a:cubicBezTo>
                    <a:pt x="7855" y="482"/>
                    <a:pt x="6181" y="1"/>
                    <a:pt x="46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0"/>
            <p:cNvSpPr/>
            <p:nvPr/>
          </p:nvSpPr>
          <p:spPr>
            <a:xfrm>
              <a:off x="2665000" y="1452542"/>
              <a:ext cx="179649" cy="289994"/>
            </a:xfrm>
            <a:custGeom>
              <a:rect b="b" l="l" r="r" t="t"/>
              <a:pathLst>
                <a:path extrusionOk="0" h="10938" w="6776">
                  <a:moveTo>
                    <a:pt x="5622" y="1"/>
                  </a:moveTo>
                  <a:lnTo>
                    <a:pt x="5622" y="1"/>
                  </a:lnTo>
                  <a:cubicBezTo>
                    <a:pt x="2551" y="1183"/>
                    <a:pt x="430" y="4345"/>
                    <a:pt x="812" y="8094"/>
                  </a:cubicBezTo>
                  <a:cubicBezTo>
                    <a:pt x="832" y="8304"/>
                    <a:pt x="807" y="8520"/>
                    <a:pt x="734" y="8721"/>
                  </a:cubicBezTo>
                  <a:lnTo>
                    <a:pt x="75" y="10553"/>
                  </a:lnTo>
                  <a:cubicBezTo>
                    <a:pt x="0" y="10764"/>
                    <a:pt x="170" y="10937"/>
                    <a:pt x="350" y="10937"/>
                  </a:cubicBezTo>
                  <a:cubicBezTo>
                    <a:pt x="425" y="10937"/>
                    <a:pt x="502" y="10907"/>
                    <a:pt x="563" y="10835"/>
                  </a:cubicBezTo>
                  <a:lnTo>
                    <a:pt x="2653" y="8380"/>
                  </a:lnTo>
                  <a:lnTo>
                    <a:pt x="5199" y="8504"/>
                  </a:lnTo>
                  <a:cubicBezTo>
                    <a:pt x="4977" y="7029"/>
                    <a:pt x="5713" y="5871"/>
                    <a:pt x="6776" y="5366"/>
                  </a:cubicBezTo>
                  <a:cubicBezTo>
                    <a:pt x="5724" y="4547"/>
                    <a:pt x="5063" y="3358"/>
                    <a:pt x="5063" y="2032"/>
                  </a:cubicBezTo>
                  <a:cubicBezTo>
                    <a:pt x="5063" y="1300"/>
                    <a:pt x="5265" y="610"/>
                    <a:pt x="5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0"/>
            <p:cNvSpPr/>
            <p:nvPr/>
          </p:nvSpPr>
          <p:spPr>
            <a:xfrm>
              <a:off x="2735311" y="1534572"/>
              <a:ext cx="238719" cy="147807"/>
            </a:xfrm>
            <a:custGeom>
              <a:rect b="b" l="l" r="r" t="t"/>
              <a:pathLst>
                <a:path extrusionOk="0" h="5575" w="9004">
                  <a:moveTo>
                    <a:pt x="5366" y="0"/>
                  </a:moveTo>
                  <a:cubicBezTo>
                    <a:pt x="4749" y="0"/>
                    <a:pt x="4131" y="106"/>
                    <a:pt x="3547" y="324"/>
                  </a:cubicBezTo>
                  <a:cubicBezTo>
                    <a:pt x="1484" y="1043"/>
                    <a:pt x="27" y="3114"/>
                    <a:pt x="1" y="5284"/>
                  </a:cubicBezTo>
                  <a:cubicBezTo>
                    <a:pt x="1" y="5443"/>
                    <a:pt x="129" y="5574"/>
                    <a:pt x="290" y="5574"/>
                  </a:cubicBezTo>
                  <a:cubicBezTo>
                    <a:pt x="292" y="5574"/>
                    <a:pt x="295" y="5574"/>
                    <a:pt x="298" y="5574"/>
                  </a:cubicBezTo>
                  <a:cubicBezTo>
                    <a:pt x="564" y="5565"/>
                    <a:pt x="832" y="5554"/>
                    <a:pt x="1103" y="5545"/>
                  </a:cubicBezTo>
                  <a:cubicBezTo>
                    <a:pt x="1252" y="5541"/>
                    <a:pt x="1373" y="5419"/>
                    <a:pt x="1376" y="5268"/>
                  </a:cubicBezTo>
                  <a:cubicBezTo>
                    <a:pt x="1435" y="2895"/>
                    <a:pt x="3408" y="1370"/>
                    <a:pt x="5433" y="1370"/>
                  </a:cubicBezTo>
                  <a:cubicBezTo>
                    <a:pt x="6343" y="1370"/>
                    <a:pt x="7264" y="1678"/>
                    <a:pt x="8027" y="2356"/>
                  </a:cubicBezTo>
                  <a:cubicBezTo>
                    <a:pt x="8081" y="2405"/>
                    <a:pt x="8150" y="2429"/>
                    <a:pt x="8217" y="2429"/>
                  </a:cubicBezTo>
                  <a:cubicBezTo>
                    <a:pt x="8305" y="2429"/>
                    <a:pt x="8392" y="2389"/>
                    <a:pt x="8449" y="2312"/>
                  </a:cubicBezTo>
                  <a:lnTo>
                    <a:pt x="8917" y="1662"/>
                  </a:lnTo>
                  <a:cubicBezTo>
                    <a:pt x="9003" y="1540"/>
                    <a:pt x="8988" y="1373"/>
                    <a:pt x="8877" y="1278"/>
                  </a:cubicBezTo>
                  <a:cubicBezTo>
                    <a:pt x="7904" y="447"/>
                    <a:pt x="6636" y="0"/>
                    <a:pt x="5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0"/>
            <p:cNvSpPr/>
            <p:nvPr/>
          </p:nvSpPr>
          <p:spPr>
            <a:xfrm>
              <a:off x="2824340" y="1562092"/>
              <a:ext cx="155257" cy="103637"/>
            </a:xfrm>
            <a:custGeom>
              <a:rect b="b" l="l" r="r" t="t"/>
              <a:pathLst>
                <a:path extrusionOk="0" h="3909" w="5856">
                  <a:moveTo>
                    <a:pt x="2013" y="1"/>
                  </a:moveTo>
                  <a:cubicBezTo>
                    <a:pt x="1755" y="1"/>
                    <a:pt x="1495" y="24"/>
                    <a:pt x="1238" y="71"/>
                  </a:cubicBezTo>
                  <a:cubicBezTo>
                    <a:pt x="586" y="610"/>
                    <a:pt x="1" y="1473"/>
                    <a:pt x="1" y="2101"/>
                  </a:cubicBezTo>
                  <a:cubicBezTo>
                    <a:pt x="1" y="2873"/>
                    <a:pt x="391" y="3454"/>
                    <a:pt x="1504" y="3908"/>
                  </a:cubicBezTo>
                  <a:lnTo>
                    <a:pt x="5856" y="2285"/>
                  </a:lnTo>
                  <a:cubicBezTo>
                    <a:pt x="5093" y="847"/>
                    <a:pt x="357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0"/>
            <p:cNvSpPr/>
            <p:nvPr/>
          </p:nvSpPr>
          <p:spPr>
            <a:xfrm>
              <a:off x="2753180" y="1563974"/>
              <a:ext cx="111114" cy="138634"/>
            </a:xfrm>
            <a:custGeom>
              <a:rect b="b" l="l" r="r" t="t"/>
              <a:pathLst>
                <a:path extrusionOk="0" h="5229" w="4191">
                  <a:moveTo>
                    <a:pt x="3927" y="0"/>
                  </a:moveTo>
                  <a:cubicBezTo>
                    <a:pt x="3691" y="45"/>
                    <a:pt x="3459" y="109"/>
                    <a:pt x="3228" y="196"/>
                  </a:cubicBezTo>
                  <a:cubicBezTo>
                    <a:pt x="1152" y="950"/>
                    <a:pt x="1" y="3126"/>
                    <a:pt x="473" y="5228"/>
                  </a:cubicBezTo>
                  <a:lnTo>
                    <a:pt x="4191" y="3837"/>
                  </a:lnTo>
                  <a:cubicBezTo>
                    <a:pt x="3672" y="3234"/>
                    <a:pt x="3372" y="2516"/>
                    <a:pt x="3374" y="1748"/>
                  </a:cubicBezTo>
                  <a:cubicBezTo>
                    <a:pt x="3374" y="1118"/>
                    <a:pt x="3574" y="526"/>
                    <a:pt x="3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0"/>
            <p:cNvSpPr/>
            <p:nvPr/>
          </p:nvSpPr>
          <p:spPr>
            <a:xfrm>
              <a:off x="2837039" y="1596929"/>
              <a:ext cx="172490" cy="218702"/>
            </a:xfrm>
            <a:custGeom>
              <a:rect b="b" l="l" r="r" t="t"/>
              <a:pathLst>
                <a:path extrusionOk="0" h="8249" w="6506">
                  <a:moveTo>
                    <a:pt x="5932" y="1"/>
                  </a:moveTo>
                  <a:cubicBezTo>
                    <a:pt x="5866" y="1"/>
                    <a:pt x="5798" y="12"/>
                    <a:pt x="5732" y="37"/>
                  </a:cubicBezTo>
                  <a:lnTo>
                    <a:pt x="2041" y="1408"/>
                  </a:lnTo>
                  <a:cubicBezTo>
                    <a:pt x="1" y="3158"/>
                    <a:pt x="21" y="5822"/>
                    <a:pt x="2496" y="7924"/>
                  </a:cubicBezTo>
                  <a:cubicBezTo>
                    <a:pt x="2562" y="7982"/>
                    <a:pt x="2800" y="8126"/>
                    <a:pt x="3017" y="8206"/>
                  </a:cubicBezTo>
                  <a:cubicBezTo>
                    <a:pt x="3201" y="8224"/>
                    <a:pt x="3387" y="8237"/>
                    <a:pt x="3569" y="8248"/>
                  </a:cubicBezTo>
                  <a:cubicBezTo>
                    <a:pt x="3580" y="8249"/>
                    <a:pt x="3590" y="8249"/>
                    <a:pt x="3600" y="8249"/>
                  </a:cubicBezTo>
                  <a:cubicBezTo>
                    <a:pt x="3910" y="8249"/>
                    <a:pt x="4168" y="7994"/>
                    <a:pt x="4168" y="7678"/>
                  </a:cubicBezTo>
                  <a:lnTo>
                    <a:pt x="4168" y="4455"/>
                  </a:lnTo>
                  <a:cubicBezTo>
                    <a:pt x="4168" y="4329"/>
                    <a:pt x="4086" y="4218"/>
                    <a:pt x="3966" y="4180"/>
                  </a:cubicBezTo>
                  <a:lnTo>
                    <a:pt x="3077" y="3914"/>
                  </a:lnTo>
                  <a:cubicBezTo>
                    <a:pt x="2955" y="3879"/>
                    <a:pt x="2873" y="3768"/>
                    <a:pt x="2873" y="3641"/>
                  </a:cubicBezTo>
                  <a:lnTo>
                    <a:pt x="2873" y="2938"/>
                  </a:lnTo>
                  <a:cubicBezTo>
                    <a:pt x="2873" y="2777"/>
                    <a:pt x="3007" y="2653"/>
                    <a:pt x="3160" y="2653"/>
                  </a:cubicBezTo>
                  <a:cubicBezTo>
                    <a:pt x="3187" y="2653"/>
                    <a:pt x="3215" y="2657"/>
                    <a:pt x="3243" y="2665"/>
                  </a:cubicBezTo>
                  <a:lnTo>
                    <a:pt x="5266" y="3271"/>
                  </a:lnTo>
                  <a:cubicBezTo>
                    <a:pt x="5388" y="3309"/>
                    <a:pt x="5468" y="3420"/>
                    <a:pt x="5468" y="3546"/>
                  </a:cubicBezTo>
                  <a:lnTo>
                    <a:pt x="5468" y="4934"/>
                  </a:lnTo>
                  <a:cubicBezTo>
                    <a:pt x="5468" y="5063"/>
                    <a:pt x="5554" y="5176"/>
                    <a:pt x="5676" y="5209"/>
                  </a:cubicBezTo>
                  <a:lnTo>
                    <a:pt x="6142" y="5342"/>
                  </a:lnTo>
                  <a:cubicBezTo>
                    <a:pt x="6169" y="5350"/>
                    <a:pt x="6196" y="5354"/>
                    <a:pt x="6222" y="5354"/>
                  </a:cubicBezTo>
                  <a:cubicBezTo>
                    <a:pt x="6375" y="5354"/>
                    <a:pt x="6506" y="5228"/>
                    <a:pt x="6506" y="5067"/>
                  </a:cubicBezTo>
                  <a:lnTo>
                    <a:pt x="6506" y="572"/>
                  </a:lnTo>
                  <a:cubicBezTo>
                    <a:pt x="6500" y="246"/>
                    <a:pt x="6233" y="1"/>
                    <a:pt x="59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0"/>
            <p:cNvSpPr/>
            <p:nvPr/>
          </p:nvSpPr>
          <p:spPr>
            <a:xfrm>
              <a:off x="2762884" y="1634232"/>
              <a:ext cx="154091" cy="180205"/>
            </a:xfrm>
            <a:custGeom>
              <a:rect b="b" l="l" r="r" t="t"/>
              <a:pathLst>
                <a:path extrusionOk="0" h="6797" w="5812">
                  <a:moveTo>
                    <a:pt x="4836" y="1"/>
                  </a:moveTo>
                  <a:lnTo>
                    <a:pt x="1" y="1797"/>
                  </a:lnTo>
                  <a:lnTo>
                    <a:pt x="1" y="2696"/>
                  </a:lnTo>
                  <a:cubicBezTo>
                    <a:pt x="1" y="2860"/>
                    <a:pt x="136" y="2981"/>
                    <a:pt x="288" y="2981"/>
                  </a:cubicBezTo>
                  <a:cubicBezTo>
                    <a:pt x="318" y="2981"/>
                    <a:pt x="349" y="2977"/>
                    <a:pt x="380" y="2966"/>
                  </a:cubicBezTo>
                  <a:lnTo>
                    <a:pt x="2866" y="2112"/>
                  </a:lnTo>
                  <a:cubicBezTo>
                    <a:pt x="2899" y="2101"/>
                    <a:pt x="2932" y="2096"/>
                    <a:pt x="2963" y="2096"/>
                  </a:cubicBezTo>
                  <a:cubicBezTo>
                    <a:pt x="3174" y="2096"/>
                    <a:pt x="3329" y="2335"/>
                    <a:pt x="3203" y="2534"/>
                  </a:cubicBezTo>
                  <a:lnTo>
                    <a:pt x="1647" y="4996"/>
                  </a:lnTo>
                  <a:cubicBezTo>
                    <a:pt x="1458" y="5295"/>
                    <a:pt x="1584" y="5694"/>
                    <a:pt x="1910" y="5825"/>
                  </a:cubicBezTo>
                  <a:cubicBezTo>
                    <a:pt x="3203" y="6353"/>
                    <a:pt x="4503" y="6675"/>
                    <a:pt x="5812" y="6797"/>
                  </a:cubicBezTo>
                  <a:cubicBezTo>
                    <a:pt x="5752" y="6737"/>
                    <a:pt x="5692" y="6670"/>
                    <a:pt x="5637" y="6599"/>
                  </a:cubicBezTo>
                  <a:cubicBezTo>
                    <a:pt x="3882" y="4490"/>
                    <a:pt x="3605" y="1740"/>
                    <a:pt x="48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70"/>
          <p:cNvGrpSpPr/>
          <p:nvPr/>
        </p:nvGrpSpPr>
        <p:grpSpPr>
          <a:xfrm>
            <a:off x="1963187" y="3967518"/>
            <a:ext cx="380693" cy="376371"/>
            <a:chOff x="1963187" y="3967518"/>
            <a:chExt cx="380693" cy="376371"/>
          </a:xfrm>
        </p:grpSpPr>
        <p:sp>
          <p:nvSpPr>
            <p:cNvPr id="4334" name="Google Shape;4334;p70"/>
            <p:cNvSpPr/>
            <p:nvPr/>
          </p:nvSpPr>
          <p:spPr>
            <a:xfrm>
              <a:off x="2005687" y="4203797"/>
              <a:ext cx="228538" cy="140092"/>
            </a:xfrm>
            <a:custGeom>
              <a:rect b="b" l="l" r="r" t="t"/>
              <a:pathLst>
                <a:path extrusionOk="0" h="5284" w="8620">
                  <a:moveTo>
                    <a:pt x="3685" y="0"/>
                  </a:moveTo>
                  <a:cubicBezTo>
                    <a:pt x="2252" y="0"/>
                    <a:pt x="950" y="570"/>
                    <a:pt x="1" y="1498"/>
                  </a:cubicBezTo>
                  <a:cubicBezTo>
                    <a:pt x="1" y="1498"/>
                    <a:pt x="1" y="1498"/>
                    <a:pt x="1" y="1498"/>
                  </a:cubicBezTo>
                  <a:cubicBezTo>
                    <a:pt x="17" y="1498"/>
                    <a:pt x="473" y="5284"/>
                    <a:pt x="5792" y="5284"/>
                  </a:cubicBezTo>
                  <a:lnTo>
                    <a:pt x="6468" y="5284"/>
                  </a:lnTo>
                  <a:lnTo>
                    <a:pt x="6681" y="4997"/>
                  </a:lnTo>
                  <a:lnTo>
                    <a:pt x="6894" y="5284"/>
                  </a:lnTo>
                  <a:lnTo>
                    <a:pt x="7750" y="5284"/>
                  </a:lnTo>
                  <a:lnTo>
                    <a:pt x="7943" y="4747"/>
                  </a:lnTo>
                  <a:cubicBezTo>
                    <a:pt x="7943" y="4159"/>
                    <a:pt x="8225" y="3837"/>
                    <a:pt x="8620" y="3398"/>
                  </a:cubicBezTo>
                  <a:cubicBezTo>
                    <a:pt x="7859" y="1411"/>
                    <a:pt x="5936" y="0"/>
                    <a:pt x="3685" y="0"/>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0"/>
            <p:cNvSpPr/>
            <p:nvPr/>
          </p:nvSpPr>
          <p:spPr>
            <a:xfrm>
              <a:off x="2004573" y="4243486"/>
              <a:ext cx="1140" cy="1140"/>
            </a:xfrm>
            <a:custGeom>
              <a:rect b="b" l="l" r="r" t="t"/>
              <a:pathLst>
                <a:path extrusionOk="0" h="43" w="43">
                  <a:moveTo>
                    <a:pt x="43" y="1"/>
                  </a:moveTo>
                  <a:lnTo>
                    <a:pt x="43" y="1"/>
                  </a:lnTo>
                  <a:cubicBezTo>
                    <a:pt x="25" y="14"/>
                    <a:pt x="12" y="27"/>
                    <a:pt x="1" y="43"/>
                  </a:cubicBezTo>
                  <a:lnTo>
                    <a:pt x="43" y="1"/>
                  </a:ln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0"/>
            <p:cNvSpPr/>
            <p:nvPr/>
          </p:nvSpPr>
          <p:spPr>
            <a:xfrm>
              <a:off x="2177090" y="4323103"/>
              <a:ext cx="11374" cy="20786"/>
            </a:xfrm>
            <a:custGeom>
              <a:rect b="b" l="l" r="r" t="t"/>
              <a:pathLst>
                <a:path extrusionOk="0" h="784" w="429">
                  <a:moveTo>
                    <a:pt x="214" y="1"/>
                  </a:moveTo>
                  <a:cubicBezTo>
                    <a:pt x="96" y="1"/>
                    <a:pt x="1" y="94"/>
                    <a:pt x="1" y="214"/>
                  </a:cubicBezTo>
                  <a:lnTo>
                    <a:pt x="1" y="784"/>
                  </a:lnTo>
                  <a:lnTo>
                    <a:pt x="429" y="784"/>
                  </a:lnTo>
                  <a:lnTo>
                    <a:pt x="429" y="214"/>
                  </a:lnTo>
                  <a:cubicBezTo>
                    <a:pt x="429" y="94"/>
                    <a:pt x="336" y="1"/>
                    <a:pt x="214" y="1"/>
                  </a:cubicBezTo>
                  <a:close/>
                </a:path>
              </a:pathLst>
            </a:custGeom>
            <a:solidFill>
              <a:srgbClr val="CC9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0"/>
            <p:cNvSpPr/>
            <p:nvPr/>
          </p:nvSpPr>
          <p:spPr>
            <a:xfrm>
              <a:off x="1963187" y="4242744"/>
              <a:ext cx="196060" cy="101145"/>
            </a:xfrm>
            <a:custGeom>
              <a:rect b="b" l="l" r="r" t="t"/>
              <a:pathLst>
                <a:path extrusionOk="0" h="3815" w="7395">
                  <a:moveTo>
                    <a:pt x="1752" y="1"/>
                  </a:moveTo>
                  <a:cubicBezTo>
                    <a:pt x="1676" y="1"/>
                    <a:pt x="1604" y="29"/>
                    <a:pt x="1604" y="29"/>
                  </a:cubicBezTo>
                  <a:cubicBezTo>
                    <a:pt x="685" y="920"/>
                    <a:pt x="89" y="2149"/>
                    <a:pt x="11" y="3513"/>
                  </a:cubicBezTo>
                  <a:cubicBezTo>
                    <a:pt x="0" y="3677"/>
                    <a:pt x="131" y="3815"/>
                    <a:pt x="297" y="3815"/>
                  </a:cubicBezTo>
                  <a:lnTo>
                    <a:pt x="7395" y="3815"/>
                  </a:lnTo>
                  <a:cubicBezTo>
                    <a:pt x="4432" y="3236"/>
                    <a:pt x="2174" y="1173"/>
                    <a:pt x="1921" y="120"/>
                  </a:cubicBezTo>
                  <a:cubicBezTo>
                    <a:pt x="1898" y="25"/>
                    <a:pt x="1823" y="1"/>
                    <a:pt x="17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0"/>
            <p:cNvSpPr/>
            <p:nvPr/>
          </p:nvSpPr>
          <p:spPr>
            <a:xfrm>
              <a:off x="1988294" y="4226836"/>
              <a:ext cx="34837" cy="34148"/>
            </a:xfrm>
            <a:custGeom>
              <a:rect b="b" l="l" r="r" t="t"/>
              <a:pathLst>
                <a:path extrusionOk="0" h="1288" w="1314">
                  <a:moveTo>
                    <a:pt x="657" y="0"/>
                  </a:moveTo>
                  <a:cubicBezTo>
                    <a:pt x="649" y="0"/>
                    <a:pt x="640" y="1"/>
                    <a:pt x="632" y="1"/>
                  </a:cubicBezTo>
                  <a:cubicBezTo>
                    <a:pt x="277" y="14"/>
                    <a:pt x="0" y="314"/>
                    <a:pt x="16" y="668"/>
                  </a:cubicBezTo>
                  <a:cubicBezTo>
                    <a:pt x="29" y="1015"/>
                    <a:pt x="313" y="1288"/>
                    <a:pt x="657" y="1288"/>
                  </a:cubicBezTo>
                  <a:cubicBezTo>
                    <a:pt x="665" y="1288"/>
                    <a:pt x="673" y="1288"/>
                    <a:pt x="681" y="1287"/>
                  </a:cubicBezTo>
                  <a:cubicBezTo>
                    <a:pt x="1038" y="1272"/>
                    <a:pt x="1313" y="975"/>
                    <a:pt x="1300" y="620"/>
                  </a:cubicBezTo>
                  <a:cubicBezTo>
                    <a:pt x="1287" y="273"/>
                    <a:pt x="1001"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0"/>
            <p:cNvSpPr/>
            <p:nvPr/>
          </p:nvSpPr>
          <p:spPr>
            <a:xfrm>
              <a:off x="2211159" y="4293887"/>
              <a:ext cx="27546" cy="50003"/>
            </a:xfrm>
            <a:custGeom>
              <a:rect b="b" l="l" r="r" t="t"/>
              <a:pathLst>
                <a:path extrusionOk="0" h="1886" w="1039">
                  <a:moveTo>
                    <a:pt x="870" y="0"/>
                  </a:moveTo>
                  <a:cubicBezTo>
                    <a:pt x="359" y="220"/>
                    <a:pt x="0" y="726"/>
                    <a:pt x="0" y="1316"/>
                  </a:cubicBezTo>
                  <a:lnTo>
                    <a:pt x="0" y="1886"/>
                  </a:lnTo>
                  <a:lnTo>
                    <a:pt x="430" y="1886"/>
                  </a:lnTo>
                  <a:lnTo>
                    <a:pt x="985" y="1324"/>
                  </a:lnTo>
                  <a:cubicBezTo>
                    <a:pt x="985" y="883"/>
                    <a:pt x="1038" y="595"/>
                    <a:pt x="998" y="189"/>
                  </a:cubicBezTo>
                  <a:cubicBezTo>
                    <a:pt x="974" y="118"/>
                    <a:pt x="896" y="74"/>
                    <a:pt x="87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0"/>
            <p:cNvSpPr/>
            <p:nvPr/>
          </p:nvSpPr>
          <p:spPr>
            <a:xfrm>
              <a:off x="2030449" y="3967518"/>
              <a:ext cx="205604" cy="182857"/>
            </a:xfrm>
            <a:custGeom>
              <a:rect b="b" l="l" r="r" t="t"/>
              <a:pathLst>
                <a:path extrusionOk="0" h="6897" w="7755">
                  <a:moveTo>
                    <a:pt x="2753" y="1"/>
                  </a:moveTo>
                  <a:cubicBezTo>
                    <a:pt x="2451" y="1"/>
                    <a:pt x="2174" y="96"/>
                    <a:pt x="1968" y="249"/>
                  </a:cubicBezTo>
                  <a:cubicBezTo>
                    <a:pt x="1943" y="267"/>
                    <a:pt x="1912" y="285"/>
                    <a:pt x="1879" y="296"/>
                  </a:cubicBezTo>
                  <a:cubicBezTo>
                    <a:pt x="1107" y="804"/>
                    <a:pt x="0" y="1480"/>
                    <a:pt x="0" y="2137"/>
                  </a:cubicBezTo>
                  <a:cubicBezTo>
                    <a:pt x="0" y="4368"/>
                    <a:pt x="3083" y="6896"/>
                    <a:pt x="6237" y="6896"/>
                  </a:cubicBezTo>
                  <a:cubicBezTo>
                    <a:pt x="6346" y="6896"/>
                    <a:pt x="7120" y="6542"/>
                    <a:pt x="7291" y="6156"/>
                  </a:cubicBezTo>
                  <a:cubicBezTo>
                    <a:pt x="7300" y="5694"/>
                    <a:pt x="7257" y="5257"/>
                    <a:pt x="7306" y="5231"/>
                  </a:cubicBezTo>
                  <a:cubicBezTo>
                    <a:pt x="7579" y="5064"/>
                    <a:pt x="7754" y="4803"/>
                    <a:pt x="7754" y="4512"/>
                  </a:cubicBezTo>
                  <a:cubicBezTo>
                    <a:pt x="7754" y="4257"/>
                    <a:pt x="7619" y="4024"/>
                    <a:pt x="7397" y="3860"/>
                  </a:cubicBezTo>
                  <a:cubicBezTo>
                    <a:pt x="7300" y="3789"/>
                    <a:pt x="7275" y="3672"/>
                    <a:pt x="7335" y="3578"/>
                  </a:cubicBezTo>
                  <a:cubicBezTo>
                    <a:pt x="7419" y="3454"/>
                    <a:pt x="7466" y="3312"/>
                    <a:pt x="7466" y="3161"/>
                  </a:cubicBezTo>
                  <a:cubicBezTo>
                    <a:pt x="7466" y="2784"/>
                    <a:pt x="7173" y="2463"/>
                    <a:pt x="6754" y="2327"/>
                  </a:cubicBezTo>
                  <a:cubicBezTo>
                    <a:pt x="6612" y="2281"/>
                    <a:pt x="6532" y="2159"/>
                    <a:pt x="6570" y="2041"/>
                  </a:cubicBezTo>
                  <a:cubicBezTo>
                    <a:pt x="6665" y="1769"/>
                    <a:pt x="6592" y="1462"/>
                    <a:pt x="6344" y="1230"/>
                  </a:cubicBezTo>
                  <a:cubicBezTo>
                    <a:pt x="6153" y="1050"/>
                    <a:pt x="5891" y="941"/>
                    <a:pt x="5616" y="915"/>
                  </a:cubicBezTo>
                  <a:cubicBezTo>
                    <a:pt x="5505" y="904"/>
                    <a:pt x="5414" y="848"/>
                    <a:pt x="5370" y="766"/>
                  </a:cubicBezTo>
                  <a:cubicBezTo>
                    <a:pt x="5261" y="573"/>
                    <a:pt x="5068" y="409"/>
                    <a:pt x="4807" y="311"/>
                  </a:cubicBezTo>
                  <a:cubicBezTo>
                    <a:pt x="4650" y="253"/>
                    <a:pt x="4484" y="226"/>
                    <a:pt x="4322" y="226"/>
                  </a:cubicBezTo>
                  <a:cubicBezTo>
                    <a:pt x="4167" y="226"/>
                    <a:pt x="4015" y="251"/>
                    <a:pt x="3875" y="298"/>
                  </a:cubicBezTo>
                  <a:cubicBezTo>
                    <a:pt x="3836" y="311"/>
                    <a:pt x="3795" y="317"/>
                    <a:pt x="3755" y="317"/>
                  </a:cubicBezTo>
                  <a:cubicBezTo>
                    <a:pt x="3676" y="317"/>
                    <a:pt x="3598" y="293"/>
                    <a:pt x="3538" y="249"/>
                  </a:cubicBezTo>
                  <a:cubicBezTo>
                    <a:pt x="3336" y="96"/>
                    <a:pt x="3059" y="1"/>
                    <a:pt x="2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0"/>
            <p:cNvSpPr/>
            <p:nvPr/>
          </p:nvSpPr>
          <p:spPr>
            <a:xfrm>
              <a:off x="1971008" y="3973456"/>
              <a:ext cx="252876" cy="197571"/>
            </a:xfrm>
            <a:custGeom>
              <a:rect b="b" l="l" r="r" t="t"/>
              <a:pathLst>
                <a:path extrusionOk="0" h="7452" w="9538">
                  <a:moveTo>
                    <a:pt x="3426" y="0"/>
                  </a:moveTo>
                  <a:cubicBezTo>
                    <a:pt x="3264" y="0"/>
                    <a:pt x="3100" y="27"/>
                    <a:pt x="2943" y="85"/>
                  </a:cubicBezTo>
                  <a:cubicBezTo>
                    <a:pt x="2684" y="183"/>
                    <a:pt x="2489" y="345"/>
                    <a:pt x="2380" y="540"/>
                  </a:cubicBezTo>
                  <a:cubicBezTo>
                    <a:pt x="2336" y="620"/>
                    <a:pt x="2242" y="675"/>
                    <a:pt x="2134" y="686"/>
                  </a:cubicBezTo>
                  <a:cubicBezTo>
                    <a:pt x="1859" y="717"/>
                    <a:pt x="1599" y="822"/>
                    <a:pt x="1406" y="1003"/>
                  </a:cubicBezTo>
                  <a:cubicBezTo>
                    <a:pt x="1160" y="1236"/>
                    <a:pt x="1089" y="1540"/>
                    <a:pt x="1180" y="1815"/>
                  </a:cubicBezTo>
                  <a:cubicBezTo>
                    <a:pt x="1222" y="1935"/>
                    <a:pt x="1138" y="2055"/>
                    <a:pt x="998" y="2101"/>
                  </a:cubicBezTo>
                  <a:cubicBezTo>
                    <a:pt x="579" y="2234"/>
                    <a:pt x="284" y="2558"/>
                    <a:pt x="284" y="2935"/>
                  </a:cubicBezTo>
                  <a:cubicBezTo>
                    <a:pt x="284" y="3086"/>
                    <a:pt x="333" y="3226"/>
                    <a:pt x="415" y="3352"/>
                  </a:cubicBezTo>
                  <a:cubicBezTo>
                    <a:pt x="477" y="3445"/>
                    <a:pt x="450" y="3561"/>
                    <a:pt x="353" y="3634"/>
                  </a:cubicBezTo>
                  <a:cubicBezTo>
                    <a:pt x="135" y="3800"/>
                    <a:pt x="0" y="4031"/>
                    <a:pt x="0" y="4288"/>
                  </a:cubicBezTo>
                  <a:cubicBezTo>
                    <a:pt x="0" y="4583"/>
                    <a:pt x="178" y="4840"/>
                    <a:pt x="448" y="5007"/>
                  </a:cubicBezTo>
                  <a:cubicBezTo>
                    <a:pt x="524" y="5051"/>
                    <a:pt x="366" y="6198"/>
                    <a:pt x="570" y="6750"/>
                  </a:cubicBezTo>
                  <a:cubicBezTo>
                    <a:pt x="581" y="7217"/>
                    <a:pt x="2806" y="7452"/>
                    <a:pt x="5023" y="7452"/>
                  </a:cubicBezTo>
                  <a:cubicBezTo>
                    <a:pt x="7234" y="7452"/>
                    <a:pt x="9437" y="7219"/>
                    <a:pt x="9426" y="6750"/>
                  </a:cubicBezTo>
                  <a:cubicBezTo>
                    <a:pt x="9506" y="6533"/>
                    <a:pt x="9530" y="6229"/>
                    <a:pt x="9537" y="5932"/>
                  </a:cubicBezTo>
                  <a:lnTo>
                    <a:pt x="9537" y="5932"/>
                  </a:lnTo>
                  <a:cubicBezTo>
                    <a:pt x="9471" y="5934"/>
                    <a:pt x="9406" y="5936"/>
                    <a:pt x="9341" y="5936"/>
                  </a:cubicBezTo>
                  <a:cubicBezTo>
                    <a:pt x="9300" y="5936"/>
                    <a:pt x="9259" y="5936"/>
                    <a:pt x="9218" y="5934"/>
                  </a:cubicBezTo>
                  <a:cubicBezTo>
                    <a:pt x="6062" y="5934"/>
                    <a:pt x="3507" y="4124"/>
                    <a:pt x="3507" y="1895"/>
                  </a:cubicBezTo>
                  <a:cubicBezTo>
                    <a:pt x="3507" y="1238"/>
                    <a:pt x="3728" y="617"/>
                    <a:pt x="4121" y="67"/>
                  </a:cubicBezTo>
                  <a:lnTo>
                    <a:pt x="4121" y="67"/>
                  </a:lnTo>
                  <a:cubicBezTo>
                    <a:pt x="4080" y="83"/>
                    <a:pt x="4036" y="91"/>
                    <a:pt x="3991" y="91"/>
                  </a:cubicBezTo>
                  <a:cubicBezTo>
                    <a:pt x="3952" y="91"/>
                    <a:pt x="3912" y="84"/>
                    <a:pt x="3875" y="72"/>
                  </a:cubicBezTo>
                  <a:cubicBezTo>
                    <a:pt x="3734" y="25"/>
                    <a:pt x="3581" y="0"/>
                    <a:pt x="3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0"/>
            <p:cNvSpPr/>
            <p:nvPr/>
          </p:nvSpPr>
          <p:spPr>
            <a:xfrm>
              <a:off x="2181093" y="4101008"/>
              <a:ext cx="56472" cy="71637"/>
            </a:xfrm>
            <a:custGeom>
              <a:rect b="b" l="l" r="r" t="t"/>
              <a:pathLst>
                <a:path extrusionOk="0" h="2702" w="2130">
                  <a:moveTo>
                    <a:pt x="1065" y="1"/>
                  </a:moveTo>
                  <a:cubicBezTo>
                    <a:pt x="478" y="1"/>
                    <a:pt x="1" y="606"/>
                    <a:pt x="1" y="1351"/>
                  </a:cubicBezTo>
                  <a:cubicBezTo>
                    <a:pt x="1" y="2096"/>
                    <a:pt x="478" y="2702"/>
                    <a:pt x="1065" y="2702"/>
                  </a:cubicBezTo>
                  <a:cubicBezTo>
                    <a:pt x="1653" y="2702"/>
                    <a:pt x="2130" y="2096"/>
                    <a:pt x="2130" y="1351"/>
                  </a:cubicBezTo>
                  <a:cubicBezTo>
                    <a:pt x="2130" y="606"/>
                    <a:pt x="1653" y="1"/>
                    <a:pt x="1065"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0"/>
            <p:cNvSpPr/>
            <p:nvPr/>
          </p:nvSpPr>
          <p:spPr>
            <a:xfrm>
              <a:off x="2024033" y="4024201"/>
              <a:ext cx="185322" cy="210483"/>
            </a:xfrm>
            <a:custGeom>
              <a:rect b="b" l="l" r="r" t="t"/>
              <a:pathLst>
                <a:path extrusionOk="0" h="7939" w="6990">
                  <a:moveTo>
                    <a:pt x="3001" y="1"/>
                  </a:moveTo>
                  <a:cubicBezTo>
                    <a:pt x="3000" y="1"/>
                    <a:pt x="2998" y="1"/>
                    <a:pt x="2997" y="1"/>
                  </a:cubicBezTo>
                  <a:cubicBezTo>
                    <a:pt x="2305" y="1"/>
                    <a:pt x="1653" y="185"/>
                    <a:pt x="1085" y="509"/>
                  </a:cubicBezTo>
                  <a:cubicBezTo>
                    <a:pt x="524" y="1141"/>
                    <a:pt x="1" y="2194"/>
                    <a:pt x="1" y="2902"/>
                  </a:cubicBezTo>
                  <a:cubicBezTo>
                    <a:pt x="1" y="5424"/>
                    <a:pt x="2019" y="7899"/>
                    <a:pt x="4632" y="7939"/>
                  </a:cubicBezTo>
                  <a:cubicBezTo>
                    <a:pt x="6022" y="7289"/>
                    <a:pt x="6989" y="5836"/>
                    <a:pt x="6989" y="4148"/>
                  </a:cubicBezTo>
                  <a:cubicBezTo>
                    <a:pt x="6989" y="1856"/>
                    <a:pt x="5204" y="1"/>
                    <a:pt x="3001" y="1"/>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0"/>
            <p:cNvSpPr/>
            <p:nvPr/>
          </p:nvSpPr>
          <p:spPr>
            <a:xfrm>
              <a:off x="1997759" y="4037617"/>
              <a:ext cx="148974" cy="206612"/>
            </a:xfrm>
            <a:custGeom>
              <a:rect b="b" l="l" r="r" t="t"/>
              <a:pathLst>
                <a:path extrusionOk="0" h="7793" w="5619">
                  <a:moveTo>
                    <a:pt x="2076" y="1"/>
                  </a:moveTo>
                  <a:lnTo>
                    <a:pt x="2076" y="1"/>
                  </a:lnTo>
                  <a:cubicBezTo>
                    <a:pt x="839" y="706"/>
                    <a:pt x="0" y="2070"/>
                    <a:pt x="0" y="3642"/>
                  </a:cubicBezTo>
                  <a:cubicBezTo>
                    <a:pt x="0" y="5936"/>
                    <a:pt x="1786" y="7792"/>
                    <a:pt x="3988" y="7792"/>
                  </a:cubicBezTo>
                  <a:cubicBezTo>
                    <a:pt x="4569" y="7792"/>
                    <a:pt x="5119" y="7666"/>
                    <a:pt x="5618" y="7433"/>
                  </a:cubicBezTo>
                  <a:cubicBezTo>
                    <a:pt x="3349" y="6677"/>
                    <a:pt x="1712" y="4536"/>
                    <a:pt x="1712" y="2010"/>
                  </a:cubicBezTo>
                  <a:cubicBezTo>
                    <a:pt x="1712" y="1303"/>
                    <a:pt x="1841" y="624"/>
                    <a:pt x="207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0"/>
            <p:cNvSpPr/>
            <p:nvPr/>
          </p:nvSpPr>
          <p:spPr>
            <a:xfrm>
              <a:off x="1969524" y="4101008"/>
              <a:ext cx="56472" cy="71637"/>
            </a:xfrm>
            <a:custGeom>
              <a:rect b="b" l="l" r="r" t="t"/>
              <a:pathLst>
                <a:path extrusionOk="0" h="2702" w="2130">
                  <a:moveTo>
                    <a:pt x="1065" y="1"/>
                  </a:moveTo>
                  <a:cubicBezTo>
                    <a:pt x="475" y="1"/>
                    <a:pt x="1" y="606"/>
                    <a:pt x="1" y="1351"/>
                  </a:cubicBezTo>
                  <a:cubicBezTo>
                    <a:pt x="1" y="2096"/>
                    <a:pt x="475" y="2702"/>
                    <a:pt x="1065" y="2702"/>
                  </a:cubicBezTo>
                  <a:cubicBezTo>
                    <a:pt x="1653" y="2702"/>
                    <a:pt x="2130" y="2096"/>
                    <a:pt x="2130" y="1351"/>
                  </a:cubicBezTo>
                  <a:cubicBezTo>
                    <a:pt x="2130" y="606"/>
                    <a:pt x="1653" y="1"/>
                    <a:pt x="106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0"/>
            <p:cNvSpPr/>
            <p:nvPr/>
          </p:nvSpPr>
          <p:spPr>
            <a:xfrm>
              <a:off x="2030555" y="4016857"/>
              <a:ext cx="191844" cy="110000"/>
            </a:xfrm>
            <a:custGeom>
              <a:rect b="b" l="l" r="r" t="t"/>
              <a:pathLst>
                <a:path extrusionOk="0" h="4149" w="7236">
                  <a:moveTo>
                    <a:pt x="1276" y="1"/>
                  </a:moveTo>
                  <a:cubicBezTo>
                    <a:pt x="1028" y="154"/>
                    <a:pt x="1" y="580"/>
                    <a:pt x="1" y="668"/>
                  </a:cubicBezTo>
                  <a:cubicBezTo>
                    <a:pt x="1" y="1334"/>
                    <a:pt x="484" y="1740"/>
                    <a:pt x="1897" y="2117"/>
                  </a:cubicBezTo>
                  <a:cubicBezTo>
                    <a:pt x="1943" y="2085"/>
                    <a:pt x="1998" y="2068"/>
                    <a:pt x="2054" y="2068"/>
                  </a:cubicBezTo>
                  <a:cubicBezTo>
                    <a:pt x="2107" y="2068"/>
                    <a:pt x="2160" y="2083"/>
                    <a:pt x="2205" y="2114"/>
                  </a:cubicBezTo>
                  <a:cubicBezTo>
                    <a:pt x="2363" y="2216"/>
                    <a:pt x="2551" y="2276"/>
                    <a:pt x="2756" y="2276"/>
                  </a:cubicBezTo>
                  <a:cubicBezTo>
                    <a:pt x="2957" y="2276"/>
                    <a:pt x="3146" y="2216"/>
                    <a:pt x="3303" y="2114"/>
                  </a:cubicBezTo>
                  <a:cubicBezTo>
                    <a:pt x="3350" y="2083"/>
                    <a:pt x="3403" y="2068"/>
                    <a:pt x="3455" y="2068"/>
                  </a:cubicBezTo>
                  <a:cubicBezTo>
                    <a:pt x="3540" y="2068"/>
                    <a:pt x="3623" y="2107"/>
                    <a:pt x="3678" y="2176"/>
                  </a:cubicBezTo>
                  <a:cubicBezTo>
                    <a:pt x="3860" y="2409"/>
                    <a:pt x="4146" y="2562"/>
                    <a:pt x="4468" y="2562"/>
                  </a:cubicBezTo>
                  <a:cubicBezTo>
                    <a:pt x="4545" y="2562"/>
                    <a:pt x="4623" y="2554"/>
                    <a:pt x="4696" y="2538"/>
                  </a:cubicBezTo>
                  <a:cubicBezTo>
                    <a:pt x="4718" y="2533"/>
                    <a:pt x="4740" y="2530"/>
                    <a:pt x="4762" y="2530"/>
                  </a:cubicBezTo>
                  <a:cubicBezTo>
                    <a:pt x="4830" y="2530"/>
                    <a:pt x="4898" y="2555"/>
                    <a:pt x="4951" y="2602"/>
                  </a:cubicBezTo>
                  <a:cubicBezTo>
                    <a:pt x="5129" y="2753"/>
                    <a:pt x="5357" y="2849"/>
                    <a:pt x="5610" y="2849"/>
                  </a:cubicBezTo>
                  <a:cubicBezTo>
                    <a:pt x="5663" y="2849"/>
                    <a:pt x="5716" y="2846"/>
                    <a:pt x="5765" y="2837"/>
                  </a:cubicBezTo>
                  <a:cubicBezTo>
                    <a:pt x="5781" y="2835"/>
                    <a:pt x="5796" y="2834"/>
                    <a:pt x="5811" y="2834"/>
                  </a:cubicBezTo>
                  <a:cubicBezTo>
                    <a:pt x="5965" y="2834"/>
                    <a:pt x="6093" y="2962"/>
                    <a:pt x="6093" y="3119"/>
                  </a:cubicBezTo>
                  <a:lnTo>
                    <a:pt x="6093" y="3862"/>
                  </a:lnTo>
                  <a:cubicBezTo>
                    <a:pt x="6093" y="4043"/>
                    <a:pt x="6238" y="4149"/>
                    <a:pt x="6383" y="4149"/>
                  </a:cubicBezTo>
                  <a:cubicBezTo>
                    <a:pt x="6485" y="4149"/>
                    <a:pt x="6588" y="4096"/>
                    <a:pt x="6639" y="3980"/>
                  </a:cubicBezTo>
                  <a:lnTo>
                    <a:pt x="7236" y="2638"/>
                  </a:lnTo>
                  <a:lnTo>
                    <a:pt x="63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0"/>
            <p:cNvSpPr/>
            <p:nvPr/>
          </p:nvSpPr>
          <p:spPr>
            <a:xfrm>
              <a:off x="1984689" y="4016751"/>
              <a:ext cx="96108" cy="110053"/>
            </a:xfrm>
            <a:custGeom>
              <a:rect b="b" l="l" r="r" t="t"/>
              <a:pathLst>
                <a:path extrusionOk="0" h="4151" w="3625">
                  <a:moveTo>
                    <a:pt x="877" y="0"/>
                  </a:moveTo>
                  <a:lnTo>
                    <a:pt x="1" y="2640"/>
                  </a:lnTo>
                  <a:lnTo>
                    <a:pt x="597" y="3979"/>
                  </a:lnTo>
                  <a:cubicBezTo>
                    <a:pt x="649" y="4097"/>
                    <a:pt x="752" y="4150"/>
                    <a:pt x="854" y="4150"/>
                  </a:cubicBezTo>
                  <a:cubicBezTo>
                    <a:pt x="999" y="4150"/>
                    <a:pt x="1143" y="4044"/>
                    <a:pt x="1143" y="3864"/>
                  </a:cubicBezTo>
                  <a:lnTo>
                    <a:pt x="1143" y="3121"/>
                  </a:lnTo>
                  <a:cubicBezTo>
                    <a:pt x="1143" y="2962"/>
                    <a:pt x="1271" y="2835"/>
                    <a:pt x="1425" y="2835"/>
                  </a:cubicBezTo>
                  <a:cubicBezTo>
                    <a:pt x="1440" y="2835"/>
                    <a:pt x="1456" y="2837"/>
                    <a:pt x="1471" y="2839"/>
                  </a:cubicBezTo>
                  <a:cubicBezTo>
                    <a:pt x="1520" y="2846"/>
                    <a:pt x="1573" y="2848"/>
                    <a:pt x="1627" y="2848"/>
                  </a:cubicBezTo>
                  <a:cubicBezTo>
                    <a:pt x="1877" y="2848"/>
                    <a:pt x="2110" y="2757"/>
                    <a:pt x="2285" y="2602"/>
                  </a:cubicBezTo>
                  <a:cubicBezTo>
                    <a:pt x="2338" y="2556"/>
                    <a:pt x="2406" y="2530"/>
                    <a:pt x="2476" y="2530"/>
                  </a:cubicBezTo>
                  <a:cubicBezTo>
                    <a:pt x="2497" y="2530"/>
                    <a:pt x="2519" y="2532"/>
                    <a:pt x="2540" y="2538"/>
                  </a:cubicBezTo>
                  <a:cubicBezTo>
                    <a:pt x="2614" y="2555"/>
                    <a:pt x="2691" y="2564"/>
                    <a:pt x="2769" y="2564"/>
                  </a:cubicBezTo>
                  <a:cubicBezTo>
                    <a:pt x="3090" y="2564"/>
                    <a:pt x="3377" y="2413"/>
                    <a:pt x="3558" y="2178"/>
                  </a:cubicBezTo>
                  <a:cubicBezTo>
                    <a:pt x="3578" y="2154"/>
                    <a:pt x="3601" y="2134"/>
                    <a:pt x="3625" y="2118"/>
                  </a:cubicBezTo>
                  <a:cubicBezTo>
                    <a:pt x="3221" y="1564"/>
                    <a:pt x="2991" y="934"/>
                    <a:pt x="2993" y="262"/>
                  </a:cubicBezTo>
                  <a:cubicBezTo>
                    <a:pt x="2993" y="173"/>
                    <a:pt x="2995" y="89"/>
                    <a:pt x="30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0"/>
            <p:cNvSpPr/>
            <p:nvPr/>
          </p:nvSpPr>
          <p:spPr>
            <a:xfrm>
              <a:off x="2120645" y="4007578"/>
              <a:ext cx="41598" cy="48597"/>
            </a:xfrm>
            <a:custGeom>
              <a:rect b="b" l="l" r="r" t="t"/>
              <a:pathLst>
                <a:path extrusionOk="0" h="1833" w="1569">
                  <a:moveTo>
                    <a:pt x="421" y="1"/>
                  </a:moveTo>
                  <a:cubicBezTo>
                    <a:pt x="297" y="1"/>
                    <a:pt x="185" y="80"/>
                    <a:pt x="147" y="202"/>
                  </a:cubicBezTo>
                  <a:cubicBezTo>
                    <a:pt x="69" y="451"/>
                    <a:pt x="1" y="863"/>
                    <a:pt x="216" y="1245"/>
                  </a:cubicBezTo>
                  <a:cubicBezTo>
                    <a:pt x="435" y="1622"/>
                    <a:pt x="828" y="1768"/>
                    <a:pt x="1083" y="1826"/>
                  </a:cubicBezTo>
                  <a:cubicBezTo>
                    <a:pt x="1103" y="1830"/>
                    <a:pt x="1124" y="1832"/>
                    <a:pt x="1144" y="1832"/>
                  </a:cubicBezTo>
                  <a:cubicBezTo>
                    <a:pt x="1268" y="1832"/>
                    <a:pt x="1382" y="1753"/>
                    <a:pt x="1418" y="1633"/>
                  </a:cubicBezTo>
                  <a:cubicBezTo>
                    <a:pt x="1500" y="1382"/>
                    <a:pt x="1569" y="967"/>
                    <a:pt x="1349" y="590"/>
                  </a:cubicBezTo>
                  <a:cubicBezTo>
                    <a:pt x="1132" y="209"/>
                    <a:pt x="737" y="62"/>
                    <a:pt x="482" y="7"/>
                  </a:cubicBezTo>
                  <a:cubicBezTo>
                    <a:pt x="462" y="3"/>
                    <a:pt x="441"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0"/>
            <p:cNvSpPr/>
            <p:nvPr/>
          </p:nvSpPr>
          <p:spPr>
            <a:xfrm>
              <a:off x="2158399" y="4015161"/>
              <a:ext cx="41731" cy="48597"/>
            </a:xfrm>
            <a:custGeom>
              <a:rect b="b" l="l" r="r" t="t"/>
              <a:pathLst>
                <a:path extrusionOk="0" h="1833" w="1574">
                  <a:moveTo>
                    <a:pt x="425" y="1"/>
                  </a:moveTo>
                  <a:cubicBezTo>
                    <a:pt x="302" y="1"/>
                    <a:pt x="190" y="80"/>
                    <a:pt x="151" y="200"/>
                  </a:cubicBezTo>
                  <a:cubicBezTo>
                    <a:pt x="69" y="451"/>
                    <a:pt x="1" y="863"/>
                    <a:pt x="220" y="1242"/>
                  </a:cubicBezTo>
                  <a:cubicBezTo>
                    <a:pt x="440" y="1619"/>
                    <a:pt x="832" y="1770"/>
                    <a:pt x="1087" y="1826"/>
                  </a:cubicBezTo>
                  <a:cubicBezTo>
                    <a:pt x="1108" y="1830"/>
                    <a:pt x="1128" y="1832"/>
                    <a:pt x="1148" y="1832"/>
                  </a:cubicBezTo>
                  <a:cubicBezTo>
                    <a:pt x="1272" y="1832"/>
                    <a:pt x="1384" y="1753"/>
                    <a:pt x="1422" y="1631"/>
                  </a:cubicBezTo>
                  <a:cubicBezTo>
                    <a:pt x="1504" y="1382"/>
                    <a:pt x="1573" y="965"/>
                    <a:pt x="1354" y="588"/>
                  </a:cubicBezTo>
                  <a:cubicBezTo>
                    <a:pt x="1134" y="209"/>
                    <a:pt x="741" y="62"/>
                    <a:pt x="486" y="7"/>
                  </a:cubicBezTo>
                  <a:cubicBezTo>
                    <a:pt x="466" y="3"/>
                    <a:pt x="445" y="1"/>
                    <a:pt x="4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0"/>
            <p:cNvSpPr/>
            <p:nvPr/>
          </p:nvSpPr>
          <p:spPr>
            <a:xfrm>
              <a:off x="2196338" y="4022743"/>
              <a:ext cx="41704" cy="48571"/>
            </a:xfrm>
            <a:custGeom>
              <a:rect b="b" l="l" r="r" t="t"/>
              <a:pathLst>
                <a:path extrusionOk="0" h="1832" w="1573">
                  <a:moveTo>
                    <a:pt x="424" y="1"/>
                  </a:moveTo>
                  <a:cubicBezTo>
                    <a:pt x="301" y="1"/>
                    <a:pt x="189" y="78"/>
                    <a:pt x="151" y="200"/>
                  </a:cubicBezTo>
                  <a:cubicBezTo>
                    <a:pt x="69" y="451"/>
                    <a:pt x="0" y="863"/>
                    <a:pt x="220" y="1243"/>
                  </a:cubicBezTo>
                  <a:cubicBezTo>
                    <a:pt x="439" y="1620"/>
                    <a:pt x="832" y="1766"/>
                    <a:pt x="1087" y="1826"/>
                  </a:cubicBezTo>
                  <a:cubicBezTo>
                    <a:pt x="1107" y="1830"/>
                    <a:pt x="1126" y="1832"/>
                    <a:pt x="1145" y="1832"/>
                  </a:cubicBezTo>
                  <a:cubicBezTo>
                    <a:pt x="1270" y="1832"/>
                    <a:pt x="1383" y="1754"/>
                    <a:pt x="1422" y="1631"/>
                  </a:cubicBezTo>
                  <a:cubicBezTo>
                    <a:pt x="1504" y="1382"/>
                    <a:pt x="1573" y="965"/>
                    <a:pt x="1353" y="588"/>
                  </a:cubicBezTo>
                  <a:cubicBezTo>
                    <a:pt x="1134" y="209"/>
                    <a:pt x="741" y="63"/>
                    <a:pt x="486" y="7"/>
                  </a:cubicBezTo>
                  <a:cubicBezTo>
                    <a:pt x="465" y="3"/>
                    <a:pt x="444" y="1"/>
                    <a:pt x="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0"/>
            <p:cNvSpPr/>
            <p:nvPr/>
          </p:nvSpPr>
          <p:spPr>
            <a:xfrm>
              <a:off x="2044793" y="4007578"/>
              <a:ext cx="41651" cy="48597"/>
            </a:xfrm>
            <a:custGeom>
              <a:rect b="b" l="l" r="r" t="t"/>
              <a:pathLst>
                <a:path extrusionOk="0" h="1833" w="1571">
                  <a:moveTo>
                    <a:pt x="1148" y="1"/>
                  </a:moveTo>
                  <a:cubicBezTo>
                    <a:pt x="1128" y="1"/>
                    <a:pt x="1108" y="3"/>
                    <a:pt x="1087" y="7"/>
                  </a:cubicBezTo>
                  <a:cubicBezTo>
                    <a:pt x="832" y="62"/>
                    <a:pt x="438" y="209"/>
                    <a:pt x="218" y="590"/>
                  </a:cubicBezTo>
                  <a:cubicBezTo>
                    <a:pt x="1" y="967"/>
                    <a:pt x="69" y="1382"/>
                    <a:pt x="149" y="1633"/>
                  </a:cubicBezTo>
                  <a:cubicBezTo>
                    <a:pt x="187" y="1753"/>
                    <a:pt x="299" y="1832"/>
                    <a:pt x="423" y="1832"/>
                  </a:cubicBezTo>
                  <a:cubicBezTo>
                    <a:pt x="443" y="1832"/>
                    <a:pt x="464" y="1830"/>
                    <a:pt x="484" y="1826"/>
                  </a:cubicBezTo>
                  <a:cubicBezTo>
                    <a:pt x="739" y="1768"/>
                    <a:pt x="1134" y="1622"/>
                    <a:pt x="1354" y="1245"/>
                  </a:cubicBezTo>
                  <a:cubicBezTo>
                    <a:pt x="1571" y="863"/>
                    <a:pt x="1502" y="451"/>
                    <a:pt x="1422" y="202"/>
                  </a:cubicBezTo>
                  <a:cubicBezTo>
                    <a:pt x="1384" y="80"/>
                    <a:pt x="1272" y="1"/>
                    <a:pt x="1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0"/>
            <p:cNvSpPr/>
            <p:nvPr/>
          </p:nvSpPr>
          <p:spPr>
            <a:xfrm>
              <a:off x="2006986" y="4015161"/>
              <a:ext cx="41704" cy="48597"/>
            </a:xfrm>
            <a:custGeom>
              <a:rect b="b" l="l" r="r" t="t"/>
              <a:pathLst>
                <a:path extrusionOk="0" h="1833" w="1573">
                  <a:moveTo>
                    <a:pt x="1148" y="1"/>
                  </a:moveTo>
                  <a:cubicBezTo>
                    <a:pt x="1128" y="1"/>
                    <a:pt x="1108" y="3"/>
                    <a:pt x="1087" y="7"/>
                  </a:cubicBezTo>
                  <a:cubicBezTo>
                    <a:pt x="832" y="62"/>
                    <a:pt x="440" y="209"/>
                    <a:pt x="220" y="588"/>
                  </a:cubicBezTo>
                  <a:cubicBezTo>
                    <a:pt x="0" y="965"/>
                    <a:pt x="69" y="1382"/>
                    <a:pt x="151" y="1631"/>
                  </a:cubicBezTo>
                  <a:cubicBezTo>
                    <a:pt x="189" y="1753"/>
                    <a:pt x="302" y="1832"/>
                    <a:pt x="425" y="1832"/>
                  </a:cubicBezTo>
                  <a:cubicBezTo>
                    <a:pt x="445" y="1832"/>
                    <a:pt x="466" y="1830"/>
                    <a:pt x="486" y="1826"/>
                  </a:cubicBezTo>
                  <a:cubicBezTo>
                    <a:pt x="741" y="1770"/>
                    <a:pt x="1134" y="1619"/>
                    <a:pt x="1353" y="1242"/>
                  </a:cubicBezTo>
                  <a:cubicBezTo>
                    <a:pt x="1573" y="863"/>
                    <a:pt x="1504" y="451"/>
                    <a:pt x="1422" y="200"/>
                  </a:cubicBezTo>
                  <a:cubicBezTo>
                    <a:pt x="1384" y="80"/>
                    <a:pt x="1272" y="1"/>
                    <a:pt x="1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0"/>
            <p:cNvSpPr/>
            <p:nvPr/>
          </p:nvSpPr>
          <p:spPr>
            <a:xfrm>
              <a:off x="1969046" y="4022743"/>
              <a:ext cx="41731" cy="48571"/>
            </a:xfrm>
            <a:custGeom>
              <a:rect b="b" l="l" r="r" t="t"/>
              <a:pathLst>
                <a:path extrusionOk="0" h="1832" w="1574">
                  <a:moveTo>
                    <a:pt x="1150" y="1"/>
                  </a:moveTo>
                  <a:cubicBezTo>
                    <a:pt x="1129" y="1"/>
                    <a:pt x="1108" y="3"/>
                    <a:pt x="1088" y="7"/>
                  </a:cubicBezTo>
                  <a:cubicBezTo>
                    <a:pt x="833" y="63"/>
                    <a:pt x="440" y="209"/>
                    <a:pt x="220" y="588"/>
                  </a:cubicBezTo>
                  <a:cubicBezTo>
                    <a:pt x="1" y="965"/>
                    <a:pt x="70" y="1382"/>
                    <a:pt x="152" y="1631"/>
                  </a:cubicBezTo>
                  <a:cubicBezTo>
                    <a:pt x="190" y="1754"/>
                    <a:pt x="303" y="1832"/>
                    <a:pt x="428" y="1832"/>
                  </a:cubicBezTo>
                  <a:cubicBezTo>
                    <a:pt x="447" y="1832"/>
                    <a:pt x="467" y="1830"/>
                    <a:pt x="487" y="1826"/>
                  </a:cubicBezTo>
                  <a:cubicBezTo>
                    <a:pt x="742" y="1766"/>
                    <a:pt x="1134" y="1620"/>
                    <a:pt x="1354" y="1243"/>
                  </a:cubicBezTo>
                  <a:cubicBezTo>
                    <a:pt x="1573" y="863"/>
                    <a:pt x="1500" y="451"/>
                    <a:pt x="1423" y="200"/>
                  </a:cubicBezTo>
                  <a:cubicBezTo>
                    <a:pt x="1385" y="78"/>
                    <a:pt x="1273" y="1"/>
                    <a:pt x="1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0"/>
            <p:cNvSpPr/>
            <p:nvPr/>
          </p:nvSpPr>
          <p:spPr>
            <a:xfrm>
              <a:off x="2210787" y="4183462"/>
              <a:ext cx="114110" cy="11294"/>
            </a:xfrm>
            <a:custGeom>
              <a:rect b="b" l="l" r="r" t="t"/>
              <a:pathLst>
                <a:path extrusionOk="0" h="426" w="4304">
                  <a:moveTo>
                    <a:pt x="214" y="0"/>
                  </a:moveTo>
                  <a:cubicBezTo>
                    <a:pt x="98" y="0"/>
                    <a:pt x="1" y="95"/>
                    <a:pt x="1" y="213"/>
                  </a:cubicBezTo>
                  <a:cubicBezTo>
                    <a:pt x="1" y="328"/>
                    <a:pt x="96" y="426"/>
                    <a:pt x="214" y="426"/>
                  </a:cubicBezTo>
                  <a:lnTo>
                    <a:pt x="4091" y="426"/>
                  </a:lnTo>
                  <a:cubicBezTo>
                    <a:pt x="4208" y="426"/>
                    <a:pt x="4304" y="328"/>
                    <a:pt x="4304" y="213"/>
                  </a:cubicBezTo>
                  <a:cubicBezTo>
                    <a:pt x="4304" y="95"/>
                    <a:pt x="4210" y="0"/>
                    <a:pt x="40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0"/>
            <p:cNvSpPr/>
            <p:nvPr/>
          </p:nvSpPr>
          <p:spPr>
            <a:xfrm>
              <a:off x="2274470" y="4171796"/>
              <a:ext cx="11453" cy="118988"/>
            </a:xfrm>
            <a:custGeom>
              <a:rect b="b" l="l" r="r" t="t"/>
              <a:pathLst>
                <a:path extrusionOk="0" h="4488" w="432">
                  <a:moveTo>
                    <a:pt x="214" y="1"/>
                  </a:moveTo>
                  <a:cubicBezTo>
                    <a:pt x="98" y="1"/>
                    <a:pt x="1" y="96"/>
                    <a:pt x="1" y="214"/>
                  </a:cubicBezTo>
                  <a:lnTo>
                    <a:pt x="1" y="4273"/>
                  </a:lnTo>
                  <a:cubicBezTo>
                    <a:pt x="1" y="4390"/>
                    <a:pt x="94" y="4488"/>
                    <a:pt x="214" y="4488"/>
                  </a:cubicBezTo>
                  <a:cubicBezTo>
                    <a:pt x="333" y="4488"/>
                    <a:pt x="431" y="4390"/>
                    <a:pt x="427" y="4273"/>
                  </a:cubicBezTo>
                  <a:lnTo>
                    <a:pt x="427" y="214"/>
                  </a:lnTo>
                  <a:cubicBezTo>
                    <a:pt x="427" y="99"/>
                    <a:pt x="333"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0"/>
            <p:cNvSpPr/>
            <p:nvPr/>
          </p:nvSpPr>
          <p:spPr>
            <a:xfrm>
              <a:off x="2249840" y="4171796"/>
              <a:ext cx="11427" cy="118988"/>
            </a:xfrm>
            <a:custGeom>
              <a:rect b="b" l="l" r="r" t="t"/>
              <a:pathLst>
                <a:path extrusionOk="0" h="4488" w="431">
                  <a:moveTo>
                    <a:pt x="213" y="1"/>
                  </a:moveTo>
                  <a:cubicBezTo>
                    <a:pt x="98" y="1"/>
                    <a:pt x="0" y="96"/>
                    <a:pt x="0" y="214"/>
                  </a:cubicBezTo>
                  <a:lnTo>
                    <a:pt x="0" y="4273"/>
                  </a:lnTo>
                  <a:cubicBezTo>
                    <a:pt x="0" y="4390"/>
                    <a:pt x="94" y="4488"/>
                    <a:pt x="213" y="4488"/>
                  </a:cubicBezTo>
                  <a:cubicBezTo>
                    <a:pt x="333" y="4488"/>
                    <a:pt x="431" y="4390"/>
                    <a:pt x="426" y="4273"/>
                  </a:cubicBezTo>
                  <a:lnTo>
                    <a:pt x="426" y="214"/>
                  </a:lnTo>
                  <a:cubicBezTo>
                    <a:pt x="426" y="99"/>
                    <a:pt x="333"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0"/>
            <p:cNvSpPr/>
            <p:nvPr/>
          </p:nvSpPr>
          <p:spPr>
            <a:xfrm>
              <a:off x="2191990" y="4161589"/>
              <a:ext cx="151890" cy="143963"/>
            </a:xfrm>
            <a:custGeom>
              <a:rect b="b" l="l" r="r" t="t"/>
              <a:pathLst>
                <a:path extrusionOk="0" h="5430" w="5729">
                  <a:moveTo>
                    <a:pt x="929" y="0"/>
                  </a:moveTo>
                  <a:cubicBezTo>
                    <a:pt x="499" y="0"/>
                    <a:pt x="151" y="350"/>
                    <a:pt x="151" y="781"/>
                  </a:cubicBezTo>
                  <a:cubicBezTo>
                    <a:pt x="151" y="1091"/>
                    <a:pt x="404" y="1342"/>
                    <a:pt x="714" y="1342"/>
                  </a:cubicBezTo>
                  <a:lnTo>
                    <a:pt x="747" y="1342"/>
                  </a:lnTo>
                  <a:cubicBezTo>
                    <a:pt x="705" y="1451"/>
                    <a:pt x="659" y="1564"/>
                    <a:pt x="606" y="1694"/>
                  </a:cubicBezTo>
                  <a:cubicBezTo>
                    <a:pt x="515" y="1916"/>
                    <a:pt x="399" y="2191"/>
                    <a:pt x="264" y="2568"/>
                  </a:cubicBezTo>
                  <a:cubicBezTo>
                    <a:pt x="0" y="3302"/>
                    <a:pt x="204" y="4112"/>
                    <a:pt x="785" y="4633"/>
                  </a:cubicBezTo>
                  <a:cubicBezTo>
                    <a:pt x="1357" y="5146"/>
                    <a:pt x="2094" y="5429"/>
                    <a:pt x="2861" y="5429"/>
                  </a:cubicBezTo>
                  <a:cubicBezTo>
                    <a:pt x="3631" y="5429"/>
                    <a:pt x="4367" y="5150"/>
                    <a:pt x="4944" y="4633"/>
                  </a:cubicBezTo>
                  <a:cubicBezTo>
                    <a:pt x="5523" y="4112"/>
                    <a:pt x="5729" y="3302"/>
                    <a:pt x="5465" y="2568"/>
                  </a:cubicBezTo>
                  <a:cubicBezTo>
                    <a:pt x="5332" y="2191"/>
                    <a:pt x="5217" y="1916"/>
                    <a:pt x="5123" y="1694"/>
                  </a:cubicBezTo>
                  <a:cubicBezTo>
                    <a:pt x="5072" y="1564"/>
                    <a:pt x="5024" y="1451"/>
                    <a:pt x="4984" y="1342"/>
                  </a:cubicBezTo>
                  <a:lnTo>
                    <a:pt x="5017" y="1342"/>
                  </a:lnTo>
                  <a:cubicBezTo>
                    <a:pt x="5327" y="1342"/>
                    <a:pt x="5578" y="1091"/>
                    <a:pt x="5578" y="781"/>
                  </a:cubicBezTo>
                  <a:cubicBezTo>
                    <a:pt x="5578" y="350"/>
                    <a:pt x="5230" y="0"/>
                    <a:pt x="4800" y="0"/>
                  </a:cubicBezTo>
                  <a:cubicBezTo>
                    <a:pt x="4369" y="0"/>
                    <a:pt x="4021" y="350"/>
                    <a:pt x="4021" y="781"/>
                  </a:cubicBezTo>
                  <a:cubicBezTo>
                    <a:pt x="4021" y="1080"/>
                    <a:pt x="4174" y="1575"/>
                    <a:pt x="4334" y="2100"/>
                  </a:cubicBezTo>
                  <a:cubicBezTo>
                    <a:pt x="4365" y="2196"/>
                    <a:pt x="4392" y="2296"/>
                    <a:pt x="4423" y="2393"/>
                  </a:cubicBezTo>
                  <a:cubicBezTo>
                    <a:pt x="4545" y="2872"/>
                    <a:pt x="4363" y="3400"/>
                    <a:pt x="3968" y="3704"/>
                  </a:cubicBezTo>
                  <a:cubicBezTo>
                    <a:pt x="3655" y="3948"/>
                    <a:pt x="3260" y="4081"/>
                    <a:pt x="2866" y="4081"/>
                  </a:cubicBezTo>
                  <a:cubicBezTo>
                    <a:pt x="2469" y="4081"/>
                    <a:pt x="2074" y="3948"/>
                    <a:pt x="1761" y="3704"/>
                  </a:cubicBezTo>
                  <a:cubicBezTo>
                    <a:pt x="1366" y="3402"/>
                    <a:pt x="1184" y="2877"/>
                    <a:pt x="1306" y="2393"/>
                  </a:cubicBezTo>
                  <a:cubicBezTo>
                    <a:pt x="1333" y="2296"/>
                    <a:pt x="1364" y="2196"/>
                    <a:pt x="1395" y="2100"/>
                  </a:cubicBezTo>
                  <a:cubicBezTo>
                    <a:pt x="1555" y="1573"/>
                    <a:pt x="1708" y="1076"/>
                    <a:pt x="1708" y="781"/>
                  </a:cubicBezTo>
                  <a:cubicBezTo>
                    <a:pt x="1708" y="350"/>
                    <a:pt x="1360" y="0"/>
                    <a:pt x="9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0"/>
            <p:cNvSpPr/>
            <p:nvPr/>
          </p:nvSpPr>
          <p:spPr>
            <a:xfrm>
              <a:off x="2222798" y="4290891"/>
              <a:ext cx="90858" cy="52998"/>
            </a:xfrm>
            <a:custGeom>
              <a:rect b="b" l="l" r="r" t="t"/>
              <a:pathLst>
                <a:path extrusionOk="0" h="1999" w="3427">
                  <a:moveTo>
                    <a:pt x="1429" y="0"/>
                  </a:moveTo>
                  <a:cubicBezTo>
                    <a:pt x="641" y="0"/>
                    <a:pt x="0" y="641"/>
                    <a:pt x="0" y="1429"/>
                  </a:cubicBezTo>
                  <a:lnTo>
                    <a:pt x="0" y="1999"/>
                  </a:lnTo>
                  <a:lnTo>
                    <a:pt x="3141" y="1999"/>
                  </a:lnTo>
                  <a:cubicBezTo>
                    <a:pt x="3300" y="1999"/>
                    <a:pt x="3427" y="1872"/>
                    <a:pt x="3427" y="1712"/>
                  </a:cubicBezTo>
                  <a:lnTo>
                    <a:pt x="3427" y="1429"/>
                  </a:lnTo>
                  <a:cubicBezTo>
                    <a:pt x="3427" y="641"/>
                    <a:pt x="2786" y="0"/>
                    <a:pt x="1999" y="0"/>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70"/>
          <p:cNvGrpSpPr/>
          <p:nvPr/>
        </p:nvGrpSpPr>
        <p:grpSpPr>
          <a:xfrm>
            <a:off x="2011466" y="3335195"/>
            <a:ext cx="280211" cy="376265"/>
            <a:chOff x="2011466" y="3335195"/>
            <a:chExt cx="280211" cy="376265"/>
          </a:xfrm>
        </p:grpSpPr>
        <p:sp>
          <p:nvSpPr>
            <p:cNvPr id="4360" name="Google Shape;4360;p70"/>
            <p:cNvSpPr/>
            <p:nvPr/>
          </p:nvSpPr>
          <p:spPr>
            <a:xfrm>
              <a:off x="2108900" y="3335248"/>
              <a:ext cx="178297" cy="273715"/>
            </a:xfrm>
            <a:custGeom>
              <a:rect b="b" l="l" r="r" t="t"/>
              <a:pathLst>
                <a:path extrusionOk="0" h="10324" w="6725">
                  <a:moveTo>
                    <a:pt x="5674" y="4934"/>
                  </a:moveTo>
                  <a:lnTo>
                    <a:pt x="5691" y="4941"/>
                  </a:lnTo>
                  <a:cubicBezTo>
                    <a:pt x="5696" y="4948"/>
                    <a:pt x="5700" y="4952"/>
                    <a:pt x="5705" y="4961"/>
                  </a:cubicBezTo>
                  <a:cubicBezTo>
                    <a:pt x="5694" y="4950"/>
                    <a:pt x="5685" y="4941"/>
                    <a:pt x="5674" y="4934"/>
                  </a:cubicBezTo>
                  <a:close/>
                  <a:moveTo>
                    <a:pt x="2695" y="0"/>
                  </a:moveTo>
                  <a:cubicBezTo>
                    <a:pt x="2475" y="0"/>
                    <a:pt x="2277" y="23"/>
                    <a:pt x="2109" y="55"/>
                  </a:cubicBezTo>
                  <a:cubicBezTo>
                    <a:pt x="1056" y="712"/>
                    <a:pt x="0" y="1792"/>
                    <a:pt x="0" y="2852"/>
                  </a:cubicBezTo>
                  <a:cubicBezTo>
                    <a:pt x="0" y="3393"/>
                    <a:pt x="135" y="3994"/>
                    <a:pt x="1375" y="4415"/>
                  </a:cubicBezTo>
                  <a:cubicBezTo>
                    <a:pt x="1378" y="4415"/>
                    <a:pt x="1380" y="4415"/>
                    <a:pt x="1383" y="4415"/>
                  </a:cubicBezTo>
                  <a:cubicBezTo>
                    <a:pt x="2742" y="4415"/>
                    <a:pt x="2239" y="7953"/>
                    <a:pt x="2868" y="9171"/>
                  </a:cubicBezTo>
                  <a:cubicBezTo>
                    <a:pt x="3396" y="10187"/>
                    <a:pt x="4908" y="10204"/>
                    <a:pt x="4826" y="10324"/>
                  </a:cubicBezTo>
                  <a:cubicBezTo>
                    <a:pt x="4855" y="10297"/>
                    <a:pt x="5261" y="10084"/>
                    <a:pt x="5696" y="9583"/>
                  </a:cubicBezTo>
                  <a:cubicBezTo>
                    <a:pt x="6148" y="9071"/>
                    <a:pt x="6629" y="8241"/>
                    <a:pt x="6665" y="7263"/>
                  </a:cubicBezTo>
                  <a:cubicBezTo>
                    <a:pt x="6676" y="6427"/>
                    <a:pt x="6403" y="5817"/>
                    <a:pt x="6088" y="5391"/>
                  </a:cubicBezTo>
                  <a:lnTo>
                    <a:pt x="6088" y="5391"/>
                  </a:lnTo>
                  <a:cubicBezTo>
                    <a:pt x="6162" y="5450"/>
                    <a:pt x="6232" y="5481"/>
                    <a:pt x="6293" y="5481"/>
                  </a:cubicBezTo>
                  <a:cubicBezTo>
                    <a:pt x="6304" y="5481"/>
                    <a:pt x="6315" y="5480"/>
                    <a:pt x="6326" y="5478"/>
                  </a:cubicBezTo>
                  <a:cubicBezTo>
                    <a:pt x="6326" y="5478"/>
                    <a:pt x="6350" y="5427"/>
                    <a:pt x="6392" y="5349"/>
                  </a:cubicBezTo>
                  <a:cubicBezTo>
                    <a:pt x="6725" y="4697"/>
                    <a:pt x="6725" y="3928"/>
                    <a:pt x="6392" y="3275"/>
                  </a:cubicBezTo>
                  <a:cubicBezTo>
                    <a:pt x="5685" y="1898"/>
                    <a:pt x="5518" y="543"/>
                    <a:pt x="3429" y="88"/>
                  </a:cubicBezTo>
                  <a:cubicBezTo>
                    <a:pt x="3168" y="24"/>
                    <a:pt x="2920" y="0"/>
                    <a:pt x="26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0"/>
            <p:cNvSpPr/>
            <p:nvPr/>
          </p:nvSpPr>
          <p:spPr>
            <a:xfrm>
              <a:off x="2016106" y="3335195"/>
              <a:ext cx="148788" cy="273609"/>
            </a:xfrm>
            <a:custGeom>
              <a:rect b="b" l="l" r="r" t="t"/>
              <a:pathLst>
                <a:path extrusionOk="0" h="10320" w="5612">
                  <a:moveTo>
                    <a:pt x="4025" y="0"/>
                  </a:moveTo>
                  <a:cubicBezTo>
                    <a:pt x="3801" y="0"/>
                    <a:pt x="3555" y="23"/>
                    <a:pt x="3296" y="86"/>
                  </a:cubicBezTo>
                  <a:cubicBezTo>
                    <a:pt x="1207" y="541"/>
                    <a:pt x="1040" y="1898"/>
                    <a:pt x="333" y="3275"/>
                  </a:cubicBezTo>
                  <a:cubicBezTo>
                    <a:pt x="0" y="3927"/>
                    <a:pt x="0" y="4697"/>
                    <a:pt x="333" y="5349"/>
                  </a:cubicBezTo>
                  <a:cubicBezTo>
                    <a:pt x="375" y="5429"/>
                    <a:pt x="399" y="5475"/>
                    <a:pt x="399" y="5475"/>
                  </a:cubicBezTo>
                  <a:cubicBezTo>
                    <a:pt x="412" y="5479"/>
                    <a:pt x="424" y="5480"/>
                    <a:pt x="438" y="5480"/>
                  </a:cubicBezTo>
                  <a:cubicBezTo>
                    <a:pt x="498" y="5480"/>
                    <a:pt x="566" y="5448"/>
                    <a:pt x="639" y="5391"/>
                  </a:cubicBezTo>
                  <a:lnTo>
                    <a:pt x="639" y="5391"/>
                  </a:lnTo>
                  <a:cubicBezTo>
                    <a:pt x="322" y="5819"/>
                    <a:pt x="51" y="6429"/>
                    <a:pt x="62" y="7259"/>
                  </a:cubicBezTo>
                  <a:cubicBezTo>
                    <a:pt x="98" y="8237"/>
                    <a:pt x="579" y="9064"/>
                    <a:pt x="1029" y="9579"/>
                  </a:cubicBezTo>
                  <a:cubicBezTo>
                    <a:pt x="1464" y="10082"/>
                    <a:pt x="1870" y="10297"/>
                    <a:pt x="1897" y="10319"/>
                  </a:cubicBezTo>
                  <a:cubicBezTo>
                    <a:pt x="1814" y="10204"/>
                    <a:pt x="3440" y="9066"/>
                    <a:pt x="3968" y="8053"/>
                  </a:cubicBezTo>
                  <a:cubicBezTo>
                    <a:pt x="4580" y="6866"/>
                    <a:pt x="4600" y="3413"/>
                    <a:pt x="4600" y="2874"/>
                  </a:cubicBezTo>
                  <a:cubicBezTo>
                    <a:pt x="4600" y="1811"/>
                    <a:pt x="4977" y="833"/>
                    <a:pt x="5612" y="53"/>
                  </a:cubicBezTo>
                  <a:lnTo>
                    <a:pt x="5612" y="53"/>
                  </a:lnTo>
                  <a:cubicBezTo>
                    <a:pt x="5479" y="79"/>
                    <a:pt x="5365" y="106"/>
                    <a:pt x="5274" y="135"/>
                  </a:cubicBezTo>
                  <a:cubicBezTo>
                    <a:pt x="5222" y="149"/>
                    <a:pt x="5169" y="156"/>
                    <a:pt x="5115" y="156"/>
                  </a:cubicBezTo>
                  <a:cubicBezTo>
                    <a:pt x="5061" y="156"/>
                    <a:pt x="5007" y="149"/>
                    <a:pt x="4955" y="135"/>
                  </a:cubicBezTo>
                  <a:cubicBezTo>
                    <a:pt x="4748" y="74"/>
                    <a:pt x="4421"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0"/>
            <p:cNvSpPr/>
            <p:nvPr/>
          </p:nvSpPr>
          <p:spPr>
            <a:xfrm>
              <a:off x="2011466" y="3571368"/>
              <a:ext cx="280211" cy="140092"/>
            </a:xfrm>
            <a:custGeom>
              <a:rect b="b" l="l" r="r" t="t"/>
              <a:pathLst>
                <a:path extrusionOk="0" h="5284" w="10569">
                  <a:moveTo>
                    <a:pt x="5285" y="1"/>
                  </a:moveTo>
                  <a:cubicBezTo>
                    <a:pt x="2469" y="1"/>
                    <a:pt x="166" y="2205"/>
                    <a:pt x="9" y="4982"/>
                  </a:cubicBezTo>
                  <a:cubicBezTo>
                    <a:pt x="0" y="5146"/>
                    <a:pt x="131" y="5284"/>
                    <a:pt x="297" y="5284"/>
                  </a:cubicBezTo>
                  <a:lnTo>
                    <a:pt x="2074" y="5284"/>
                  </a:lnTo>
                  <a:lnTo>
                    <a:pt x="2289" y="5000"/>
                  </a:lnTo>
                  <a:lnTo>
                    <a:pt x="8284" y="5000"/>
                  </a:lnTo>
                  <a:lnTo>
                    <a:pt x="8499" y="5284"/>
                  </a:lnTo>
                  <a:lnTo>
                    <a:pt x="10276" y="5284"/>
                  </a:lnTo>
                  <a:cubicBezTo>
                    <a:pt x="10440" y="5284"/>
                    <a:pt x="10568" y="5146"/>
                    <a:pt x="10562" y="4982"/>
                  </a:cubicBezTo>
                  <a:cubicBezTo>
                    <a:pt x="10402" y="2205"/>
                    <a:pt x="8102" y="1"/>
                    <a:pt x="528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0"/>
            <p:cNvSpPr/>
            <p:nvPr/>
          </p:nvSpPr>
          <p:spPr>
            <a:xfrm>
              <a:off x="2229187" y="3460996"/>
              <a:ext cx="56498" cy="71663"/>
            </a:xfrm>
            <a:custGeom>
              <a:rect b="b" l="l" r="r" t="t"/>
              <a:pathLst>
                <a:path extrusionOk="0" h="2703" w="2131">
                  <a:moveTo>
                    <a:pt x="1066" y="1"/>
                  </a:moveTo>
                  <a:cubicBezTo>
                    <a:pt x="478" y="1"/>
                    <a:pt x="1" y="606"/>
                    <a:pt x="1" y="1351"/>
                  </a:cubicBezTo>
                  <a:cubicBezTo>
                    <a:pt x="1" y="2097"/>
                    <a:pt x="478" y="2702"/>
                    <a:pt x="1066" y="2702"/>
                  </a:cubicBezTo>
                  <a:cubicBezTo>
                    <a:pt x="1653" y="2702"/>
                    <a:pt x="2130" y="2097"/>
                    <a:pt x="2130" y="1351"/>
                  </a:cubicBezTo>
                  <a:cubicBezTo>
                    <a:pt x="2130" y="606"/>
                    <a:pt x="1653" y="1"/>
                    <a:pt x="1066"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0"/>
            <p:cNvSpPr/>
            <p:nvPr/>
          </p:nvSpPr>
          <p:spPr>
            <a:xfrm>
              <a:off x="2017564" y="3460996"/>
              <a:ext cx="56472" cy="71663"/>
            </a:xfrm>
            <a:custGeom>
              <a:rect b="b" l="l" r="r" t="t"/>
              <a:pathLst>
                <a:path extrusionOk="0" h="2703" w="2130">
                  <a:moveTo>
                    <a:pt x="1065" y="1"/>
                  </a:moveTo>
                  <a:cubicBezTo>
                    <a:pt x="478" y="1"/>
                    <a:pt x="1" y="606"/>
                    <a:pt x="1" y="1351"/>
                  </a:cubicBezTo>
                  <a:cubicBezTo>
                    <a:pt x="1" y="2097"/>
                    <a:pt x="478" y="2702"/>
                    <a:pt x="1065" y="2702"/>
                  </a:cubicBezTo>
                  <a:cubicBezTo>
                    <a:pt x="1653" y="2702"/>
                    <a:pt x="2130" y="2097"/>
                    <a:pt x="2130" y="1351"/>
                  </a:cubicBezTo>
                  <a:cubicBezTo>
                    <a:pt x="2130" y="606"/>
                    <a:pt x="1653" y="1"/>
                    <a:pt x="1065"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0"/>
            <p:cNvSpPr/>
            <p:nvPr/>
          </p:nvSpPr>
          <p:spPr>
            <a:xfrm>
              <a:off x="2074009" y="3391613"/>
              <a:ext cx="183440" cy="210960"/>
            </a:xfrm>
            <a:custGeom>
              <a:rect b="b" l="l" r="r" t="t"/>
              <a:pathLst>
                <a:path extrusionOk="0" h="7957" w="6919">
                  <a:moveTo>
                    <a:pt x="2926" y="1"/>
                  </a:moveTo>
                  <a:cubicBezTo>
                    <a:pt x="2197" y="1"/>
                    <a:pt x="1511" y="207"/>
                    <a:pt x="921" y="564"/>
                  </a:cubicBezTo>
                  <a:cubicBezTo>
                    <a:pt x="396" y="1294"/>
                    <a:pt x="1" y="2225"/>
                    <a:pt x="1" y="2913"/>
                  </a:cubicBezTo>
                  <a:cubicBezTo>
                    <a:pt x="1" y="5452"/>
                    <a:pt x="1733" y="7819"/>
                    <a:pt x="4528" y="7956"/>
                  </a:cubicBezTo>
                  <a:cubicBezTo>
                    <a:pt x="5936" y="7315"/>
                    <a:pt x="6919" y="5854"/>
                    <a:pt x="6919" y="4155"/>
                  </a:cubicBezTo>
                  <a:cubicBezTo>
                    <a:pt x="6919" y="1866"/>
                    <a:pt x="5131" y="7"/>
                    <a:pt x="2926"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0"/>
            <p:cNvSpPr/>
            <p:nvPr/>
          </p:nvSpPr>
          <p:spPr>
            <a:xfrm>
              <a:off x="2045853" y="3406672"/>
              <a:ext cx="148205" cy="205127"/>
            </a:xfrm>
            <a:custGeom>
              <a:rect b="b" l="l" r="r" t="t"/>
              <a:pathLst>
                <a:path extrusionOk="0" h="7737" w="5590">
                  <a:moveTo>
                    <a:pt x="1986" y="0"/>
                  </a:moveTo>
                  <a:lnTo>
                    <a:pt x="1986" y="0"/>
                  </a:lnTo>
                  <a:cubicBezTo>
                    <a:pt x="799" y="717"/>
                    <a:pt x="1" y="2056"/>
                    <a:pt x="1" y="3587"/>
                  </a:cubicBezTo>
                  <a:cubicBezTo>
                    <a:pt x="1" y="5880"/>
                    <a:pt x="1786" y="7736"/>
                    <a:pt x="3991" y="7736"/>
                  </a:cubicBezTo>
                  <a:cubicBezTo>
                    <a:pt x="4558" y="7736"/>
                    <a:pt x="5100" y="7614"/>
                    <a:pt x="5590" y="7390"/>
                  </a:cubicBezTo>
                  <a:cubicBezTo>
                    <a:pt x="3299" y="6647"/>
                    <a:pt x="1640" y="4494"/>
                    <a:pt x="1642" y="1954"/>
                  </a:cubicBezTo>
                  <a:cubicBezTo>
                    <a:pt x="1642" y="1269"/>
                    <a:pt x="1764" y="610"/>
                    <a:pt x="1986"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0"/>
            <p:cNvSpPr/>
            <p:nvPr/>
          </p:nvSpPr>
          <p:spPr>
            <a:xfrm>
              <a:off x="2119956" y="3344686"/>
              <a:ext cx="150485" cy="149769"/>
            </a:xfrm>
            <a:custGeom>
              <a:rect b="b" l="l" r="r" t="t"/>
              <a:pathLst>
                <a:path extrusionOk="0" h="5649" w="5676">
                  <a:moveTo>
                    <a:pt x="1468" y="1"/>
                  </a:moveTo>
                  <a:cubicBezTo>
                    <a:pt x="470" y="635"/>
                    <a:pt x="0" y="1456"/>
                    <a:pt x="0" y="2385"/>
                  </a:cubicBezTo>
                  <a:cubicBezTo>
                    <a:pt x="0" y="2882"/>
                    <a:pt x="155" y="3525"/>
                    <a:pt x="918" y="3946"/>
                  </a:cubicBezTo>
                  <a:lnTo>
                    <a:pt x="1193" y="4013"/>
                  </a:lnTo>
                  <a:lnTo>
                    <a:pt x="3826" y="3365"/>
                  </a:lnTo>
                  <a:cubicBezTo>
                    <a:pt x="3873" y="3354"/>
                    <a:pt x="3919" y="3348"/>
                    <a:pt x="3964" y="3348"/>
                  </a:cubicBezTo>
                  <a:cubicBezTo>
                    <a:pt x="4271" y="3348"/>
                    <a:pt x="4534" y="3597"/>
                    <a:pt x="4534" y="3920"/>
                  </a:cubicBezTo>
                  <a:lnTo>
                    <a:pt x="4534" y="5361"/>
                  </a:lnTo>
                  <a:cubicBezTo>
                    <a:pt x="4534" y="5542"/>
                    <a:pt x="4678" y="5648"/>
                    <a:pt x="4823" y="5648"/>
                  </a:cubicBezTo>
                  <a:cubicBezTo>
                    <a:pt x="4926" y="5648"/>
                    <a:pt x="5028" y="5595"/>
                    <a:pt x="5079" y="5479"/>
                  </a:cubicBezTo>
                  <a:lnTo>
                    <a:pt x="5676" y="4137"/>
                  </a:lnTo>
                  <a:lnTo>
                    <a:pt x="4802" y="1500"/>
                  </a:lnTo>
                  <a:cubicBezTo>
                    <a:pt x="4802" y="549"/>
                    <a:pt x="3176" y="47"/>
                    <a:pt x="1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0"/>
            <p:cNvSpPr/>
            <p:nvPr/>
          </p:nvSpPr>
          <p:spPr>
            <a:xfrm>
              <a:off x="2032862" y="3344394"/>
              <a:ext cx="126093" cy="149981"/>
            </a:xfrm>
            <a:custGeom>
              <a:rect b="b" l="l" r="r" t="t"/>
              <a:pathLst>
                <a:path extrusionOk="0" h="5657" w="4756">
                  <a:moveTo>
                    <a:pt x="4473" y="1"/>
                  </a:moveTo>
                  <a:cubicBezTo>
                    <a:pt x="2673" y="1"/>
                    <a:pt x="876" y="503"/>
                    <a:pt x="876" y="1504"/>
                  </a:cubicBezTo>
                  <a:lnTo>
                    <a:pt x="0" y="4144"/>
                  </a:lnTo>
                  <a:lnTo>
                    <a:pt x="597" y="5486"/>
                  </a:lnTo>
                  <a:cubicBezTo>
                    <a:pt x="648" y="5603"/>
                    <a:pt x="751" y="5657"/>
                    <a:pt x="854" y="5657"/>
                  </a:cubicBezTo>
                  <a:cubicBezTo>
                    <a:pt x="998" y="5657"/>
                    <a:pt x="1143" y="5551"/>
                    <a:pt x="1143" y="5370"/>
                  </a:cubicBezTo>
                  <a:lnTo>
                    <a:pt x="1143" y="3929"/>
                  </a:lnTo>
                  <a:cubicBezTo>
                    <a:pt x="1143" y="3604"/>
                    <a:pt x="1405" y="3357"/>
                    <a:pt x="1711" y="3357"/>
                  </a:cubicBezTo>
                  <a:cubicBezTo>
                    <a:pt x="1757" y="3357"/>
                    <a:pt x="1803" y="3363"/>
                    <a:pt x="1850" y="3374"/>
                  </a:cubicBezTo>
                  <a:lnTo>
                    <a:pt x="4206" y="3953"/>
                  </a:lnTo>
                  <a:cubicBezTo>
                    <a:pt x="4050" y="3505"/>
                    <a:pt x="3968" y="3026"/>
                    <a:pt x="3968" y="2527"/>
                  </a:cubicBezTo>
                  <a:cubicBezTo>
                    <a:pt x="3968" y="1598"/>
                    <a:pt x="4257" y="733"/>
                    <a:pt x="4756" y="5"/>
                  </a:cubicBezTo>
                  <a:cubicBezTo>
                    <a:pt x="4661" y="2"/>
                    <a:pt x="4567" y="1"/>
                    <a:pt x="4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0"/>
            <p:cNvSpPr/>
            <p:nvPr/>
          </p:nvSpPr>
          <p:spPr>
            <a:xfrm>
              <a:off x="2053197" y="3389943"/>
              <a:ext cx="196908" cy="65671"/>
            </a:xfrm>
            <a:custGeom>
              <a:rect b="b" l="l" r="r" t="t"/>
              <a:pathLst>
                <a:path extrusionOk="0" h="2477" w="7427">
                  <a:moveTo>
                    <a:pt x="3714" y="0"/>
                  </a:moveTo>
                  <a:cubicBezTo>
                    <a:pt x="3516" y="0"/>
                    <a:pt x="3318" y="30"/>
                    <a:pt x="3126" y="90"/>
                  </a:cubicBezTo>
                  <a:lnTo>
                    <a:pt x="205" y="988"/>
                  </a:lnTo>
                  <a:cubicBezTo>
                    <a:pt x="85" y="1024"/>
                    <a:pt x="1" y="1135"/>
                    <a:pt x="1" y="1259"/>
                  </a:cubicBezTo>
                  <a:lnTo>
                    <a:pt x="1" y="2191"/>
                  </a:lnTo>
                  <a:cubicBezTo>
                    <a:pt x="1" y="2350"/>
                    <a:pt x="129" y="2477"/>
                    <a:pt x="287" y="2477"/>
                  </a:cubicBezTo>
                  <a:lnTo>
                    <a:pt x="7140" y="2477"/>
                  </a:lnTo>
                  <a:cubicBezTo>
                    <a:pt x="7298" y="2477"/>
                    <a:pt x="7426" y="2350"/>
                    <a:pt x="7426" y="2191"/>
                  </a:cubicBezTo>
                  <a:lnTo>
                    <a:pt x="7426" y="1259"/>
                  </a:lnTo>
                  <a:cubicBezTo>
                    <a:pt x="7426" y="1135"/>
                    <a:pt x="7342" y="1024"/>
                    <a:pt x="7225" y="988"/>
                  </a:cubicBezTo>
                  <a:lnTo>
                    <a:pt x="4301" y="90"/>
                  </a:lnTo>
                  <a:cubicBezTo>
                    <a:pt x="4111" y="30"/>
                    <a:pt x="3913" y="0"/>
                    <a:pt x="37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0"/>
            <p:cNvSpPr/>
            <p:nvPr/>
          </p:nvSpPr>
          <p:spPr>
            <a:xfrm>
              <a:off x="2079338" y="3364968"/>
              <a:ext cx="55226" cy="65380"/>
            </a:xfrm>
            <a:custGeom>
              <a:rect b="b" l="l" r="r" t="t"/>
              <a:pathLst>
                <a:path extrusionOk="0" h="2466" w="2083">
                  <a:moveTo>
                    <a:pt x="495" y="1"/>
                  </a:moveTo>
                  <a:cubicBezTo>
                    <a:pt x="494" y="1"/>
                    <a:pt x="494" y="1"/>
                    <a:pt x="494" y="1"/>
                  </a:cubicBezTo>
                  <a:cubicBezTo>
                    <a:pt x="494" y="1"/>
                    <a:pt x="494" y="1"/>
                    <a:pt x="495" y="1"/>
                  </a:cubicBezTo>
                  <a:lnTo>
                    <a:pt x="495" y="1"/>
                  </a:lnTo>
                  <a:cubicBezTo>
                    <a:pt x="495" y="1"/>
                    <a:pt x="495" y="1"/>
                    <a:pt x="495" y="1"/>
                  </a:cubicBezTo>
                  <a:close/>
                  <a:moveTo>
                    <a:pt x="495" y="1"/>
                  </a:moveTo>
                  <a:cubicBezTo>
                    <a:pt x="491" y="22"/>
                    <a:pt x="0" y="665"/>
                    <a:pt x="552" y="1591"/>
                  </a:cubicBezTo>
                  <a:cubicBezTo>
                    <a:pt x="845" y="2057"/>
                    <a:pt x="1315" y="2323"/>
                    <a:pt x="1676" y="2447"/>
                  </a:cubicBezTo>
                  <a:cubicBezTo>
                    <a:pt x="1681" y="2447"/>
                    <a:pt x="1685" y="2452"/>
                    <a:pt x="1687" y="2452"/>
                  </a:cubicBezTo>
                  <a:cubicBezTo>
                    <a:pt x="1716" y="2461"/>
                    <a:pt x="1743" y="2466"/>
                    <a:pt x="1770" y="2466"/>
                  </a:cubicBezTo>
                  <a:cubicBezTo>
                    <a:pt x="1951" y="2466"/>
                    <a:pt x="2083" y="2260"/>
                    <a:pt x="1980" y="2088"/>
                  </a:cubicBezTo>
                  <a:cubicBezTo>
                    <a:pt x="1805" y="1802"/>
                    <a:pt x="1625" y="1429"/>
                    <a:pt x="1607" y="1099"/>
                  </a:cubicBezTo>
                  <a:cubicBezTo>
                    <a:pt x="1566" y="223"/>
                    <a:pt x="532" y="19"/>
                    <a:pt x="4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0"/>
            <p:cNvSpPr/>
            <p:nvPr/>
          </p:nvSpPr>
          <p:spPr>
            <a:xfrm>
              <a:off x="2058632" y="3354045"/>
              <a:ext cx="43056" cy="73466"/>
            </a:xfrm>
            <a:custGeom>
              <a:rect b="b" l="l" r="r" t="t"/>
              <a:pathLst>
                <a:path extrusionOk="0" h="2771" w="1624">
                  <a:moveTo>
                    <a:pt x="692" y="0"/>
                  </a:moveTo>
                  <a:cubicBezTo>
                    <a:pt x="692" y="0"/>
                    <a:pt x="692" y="0"/>
                    <a:pt x="692" y="0"/>
                  </a:cubicBezTo>
                  <a:cubicBezTo>
                    <a:pt x="692" y="1"/>
                    <a:pt x="692" y="1"/>
                    <a:pt x="692" y="1"/>
                  </a:cubicBezTo>
                  <a:lnTo>
                    <a:pt x="692" y="1"/>
                  </a:lnTo>
                  <a:cubicBezTo>
                    <a:pt x="692" y="1"/>
                    <a:pt x="692" y="0"/>
                    <a:pt x="692" y="0"/>
                  </a:cubicBezTo>
                  <a:close/>
                  <a:moveTo>
                    <a:pt x="692" y="1"/>
                  </a:moveTo>
                  <a:cubicBezTo>
                    <a:pt x="679" y="19"/>
                    <a:pt x="1" y="455"/>
                    <a:pt x="202" y="1515"/>
                  </a:cubicBezTo>
                  <a:cubicBezTo>
                    <a:pt x="315" y="2056"/>
                    <a:pt x="665" y="2467"/>
                    <a:pt x="965" y="2708"/>
                  </a:cubicBezTo>
                  <a:lnTo>
                    <a:pt x="971" y="2717"/>
                  </a:lnTo>
                  <a:cubicBezTo>
                    <a:pt x="1018" y="2754"/>
                    <a:pt x="1071" y="2771"/>
                    <a:pt x="1123" y="2771"/>
                  </a:cubicBezTo>
                  <a:cubicBezTo>
                    <a:pt x="1268" y="2771"/>
                    <a:pt x="1403" y="2640"/>
                    <a:pt x="1370" y="2471"/>
                  </a:cubicBezTo>
                  <a:cubicBezTo>
                    <a:pt x="1308" y="2138"/>
                    <a:pt x="1266" y="1726"/>
                    <a:pt x="1364" y="1413"/>
                  </a:cubicBezTo>
                  <a:cubicBezTo>
                    <a:pt x="1624" y="574"/>
                    <a:pt x="718" y="32"/>
                    <a:pt x="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0"/>
            <p:cNvSpPr/>
            <p:nvPr/>
          </p:nvSpPr>
          <p:spPr>
            <a:xfrm>
              <a:off x="2064544" y="3609360"/>
              <a:ext cx="174161" cy="102100"/>
            </a:xfrm>
            <a:custGeom>
              <a:rect b="b" l="l" r="r" t="t"/>
              <a:pathLst>
                <a:path extrusionOk="0" h="3851" w="6569">
                  <a:moveTo>
                    <a:pt x="234" y="1"/>
                  </a:moveTo>
                  <a:lnTo>
                    <a:pt x="1" y="1782"/>
                  </a:lnTo>
                  <a:lnTo>
                    <a:pt x="500" y="3851"/>
                  </a:lnTo>
                  <a:lnTo>
                    <a:pt x="6069" y="3851"/>
                  </a:lnTo>
                  <a:lnTo>
                    <a:pt x="6568" y="1782"/>
                  </a:lnTo>
                  <a:lnTo>
                    <a:pt x="6337" y="1"/>
                  </a:lnTo>
                  <a:cubicBezTo>
                    <a:pt x="5484" y="655"/>
                    <a:pt x="4428" y="1234"/>
                    <a:pt x="3286" y="1234"/>
                  </a:cubicBezTo>
                  <a:cubicBezTo>
                    <a:pt x="2143" y="1234"/>
                    <a:pt x="1088" y="655"/>
                    <a:pt x="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0"/>
            <p:cNvSpPr/>
            <p:nvPr/>
          </p:nvSpPr>
          <p:spPr>
            <a:xfrm>
              <a:off x="2019791" y="3594248"/>
              <a:ext cx="52362" cy="81340"/>
            </a:xfrm>
            <a:custGeom>
              <a:rect b="b" l="l" r="r" t="t"/>
              <a:pathLst>
                <a:path extrusionOk="0" h="3068" w="1975">
                  <a:moveTo>
                    <a:pt x="1685" y="1"/>
                  </a:moveTo>
                  <a:cubicBezTo>
                    <a:pt x="1625" y="1"/>
                    <a:pt x="1563" y="20"/>
                    <a:pt x="1509" y="63"/>
                  </a:cubicBezTo>
                  <a:cubicBezTo>
                    <a:pt x="970" y="491"/>
                    <a:pt x="513" y="1016"/>
                    <a:pt x="163" y="1613"/>
                  </a:cubicBezTo>
                  <a:cubicBezTo>
                    <a:pt x="1" y="1897"/>
                    <a:pt x="107" y="2263"/>
                    <a:pt x="400" y="2409"/>
                  </a:cubicBezTo>
                  <a:cubicBezTo>
                    <a:pt x="926" y="2675"/>
                    <a:pt x="1449" y="2895"/>
                    <a:pt x="1975" y="3068"/>
                  </a:cubicBezTo>
                  <a:lnTo>
                    <a:pt x="1975" y="289"/>
                  </a:lnTo>
                  <a:cubicBezTo>
                    <a:pt x="1975" y="118"/>
                    <a:pt x="1834" y="1"/>
                    <a:pt x="16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0"/>
            <p:cNvSpPr/>
            <p:nvPr/>
          </p:nvSpPr>
          <p:spPr>
            <a:xfrm>
              <a:off x="2231069" y="3594275"/>
              <a:ext cx="52362" cy="81314"/>
            </a:xfrm>
            <a:custGeom>
              <a:rect b="b" l="l" r="r" t="t"/>
              <a:pathLst>
                <a:path extrusionOk="0" h="3067" w="1975">
                  <a:moveTo>
                    <a:pt x="290" y="1"/>
                  </a:moveTo>
                  <a:cubicBezTo>
                    <a:pt x="142" y="1"/>
                    <a:pt x="1" y="117"/>
                    <a:pt x="1" y="288"/>
                  </a:cubicBezTo>
                  <a:lnTo>
                    <a:pt x="1" y="3067"/>
                  </a:lnTo>
                  <a:cubicBezTo>
                    <a:pt x="524" y="2894"/>
                    <a:pt x="1052" y="2674"/>
                    <a:pt x="1576" y="2408"/>
                  </a:cubicBezTo>
                  <a:cubicBezTo>
                    <a:pt x="1868" y="2257"/>
                    <a:pt x="1975" y="1896"/>
                    <a:pt x="1809" y="1612"/>
                  </a:cubicBezTo>
                  <a:cubicBezTo>
                    <a:pt x="1460" y="1015"/>
                    <a:pt x="1001" y="490"/>
                    <a:pt x="464" y="62"/>
                  </a:cubicBezTo>
                  <a:cubicBezTo>
                    <a:pt x="411" y="20"/>
                    <a:pt x="350"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0"/>
            <p:cNvSpPr/>
            <p:nvPr/>
          </p:nvSpPr>
          <p:spPr>
            <a:xfrm>
              <a:off x="2066374" y="3683092"/>
              <a:ext cx="11427" cy="28368"/>
            </a:xfrm>
            <a:custGeom>
              <a:rect b="b" l="l" r="r" t="t"/>
              <a:pathLst>
                <a:path extrusionOk="0" h="1070" w="431">
                  <a:moveTo>
                    <a:pt x="213" y="1"/>
                  </a:moveTo>
                  <a:cubicBezTo>
                    <a:pt x="98" y="1"/>
                    <a:pt x="1" y="94"/>
                    <a:pt x="1" y="214"/>
                  </a:cubicBezTo>
                  <a:lnTo>
                    <a:pt x="1" y="1070"/>
                  </a:lnTo>
                  <a:lnTo>
                    <a:pt x="431" y="1070"/>
                  </a:lnTo>
                  <a:lnTo>
                    <a:pt x="431" y="214"/>
                  </a:lnTo>
                  <a:cubicBezTo>
                    <a:pt x="431" y="98"/>
                    <a:pt x="333"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0"/>
            <p:cNvSpPr/>
            <p:nvPr/>
          </p:nvSpPr>
          <p:spPr>
            <a:xfrm>
              <a:off x="2225369" y="3683092"/>
              <a:ext cx="11453" cy="28368"/>
            </a:xfrm>
            <a:custGeom>
              <a:rect b="b" l="l" r="r" t="t"/>
              <a:pathLst>
                <a:path extrusionOk="0" h="1070" w="432">
                  <a:moveTo>
                    <a:pt x="214" y="1"/>
                  </a:moveTo>
                  <a:cubicBezTo>
                    <a:pt x="98" y="1"/>
                    <a:pt x="1" y="94"/>
                    <a:pt x="1" y="214"/>
                  </a:cubicBezTo>
                  <a:lnTo>
                    <a:pt x="1" y="1070"/>
                  </a:lnTo>
                  <a:lnTo>
                    <a:pt x="431" y="1070"/>
                  </a:lnTo>
                  <a:lnTo>
                    <a:pt x="431" y="214"/>
                  </a:lnTo>
                  <a:cubicBezTo>
                    <a:pt x="431" y="98"/>
                    <a:pt x="336"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0"/>
            <p:cNvSpPr/>
            <p:nvPr/>
          </p:nvSpPr>
          <p:spPr>
            <a:xfrm>
              <a:off x="2055026" y="3654882"/>
              <a:ext cx="34201" cy="34122"/>
            </a:xfrm>
            <a:custGeom>
              <a:rect b="b" l="l" r="r" t="t"/>
              <a:pathLst>
                <a:path extrusionOk="0" h="1287" w="1290">
                  <a:moveTo>
                    <a:pt x="646" y="0"/>
                  </a:moveTo>
                  <a:cubicBezTo>
                    <a:pt x="289" y="0"/>
                    <a:pt x="1" y="289"/>
                    <a:pt x="1" y="643"/>
                  </a:cubicBezTo>
                  <a:cubicBezTo>
                    <a:pt x="1" y="998"/>
                    <a:pt x="289" y="1287"/>
                    <a:pt x="646" y="1287"/>
                  </a:cubicBezTo>
                  <a:cubicBezTo>
                    <a:pt x="1001" y="1287"/>
                    <a:pt x="1289" y="998"/>
                    <a:pt x="1289" y="643"/>
                  </a:cubicBezTo>
                  <a:cubicBezTo>
                    <a:pt x="1289" y="289"/>
                    <a:pt x="1001" y="0"/>
                    <a:pt x="6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0"/>
            <p:cNvSpPr/>
            <p:nvPr/>
          </p:nvSpPr>
          <p:spPr>
            <a:xfrm>
              <a:off x="2214022" y="3654882"/>
              <a:ext cx="34148" cy="34122"/>
            </a:xfrm>
            <a:custGeom>
              <a:rect b="b" l="l" r="r" t="t"/>
              <a:pathLst>
                <a:path extrusionOk="0" h="1287" w="1288">
                  <a:moveTo>
                    <a:pt x="644" y="0"/>
                  </a:moveTo>
                  <a:cubicBezTo>
                    <a:pt x="289" y="0"/>
                    <a:pt x="1" y="289"/>
                    <a:pt x="1" y="643"/>
                  </a:cubicBezTo>
                  <a:cubicBezTo>
                    <a:pt x="1" y="998"/>
                    <a:pt x="289" y="1287"/>
                    <a:pt x="644" y="1287"/>
                  </a:cubicBezTo>
                  <a:cubicBezTo>
                    <a:pt x="999" y="1287"/>
                    <a:pt x="1287" y="998"/>
                    <a:pt x="1287" y="643"/>
                  </a:cubicBezTo>
                  <a:cubicBezTo>
                    <a:pt x="1287" y="289"/>
                    <a:pt x="999" y="0"/>
                    <a:pt x="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70"/>
          <p:cNvGrpSpPr/>
          <p:nvPr/>
        </p:nvGrpSpPr>
        <p:grpSpPr>
          <a:xfrm>
            <a:off x="1962763" y="2720555"/>
            <a:ext cx="377061" cy="340792"/>
            <a:chOff x="1962763" y="2720555"/>
            <a:chExt cx="377061" cy="340792"/>
          </a:xfrm>
        </p:grpSpPr>
        <p:sp>
          <p:nvSpPr>
            <p:cNvPr id="4380" name="Google Shape;4380;p70"/>
            <p:cNvSpPr/>
            <p:nvPr/>
          </p:nvSpPr>
          <p:spPr>
            <a:xfrm>
              <a:off x="2132708" y="2720555"/>
              <a:ext cx="161620" cy="260538"/>
            </a:xfrm>
            <a:custGeom>
              <a:rect b="b" l="l" r="r" t="t"/>
              <a:pathLst>
                <a:path extrusionOk="0" h="9827" w="6096">
                  <a:moveTo>
                    <a:pt x="4671" y="1"/>
                  </a:moveTo>
                  <a:cubicBezTo>
                    <a:pt x="4606" y="1"/>
                    <a:pt x="4540" y="5"/>
                    <a:pt x="4474" y="14"/>
                  </a:cubicBezTo>
                  <a:lnTo>
                    <a:pt x="2329" y="307"/>
                  </a:lnTo>
                  <a:cubicBezTo>
                    <a:pt x="435" y="1416"/>
                    <a:pt x="0" y="3172"/>
                    <a:pt x="0" y="4798"/>
                  </a:cubicBezTo>
                  <a:cubicBezTo>
                    <a:pt x="0" y="6910"/>
                    <a:pt x="544" y="8639"/>
                    <a:pt x="3294" y="9826"/>
                  </a:cubicBezTo>
                  <a:lnTo>
                    <a:pt x="3518" y="9804"/>
                  </a:lnTo>
                  <a:cubicBezTo>
                    <a:pt x="4982" y="9662"/>
                    <a:pt x="6095" y="8431"/>
                    <a:pt x="6095" y="6963"/>
                  </a:cubicBezTo>
                  <a:lnTo>
                    <a:pt x="6095" y="1429"/>
                  </a:lnTo>
                  <a:cubicBezTo>
                    <a:pt x="6095" y="631"/>
                    <a:pt x="5447" y="1"/>
                    <a:pt x="46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0"/>
            <p:cNvSpPr/>
            <p:nvPr/>
          </p:nvSpPr>
          <p:spPr>
            <a:xfrm>
              <a:off x="1965759" y="2728562"/>
              <a:ext cx="254228" cy="276366"/>
            </a:xfrm>
            <a:custGeom>
              <a:rect b="b" l="l" r="r" t="t"/>
              <a:pathLst>
                <a:path extrusionOk="0" h="10424" w="9589">
                  <a:moveTo>
                    <a:pt x="8622" y="0"/>
                  </a:moveTo>
                  <a:lnTo>
                    <a:pt x="6005" y="355"/>
                  </a:lnTo>
                  <a:cubicBezTo>
                    <a:pt x="5040" y="488"/>
                    <a:pt x="4208" y="1105"/>
                    <a:pt x="3798" y="1990"/>
                  </a:cubicBezTo>
                  <a:lnTo>
                    <a:pt x="89" y="10019"/>
                  </a:lnTo>
                  <a:cubicBezTo>
                    <a:pt x="1" y="10211"/>
                    <a:pt x="144" y="10424"/>
                    <a:pt x="348" y="10424"/>
                  </a:cubicBezTo>
                  <a:cubicBezTo>
                    <a:pt x="358" y="10424"/>
                    <a:pt x="368" y="10423"/>
                    <a:pt x="378" y="10422"/>
                  </a:cubicBezTo>
                  <a:lnTo>
                    <a:pt x="9589" y="9524"/>
                  </a:lnTo>
                  <a:cubicBezTo>
                    <a:pt x="8072" y="8284"/>
                    <a:pt x="7100" y="6397"/>
                    <a:pt x="7098" y="4279"/>
                  </a:cubicBezTo>
                  <a:cubicBezTo>
                    <a:pt x="7098" y="2657"/>
                    <a:pt x="7668" y="1165"/>
                    <a:pt x="8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0"/>
            <p:cNvSpPr/>
            <p:nvPr/>
          </p:nvSpPr>
          <p:spPr>
            <a:xfrm>
              <a:off x="2125417" y="2747625"/>
              <a:ext cx="142452" cy="209290"/>
            </a:xfrm>
            <a:custGeom>
              <a:rect b="b" l="l" r="r" t="t"/>
              <a:pathLst>
                <a:path extrusionOk="0" h="7894" w="5373">
                  <a:moveTo>
                    <a:pt x="4806" y="1"/>
                  </a:moveTo>
                  <a:cubicBezTo>
                    <a:pt x="4779" y="1"/>
                    <a:pt x="4752" y="3"/>
                    <a:pt x="4725" y="7"/>
                  </a:cubicBezTo>
                  <a:lnTo>
                    <a:pt x="1866" y="395"/>
                  </a:lnTo>
                  <a:cubicBezTo>
                    <a:pt x="708" y="1384"/>
                    <a:pt x="0" y="2630"/>
                    <a:pt x="0" y="3777"/>
                  </a:cubicBezTo>
                  <a:cubicBezTo>
                    <a:pt x="0" y="5423"/>
                    <a:pt x="346" y="7104"/>
                    <a:pt x="2644" y="7894"/>
                  </a:cubicBezTo>
                  <a:lnTo>
                    <a:pt x="3826" y="7776"/>
                  </a:lnTo>
                  <a:cubicBezTo>
                    <a:pt x="4705" y="7692"/>
                    <a:pt x="5372" y="6953"/>
                    <a:pt x="5372" y="6073"/>
                  </a:cubicBezTo>
                  <a:lnTo>
                    <a:pt x="5372" y="572"/>
                  </a:lnTo>
                  <a:cubicBezTo>
                    <a:pt x="5372" y="252"/>
                    <a:pt x="5115" y="1"/>
                    <a:pt x="48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0"/>
            <p:cNvSpPr/>
            <p:nvPr/>
          </p:nvSpPr>
          <p:spPr>
            <a:xfrm>
              <a:off x="2006111" y="2758017"/>
              <a:ext cx="189432" cy="217243"/>
            </a:xfrm>
            <a:custGeom>
              <a:rect b="b" l="l" r="r" t="t"/>
              <a:pathLst>
                <a:path extrusionOk="0" h="8194" w="7145">
                  <a:moveTo>
                    <a:pt x="6366" y="1"/>
                  </a:moveTo>
                  <a:lnTo>
                    <a:pt x="4545" y="249"/>
                  </a:lnTo>
                  <a:cubicBezTo>
                    <a:pt x="3966" y="327"/>
                    <a:pt x="3467" y="695"/>
                    <a:pt x="3218" y="1227"/>
                  </a:cubicBezTo>
                  <a:lnTo>
                    <a:pt x="0" y="8194"/>
                  </a:lnTo>
                  <a:lnTo>
                    <a:pt x="7144" y="7499"/>
                  </a:lnTo>
                  <a:cubicBezTo>
                    <a:pt x="6166" y="6326"/>
                    <a:pt x="5578" y="4818"/>
                    <a:pt x="5578" y="3170"/>
                  </a:cubicBezTo>
                  <a:cubicBezTo>
                    <a:pt x="5578" y="2025"/>
                    <a:pt x="5864" y="948"/>
                    <a:pt x="6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0"/>
            <p:cNvSpPr/>
            <p:nvPr/>
          </p:nvSpPr>
          <p:spPr>
            <a:xfrm>
              <a:off x="1962763" y="2935916"/>
              <a:ext cx="377061" cy="86404"/>
            </a:xfrm>
            <a:custGeom>
              <a:rect b="b" l="l" r="r" t="t"/>
              <a:pathLst>
                <a:path extrusionOk="0" h="3259" w="14222">
                  <a:moveTo>
                    <a:pt x="13516" y="0"/>
                  </a:moveTo>
                  <a:cubicBezTo>
                    <a:pt x="13491" y="0"/>
                    <a:pt x="13466" y="1"/>
                    <a:pt x="13441" y="4"/>
                  </a:cubicBezTo>
                  <a:lnTo>
                    <a:pt x="943" y="1262"/>
                  </a:lnTo>
                  <a:cubicBezTo>
                    <a:pt x="413" y="1306"/>
                    <a:pt x="1" y="1765"/>
                    <a:pt x="27" y="2311"/>
                  </a:cubicBezTo>
                  <a:cubicBezTo>
                    <a:pt x="52" y="2810"/>
                    <a:pt x="455" y="3220"/>
                    <a:pt x="954" y="3256"/>
                  </a:cubicBezTo>
                  <a:cubicBezTo>
                    <a:pt x="980" y="3258"/>
                    <a:pt x="1005" y="3258"/>
                    <a:pt x="1031" y="3258"/>
                  </a:cubicBezTo>
                  <a:cubicBezTo>
                    <a:pt x="1413" y="3258"/>
                    <a:pt x="1744" y="3042"/>
                    <a:pt x="1912" y="2723"/>
                  </a:cubicBezTo>
                  <a:cubicBezTo>
                    <a:pt x="1957" y="2637"/>
                    <a:pt x="2043" y="2579"/>
                    <a:pt x="2136" y="2568"/>
                  </a:cubicBezTo>
                  <a:lnTo>
                    <a:pt x="13581" y="1417"/>
                  </a:lnTo>
                  <a:cubicBezTo>
                    <a:pt x="13763" y="1399"/>
                    <a:pt x="13922" y="1315"/>
                    <a:pt x="14036" y="1189"/>
                  </a:cubicBezTo>
                  <a:cubicBezTo>
                    <a:pt x="14151" y="1060"/>
                    <a:pt x="14220" y="894"/>
                    <a:pt x="14220" y="712"/>
                  </a:cubicBezTo>
                  <a:cubicBezTo>
                    <a:pt x="14222" y="316"/>
                    <a:pt x="13899" y="0"/>
                    <a:pt x="13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0"/>
            <p:cNvSpPr/>
            <p:nvPr/>
          </p:nvSpPr>
          <p:spPr>
            <a:xfrm>
              <a:off x="2049379" y="2871968"/>
              <a:ext cx="189379" cy="189379"/>
            </a:xfrm>
            <a:custGeom>
              <a:rect b="b" l="l" r="r" t="t"/>
              <a:pathLst>
                <a:path extrusionOk="0" h="7143" w="7143">
                  <a:moveTo>
                    <a:pt x="3571" y="1"/>
                  </a:moveTo>
                  <a:cubicBezTo>
                    <a:pt x="1600" y="1"/>
                    <a:pt x="1" y="1600"/>
                    <a:pt x="1" y="3572"/>
                  </a:cubicBezTo>
                  <a:cubicBezTo>
                    <a:pt x="1" y="5543"/>
                    <a:pt x="1600" y="7143"/>
                    <a:pt x="3571" y="7143"/>
                  </a:cubicBezTo>
                  <a:cubicBezTo>
                    <a:pt x="5543" y="7143"/>
                    <a:pt x="7142" y="5543"/>
                    <a:pt x="7142" y="3572"/>
                  </a:cubicBezTo>
                  <a:cubicBezTo>
                    <a:pt x="7142" y="1600"/>
                    <a:pt x="5543" y="1"/>
                    <a:pt x="3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0"/>
            <p:cNvSpPr/>
            <p:nvPr/>
          </p:nvSpPr>
          <p:spPr>
            <a:xfrm>
              <a:off x="2079657" y="2903279"/>
              <a:ext cx="128745" cy="126756"/>
            </a:xfrm>
            <a:custGeom>
              <a:rect b="b" l="l" r="r" t="t"/>
              <a:pathLst>
                <a:path extrusionOk="0" h="4781" w="4856">
                  <a:moveTo>
                    <a:pt x="2017" y="1"/>
                  </a:moveTo>
                  <a:cubicBezTo>
                    <a:pt x="2012" y="1"/>
                    <a:pt x="2006" y="1"/>
                    <a:pt x="2001" y="2"/>
                  </a:cubicBezTo>
                  <a:cubicBezTo>
                    <a:pt x="1431" y="102"/>
                    <a:pt x="932" y="401"/>
                    <a:pt x="575" y="825"/>
                  </a:cubicBezTo>
                  <a:cubicBezTo>
                    <a:pt x="575" y="825"/>
                    <a:pt x="644" y="1184"/>
                    <a:pt x="575" y="1299"/>
                  </a:cubicBezTo>
                  <a:cubicBezTo>
                    <a:pt x="498" y="1433"/>
                    <a:pt x="145" y="1568"/>
                    <a:pt x="145" y="1568"/>
                  </a:cubicBezTo>
                  <a:cubicBezTo>
                    <a:pt x="52" y="1825"/>
                    <a:pt x="1" y="2102"/>
                    <a:pt x="1" y="2391"/>
                  </a:cubicBezTo>
                  <a:cubicBezTo>
                    <a:pt x="1" y="2679"/>
                    <a:pt x="52" y="2956"/>
                    <a:pt x="145" y="3214"/>
                  </a:cubicBezTo>
                  <a:cubicBezTo>
                    <a:pt x="145" y="3214"/>
                    <a:pt x="478" y="3347"/>
                    <a:pt x="553" y="3475"/>
                  </a:cubicBezTo>
                  <a:cubicBezTo>
                    <a:pt x="622" y="3597"/>
                    <a:pt x="573" y="3957"/>
                    <a:pt x="573" y="3957"/>
                  </a:cubicBezTo>
                  <a:cubicBezTo>
                    <a:pt x="930" y="4378"/>
                    <a:pt x="1429" y="4677"/>
                    <a:pt x="1997" y="4779"/>
                  </a:cubicBezTo>
                  <a:cubicBezTo>
                    <a:pt x="2002" y="4780"/>
                    <a:pt x="2007" y="4781"/>
                    <a:pt x="2013" y="4781"/>
                  </a:cubicBezTo>
                  <a:cubicBezTo>
                    <a:pt x="2149" y="4781"/>
                    <a:pt x="2286" y="4456"/>
                    <a:pt x="2427" y="4456"/>
                  </a:cubicBezTo>
                  <a:cubicBezTo>
                    <a:pt x="2568" y="4456"/>
                    <a:pt x="2707" y="4781"/>
                    <a:pt x="2842" y="4781"/>
                  </a:cubicBezTo>
                  <a:cubicBezTo>
                    <a:pt x="2847" y="4781"/>
                    <a:pt x="2852" y="4780"/>
                    <a:pt x="2857" y="4779"/>
                  </a:cubicBezTo>
                  <a:cubicBezTo>
                    <a:pt x="3425" y="4682"/>
                    <a:pt x="3924" y="4382"/>
                    <a:pt x="4281" y="3957"/>
                  </a:cubicBezTo>
                  <a:cubicBezTo>
                    <a:pt x="4386" y="3835"/>
                    <a:pt x="4177" y="3486"/>
                    <a:pt x="4255" y="3347"/>
                  </a:cubicBezTo>
                  <a:cubicBezTo>
                    <a:pt x="4319" y="3234"/>
                    <a:pt x="4667" y="3336"/>
                    <a:pt x="4712" y="3214"/>
                  </a:cubicBezTo>
                  <a:cubicBezTo>
                    <a:pt x="4807" y="2956"/>
                    <a:pt x="4856" y="2679"/>
                    <a:pt x="4856" y="2391"/>
                  </a:cubicBezTo>
                  <a:cubicBezTo>
                    <a:pt x="4856" y="2102"/>
                    <a:pt x="4807" y="1823"/>
                    <a:pt x="4714" y="1566"/>
                  </a:cubicBezTo>
                  <a:cubicBezTo>
                    <a:pt x="4714" y="1566"/>
                    <a:pt x="4319" y="1477"/>
                    <a:pt x="4237" y="1344"/>
                  </a:cubicBezTo>
                  <a:cubicBezTo>
                    <a:pt x="4170" y="1229"/>
                    <a:pt x="4286" y="825"/>
                    <a:pt x="4286" y="825"/>
                  </a:cubicBezTo>
                  <a:cubicBezTo>
                    <a:pt x="3927" y="403"/>
                    <a:pt x="3427" y="104"/>
                    <a:pt x="2860" y="2"/>
                  </a:cubicBezTo>
                  <a:cubicBezTo>
                    <a:pt x="2854" y="1"/>
                    <a:pt x="2849" y="1"/>
                    <a:pt x="2844" y="1"/>
                  </a:cubicBezTo>
                  <a:cubicBezTo>
                    <a:pt x="2707" y="1"/>
                    <a:pt x="2572" y="319"/>
                    <a:pt x="2429" y="319"/>
                  </a:cubicBezTo>
                  <a:cubicBezTo>
                    <a:pt x="2289" y="319"/>
                    <a:pt x="2150" y="1"/>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0"/>
            <p:cNvSpPr/>
            <p:nvPr/>
          </p:nvSpPr>
          <p:spPr>
            <a:xfrm>
              <a:off x="2083421" y="2902272"/>
              <a:ext cx="121162" cy="128665"/>
            </a:xfrm>
            <a:custGeom>
              <a:rect b="b" l="l" r="r" t="t"/>
              <a:pathLst>
                <a:path extrusionOk="0" h="4853" w="4570">
                  <a:moveTo>
                    <a:pt x="2285" y="0"/>
                  </a:moveTo>
                  <a:cubicBezTo>
                    <a:pt x="2139" y="0"/>
                    <a:pt x="1997" y="13"/>
                    <a:pt x="1855" y="40"/>
                  </a:cubicBezTo>
                  <a:lnTo>
                    <a:pt x="1855" y="1686"/>
                  </a:lnTo>
                  <a:lnTo>
                    <a:pt x="431" y="863"/>
                  </a:lnTo>
                  <a:cubicBezTo>
                    <a:pt x="247" y="1082"/>
                    <a:pt x="101" y="1331"/>
                    <a:pt x="1" y="1604"/>
                  </a:cubicBezTo>
                  <a:lnTo>
                    <a:pt x="1429" y="2426"/>
                  </a:lnTo>
                  <a:lnTo>
                    <a:pt x="1" y="3249"/>
                  </a:lnTo>
                  <a:cubicBezTo>
                    <a:pt x="101" y="3522"/>
                    <a:pt x="245" y="3773"/>
                    <a:pt x="431" y="3990"/>
                  </a:cubicBezTo>
                  <a:lnTo>
                    <a:pt x="1855" y="3167"/>
                  </a:lnTo>
                  <a:lnTo>
                    <a:pt x="1855" y="4813"/>
                  </a:lnTo>
                  <a:cubicBezTo>
                    <a:pt x="1995" y="4837"/>
                    <a:pt x="2139" y="4853"/>
                    <a:pt x="2285" y="4853"/>
                  </a:cubicBezTo>
                  <a:cubicBezTo>
                    <a:pt x="2432" y="4853"/>
                    <a:pt x="2574" y="4837"/>
                    <a:pt x="2715" y="4813"/>
                  </a:cubicBezTo>
                  <a:lnTo>
                    <a:pt x="2715" y="3167"/>
                  </a:lnTo>
                  <a:lnTo>
                    <a:pt x="4139" y="3990"/>
                  </a:lnTo>
                  <a:cubicBezTo>
                    <a:pt x="4323" y="3773"/>
                    <a:pt x="4470" y="3520"/>
                    <a:pt x="4570" y="3249"/>
                  </a:cubicBezTo>
                  <a:lnTo>
                    <a:pt x="3141" y="2426"/>
                  </a:lnTo>
                  <a:lnTo>
                    <a:pt x="4570" y="1606"/>
                  </a:lnTo>
                  <a:cubicBezTo>
                    <a:pt x="4470" y="1333"/>
                    <a:pt x="4326" y="1082"/>
                    <a:pt x="4139" y="865"/>
                  </a:cubicBezTo>
                  <a:lnTo>
                    <a:pt x="2715" y="1688"/>
                  </a:lnTo>
                  <a:lnTo>
                    <a:pt x="2715" y="40"/>
                  </a:lnTo>
                  <a:cubicBezTo>
                    <a:pt x="2576" y="13"/>
                    <a:pt x="2432" y="0"/>
                    <a:pt x="2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0"/>
            <p:cNvSpPr/>
            <p:nvPr/>
          </p:nvSpPr>
          <p:spPr>
            <a:xfrm>
              <a:off x="2113778" y="2936367"/>
              <a:ext cx="60581" cy="60581"/>
            </a:xfrm>
            <a:custGeom>
              <a:rect b="b" l="l" r="r" t="t"/>
              <a:pathLst>
                <a:path extrusionOk="0" h="2285" w="2285">
                  <a:moveTo>
                    <a:pt x="1142" y="0"/>
                  </a:moveTo>
                  <a:cubicBezTo>
                    <a:pt x="513" y="0"/>
                    <a:pt x="0" y="513"/>
                    <a:pt x="0" y="1143"/>
                  </a:cubicBezTo>
                  <a:cubicBezTo>
                    <a:pt x="0" y="1773"/>
                    <a:pt x="513" y="2285"/>
                    <a:pt x="1142" y="2285"/>
                  </a:cubicBezTo>
                  <a:cubicBezTo>
                    <a:pt x="1775" y="2285"/>
                    <a:pt x="2285" y="1773"/>
                    <a:pt x="2285" y="1143"/>
                  </a:cubicBezTo>
                  <a:cubicBezTo>
                    <a:pt x="2285" y="513"/>
                    <a:pt x="1775" y="0"/>
                    <a:pt x="1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70"/>
          <p:cNvGrpSpPr/>
          <p:nvPr/>
        </p:nvGrpSpPr>
        <p:grpSpPr>
          <a:xfrm>
            <a:off x="1963479" y="2070999"/>
            <a:ext cx="376345" cy="376398"/>
            <a:chOff x="1963479" y="2070999"/>
            <a:chExt cx="376345" cy="376398"/>
          </a:xfrm>
        </p:grpSpPr>
        <p:sp>
          <p:nvSpPr>
            <p:cNvPr id="4390" name="Google Shape;4390;p70"/>
            <p:cNvSpPr/>
            <p:nvPr/>
          </p:nvSpPr>
          <p:spPr>
            <a:xfrm>
              <a:off x="2100840" y="2070999"/>
              <a:ext cx="232515" cy="100085"/>
            </a:xfrm>
            <a:custGeom>
              <a:rect b="b" l="l" r="r" t="t"/>
              <a:pathLst>
                <a:path extrusionOk="0" h="3775" w="8770">
                  <a:moveTo>
                    <a:pt x="1918" y="0"/>
                  </a:moveTo>
                  <a:cubicBezTo>
                    <a:pt x="1648" y="0"/>
                    <a:pt x="1378" y="39"/>
                    <a:pt x="1116" y="115"/>
                  </a:cubicBezTo>
                  <a:cubicBezTo>
                    <a:pt x="517" y="609"/>
                    <a:pt x="0" y="1363"/>
                    <a:pt x="0" y="1944"/>
                  </a:cubicBezTo>
                  <a:cubicBezTo>
                    <a:pt x="0" y="2694"/>
                    <a:pt x="504" y="3306"/>
                    <a:pt x="1429" y="3774"/>
                  </a:cubicBezTo>
                  <a:lnTo>
                    <a:pt x="8770" y="3774"/>
                  </a:lnTo>
                  <a:lnTo>
                    <a:pt x="3427" y="434"/>
                  </a:lnTo>
                  <a:cubicBezTo>
                    <a:pt x="2966" y="144"/>
                    <a:pt x="2442" y="0"/>
                    <a:pt x="19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0"/>
            <p:cNvSpPr/>
            <p:nvPr/>
          </p:nvSpPr>
          <p:spPr>
            <a:xfrm>
              <a:off x="1969868" y="2074074"/>
              <a:ext cx="168858" cy="97009"/>
            </a:xfrm>
            <a:custGeom>
              <a:rect b="b" l="l" r="r" t="t"/>
              <a:pathLst>
                <a:path extrusionOk="0" h="3659" w="6369">
                  <a:moveTo>
                    <a:pt x="6056" y="1"/>
                  </a:moveTo>
                  <a:cubicBezTo>
                    <a:pt x="5805" y="74"/>
                    <a:pt x="5563" y="178"/>
                    <a:pt x="5339" y="320"/>
                  </a:cubicBezTo>
                  <a:lnTo>
                    <a:pt x="1" y="3658"/>
                  </a:lnTo>
                  <a:lnTo>
                    <a:pt x="6369" y="3658"/>
                  </a:lnTo>
                  <a:cubicBezTo>
                    <a:pt x="5845" y="3073"/>
                    <a:pt x="5539" y="2374"/>
                    <a:pt x="5539" y="1629"/>
                  </a:cubicBezTo>
                  <a:cubicBezTo>
                    <a:pt x="5539" y="1048"/>
                    <a:pt x="5725" y="496"/>
                    <a:pt x="6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0"/>
            <p:cNvSpPr/>
            <p:nvPr/>
          </p:nvSpPr>
          <p:spPr>
            <a:xfrm>
              <a:off x="2121308" y="2237551"/>
              <a:ext cx="60581" cy="153030"/>
            </a:xfrm>
            <a:custGeom>
              <a:rect b="b" l="l" r="r" t="t"/>
              <a:pathLst>
                <a:path extrusionOk="0" h="5772" w="2285">
                  <a:moveTo>
                    <a:pt x="0" y="1"/>
                  </a:moveTo>
                  <a:lnTo>
                    <a:pt x="0" y="5772"/>
                  </a:lnTo>
                  <a:lnTo>
                    <a:pt x="2285" y="5772"/>
                  </a:lnTo>
                  <a:lnTo>
                    <a:pt x="2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0"/>
            <p:cNvSpPr/>
            <p:nvPr/>
          </p:nvSpPr>
          <p:spPr>
            <a:xfrm>
              <a:off x="2106116" y="2207273"/>
              <a:ext cx="90885" cy="45469"/>
            </a:xfrm>
            <a:custGeom>
              <a:rect b="b" l="l" r="r" t="t"/>
              <a:pathLst>
                <a:path extrusionOk="0" h="1715" w="3428">
                  <a:moveTo>
                    <a:pt x="1715" y="1"/>
                  </a:moveTo>
                  <a:lnTo>
                    <a:pt x="1" y="573"/>
                  </a:lnTo>
                  <a:lnTo>
                    <a:pt x="1" y="1143"/>
                  </a:lnTo>
                  <a:cubicBezTo>
                    <a:pt x="1" y="1460"/>
                    <a:pt x="260" y="1715"/>
                    <a:pt x="573" y="1715"/>
                  </a:cubicBezTo>
                  <a:lnTo>
                    <a:pt x="2858" y="1715"/>
                  </a:lnTo>
                  <a:cubicBezTo>
                    <a:pt x="3172" y="1715"/>
                    <a:pt x="3428" y="1460"/>
                    <a:pt x="3428" y="1143"/>
                  </a:cubicBezTo>
                  <a:lnTo>
                    <a:pt x="3428" y="573"/>
                  </a:lnTo>
                  <a:lnTo>
                    <a:pt x="17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0"/>
            <p:cNvSpPr/>
            <p:nvPr/>
          </p:nvSpPr>
          <p:spPr>
            <a:xfrm>
              <a:off x="2007755" y="2237551"/>
              <a:ext cx="60581" cy="153030"/>
            </a:xfrm>
            <a:custGeom>
              <a:rect b="b" l="l" r="r" t="t"/>
              <a:pathLst>
                <a:path extrusionOk="0" h="5772" w="2285">
                  <a:moveTo>
                    <a:pt x="0" y="1"/>
                  </a:moveTo>
                  <a:lnTo>
                    <a:pt x="0" y="5772"/>
                  </a:lnTo>
                  <a:lnTo>
                    <a:pt x="2285" y="5772"/>
                  </a:lnTo>
                  <a:lnTo>
                    <a:pt x="22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0"/>
            <p:cNvSpPr/>
            <p:nvPr/>
          </p:nvSpPr>
          <p:spPr>
            <a:xfrm>
              <a:off x="1992589" y="2207273"/>
              <a:ext cx="90858" cy="45469"/>
            </a:xfrm>
            <a:custGeom>
              <a:rect b="b" l="l" r="r" t="t"/>
              <a:pathLst>
                <a:path extrusionOk="0" h="1715" w="3427">
                  <a:moveTo>
                    <a:pt x="1715" y="1"/>
                  </a:moveTo>
                  <a:lnTo>
                    <a:pt x="0" y="573"/>
                  </a:lnTo>
                  <a:lnTo>
                    <a:pt x="0" y="1143"/>
                  </a:lnTo>
                  <a:cubicBezTo>
                    <a:pt x="0" y="1460"/>
                    <a:pt x="255" y="1715"/>
                    <a:pt x="572" y="1715"/>
                  </a:cubicBezTo>
                  <a:lnTo>
                    <a:pt x="2857" y="1715"/>
                  </a:lnTo>
                  <a:cubicBezTo>
                    <a:pt x="3172" y="1715"/>
                    <a:pt x="3427" y="1460"/>
                    <a:pt x="3427" y="1143"/>
                  </a:cubicBezTo>
                  <a:lnTo>
                    <a:pt x="3427" y="573"/>
                  </a:lnTo>
                  <a:lnTo>
                    <a:pt x="1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0"/>
            <p:cNvSpPr/>
            <p:nvPr/>
          </p:nvSpPr>
          <p:spPr>
            <a:xfrm>
              <a:off x="2234914" y="2237551"/>
              <a:ext cx="60581" cy="153030"/>
            </a:xfrm>
            <a:custGeom>
              <a:rect b="b" l="l" r="r" t="t"/>
              <a:pathLst>
                <a:path extrusionOk="0" h="5772" w="2285">
                  <a:moveTo>
                    <a:pt x="0" y="1"/>
                  </a:moveTo>
                  <a:lnTo>
                    <a:pt x="0" y="5772"/>
                  </a:lnTo>
                  <a:lnTo>
                    <a:pt x="2285" y="5772"/>
                  </a:lnTo>
                  <a:lnTo>
                    <a:pt x="2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0"/>
            <p:cNvSpPr/>
            <p:nvPr/>
          </p:nvSpPr>
          <p:spPr>
            <a:xfrm>
              <a:off x="2219802" y="2207273"/>
              <a:ext cx="90858" cy="45469"/>
            </a:xfrm>
            <a:custGeom>
              <a:rect b="b" l="l" r="r" t="t"/>
              <a:pathLst>
                <a:path extrusionOk="0" h="1715" w="3427">
                  <a:moveTo>
                    <a:pt x="1712" y="1"/>
                  </a:moveTo>
                  <a:lnTo>
                    <a:pt x="0" y="573"/>
                  </a:lnTo>
                  <a:lnTo>
                    <a:pt x="0" y="1143"/>
                  </a:lnTo>
                  <a:cubicBezTo>
                    <a:pt x="0" y="1460"/>
                    <a:pt x="255" y="1715"/>
                    <a:pt x="570" y="1715"/>
                  </a:cubicBezTo>
                  <a:lnTo>
                    <a:pt x="2855" y="1715"/>
                  </a:lnTo>
                  <a:cubicBezTo>
                    <a:pt x="3172" y="1715"/>
                    <a:pt x="3427" y="1460"/>
                    <a:pt x="3427" y="1143"/>
                  </a:cubicBezTo>
                  <a:lnTo>
                    <a:pt x="3427" y="573"/>
                  </a:lnTo>
                  <a:lnTo>
                    <a:pt x="17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0"/>
            <p:cNvSpPr/>
            <p:nvPr/>
          </p:nvSpPr>
          <p:spPr>
            <a:xfrm>
              <a:off x="2119637" y="2170050"/>
              <a:ext cx="198605" cy="52415"/>
            </a:xfrm>
            <a:custGeom>
              <a:rect b="b" l="l" r="r" t="t"/>
              <a:pathLst>
                <a:path extrusionOk="0" h="1977" w="7491">
                  <a:moveTo>
                    <a:pt x="1463" y="1"/>
                  </a:moveTo>
                  <a:lnTo>
                    <a:pt x="1463" y="1"/>
                  </a:lnTo>
                  <a:cubicBezTo>
                    <a:pt x="1" y="879"/>
                    <a:pt x="686" y="1613"/>
                    <a:pt x="1673" y="1977"/>
                  </a:cubicBezTo>
                  <a:lnTo>
                    <a:pt x="7205" y="1977"/>
                  </a:lnTo>
                  <a:cubicBezTo>
                    <a:pt x="7362" y="1977"/>
                    <a:pt x="7491" y="1848"/>
                    <a:pt x="7491" y="1691"/>
                  </a:cubicBezTo>
                  <a:lnTo>
                    <a:pt x="7491" y="548"/>
                  </a:lnTo>
                  <a:lnTo>
                    <a:pt x="1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0"/>
            <p:cNvSpPr/>
            <p:nvPr/>
          </p:nvSpPr>
          <p:spPr>
            <a:xfrm>
              <a:off x="1985113" y="2164058"/>
              <a:ext cx="178906" cy="58407"/>
            </a:xfrm>
            <a:custGeom>
              <a:rect b="b" l="l" r="r" t="t"/>
              <a:pathLst>
                <a:path extrusionOk="0" h="2203" w="6748">
                  <a:moveTo>
                    <a:pt x="6687" y="0"/>
                  </a:moveTo>
                  <a:lnTo>
                    <a:pt x="0" y="774"/>
                  </a:lnTo>
                  <a:lnTo>
                    <a:pt x="0" y="1917"/>
                  </a:lnTo>
                  <a:cubicBezTo>
                    <a:pt x="0" y="2074"/>
                    <a:pt x="127" y="2203"/>
                    <a:pt x="284" y="2203"/>
                  </a:cubicBezTo>
                  <a:lnTo>
                    <a:pt x="6747" y="2203"/>
                  </a:lnTo>
                  <a:cubicBezTo>
                    <a:pt x="6399" y="1808"/>
                    <a:pt x="5971" y="976"/>
                    <a:pt x="66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0"/>
            <p:cNvSpPr/>
            <p:nvPr/>
          </p:nvSpPr>
          <p:spPr>
            <a:xfrm>
              <a:off x="2123057" y="2375442"/>
              <a:ext cx="198897" cy="49260"/>
            </a:xfrm>
            <a:custGeom>
              <a:rect b="b" l="l" r="r" t="t"/>
              <a:pathLst>
                <a:path extrusionOk="0" h="1858" w="7502">
                  <a:moveTo>
                    <a:pt x="6650" y="1"/>
                  </a:moveTo>
                  <a:cubicBezTo>
                    <a:pt x="6648" y="1"/>
                    <a:pt x="6647" y="1"/>
                    <a:pt x="6646" y="1"/>
                  </a:cubicBezTo>
                  <a:lnTo>
                    <a:pt x="724" y="1"/>
                  </a:lnTo>
                  <a:cubicBezTo>
                    <a:pt x="202" y="313"/>
                    <a:pt x="1" y="440"/>
                    <a:pt x="1" y="673"/>
                  </a:cubicBezTo>
                  <a:cubicBezTo>
                    <a:pt x="1" y="1094"/>
                    <a:pt x="500" y="1575"/>
                    <a:pt x="1076" y="1857"/>
                  </a:cubicBezTo>
                  <a:lnTo>
                    <a:pt x="7502" y="1285"/>
                  </a:lnTo>
                  <a:lnTo>
                    <a:pt x="7502" y="855"/>
                  </a:lnTo>
                  <a:cubicBezTo>
                    <a:pt x="7502" y="386"/>
                    <a:pt x="7122" y="1"/>
                    <a:pt x="6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0"/>
            <p:cNvSpPr/>
            <p:nvPr/>
          </p:nvSpPr>
          <p:spPr>
            <a:xfrm>
              <a:off x="1981295" y="2375389"/>
              <a:ext cx="170369" cy="49313"/>
            </a:xfrm>
            <a:custGeom>
              <a:rect b="b" l="l" r="r" t="t"/>
              <a:pathLst>
                <a:path extrusionOk="0" h="1860" w="6426">
                  <a:moveTo>
                    <a:pt x="856" y="1"/>
                  </a:moveTo>
                  <a:cubicBezTo>
                    <a:pt x="382" y="1"/>
                    <a:pt x="0" y="384"/>
                    <a:pt x="0" y="857"/>
                  </a:cubicBezTo>
                  <a:lnTo>
                    <a:pt x="0" y="1287"/>
                  </a:lnTo>
                  <a:lnTo>
                    <a:pt x="6426" y="1859"/>
                  </a:lnTo>
                  <a:cubicBezTo>
                    <a:pt x="6093" y="1500"/>
                    <a:pt x="5911" y="1101"/>
                    <a:pt x="5911" y="677"/>
                  </a:cubicBezTo>
                  <a:cubicBezTo>
                    <a:pt x="5911" y="444"/>
                    <a:pt x="5966" y="218"/>
                    <a:pt x="6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0"/>
            <p:cNvSpPr/>
            <p:nvPr/>
          </p:nvSpPr>
          <p:spPr>
            <a:xfrm>
              <a:off x="2114547" y="2158066"/>
              <a:ext cx="225277" cy="26539"/>
            </a:xfrm>
            <a:custGeom>
              <a:rect b="b" l="l" r="r" t="t"/>
              <a:pathLst>
                <a:path extrusionOk="0" h="1001" w="8497">
                  <a:moveTo>
                    <a:pt x="909" y="0"/>
                  </a:moveTo>
                  <a:cubicBezTo>
                    <a:pt x="0" y="342"/>
                    <a:pt x="362" y="774"/>
                    <a:pt x="1333" y="1000"/>
                  </a:cubicBezTo>
                  <a:lnTo>
                    <a:pt x="7998" y="1000"/>
                  </a:lnTo>
                  <a:cubicBezTo>
                    <a:pt x="8133" y="1000"/>
                    <a:pt x="8257" y="945"/>
                    <a:pt x="8351" y="854"/>
                  </a:cubicBezTo>
                  <a:cubicBezTo>
                    <a:pt x="8441" y="765"/>
                    <a:pt x="8497" y="641"/>
                    <a:pt x="8497" y="501"/>
                  </a:cubicBezTo>
                  <a:cubicBezTo>
                    <a:pt x="8497" y="224"/>
                    <a:pt x="8273" y="2"/>
                    <a:pt x="7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0"/>
            <p:cNvSpPr/>
            <p:nvPr/>
          </p:nvSpPr>
          <p:spPr>
            <a:xfrm>
              <a:off x="1963479" y="2158119"/>
              <a:ext cx="186356" cy="26486"/>
            </a:xfrm>
            <a:custGeom>
              <a:rect b="b" l="l" r="r" t="t"/>
              <a:pathLst>
                <a:path extrusionOk="0" h="999" w="7029">
                  <a:moveTo>
                    <a:pt x="499" y="0"/>
                  </a:moveTo>
                  <a:cubicBezTo>
                    <a:pt x="224" y="0"/>
                    <a:pt x="0" y="224"/>
                    <a:pt x="0" y="499"/>
                  </a:cubicBezTo>
                  <a:cubicBezTo>
                    <a:pt x="0" y="774"/>
                    <a:pt x="222" y="998"/>
                    <a:pt x="499" y="998"/>
                  </a:cubicBezTo>
                  <a:lnTo>
                    <a:pt x="7029" y="998"/>
                  </a:lnTo>
                  <a:cubicBezTo>
                    <a:pt x="6627" y="772"/>
                    <a:pt x="6561" y="335"/>
                    <a:pt x="6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0"/>
            <p:cNvSpPr/>
            <p:nvPr/>
          </p:nvSpPr>
          <p:spPr>
            <a:xfrm>
              <a:off x="2136049" y="2409484"/>
              <a:ext cx="203775" cy="37913"/>
            </a:xfrm>
            <a:custGeom>
              <a:rect b="b" l="l" r="r" t="t"/>
              <a:pathLst>
                <a:path extrusionOk="0" h="1430" w="7686">
                  <a:moveTo>
                    <a:pt x="688" y="1"/>
                  </a:moveTo>
                  <a:cubicBezTo>
                    <a:pt x="391" y="161"/>
                    <a:pt x="1" y="245"/>
                    <a:pt x="1" y="367"/>
                  </a:cubicBezTo>
                  <a:cubicBezTo>
                    <a:pt x="1" y="744"/>
                    <a:pt x="509" y="1181"/>
                    <a:pt x="1059" y="1429"/>
                  </a:cubicBezTo>
                  <a:lnTo>
                    <a:pt x="7400" y="1429"/>
                  </a:lnTo>
                  <a:cubicBezTo>
                    <a:pt x="7559" y="1429"/>
                    <a:pt x="7686" y="1301"/>
                    <a:pt x="7686" y="1143"/>
                  </a:cubicBezTo>
                  <a:lnTo>
                    <a:pt x="7686" y="573"/>
                  </a:lnTo>
                  <a:cubicBezTo>
                    <a:pt x="7686" y="256"/>
                    <a:pt x="7429" y="1"/>
                    <a:pt x="71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0"/>
            <p:cNvSpPr/>
            <p:nvPr/>
          </p:nvSpPr>
          <p:spPr>
            <a:xfrm>
              <a:off x="1963479" y="2409484"/>
              <a:ext cx="200647" cy="37913"/>
            </a:xfrm>
            <a:custGeom>
              <a:rect b="b" l="l" r="r" t="t"/>
              <a:pathLst>
                <a:path extrusionOk="0" h="1430" w="7568">
                  <a:moveTo>
                    <a:pt x="570" y="1"/>
                  </a:moveTo>
                  <a:cubicBezTo>
                    <a:pt x="255" y="1"/>
                    <a:pt x="0" y="256"/>
                    <a:pt x="0" y="573"/>
                  </a:cubicBezTo>
                  <a:lnTo>
                    <a:pt x="0" y="1143"/>
                  </a:lnTo>
                  <a:cubicBezTo>
                    <a:pt x="0" y="1301"/>
                    <a:pt x="127" y="1429"/>
                    <a:pt x="286" y="1429"/>
                  </a:cubicBezTo>
                  <a:lnTo>
                    <a:pt x="7568" y="1429"/>
                  </a:lnTo>
                  <a:cubicBezTo>
                    <a:pt x="7299" y="1101"/>
                    <a:pt x="7153" y="742"/>
                    <a:pt x="7155" y="362"/>
                  </a:cubicBezTo>
                  <a:cubicBezTo>
                    <a:pt x="7155" y="240"/>
                    <a:pt x="7169" y="121"/>
                    <a:pt x="7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70"/>
          <p:cNvGrpSpPr/>
          <p:nvPr/>
        </p:nvGrpSpPr>
        <p:grpSpPr>
          <a:xfrm>
            <a:off x="1961941" y="1469749"/>
            <a:ext cx="388408" cy="315525"/>
            <a:chOff x="1961941" y="1469749"/>
            <a:chExt cx="388408" cy="315525"/>
          </a:xfrm>
        </p:grpSpPr>
        <p:sp>
          <p:nvSpPr>
            <p:cNvPr id="4407" name="Google Shape;4407;p70"/>
            <p:cNvSpPr/>
            <p:nvPr/>
          </p:nvSpPr>
          <p:spPr>
            <a:xfrm>
              <a:off x="2003407" y="1502518"/>
              <a:ext cx="244101" cy="242722"/>
            </a:xfrm>
            <a:custGeom>
              <a:rect b="b" l="l" r="r" t="t"/>
              <a:pathLst>
                <a:path extrusionOk="0" h="9155" w="9207">
                  <a:moveTo>
                    <a:pt x="7986" y="1"/>
                  </a:moveTo>
                  <a:cubicBezTo>
                    <a:pt x="7842" y="1"/>
                    <a:pt x="7697" y="56"/>
                    <a:pt x="7588" y="167"/>
                  </a:cubicBezTo>
                  <a:lnTo>
                    <a:pt x="0" y="7757"/>
                  </a:lnTo>
                  <a:lnTo>
                    <a:pt x="1397" y="9154"/>
                  </a:lnTo>
                  <a:lnTo>
                    <a:pt x="8985" y="1564"/>
                  </a:lnTo>
                  <a:cubicBezTo>
                    <a:pt x="9207" y="1343"/>
                    <a:pt x="9207" y="986"/>
                    <a:pt x="8985" y="766"/>
                  </a:cubicBezTo>
                  <a:lnTo>
                    <a:pt x="8386" y="167"/>
                  </a:lnTo>
                  <a:cubicBezTo>
                    <a:pt x="8275" y="56"/>
                    <a:pt x="8131" y="1"/>
                    <a:pt x="79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0"/>
            <p:cNvSpPr/>
            <p:nvPr/>
          </p:nvSpPr>
          <p:spPr>
            <a:xfrm>
              <a:off x="2174916" y="1551221"/>
              <a:ext cx="175433" cy="193833"/>
            </a:xfrm>
            <a:custGeom>
              <a:rect b="b" l="l" r="r" t="t"/>
              <a:pathLst>
                <a:path extrusionOk="0" h="7311" w="6617">
                  <a:moveTo>
                    <a:pt x="4917" y="1"/>
                  </a:moveTo>
                  <a:cubicBezTo>
                    <a:pt x="4807" y="1"/>
                    <a:pt x="4699" y="63"/>
                    <a:pt x="4654" y="180"/>
                  </a:cubicBezTo>
                  <a:cubicBezTo>
                    <a:pt x="4543" y="466"/>
                    <a:pt x="4401" y="721"/>
                    <a:pt x="4224" y="941"/>
                  </a:cubicBezTo>
                  <a:cubicBezTo>
                    <a:pt x="3981" y="1241"/>
                    <a:pt x="3682" y="1376"/>
                    <a:pt x="3375" y="1376"/>
                  </a:cubicBezTo>
                  <a:cubicBezTo>
                    <a:pt x="3053" y="1376"/>
                    <a:pt x="2723" y="1227"/>
                    <a:pt x="2445" y="967"/>
                  </a:cubicBezTo>
                  <a:cubicBezTo>
                    <a:pt x="362" y="2773"/>
                    <a:pt x="1" y="5024"/>
                    <a:pt x="1959" y="6933"/>
                  </a:cubicBezTo>
                  <a:cubicBezTo>
                    <a:pt x="2012" y="6987"/>
                    <a:pt x="2072" y="7153"/>
                    <a:pt x="2518" y="7310"/>
                  </a:cubicBezTo>
                  <a:cubicBezTo>
                    <a:pt x="3434" y="7200"/>
                    <a:pt x="4308" y="6803"/>
                    <a:pt x="4991" y="6119"/>
                  </a:cubicBezTo>
                  <a:cubicBezTo>
                    <a:pt x="6588" y="4525"/>
                    <a:pt x="6617" y="1928"/>
                    <a:pt x="5135" y="104"/>
                  </a:cubicBezTo>
                  <a:cubicBezTo>
                    <a:pt x="5078" y="34"/>
                    <a:pt x="4997" y="1"/>
                    <a:pt x="4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0"/>
            <p:cNvSpPr/>
            <p:nvPr/>
          </p:nvSpPr>
          <p:spPr>
            <a:xfrm>
              <a:off x="2061177" y="1469749"/>
              <a:ext cx="180524" cy="276154"/>
            </a:xfrm>
            <a:custGeom>
              <a:rect b="b" l="l" r="r" t="t"/>
              <a:pathLst>
                <a:path extrusionOk="0" h="10416" w="6809">
                  <a:moveTo>
                    <a:pt x="372" y="1"/>
                  </a:moveTo>
                  <a:cubicBezTo>
                    <a:pt x="169" y="1"/>
                    <a:pt x="1" y="236"/>
                    <a:pt x="139" y="443"/>
                  </a:cubicBezTo>
                  <a:lnTo>
                    <a:pt x="1958" y="3171"/>
                  </a:lnTo>
                  <a:cubicBezTo>
                    <a:pt x="2106" y="3395"/>
                    <a:pt x="2080" y="3692"/>
                    <a:pt x="1887" y="3883"/>
                  </a:cubicBezTo>
                  <a:lnTo>
                    <a:pt x="1884" y="3885"/>
                  </a:lnTo>
                  <a:cubicBezTo>
                    <a:pt x="1729" y="4038"/>
                    <a:pt x="1680" y="4269"/>
                    <a:pt x="1751" y="4473"/>
                  </a:cubicBezTo>
                  <a:lnTo>
                    <a:pt x="1887" y="4859"/>
                  </a:lnTo>
                  <a:cubicBezTo>
                    <a:pt x="2139" y="5568"/>
                    <a:pt x="2729" y="6105"/>
                    <a:pt x="3461" y="6291"/>
                  </a:cubicBezTo>
                  <a:lnTo>
                    <a:pt x="3847" y="6389"/>
                  </a:lnTo>
                  <a:cubicBezTo>
                    <a:pt x="4592" y="6935"/>
                    <a:pt x="4823" y="7844"/>
                    <a:pt x="4105" y="8423"/>
                  </a:cubicBezTo>
                  <a:cubicBezTo>
                    <a:pt x="3887" y="8600"/>
                    <a:pt x="3634" y="8744"/>
                    <a:pt x="3346" y="8853"/>
                  </a:cubicBezTo>
                  <a:cubicBezTo>
                    <a:pt x="3144" y="8931"/>
                    <a:pt x="3102" y="9199"/>
                    <a:pt x="3271" y="9337"/>
                  </a:cubicBezTo>
                  <a:cubicBezTo>
                    <a:pt x="4156" y="10055"/>
                    <a:pt x="5223" y="10416"/>
                    <a:pt x="6269" y="10416"/>
                  </a:cubicBezTo>
                  <a:cubicBezTo>
                    <a:pt x="6449" y="10416"/>
                    <a:pt x="6630" y="10405"/>
                    <a:pt x="6808" y="10383"/>
                  </a:cubicBezTo>
                  <a:cubicBezTo>
                    <a:pt x="6766" y="10326"/>
                    <a:pt x="6724" y="10264"/>
                    <a:pt x="6675" y="10204"/>
                  </a:cubicBezTo>
                  <a:cubicBezTo>
                    <a:pt x="5386" y="8281"/>
                    <a:pt x="5480" y="5837"/>
                    <a:pt x="6728" y="4045"/>
                  </a:cubicBezTo>
                  <a:cubicBezTo>
                    <a:pt x="6640" y="3963"/>
                    <a:pt x="6553" y="3865"/>
                    <a:pt x="6475" y="3761"/>
                  </a:cubicBezTo>
                  <a:lnTo>
                    <a:pt x="6378" y="3375"/>
                  </a:lnTo>
                  <a:cubicBezTo>
                    <a:pt x="6194" y="2643"/>
                    <a:pt x="5655" y="2053"/>
                    <a:pt x="4945" y="1800"/>
                  </a:cubicBezTo>
                  <a:lnTo>
                    <a:pt x="4559" y="1665"/>
                  </a:lnTo>
                  <a:cubicBezTo>
                    <a:pt x="4498" y="1643"/>
                    <a:pt x="4434" y="1632"/>
                    <a:pt x="4370" y="1632"/>
                  </a:cubicBezTo>
                  <a:cubicBezTo>
                    <a:pt x="4224" y="1632"/>
                    <a:pt x="4080" y="1690"/>
                    <a:pt x="3971" y="1798"/>
                  </a:cubicBezTo>
                  <a:lnTo>
                    <a:pt x="3969" y="1800"/>
                  </a:lnTo>
                  <a:cubicBezTo>
                    <a:pt x="3860" y="1908"/>
                    <a:pt x="3716" y="1964"/>
                    <a:pt x="3570" y="1964"/>
                  </a:cubicBezTo>
                  <a:cubicBezTo>
                    <a:pt x="3462" y="1964"/>
                    <a:pt x="3353" y="1933"/>
                    <a:pt x="3257" y="1869"/>
                  </a:cubicBezTo>
                  <a:lnTo>
                    <a:pt x="529" y="50"/>
                  </a:lnTo>
                  <a:cubicBezTo>
                    <a:pt x="478" y="16"/>
                    <a:pt x="424" y="1"/>
                    <a:pt x="3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0"/>
            <p:cNvSpPr/>
            <p:nvPr/>
          </p:nvSpPr>
          <p:spPr>
            <a:xfrm>
              <a:off x="2149650" y="1503366"/>
              <a:ext cx="44355" cy="149080"/>
            </a:xfrm>
            <a:custGeom>
              <a:rect b="b" l="l" r="r" t="t"/>
              <a:pathLst>
                <a:path extrusionOk="0" h="5623" w="1673">
                  <a:moveTo>
                    <a:pt x="1433" y="0"/>
                  </a:moveTo>
                  <a:cubicBezTo>
                    <a:pt x="1336" y="0"/>
                    <a:pt x="1249" y="68"/>
                    <a:pt x="1227" y="166"/>
                  </a:cubicBezTo>
                  <a:lnTo>
                    <a:pt x="29" y="5358"/>
                  </a:lnTo>
                  <a:cubicBezTo>
                    <a:pt x="0" y="5476"/>
                    <a:pt x="73" y="5589"/>
                    <a:pt x="189" y="5618"/>
                  </a:cubicBezTo>
                  <a:cubicBezTo>
                    <a:pt x="204" y="5620"/>
                    <a:pt x="220" y="5622"/>
                    <a:pt x="237" y="5622"/>
                  </a:cubicBezTo>
                  <a:cubicBezTo>
                    <a:pt x="333" y="5622"/>
                    <a:pt x="422" y="5556"/>
                    <a:pt x="448" y="5456"/>
                  </a:cubicBezTo>
                  <a:lnTo>
                    <a:pt x="1646" y="264"/>
                  </a:lnTo>
                  <a:cubicBezTo>
                    <a:pt x="1672" y="146"/>
                    <a:pt x="1601" y="33"/>
                    <a:pt x="1484" y="6"/>
                  </a:cubicBezTo>
                  <a:cubicBezTo>
                    <a:pt x="1467" y="2"/>
                    <a:pt x="1450" y="0"/>
                    <a:pt x="14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0"/>
            <p:cNvSpPr/>
            <p:nvPr/>
          </p:nvSpPr>
          <p:spPr>
            <a:xfrm>
              <a:off x="2096651" y="1556338"/>
              <a:ext cx="150273" cy="43189"/>
            </a:xfrm>
            <a:custGeom>
              <a:rect b="b" l="l" r="r" t="t"/>
              <a:pathLst>
                <a:path extrusionOk="0" h="1629" w="5668">
                  <a:moveTo>
                    <a:pt x="5433" y="1"/>
                  </a:moveTo>
                  <a:cubicBezTo>
                    <a:pt x="5416" y="1"/>
                    <a:pt x="5399" y="3"/>
                    <a:pt x="5381" y="7"/>
                  </a:cubicBezTo>
                  <a:lnTo>
                    <a:pt x="189" y="1204"/>
                  </a:lnTo>
                  <a:cubicBezTo>
                    <a:pt x="74" y="1231"/>
                    <a:pt x="1" y="1346"/>
                    <a:pt x="30" y="1462"/>
                  </a:cubicBezTo>
                  <a:cubicBezTo>
                    <a:pt x="52" y="1562"/>
                    <a:pt x="141" y="1628"/>
                    <a:pt x="236" y="1628"/>
                  </a:cubicBezTo>
                  <a:cubicBezTo>
                    <a:pt x="254" y="1628"/>
                    <a:pt x="269" y="1626"/>
                    <a:pt x="287" y="1624"/>
                  </a:cubicBezTo>
                  <a:lnTo>
                    <a:pt x="5479" y="426"/>
                  </a:lnTo>
                  <a:cubicBezTo>
                    <a:pt x="5597" y="397"/>
                    <a:pt x="5668" y="284"/>
                    <a:pt x="5641" y="166"/>
                  </a:cubicBezTo>
                  <a:cubicBezTo>
                    <a:pt x="5616" y="68"/>
                    <a:pt x="5531" y="1"/>
                    <a:pt x="54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0"/>
            <p:cNvSpPr/>
            <p:nvPr/>
          </p:nvSpPr>
          <p:spPr>
            <a:xfrm>
              <a:off x="2002797" y="1667399"/>
              <a:ext cx="82056" cy="104883"/>
            </a:xfrm>
            <a:custGeom>
              <a:rect b="b" l="l" r="r" t="t"/>
              <a:pathLst>
                <a:path extrusionOk="0" h="3956" w="3095">
                  <a:moveTo>
                    <a:pt x="1569" y="1"/>
                  </a:moveTo>
                  <a:cubicBezTo>
                    <a:pt x="830" y="551"/>
                    <a:pt x="56" y="1493"/>
                    <a:pt x="23" y="2407"/>
                  </a:cubicBezTo>
                  <a:cubicBezTo>
                    <a:pt x="1" y="2986"/>
                    <a:pt x="121" y="3680"/>
                    <a:pt x="1001" y="3955"/>
                  </a:cubicBezTo>
                  <a:lnTo>
                    <a:pt x="2875" y="2081"/>
                  </a:lnTo>
                  <a:cubicBezTo>
                    <a:pt x="3095" y="1862"/>
                    <a:pt x="3095" y="1505"/>
                    <a:pt x="2875" y="1283"/>
                  </a:cubicBezTo>
                  <a:lnTo>
                    <a:pt x="1678" y="85"/>
                  </a:lnTo>
                  <a:cubicBezTo>
                    <a:pt x="1644" y="52"/>
                    <a:pt x="1609" y="23"/>
                    <a:pt x="1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0"/>
            <p:cNvSpPr/>
            <p:nvPr/>
          </p:nvSpPr>
          <p:spPr>
            <a:xfrm>
              <a:off x="1961941" y="1665278"/>
              <a:ext cx="82401" cy="119996"/>
            </a:xfrm>
            <a:custGeom>
              <a:rect b="b" l="l" r="r" t="t"/>
              <a:pathLst>
                <a:path extrusionOk="0" h="4526" w="3108">
                  <a:moveTo>
                    <a:pt x="2817" y="1"/>
                  </a:moveTo>
                  <a:cubicBezTo>
                    <a:pt x="2673" y="1"/>
                    <a:pt x="2529" y="56"/>
                    <a:pt x="2418" y="167"/>
                  </a:cubicBezTo>
                  <a:lnTo>
                    <a:pt x="222" y="2363"/>
                  </a:lnTo>
                  <a:cubicBezTo>
                    <a:pt x="1" y="2583"/>
                    <a:pt x="1" y="2940"/>
                    <a:pt x="222" y="3161"/>
                  </a:cubicBezTo>
                  <a:lnTo>
                    <a:pt x="1420" y="4359"/>
                  </a:lnTo>
                  <a:cubicBezTo>
                    <a:pt x="1529" y="4470"/>
                    <a:pt x="1673" y="4526"/>
                    <a:pt x="1818" y="4526"/>
                  </a:cubicBezTo>
                  <a:cubicBezTo>
                    <a:pt x="1962" y="4526"/>
                    <a:pt x="2108" y="4470"/>
                    <a:pt x="2218" y="4359"/>
                  </a:cubicBezTo>
                  <a:lnTo>
                    <a:pt x="2542" y="4035"/>
                  </a:lnTo>
                  <a:cubicBezTo>
                    <a:pt x="2365" y="3547"/>
                    <a:pt x="2274" y="2997"/>
                    <a:pt x="2289" y="2421"/>
                  </a:cubicBezTo>
                  <a:cubicBezTo>
                    <a:pt x="2323" y="1507"/>
                    <a:pt x="2633" y="682"/>
                    <a:pt x="3108" y="83"/>
                  </a:cubicBezTo>
                  <a:cubicBezTo>
                    <a:pt x="3019" y="28"/>
                    <a:pt x="2918" y="1"/>
                    <a:pt x="2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70"/>
          <p:cNvGrpSpPr/>
          <p:nvPr/>
        </p:nvGrpSpPr>
        <p:grpSpPr>
          <a:xfrm>
            <a:off x="1278078" y="3967624"/>
            <a:ext cx="365819" cy="376265"/>
            <a:chOff x="1278078" y="3967624"/>
            <a:chExt cx="365819" cy="376265"/>
          </a:xfrm>
        </p:grpSpPr>
        <p:sp>
          <p:nvSpPr>
            <p:cNvPr id="4415" name="Google Shape;4415;p70"/>
            <p:cNvSpPr/>
            <p:nvPr/>
          </p:nvSpPr>
          <p:spPr>
            <a:xfrm>
              <a:off x="1536495" y="4104879"/>
              <a:ext cx="107402" cy="168858"/>
            </a:xfrm>
            <a:custGeom>
              <a:rect b="b" l="l" r="r" t="t"/>
              <a:pathLst>
                <a:path extrusionOk="0" h="6369" w="4051">
                  <a:moveTo>
                    <a:pt x="1" y="1"/>
                  </a:moveTo>
                  <a:lnTo>
                    <a:pt x="1" y="5712"/>
                  </a:lnTo>
                  <a:cubicBezTo>
                    <a:pt x="624" y="6169"/>
                    <a:pt x="1306" y="6368"/>
                    <a:pt x="1989" y="6368"/>
                  </a:cubicBezTo>
                  <a:cubicBezTo>
                    <a:pt x="2459" y="6368"/>
                    <a:pt x="2930" y="6274"/>
                    <a:pt x="3381" y="6105"/>
                  </a:cubicBezTo>
                  <a:cubicBezTo>
                    <a:pt x="3829" y="5936"/>
                    <a:pt x="4051" y="5428"/>
                    <a:pt x="3871" y="4985"/>
                  </a:cubicBezTo>
                  <a:cubicBezTo>
                    <a:pt x="3250" y="3448"/>
                    <a:pt x="2833" y="1771"/>
                    <a:pt x="28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0"/>
            <p:cNvSpPr/>
            <p:nvPr/>
          </p:nvSpPr>
          <p:spPr>
            <a:xfrm>
              <a:off x="1356979" y="4104879"/>
              <a:ext cx="107508" cy="168858"/>
            </a:xfrm>
            <a:custGeom>
              <a:rect b="b" l="l" r="r" t="t"/>
              <a:pathLst>
                <a:path extrusionOk="0" h="6369" w="4055">
                  <a:moveTo>
                    <a:pt x="1198" y="1"/>
                  </a:moveTo>
                  <a:cubicBezTo>
                    <a:pt x="1220" y="1771"/>
                    <a:pt x="806" y="3448"/>
                    <a:pt x="185" y="4985"/>
                  </a:cubicBezTo>
                  <a:cubicBezTo>
                    <a:pt x="1" y="5428"/>
                    <a:pt x="222" y="5936"/>
                    <a:pt x="675" y="6105"/>
                  </a:cubicBezTo>
                  <a:cubicBezTo>
                    <a:pt x="1126" y="6274"/>
                    <a:pt x="1597" y="6368"/>
                    <a:pt x="2067" y="6368"/>
                  </a:cubicBezTo>
                  <a:cubicBezTo>
                    <a:pt x="2750" y="6368"/>
                    <a:pt x="3432" y="6169"/>
                    <a:pt x="4055" y="5712"/>
                  </a:cubicBezTo>
                  <a:lnTo>
                    <a:pt x="40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0"/>
            <p:cNvSpPr/>
            <p:nvPr/>
          </p:nvSpPr>
          <p:spPr>
            <a:xfrm>
              <a:off x="1389271" y="4203850"/>
              <a:ext cx="251338" cy="140039"/>
            </a:xfrm>
            <a:custGeom>
              <a:rect b="b" l="l" r="r" t="t"/>
              <a:pathLst>
                <a:path extrusionOk="0" h="5282" w="9480">
                  <a:moveTo>
                    <a:pt x="4192" y="1"/>
                  </a:moveTo>
                  <a:cubicBezTo>
                    <a:pt x="2484" y="1"/>
                    <a:pt x="965" y="810"/>
                    <a:pt x="0" y="2066"/>
                  </a:cubicBezTo>
                  <a:lnTo>
                    <a:pt x="732" y="3926"/>
                  </a:lnTo>
                  <a:lnTo>
                    <a:pt x="25" y="5235"/>
                  </a:lnTo>
                  <a:lnTo>
                    <a:pt x="4201" y="5055"/>
                  </a:lnTo>
                  <a:lnTo>
                    <a:pt x="8384" y="5282"/>
                  </a:lnTo>
                  <a:lnTo>
                    <a:pt x="9182" y="5282"/>
                  </a:lnTo>
                  <a:cubicBezTo>
                    <a:pt x="9349" y="5282"/>
                    <a:pt x="9480" y="5144"/>
                    <a:pt x="9469" y="4982"/>
                  </a:cubicBezTo>
                  <a:cubicBezTo>
                    <a:pt x="9311" y="2205"/>
                    <a:pt x="7009" y="1"/>
                    <a:pt x="4192"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0"/>
            <p:cNvSpPr/>
            <p:nvPr/>
          </p:nvSpPr>
          <p:spPr>
            <a:xfrm>
              <a:off x="1360399" y="4258598"/>
              <a:ext cx="48359" cy="85291"/>
            </a:xfrm>
            <a:custGeom>
              <a:rect b="b" l="l" r="r" t="t"/>
              <a:pathLst>
                <a:path extrusionOk="0" h="3217" w="1824">
                  <a:moveTo>
                    <a:pt x="1091" y="1"/>
                  </a:moveTo>
                  <a:cubicBezTo>
                    <a:pt x="408" y="892"/>
                    <a:pt x="0" y="2006"/>
                    <a:pt x="0" y="3217"/>
                  </a:cubicBezTo>
                  <a:lnTo>
                    <a:pt x="1091" y="3217"/>
                  </a:lnTo>
                  <a:lnTo>
                    <a:pt x="1823" y="1861"/>
                  </a:lnTo>
                  <a:lnTo>
                    <a:pt x="1091" y="1"/>
                  </a:ln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0"/>
            <p:cNvSpPr/>
            <p:nvPr/>
          </p:nvSpPr>
          <p:spPr>
            <a:xfrm>
              <a:off x="1389430" y="4252554"/>
              <a:ext cx="114295" cy="91336"/>
            </a:xfrm>
            <a:custGeom>
              <a:rect b="b" l="l" r="r" t="t"/>
              <a:pathLst>
                <a:path extrusionOk="0" h="3445" w="4311">
                  <a:moveTo>
                    <a:pt x="1" y="0"/>
                  </a:moveTo>
                  <a:lnTo>
                    <a:pt x="1" y="3445"/>
                  </a:lnTo>
                  <a:lnTo>
                    <a:pt x="3820" y="3445"/>
                  </a:lnTo>
                  <a:cubicBezTo>
                    <a:pt x="4184" y="3387"/>
                    <a:pt x="4310" y="3263"/>
                    <a:pt x="4188" y="3165"/>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0"/>
            <p:cNvSpPr/>
            <p:nvPr/>
          </p:nvSpPr>
          <p:spPr>
            <a:xfrm>
              <a:off x="1490628" y="4252474"/>
              <a:ext cx="120924" cy="91415"/>
            </a:xfrm>
            <a:custGeom>
              <a:rect b="b" l="l" r="r" t="t"/>
              <a:pathLst>
                <a:path extrusionOk="0" h="3448" w="4561">
                  <a:moveTo>
                    <a:pt x="4561" y="1"/>
                  </a:moveTo>
                  <a:lnTo>
                    <a:pt x="1" y="3448"/>
                  </a:lnTo>
                  <a:lnTo>
                    <a:pt x="4561" y="3448"/>
                  </a:lnTo>
                  <a:lnTo>
                    <a:pt x="4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0"/>
            <p:cNvSpPr/>
            <p:nvPr/>
          </p:nvSpPr>
          <p:spPr>
            <a:xfrm>
              <a:off x="1367796" y="4224715"/>
              <a:ext cx="69118" cy="74951"/>
            </a:xfrm>
            <a:custGeom>
              <a:rect b="b" l="l" r="r" t="t"/>
              <a:pathLst>
                <a:path extrusionOk="0" h="2827" w="2607">
                  <a:moveTo>
                    <a:pt x="1810" y="1"/>
                  </a:moveTo>
                  <a:cubicBezTo>
                    <a:pt x="1751" y="1"/>
                    <a:pt x="1690" y="19"/>
                    <a:pt x="1638" y="59"/>
                  </a:cubicBezTo>
                  <a:cubicBezTo>
                    <a:pt x="999" y="544"/>
                    <a:pt x="469" y="1165"/>
                    <a:pt x="87" y="1875"/>
                  </a:cubicBezTo>
                  <a:cubicBezTo>
                    <a:pt x="1" y="2044"/>
                    <a:pt x="96" y="2250"/>
                    <a:pt x="278" y="2290"/>
                  </a:cubicBezTo>
                  <a:lnTo>
                    <a:pt x="2607" y="2827"/>
                  </a:lnTo>
                  <a:lnTo>
                    <a:pt x="2092" y="232"/>
                  </a:lnTo>
                  <a:cubicBezTo>
                    <a:pt x="2063" y="89"/>
                    <a:pt x="1939" y="1"/>
                    <a:pt x="1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0"/>
            <p:cNvSpPr/>
            <p:nvPr/>
          </p:nvSpPr>
          <p:spPr>
            <a:xfrm>
              <a:off x="1419018" y="4273843"/>
              <a:ext cx="34122" cy="34122"/>
            </a:xfrm>
            <a:custGeom>
              <a:rect b="b" l="l" r="r" t="t"/>
              <a:pathLst>
                <a:path extrusionOk="0" h="1287" w="1287">
                  <a:moveTo>
                    <a:pt x="644" y="0"/>
                  </a:moveTo>
                  <a:cubicBezTo>
                    <a:pt x="289" y="0"/>
                    <a:pt x="0" y="288"/>
                    <a:pt x="0" y="643"/>
                  </a:cubicBezTo>
                  <a:cubicBezTo>
                    <a:pt x="0" y="998"/>
                    <a:pt x="289" y="1286"/>
                    <a:pt x="644" y="1286"/>
                  </a:cubicBezTo>
                  <a:cubicBezTo>
                    <a:pt x="999" y="1286"/>
                    <a:pt x="1287" y="998"/>
                    <a:pt x="1287" y="643"/>
                  </a:cubicBezTo>
                  <a:cubicBezTo>
                    <a:pt x="1287" y="288"/>
                    <a:pt x="999" y="0"/>
                    <a:pt x="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0"/>
            <p:cNvSpPr/>
            <p:nvPr/>
          </p:nvSpPr>
          <p:spPr>
            <a:xfrm>
              <a:off x="1564201" y="4224715"/>
              <a:ext cx="69118" cy="74951"/>
            </a:xfrm>
            <a:custGeom>
              <a:rect b="b" l="l" r="r" t="t"/>
              <a:pathLst>
                <a:path extrusionOk="0" h="2827" w="2607">
                  <a:moveTo>
                    <a:pt x="798" y="1"/>
                  </a:moveTo>
                  <a:cubicBezTo>
                    <a:pt x="668" y="1"/>
                    <a:pt x="544" y="89"/>
                    <a:pt x="515" y="232"/>
                  </a:cubicBezTo>
                  <a:lnTo>
                    <a:pt x="1" y="2827"/>
                  </a:lnTo>
                  <a:lnTo>
                    <a:pt x="2329" y="2290"/>
                  </a:lnTo>
                  <a:cubicBezTo>
                    <a:pt x="2513" y="2250"/>
                    <a:pt x="2607" y="2044"/>
                    <a:pt x="2520" y="1875"/>
                  </a:cubicBezTo>
                  <a:cubicBezTo>
                    <a:pt x="2139" y="1165"/>
                    <a:pt x="1609" y="544"/>
                    <a:pt x="972" y="59"/>
                  </a:cubicBezTo>
                  <a:cubicBezTo>
                    <a:pt x="918" y="19"/>
                    <a:pt x="858" y="1"/>
                    <a:pt x="7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0"/>
            <p:cNvSpPr/>
            <p:nvPr/>
          </p:nvSpPr>
          <p:spPr>
            <a:xfrm>
              <a:off x="1547975" y="4273843"/>
              <a:ext cx="34122" cy="34122"/>
            </a:xfrm>
            <a:custGeom>
              <a:rect b="b" l="l" r="r" t="t"/>
              <a:pathLst>
                <a:path extrusionOk="0" h="1287" w="1287">
                  <a:moveTo>
                    <a:pt x="644" y="0"/>
                  </a:moveTo>
                  <a:cubicBezTo>
                    <a:pt x="289" y="0"/>
                    <a:pt x="0" y="288"/>
                    <a:pt x="0" y="643"/>
                  </a:cubicBezTo>
                  <a:cubicBezTo>
                    <a:pt x="0" y="998"/>
                    <a:pt x="289" y="1286"/>
                    <a:pt x="644" y="1286"/>
                  </a:cubicBezTo>
                  <a:cubicBezTo>
                    <a:pt x="998" y="1286"/>
                    <a:pt x="1287" y="998"/>
                    <a:pt x="1287" y="643"/>
                  </a:cubicBezTo>
                  <a:cubicBezTo>
                    <a:pt x="1287" y="288"/>
                    <a:pt x="998" y="0"/>
                    <a:pt x="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0"/>
            <p:cNvSpPr/>
            <p:nvPr/>
          </p:nvSpPr>
          <p:spPr>
            <a:xfrm>
              <a:off x="1422147" y="4024148"/>
              <a:ext cx="184368" cy="211146"/>
            </a:xfrm>
            <a:custGeom>
              <a:rect b="b" l="l" r="r" t="t"/>
              <a:pathLst>
                <a:path extrusionOk="0" h="7964" w="6954">
                  <a:moveTo>
                    <a:pt x="2965" y="1"/>
                  </a:moveTo>
                  <a:cubicBezTo>
                    <a:pt x="2205" y="1"/>
                    <a:pt x="1490" y="223"/>
                    <a:pt x="887" y="608"/>
                  </a:cubicBezTo>
                  <a:cubicBezTo>
                    <a:pt x="370" y="1312"/>
                    <a:pt x="0" y="2230"/>
                    <a:pt x="0" y="2900"/>
                  </a:cubicBezTo>
                  <a:cubicBezTo>
                    <a:pt x="0" y="5450"/>
                    <a:pt x="1941" y="7566"/>
                    <a:pt x="4540" y="7963"/>
                  </a:cubicBezTo>
                  <a:cubicBezTo>
                    <a:pt x="5960" y="7329"/>
                    <a:pt x="6953" y="5860"/>
                    <a:pt x="6953" y="4150"/>
                  </a:cubicBezTo>
                  <a:cubicBezTo>
                    <a:pt x="6953" y="1857"/>
                    <a:pt x="5168" y="1"/>
                    <a:pt x="2965" y="1"/>
                  </a:cubicBezTo>
                  <a:close/>
                </a:path>
              </a:pathLst>
            </a:custGeom>
            <a:solidFill>
              <a:srgbClr val="AC5B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0"/>
            <p:cNvSpPr/>
            <p:nvPr/>
          </p:nvSpPr>
          <p:spPr>
            <a:xfrm>
              <a:off x="1394839" y="4040162"/>
              <a:ext cx="147622" cy="203987"/>
            </a:xfrm>
            <a:custGeom>
              <a:rect b="b" l="l" r="r" t="t"/>
              <a:pathLst>
                <a:path extrusionOk="0" h="7694" w="5568">
                  <a:moveTo>
                    <a:pt x="1913" y="0"/>
                  </a:moveTo>
                  <a:lnTo>
                    <a:pt x="1913" y="0"/>
                  </a:lnTo>
                  <a:cubicBezTo>
                    <a:pt x="766" y="730"/>
                    <a:pt x="1" y="2045"/>
                    <a:pt x="1" y="3544"/>
                  </a:cubicBezTo>
                  <a:cubicBezTo>
                    <a:pt x="1" y="5838"/>
                    <a:pt x="1786" y="7694"/>
                    <a:pt x="3991" y="7694"/>
                  </a:cubicBezTo>
                  <a:cubicBezTo>
                    <a:pt x="4550" y="7694"/>
                    <a:pt x="5087" y="7574"/>
                    <a:pt x="5568" y="7359"/>
                  </a:cubicBezTo>
                  <a:cubicBezTo>
                    <a:pt x="3259" y="6627"/>
                    <a:pt x="1587" y="4467"/>
                    <a:pt x="1587" y="1912"/>
                  </a:cubicBezTo>
                  <a:cubicBezTo>
                    <a:pt x="1587" y="1240"/>
                    <a:pt x="1704" y="597"/>
                    <a:pt x="1913"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0"/>
            <p:cNvSpPr/>
            <p:nvPr/>
          </p:nvSpPr>
          <p:spPr>
            <a:xfrm>
              <a:off x="1418143" y="4031810"/>
              <a:ext cx="181531" cy="92926"/>
            </a:xfrm>
            <a:custGeom>
              <a:rect b="b" l="l" r="r" t="t"/>
              <a:pathLst>
                <a:path extrusionOk="0" h="3505" w="6847">
                  <a:moveTo>
                    <a:pt x="3103" y="1"/>
                  </a:moveTo>
                  <a:cubicBezTo>
                    <a:pt x="2440" y="1"/>
                    <a:pt x="1778" y="34"/>
                    <a:pt x="1116" y="100"/>
                  </a:cubicBezTo>
                  <a:cubicBezTo>
                    <a:pt x="466" y="759"/>
                    <a:pt x="0" y="1262"/>
                    <a:pt x="0" y="2012"/>
                  </a:cubicBezTo>
                  <a:cubicBezTo>
                    <a:pt x="0" y="2364"/>
                    <a:pt x="417" y="2948"/>
                    <a:pt x="799" y="3260"/>
                  </a:cubicBezTo>
                  <a:lnTo>
                    <a:pt x="805" y="3254"/>
                  </a:lnTo>
                  <a:lnTo>
                    <a:pt x="865" y="3187"/>
                  </a:lnTo>
                  <a:cubicBezTo>
                    <a:pt x="921" y="3128"/>
                    <a:pt x="996" y="3099"/>
                    <a:pt x="1071" y="3099"/>
                  </a:cubicBezTo>
                  <a:cubicBezTo>
                    <a:pt x="1156" y="3099"/>
                    <a:pt x="1241" y="3136"/>
                    <a:pt x="1298" y="3209"/>
                  </a:cubicBezTo>
                  <a:lnTo>
                    <a:pt x="1398" y="3338"/>
                  </a:lnTo>
                  <a:cubicBezTo>
                    <a:pt x="1449" y="3402"/>
                    <a:pt x="1524" y="3442"/>
                    <a:pt x="1604" y="3449"/>
                  </a:cubicBezTo>
                  <a:cubicBezTo>
                    <a:pt x="2100" y="3486"/>
                    <a:pt x="2597" y="3505"/>
                    <a:pt x="3094" y="3505"/>
                  </a:cubicBezTo>
                  <a:cubicBezTo>
                    <a:pt x="3373" y="3505"/>
                    <a:pt x="3653" y="3499"/>
                    <a:pt x="3933" y="3487"/>
                  </a:cubicBezTo>
                  <a:cubicBezTo>
                    <a:pt x="4010" y="3482"/>
                    <a:pt x="4081" y="3449"/>
                    <a:pt x="4134" y="3391"/>
                  </a:cubicBezTo>
                  <a:lnTo>
                    <a:pt x="4219" y="3296"/>
                  </a:lnTo>
                  <a:cubicBezTo>
                    <a:pt x="4275" y="3232"/>
                    <a:pt x="4354" y="3199"/>
                    <a:pt x="4433" y="3199"/>
                  </a:cubicBezTo>
                  <a:cubicBezTo>
                    <a:pt x="4497" y="3199"/>
                    <a:pt x="4561" y="3220"/>
                    <a:pt x="4613" y="3265"/>
                  </a:cubicBezTo>
                  <a:lnTo>
                    <a:pt x="4720" y="3354"/>
                  </a:lnTo>
                  <a:cubicBezTo>
                    <a:pt x="4771" y="3399"/>
                    <a:pt x="4838" y="3421"/>
                    <a:pt x="4905" y="3421"/>
                  </a:cubicBezTo>
                  <a:cubicBezTo>
                    <a:pt x="4913" y="3421"/>
                    <a:pt x="4922" y="3421"/>
                    <a:pt x="4931" y="3420"/>
                  </a:cubicBezTo>
                  <a:cubicBezTo>
                    <a:pt x="5121" y="3405"/>
                    <a:pt x="5317" y="3382"/>
                    <a:pt x="5507" y="3360"/>
                  </a:cubicBezTo>
                  <a:cubicBezTo>
                    <a:pt x="5538" y="3358"/>
                    <a:pt x="5605" y="3096"/>
                    <a:pt x="5716" y="3094"/>
                  </a:cubicBezTo>
                  <a:cubicBezTo>
                    <a:pt x="5716" y="3094"/>
                    <a:pt x="5717" y="3094"/>
                    <a:pt x="5718" y="3094"/>
                  </a:cubicBezTo>
                  <a:cubicBezTo>
                    <a:pt x="5840" y="3094"/>
                    <a:pt x="5933" y="3294"/>
                    <a:pt x="6005" y="3294"/>
                  </a:cubicBezTo>
                  <a:cubicBezTo>
                    <a:pt x="6007" y="3294"/>
                    <a:pt x="6009" y="3294"/>
                    <a:pt x="6011" y="3294"/>
                  </a:cubicBezTo>
                  <a:cubicBezTo>
                    <a:pt x="6288" y="3252"/>
                    <a:pt x="6570" y="3207"/>
                    <a:pt x="6847" y="3154"/>
                  </a:cubicBezTo>
                  <a:cubicBezTo>
                    <a:pt x="6785" y="1661"/>
                    <a:pt x="6785" y="1045"/>
                    <a:pt x="6847" y="353"/>
                  </a:cubicBezTo>
                  <a:cubicBezTo>
                    <a:pt x="5598" y="118"/>
                    <a:pt x="4350" y="1"/>
                    <a:pt x="3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0"/>
            <p:cNvSpPr/>
            <p:nvPr/>
          </p:nvSpPr>
          <p:spPr>
            <a:xfrm>
              <a:off x="1391021" y="4034515"/>
              <a:ext cx="56710" cy="85980"/>
            </a:xfrm>
            <a:custGeom>
              <a:rect b="b" l="l" r="r" t="t"/>
              <a:pathLst>
                <a:path extrusionOk="0" h="3243" w="2139">
                  <a:moveTo>
                    <a:pt x="2139" y="0"/>
                  </a:moveTo>
                  <a:lnTo>
                    <a:pt x="2139" y="0"/>
                  </a:lnTo>
                  <a:cubicBezTo>
                    <a:pt x="1553" y="58"/>
                    <a:pt x="968" y="144"/>
                    <a:pt x="384" y="253"/>
                  </a:cubicBezTo>
                  <a:cubicBezTo>
                    <a:pt x="322" y="785"/>
                    <a:pt x="1" y="1899"/>
                    <a:pt x="384" y="3052"/>
                  </a:cubicBezTo>
                  <a:cubicBezTo>
                    <a:pt x="786" y="3127"/>
                    <a:pt x="1185" y="3192"/>
                    <a:pt x="1584" y="3240"/>
                  </a:cubicBezTo>
                  <a:cubicBezTo>
                    <a:pt x="1597" y="3242"/>
                    <a:pt x="1609" y="3243"/>
                    <a:pt x="1621" y="3243"/>
                  </a:cubicBezTo>
                  <a:cubicBezTo>
                    <a:pt x="1697" y="3243"/>
                    <a:pt x="1768" y="3214"/>
                    <a:pt x="1822" y="3158"/>
                  </a:cubicBezTo>
                  <a:cubicBezTo>
                    <a:pt x="1762" y="2823"/>
                    <a:pt x="1731" y="2478"/>
                    <a:pt x="1731" y="2127"/>
                  </a:cubicBezTo>
                  <a:cubicBezTo>
                    <a:pt x="1731" y="1375"/>
                    <a:pt x="1875" y="657"/>
                    <a:pt x="21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0"/>
            <p:cNvSpPr/>
            <p:nvPr/>
          </p:nvSpPr>
          <p:spPr>
            <a:xfrm>
              <a:off x="1458999" y="3997981"/>
              <a:ext cx="166392" cy="256270"/>
            </a:xfrm>
            <a:custGeom>
              <a:rect b="b" l="l" r="r" t="t"/>
              <a:pathLst>
                <a:path extrusionOk="0" h="9666" w="6276">
                  <a:moveTo>
                    <a:pt x="2005" y="1"/>
                  </a:moveTo>
                  <a:cubicBezTo>
                    <a:pt x="2001" y="1"/>
                    <a:pt x="1996" y="1"/>
                    <a:pt x="1992" y="1"/>
                  </a:cubicBezTo>
                  <a:lnTo>
                    <a:pt x="1269" y="1"/>
                  </a:lnTo>
                  <a:cubicBezTo>
                    <a:pt x="704" y="513"/>
                    <a:pt x="1" y="986"/>
                    <a:pt x="1" y="1598"/>
                  </a:cubicBezTo>
                  <a:cubicBezTo>
                    <a:pt x="1" y="2365"/>
                    <a:pt x="622" y="3308"/>
                    <a:pt x="1465" y="3869"/>
                  </a:cubicBezTo>
                  <a:cubicBezTo>
                    <a:pt x="1499" y="3870"/>
                    <a:pt x="1533" y="3871"/>
                    <a:pt x="1568" y="3871"/>
                  </a:cubicBezTo>
                  <a:cubicBezTo>
                    <a:pt x="1851" y="3871"/>
                    <a:pt x="2134" y="3830"/>
                    <a:pt x="2405" y="3747"/>
                  </a:cubicBezTo>
                  <a:lnTo>
                    <a:pt x="4175" y="3206"/>
                  </a:lnTo>
                  <a:cubicBezTo>
                    <a:pt x="4230" y="3189"/>
                    <a:pt x="4286" y="3181"/>
                    <a:pt x="4341" y="3181"/>
                  </a:cubicBezTo>
                  <a:cubicBezTo>
                    <a:pt x="4645" y="3181"/>
                    <a:pt x="4911" y="3428"/>
                    <a:pt x="4911" y="3751"/>
                  </a:cubicBezTo>
                  <a:lnTo>
                    <a:pt x="4911" y="6763"/>
                  </a:lnTo>
                  <a:lnTo>
                    <a:pt x="4610" y="6925"/>
                  </a:lnTo>
                  <a:cubicBezTo>
                    <a:pt x="3878" y="7329"/>
                    <a:pt x="3421" y="8096"/>
                    <a:pt x="3421" y="8932"/>
                  </a:cubicBezTo>
                  <a:lnTo>
                    <a:pt x="3421" y="9380"/>
                  </a:lnTo>
                  <a:cubicBezTo>
                    <a:pt x="3421" y="9545"/>
                    <a:pt x="3554" y="9665"/>
                    <a:pt x="3703" y="9665"/>
                  </a:cubicBezTo>
                  <a:cubicBezTo>
                    <a:pt x="3749" y="9665"/>
                    <a:pt x="3797" y="9654"/>
                    <a:pt x="3842" y="9629"/>
                  </a:cubicBezTo>
                  <a:lnTo>
                    <a:pt x="5384" y="8788"/>
                  </a:lnTo>
                  <a:cubicBezTo>
                    <a:pt x="5931" y="8487"/>
                    <a:pt x="6275" y="7910"/>
                    <a:pt x="6275" y="7284"/>
                  </a:cubicBezTo>
                  <a:lnTo>
                    <a:pt x="6275" y="4279"/>
                  </a:lnTo>
                  <a:cubicBezTo>
                    <a:pt x="6275" y="1917"/>
                    <a:pt x="4366" y="1"/>
                    <a:pt x="20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0"/>
            <p:cNvSpPr/>
            <p:nvPr/>
          </p:nvSpPr>
          <p:spPr>
            <a:xfrm>
              <a:off x="1375511" y="3997821"/>
              <a:ext cx="122329" cy="256349"/>
            </a:xfrm>
            <a:custGeom>
              <a:rect b="b" l="l" r="r" t="t"/>
              <a:pathLst>
                <a:path extrusionOk="0" h="9669" w="4614">
                  <a:moveTo>
                    <a:pt x="4285" y="0"/>
                  </a:moveTo>
                  <a:cubicBezTo>
                    <a:pt x="1919" y="0"/>
                    <a:pt x="0" y="1919"/>
                    <a:pt x="0" y="4285"/>
                  </a:cubicBezTo>
                  <a:lnTo>
                    <a:pt x="0" y="7286"/>
                  </a:lnTo>
                  <a:cubicBezTo>
                    <a:pt x="0" y="7916"/>
                    <a:pt x="342" y="8493"/>
                    <a:pt x="894" y="8792"/>
                  </a:cubicBezTo>
                  <a:lnTo>
                    <a:pt x="2436" y="9633"/>
                  </a:lnTo>
                  <a:cubicBezTo>
                    <a:pt x="2480" y="9657"/>
                    <a:pt x="2526" y="9668"/>
                    <a:pt x="2572" y="9668"/>
                  </a:cubicBezTo>
                  <a:cubicBezTo>
                    <a:pt x="2720" y="9668"/>
                    <a:pt x="2857" y="9548"/>
                    <a:pt x="2857" y="9382"/>
                  </a:cubicBezTo>
                  <a:lnTo>
                    <a:pt x="2857" y="8936"/>
                  </a:lnTo>
                  <a:cubicBezTo>
                    <a:pt x="2857" y="8100"/>
                    <a:pt x="2402" y="7328"/>
                    <a:pt x="1668" y="6929"/>
                  </a:cubicBezTo>
                  <a:lnTo>
                    <a:pt x="1382" y="6774"/>
                  </a:lnTo>
                  <a:lnTo>
                    <a:pt x="1382" y="3753"/>
                  </a:lnTo>
                  <a:cubicBezTo>
                    <a:pt x="1382" y="3427"/>
                    <a:pt x="1648" y="3180"/>
                    <a:pt x="1953" y="3180"/>
                  </a:cubicBezTo>
                  <a:cubicBezTo>
                    <a:pt x="2007" y="3180"/>
                    <a:pt x="2063" y="3188"/>
                    <a:pt x="2118" y="3205"/>
                  </a:cubicBezTo>
                  <a:lnTo>
                    <a:pt x="3888" y="3746"/>
                  </a:lnTo>
                  <a:cubicBezTo>
                    <a:pt x="4126" y="3819"/>
                    <a:pt x="4370" y="3859"/>
                    <a:pt x="4614" y="3868"/>
                  </a:cubicBezTo>
                  <a:cubicBezTo>
                    <a:pt x="4263" y="3232"/>
                    <a:pt x="4066" y="2504"/>
                    <a:pt x="4066" y="1735"/>
                  </a:cubicBezTo>
                  <a:cubicBezTo>
                    <a:pt x="4066" y="1120"/>
                    <a:pt x="4190" y="537"/>
                    <a:pt x="44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0"/>
            <p:cNvSpPr/>
            <p:nvPr/>
          </p:nvSpPr>
          <p:spPr>
            <a:xfrm>
              <a:off x="1456189" y="3967624"/>
              <a:ext cx="88631" cy="87730"/>
            </a:xfrm>
            <a:custGeom>
              <a:rect b="b" l="l" r="r" t="t"/>
              <a:pathLst>
                <a:path extrusionOk="0" h="3309" w="3343">
                  <a:moveTo>
                    <a:pt x="1675" y="0"/>
                  </a:moveTo>
                  <a:cubicBezTo>
                    <a:pt x="1291" y="0"/>
                    <a:pt x="906" y="111"/>
                    <a:pt x="570" y="334"/>
                  </a:cubicBezTo>
                  <a:lnTo>
                    <a:pt x="300" y="514"/>
                  </a:lnTo>
                  <a:cubicBezTo>
                    <a:pt x="93" y="647"/>
                    <a:pt x="0" y="895"/>
                    <a:pt x="62" y="1135"/>
                  </a:cubicBezTo>
                  <a:lnTo>
                    <a:pt x="643" y="3308"/>
                  </a:lnTo>
                  <a:lnTo>
                    <a:pt x="2699" y="3308"/>
                  </a:lnTo>
                  <a:lnTo>
                    <a:pt x="3278" y="1132"/>
                  </a:lnTo>
                  <a:cubicBezTo>
                    <a:pt x="3343" y="895"/>
                    <a:pt x="3249" y="647"/>
                    <a:pt x="3045" y="511"/>
                  </a:cubicBezTo>
                  <a:lnTo>
                    <a:pt x="2788" y="338"/>
                  </a:lnTo>
                  <a:cubicBezTo>
                    <a:pt x="2452" y="113"/>
                    <a:pt x="2063" y="0"/>
                    <a:pt x="16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0"/>
            <p:cNvSpPr/>
            <p:nvPr/>
          </p:nvSpPr>
          <p:spPr>
            <a:xfrm>
              <a:off x="1458999" y="4032553"/>
              <a:ext cx="83355" cy="30383"/>
            </a:xfrm>
            <a:custGeom>
              <a:rect b="b" l="l" r="r" t="t"/>
              <a:pathLst>
                <a:path extrusionOk="0" h="1146" w="3144">
                  <a:moveTo>
                    <a:pt x="287" y="1"/>
                  </a:moveTo>
                  <a:cubicBezTo>
                    <a:pt x="129" y="1"/>
                    <a:pt x="1" y="130"/>
                    <a:pt x="1" y="287"/>
                  </a:cubicBezTo>
                  <a:lnTo>
                    <a:pt x="1" y="859"/>
                  </a:lnTo>
                  <a:cubicBezTo>
                    <a:pt x="1" y="1017"/>
                    <a:pt x="129" y="1145"/>
                    <a:pt x="287" y="1145"/>
                  </a:cubicBezTo>
                  <a:lnTo>
                    <a:pt x="2857" y="1145"/>
                  </a:lnTo>
                  <a:cubicBezTo>
                    <a:pt x="3015" y="1145"/>
                    <a:pt x="3143" y="1017"/>
                    <a:pt x="3143" y="859"/>
                  </a:cubicBezTo>
                  <a:lnTo>
                    <a:pt x="3143" y="287"/>
                  </a:lnTo>
                  <a:cubicBezTo>
                    <a:pt x="3143" y="130"/>
                    <a:pt x="3015" y="1"/>
                    <a:pt x="28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0"/>
            <p:cNvSpPr/>
            <p:nvPr/>
          </p:nvSpPr>
          <p:spPr>
            <a:xfrm>
              <a:off x="1304590" y="4156578"/>
              <a:ext cx="30304" cy="174187"/>
            </a:xfrm>
            <a:custGeom>
              <a:rect b="b" l="l" r="r" t="t"/>
              <a:pathLst>
                <a:path extrusionOk="0" h="6570" w="1143">
                  <a:moveTo>
                    <a:pt x="573" y="0"/>
                  </a:moveTo>
                  <a:lnTo>
                    <a:pt x="0" y="859"/>
                  </a:lnTo>
                  <a:lnTo>
                    <a:pt x="0" y="6570"/>
                  </a:lnTo>
                  <a:lnTo>
                    <a:pt x="1143" y="6570"/>
                  </a:lnTo>
                  <a:lnTo>
                    <a:pt x="1143" y="859"/>
                  </a:lnTo>
                  <a:lnTo>
                    <a:pt x="5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0"/>
            <p:cNvSpPr/>
            <p:nvPr/>
          </p:nvSpPr>
          <p:spPr>
            <a:xfrm>
              <a:off x="1285607" y="3987376"/>
              <a:ext cx="68164" cy="186754"/>
            </a:xfrm>
            <a:custGeom>
              <a:rect b="b" l="l" r="r" t="t"/>
              <a:pathLst>
                <a:path extrusionOk="0" h="7044" w="2571">
                  <a:moveTo>
                    <a:pt x="1284" y="1"/>
                  </a:moveTo>
                  <a:cubicBezTo>
                    <a:pt x="1190" y="1"/>
                    <a:pt x="1096" y="47"/>
                    <a:pt x="1040" y="139"/>
                  </a:cubicBezTo>
                  <a:cubicBezTo>
                    <a:pt x="670" y="760"/>
                    <a:pt x="0" y="2053"/>
                    <a:pt x="0" y="3320"/>
                  </a:cubicBezTo>
                  <a:cubicBezTo>
                    <a:pt x="0" y="4147"/>
                    <a:pt x="284" y="4735"/>
                    <a:pt x="586" y="5125"/>
                  </a:cubicBezTo>
                  <a:cubicBezTo>
                    <a:pt x="661" y="5225"/>
                    <a:pt x="703" y="5347"/>
                    <a:pt x="703" y="5471"/>
                  </a:cubicBezTo>
                  <a:lnTo>
                    <a:pt x="703" y="7043"/>
                  </a:lnTo>
                  <a:lnTo>
                    <a:pt x="1870" y="7043"/>
                  </a:lnTo>
                  <a:lnTo>
                    <a:pt x="1870" y="5471"/>
                  </a:lnTo>
                  <a:cubicBezTo>
                    <a:pt x="1870" y="5347"/>
                    <a:pt x="1912" y="5225"/>
                    <a:pt x="1987" y="5125"/>
                  </a:cubicBezTo>
                  <a:cubicBezTo>
                    <a:pt x="2289" y="4735"/>
                    <a:pt x="2571" y="4147"/>
                    <a:pt x="2571" y="3320"/>
                  </a:cubicBezTo>
                  <a:cubicBezTo>
                    <a:pt x="2571" y="2253"/>
                    <a:pt x="2098" y="1168"/>
                    <a:pt x="1723" y="481"/>
                  </a:cubicBezTo>
                  <a:cubicBezTo>
                    <a:pt x="1652" y="354"/>
                    <a:pt x="1588" y="237"/>
                    <a:pt x="1528" y="139"/>
                  </a:cubicBezTo>
                  <a:cubicBezTo>
                    <a:pt x="1473" y="47"/>
                    <a:pt x="1378" y="1"/>
                    <a:pt x="1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0"/>
            <p:cNvSpPr/>
            <p:nvPr/>
          </p:nvSpPr>
          <p:spPr>
            <a:xfrm>
              <a:off x="1293190" y="4166467"/>
              <a:ext cx="53105" cy="22774"/>
            </a:xfrm>
            <a:custGeom>
              <a:rect b="b" l="l" r="r" t="t"/>
              <a:pathLst>
                <a:path extrusionOk="0" h="859" w="2003">
                  <a:moveTo>
                    <a:pt x="430" y="0"/>
                  </a:moveTo>
                  <a:cubicBezTo>
                    <a:pt x="195" y="0"/>
                    <a:pt x="0" y="191"/>
                    <a:pt x="0" y="430"/>
                  </a:cubicBezTo>
                  <a:cubicBezTo>
                    <a:pt x="0" y="665"/>
                    <a:pt x="193" y="858"/>
                    <a:pt x="430" y="858"/>
                  </a:cubicBezTo>
                  <a:lnTo>
                    <a:pt x="1573" y="858"/>
                  </a:lnTo>
                  <a:cubicBezTo>
                    <a:pt x="1808" y="858"/>
                    <a:pt x="2003" y="668"/>
                    <a:pt x="2003" y="430"/>
                  </a:cubicBezTo>
                  <a:cubicBezTo>
                    <a:pt x="2001" y="193"/>
                    <a:pt x="1808" y="0"/>
                    <a:pt x="1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0"/>
            <p:cNvSpPr/>
            <p:nvPr/>
          </p:nvSpPr>
          <p:spPr>
            <a:xfrm>
              <a:off x="1278078" y="4298473"/>
              <a:ext cx="83276" cy="45416"/>
            </a:xfrm>
            <a:custGeom>
              <a:rect b="b" l="l" r="r" t="t"/>
              <a:pathLst>
                <a:path extrusionOk="0" h="1713" w="3141">
                  <a:moveTo>
                    <a:pt x="1142" y="0"/>
                  </a:moveTo>
                  <a:cubicBezTo>
                    <a:pt x="510" y="0"/>
                    <a:pt x="0" y="510"/>
                    <a:pt x="0" y="1143"/>
                  </a:cubicBezTo>
                  <a:lnTo>
                    <a:pt x="0" y="1429"/>
                  </a:lnTo>
                  <a:cubicBezTo>
                    <a:pt x="0" y="1586"/>
                    <a:pt x="127" y="1713"/>
                    <a:pt x="286" y="1713"/>
                  </a:cubicBezTo>
                  <a:lnTo>
                    <a:pt x="3141" y="1713"/>
                  </a:lnTo>
                  <a:lnTo>
                    <a:pt x="3141" y="1143"/>
                  </a:lnTo>
                  <a:cubicBezTo>
                    <a:pt x="3141" y="510"/>
                    <a:pt x="2631" y="0"/>
                    <a:pt x="1998" y="0"/>
                  </a:cubicBezTo>
                  <a:close/>
                </a:path>
              </a:pathLst>
            </a:custGeom>
            <a:solidFill>
              <a:srgbClr val="FFD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 name="Google Shape;4437;p70"/>
          <p:cNvGrpSpPr/>
          <p:nvPr/>
        </p:nvGrpSpPr>
        <p:grpSpPr>
          <a:xfrm>
            <a:off x="1273014" y="3334505"/>
            <a:ext cx="372607" cy="376318"/>
            <a:chOff x="1273014" y="3334505"/>
            <a:chExt cx="372607" cy="376318"/>
          </a:xfrm>
        </p:grpSpPr>
        <p:sp>
          <p:nvSpPr>
            <p:cNvPr id="4438" name="Google Shape;4438;p70"/>
            <p:cNvSpPr/>
            <p:nvPr/>
          </p:nvSpPr>
          <p:spPr>
            <a:xfrm>
              <a:off x="1577675" y="3607125"/>
              <a:ext cx="42075" cy="101150"/>
            </a:xfrm>
            <a:custGeom>
              <a:rect b="b" l="l" r="r" t="t"/>
              <a:pathLst>
                <a:path extrusionOk="0" h="3962" w="1587">
                  <a:moveTo>
                    <a:pt x="792" y="0"/>
                  </a:moveTo>
                  <a:cubicBezTo>
                    <a:pt x="355" y="0"/>
                    <a:pt x="0" y="887"/>
                    <a:pt x="0" y="1981"/>
                  </a:cubicBezTo>
                  <a:cubicBezTo>
                    <a:pt x="0" y="3074"/>
                    <a:pt x="355" y="3961"/>
                    <a:pt x="792" y="3961"/>
                  </a:cubicBezTo>
                  <a:cubicBezTo>
                    <a:pt x="1231" y="3961"/>
                    <a:pt x="1586" y="3074"/>
                    <a:pt x="1586" y="1981"/>
                  </a:cubicBezTo>
                  <a:cubicBezTo>
                    <a:pt x="1586" y="887"/>
                    <a:pt x="1231" y="0"/>
                    <a:pt x="7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0"/>
            <p:cNvSpPr/>
            <p:nvPr/>
          </p:nvSpPr>
          <p:spPr>
            <a:xfrm>
              <a:off x="1273014" y="3570732"/>
              <a:ext cx="280211" cy="140092"/>
            </a:xfrm>
            <a:custGeom>
              <a:rect b="b" l="l" r="r" t="t"/>
              <a:pathLst>
                <a:path extrusionOk="0" h="5284" w="10569">
                  <a:moveTo>
                    <a:pt x="5283" y="0"/>
                  </a:moveTo>
                  <a:cubicBezTo>
                    <a:pt x="2467" y="0"/>
                    <a:pt x="167" y="2203"/>
                    <a:pt x="7" y="4982"/>
                  </a:cubicBezTo>
                  <a:cubicBezTo>
                    <a:pt x="0" y="5146"/>
                    <a:pt x="129" y="5283"/>
                    <a:pt x="295" y="5283"/>
                  </a:cubicBezTo>
                  <a:lnTo>
                    <a:pt x="2074" y="5283"/>
                  </a:lnTo>
                  <a:lnTo>
                    <a:pt x="2287" y="4997"/>
                  </a:lnTo>
                  <a:lnTo>
                    <a:pt x="8284" y="4997"/>
                  </a:lnTo>
                  <a:lnTo>
                    <a:pt x="8497" y="5283"/>
                  </a:lnTo>
                  <a:lnTo>
                    <a:pt x="10569" y="5283"/>
                  </a:lnTo>
                  <a:cubicBezTo>
                    <a:pt x="10569" y="2365"/>
                    <a:pt x="8202" y="0"/>
                    <a:pt x="5283" y="0"/>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0"/>
            <p:cNvSpPr/>
            <p:nvPr/>
          </p:nvSpPr>
          <p:spPr>
            <a:xfrm>
              <a:off x="1347222" y="3391083"/>
              <a:ext cx="171721" cy="207301"/>
            </a:xfrm>
            <a:custGeom>
              <a:rect b="b" l="l" r="r" t="t"/>
              <a:pathLst>
                <a:path extrusionOk="0" h="7819" w="6477">
                  <a:moveTo>
                    <a:pt x="2487" y="1"/>
                  </a:moveTo>
                  <a:cubicBezTo>
                    <a:pt x="2063" y="1"/>
                    <a:pt x="1655" y="69"/>
                    <a:pt x="1273" y="196"/>
                  </a:cubicBezTo>
                  <a:cubicBezTo>
                    <a:pt x="444" y="921"/>
                    <a:pt x="0" y="2103"/>
                    <a:pt x="0" y="2930"/>
                  </a:cubicBezTo>
                  <a:cubicBezTo>
                    <a:pt x="0" y="5328"/>
                    <a:pt x="1908" y="7819"/>
                    <a:pt x="4356" y="7819"/>
                  </a:cubicBezTo>
                  <a:cubicBezTo>
                    <a:pt x="5618" y="7120"/>
                    <a:pt x="6477" y="5738"/>
                    <a:pt x="6477" y="4150"/>
                  </a:cubicBezTo>
                  <a:cubicBezTo>
                    <a:pt x="6477" y="1859"/>
                    <a:pt x="4689" y="1"/>
                    <a:pt x="2487" y="1"/>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0"/>
            <p:cNvSpPr/>
            <p:nvPr/>
          </p:nvSpPr>
          <p:spPr>
            <a:xfrm>
              <a:off x="1307294" y="3396253"/>
              <a:ext cx="155443" cy="214910"/>
            </a:xfrm>
            <a:custGeom>
              <a:rect b="b" l="l" r="r" t="t"/>
              <a:pathLst>
                <a:path extrusionOk="0" h="8106" w="5863">
                  <a:moveTo>
                    <a:pt x="2777" y="1"/>
                  </a:moveTo>
                  <a:cubicBezTo>
                    <a:pt x="1169" y="538"/>
                    <a:pt x="0" y="2103"/>
                    <a:pt x="0" y="3955"/>
                  </a:cubicBezTo>
                  <a:cubicBezTo>
                    <a:pt x="0" y="6249"/>
                    <a:pt x="1786" y="8105"/>
                    <a:pt x="3990" y="8105"/>
                  </a:cubicBezTo>
                  <a:cubicBezTo>
                    <a:pt x="4667" y="8105"/>
                    <a:pt x="5306" y="7930"/>
                    <a:pt x="5862" y="7624"/>
                  </a:cubicBezTo>
                  <a:cubicBezTo>
                    <a:pt x="3766" y="6777"/>
                    <a:pt x="2285" y="4723"/>
                    <a:pt x="2285" y="2323"/>
                  </a:cubicBezTo>
                  <a:cubicBezTo>
                    <a:pt x="2285" y="1496"/>
                    <a:pt x="2460" y="711"/>
                    <a:pt x="2777" y="1"/>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0"/>
            <p:cNvSpPr/>
            <p:nvPr/>
          </p:nvSpPr>
          <p:spPr>
            <a:xfrm>
              <a:off x="1326039" y="3613841"/>
              <a:ext cx="174161" cy="96983"/>
            </a:xfrm>
            <a:custGeom>
              <a:rect b="b" l="l" r="r" t="t"/>
              <a:pathLst>
                <a:path extrusionOk="0" h="3658" w="6569">
                  <a:moveTo>
                    <a:pt x="234" y="0"/>
                  </a:moveTo>
                  <a:lnTo>
                    <a:pt x="1" y="1586"/>
                  </a:lnTo>
                  <a:lnTo>
                    <a:pt x="500" y="3657"/>
                  </a:lnTo>
                  <a:lnTo>
                    <a:pt x="6069" y="3657"/>
                  </a:lnTo>
                  <a:lnTo>
                    <a:pt x="6568" y="1586"/>
                  </a:lnTo>
                  <a:lnTo>
                    <a:pt x="6338" y="0"/>
                  </a:lnTo>
                  <a:cubicBezTo>
                    <a:pt x="5486" y="654"/>
                    <a:pt x="4428" y="1040"/>
                    <a:pt x="3286" y="1040"/>
                  </a:cubicBezTo>
                  <a:cubicBezTo>
                    <a:pt x="2143" y="1040"/>
                    <a:pt x="1088" y="654"/>
                    <a:pt x="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0"/>
            <p:cNvSpPr/>
            <p:nvPr/>
          </p:nvSpPr>
          <p:spPr>
            <a:xfrm>
              <a:off x="1281312" y="3586427"/>
              <a:ext cx="52362" cy="88472"/>
            </a:xfrm>
            <a:custGeom>
              <a:rect b="b" l="l" r="r" t="t"/>
              <a:pathLst>
                <a:path extrusionOk="0" h="3337" w="1975">
                  <a:moveTo>
                    <a:pt x="1974" y="1"/>
                  </a:moveTo>
                  <a:cubicBezTo>
                    <a:pt x="1231" y="477"/>
                    <a:pt x="610" y="1123"/>
                    <a:pt x="164" y="1881"/>
                  </a:cubicBezTo>
                  <a:cubicBezTo>
                    <a:pt x="0" y="2163"/>
                    <a:pt x="109" y="2529"/>
                    <a:pt x="399" y="2675"/>
                  </a:cubicBezTo>
                  <a:cubicBezTo>
                    <a:pt x="925" y="2942"/>
                    <a:pt x="1451" y="3161"/>
                    <a:pt x="1974" y="3336"/>
                  </a:cubicBezTo>
                  <a:lnTo>
                    <a:pt x="19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0"/>
            <p:cNvSpPr/>
            <p:nvPr/>
          </p:nvSpPr>
          <p:spPr>
            <a:xfrm>
              <a:off x="1492643" y="3586427"/>
              <a:ext cx="52362" cy="88525"/>
            </a:xfrm>
            <a:custGeom>
              <a:rect b="b" l="l" r="r" t="t"/>
              <a:pathLst>
                <a:path extrusionOk="0" h="3339" w="1975">
                  <a:moveTo>
                    <a:pt x="0" y="1"/>
                  </a:moveTo>
                  <a:lnTo>
                    <a:pt x="0" y="3339"/>
                  </a:lnTo>
                  <a:cubicBezTo>
                    <a:pt x="524" y="3163"/>
                    <a:pt x="1049" y="2946"/>
                    <a:pt x="1575" y="2680"/>
                  </a:cubicBezTo>
                  <a:cubicBezTo>
                    <a:pt x="1866" y="2529"/>
                    <a:pt x="1974" y="2165"/>
                    <a:pt x="1808" y="1884"/>
                  </a:cubicBezTo>
                  <a:cubicBezTo>
                    <a:pt x="1364" y="1121"/>
                    <a:pt x="739" y="47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0"/>
            <p:cNvSpPr/>
            <p:nvPr/>
          </p:nvSpPr>
          <p:spPr>
            <a:xfrm>
              <a:off x="1327868" y="3682455"/>
              <a:ext cx="11427" cy="28368"/>
            </a:xfrm>
            <a:custGeom>
              <a:rect b="b" l="l" r="r" t="t"/>
              <a:pathLst>
                <a:path extrusionOk="0" h="1070" w="431">
                  <a:moveTo>
                    <a:pt x="216" y="0"/>
                  </a:moveTo>
                  <a:cubicBezTo>
                    <a:pt x="98" y="0"/>
                    <a:pt x="1" y="94"/>
                    <a:pt x="1" y="213"/>
                  </a:cubicBezTo>
                  <a:lnTo>
                    <a:pt x="1" y="1069"/>
                  </a:lnTo>
                  <a:lnTo>
                    <a:pt x="431" y="1069"/>
                  </a:lnTo>
                  <a:lnTo>
                    <a:pt x="431" y="213"/>
                  </a:lnTo>
                  <a:cubicBezTo>
                    <a:pt x="431" y="96"/>
                    <a:pt x="333"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0"/>
            <p:cNvSpPr/>
            <p:nvPr/>
          </p:nvSpPr>
          <p:spPr>
            <a:xfrm>
              <a:off x="1486864" y="3682455"/>
              <a:ext cx="11453" cy="28368"/>
            </a:xfrm>
            <a:custGeom>
              <a:rect b="b" l="l" r="r" t="t"/>
              <a:pathLst>
                <a:path extrusionOk="0" h="1070" w="432">
                  <a:moveTo>
                    <a:pt x="214" y="0"/>
                  </a:moveTo>
                  <a:cubicBezTo>
                    <a:pt x="99" y="0"/>
                    <a:pt x="1" y="94"/>
                    <a:pt x="1" y="213"/>
                  </a:cubicBezTo>
                  <a:lnTo>
                    <a:pt x="1" y="1069"/>
                  </a:lnTo>
                  <a:lnTo>
                    <a:pt x="431" y="1069"/>
                  </a:lnTo>
                  <a:lnTo>
                    <a:pt x="431" y="213"/>
                  </a:lnTo>
                  <a:cubicBezTo>
                    <a:pt x="431" y="96"/>
                    <a:pt x="336"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0"/>
            <p:cNvSpPr/>
            <p:nvPr/>
          </p:nvSpPr>
          <p:spPr>
            <a:xfrm>
              <a:off x="1316574" y="3655863"/>
              <a:ext cx="34148" cy="34148"/>
            </a:xfrm>
            <a:custGeom>
              <a:rect b="b" l="l" r="r" t="t"/>
              <a:pathLst>
                <a:path extrusionOk="0" h="1288" w="1288">
                  <a:moveTo>
                    <a:pt x="644" y="1"/>
                  </a:moveTo>
                  <a:cubicBezTo>
                    <a:pt x="289" y="1"/>
                    <a:pt x="1" y="289"/>
                    <a:pt x="1" y="644"/>
                  </a:cubicBezTo>
                  <a:cubicBezTo>
                    <a:pt x="1" y="999"/>
                    <a:pt x="289" y="1287"/>
                    <a:pt x="644" y="1287"/>
                  </a:cubicBezTo>
                  <a:cubicBezTo>
                    <a:pt x="999" y="1287"/>
                    <a:pt x="1287" y="999"/>
                    <a:pt x="1287" y="644"/>
                  </a:cubicBezTo>
                  <a:cubicBezTo>
                    <a:pt x="1287" y="289"/>
                    <a:pt x="999" y="1"/>
                    <a:pt x="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0"/>
            <p:cNvSpPr/>
            <p:nvPr/>
          </p:nvSpPr>
          <p:spPr>
            <a:xfrm>
              <a:off x="1475516" y="3655863"/>
              <a:ext cx="34148" cy="34148"/>
            </a:xfrm>
            <a:custGeom>
              <a:rect b="b" l="l" r="r" t="t"/>
              <a:pathLst>
                <a:path extrusionOk="0" h="1288" w="1288">
                  <a:moveTo>
                    <a:pt x="644" y="1"/>
                  </a:moveTo>
                  <a:cubicBezTo>
                    <a:pt x="289" y="1"/>
                    <a:pt x="1" y="289"/>
                    <a:pt x="1" y="644"/>
                  </a:cubicBezTo>
                  <a:cubicBezTo>
                    <a:pt x="1" y="999"/>
                    <a:pt x="289" y="1287"/>
                    <a:pt x="644" y="1287"/>
                  </a:cubicBezTo>
                  <a:cubicBezTo>
                    <a:pt x="1001" y="1287"/>
                    <a:pt x="1287" y="999"/>
                    <a:pt x="1287" y="644"/>
                  </a:cubicBezTo>
                  <a:cubicBezTo>
                    <a:pt x="1287" y="289"/>
                    <a:pt x="1001" y="1"/>
                    <a:pt x="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0"/>
            <p:cNvSpPr/>
            <p:nvPr/>
          </p:nvSpPr>
          <p:spPr>
            <a:xfrm>
              <a:off x="1378613" y="3367672"/>
              <a:ext cx="159685" cy="263349"/>
            </a:xfrm>
            <a:custGeom>
              <a:rect b="b" l="l" r="r" t="t"/>
              <a:pathLst>
                <a:path extrusionOk="0" h="9933" w="6023">
                  <a:moveTo>
                    <a:pt x="2722" y="1"/>
                  </a:moveTo>
                  <a:cubicBezTo>
                    <a:pt x="469" y="1174"/>
                    <a:pt x="1" y="3257"/>
                    <a:pt x="1314" y="5144"/>
                  </a:cubicBezTo>
                  <a:cubicBezTo>
                    <a:pt x="1378" y="5142"/>
                    <a:pt x="1445" y="5120"/>
                    <a:pt x="1498" y="5071"/>
                  </a:cubicBezTo>
                  <a:lnTo>
                    <a:pt x="1955" y="4667"/>
                  </a:lnTo>
                  <a:cubicBezTo>
                    <a:pt x="2132" y="4537"/>
                    <a:pt x="2188" y="4437"/>
                    <a:pt x="2165" y="4215"/>
                  </a:cubicBezTo>
                  <a:cubicBezTo>
                    <a:pt x="2165" y="3951"/>
                    <a:pt x="2345" y="3725"/>
                    <a:pt x="2600" y="3660"/>
                  </a:cubicBezTo>
                  <a:lnTo>
                    <a:pt x="3951" y="3330"/>
                  </a:lnTo>
                  <a:cubicBezTo>
                    <a:pt x="3997" y="3319"/>
                    <a:pt x="4044" y="3313"/>
                    <a:pt x="4089" y="3313"/>
                  </a:cubicBezTo>
                  <a:cubicBezTo>
                    <a:pt x="4396" y="3313"/>
                    <a:pt x="4658" y="3562"/>
                    <a:pt x="4658" y="3884"/>
                  </a:cubicBezTo>
                  <a:lnTo>
                    <a:pt x="4658" y="5759"/>
                  </a:lnTo>
                  <a:cubicBezTo>
                    <a:pt x="4658" y="5967"/>
                    <a:pt x="4543" y="6162"/>
                    <a:pt x="4361" y="6262"/>
                  </a:cubicBezTo>
                  <a:lnTo>
                    <a:pt x="3614" y="6668"/>
                  </a:lnTo>
                  <a:cubicBezTo>
                    <a:pt x="3339" y="6819"/>
                    <a:pt x="3166" y="7107"/>
                    <a:pt x="3166" y="7420"/>
                  </a:cubicBezTo>
                  <a:lnTo>
                    <a:pt x="3166" y="9361"/>
                  </a:lnTo>
                  <a:cubicBezTo>
                    <a:pt x="3166" y="9692"/>
                    <a:pt x="3440" y="9933"/>
                    <a:pt x="3739" y="9933"/>
                  </a:cubicBezTo>
                  <a:cubicBezTo>
                    <a:pt x="3831" y="9933"/>
                    <a:pt x="3924" y="9910"/>
                    <a:pt x="4013" y="9862"/>
                  </a:cubicBezTo>
                  <a:lnTo>
                    <a:pt x="5279" y="9172"/>
                  </a:lnTo>
                  <a:cubicBezTo>
                    <a:pt x="5736" y="8924"/>
                    <a:pt x="6022" y="8442"/>
                    <a:pt x="6022" y="7919"/>
                  </a:cubicBezTo>
                  <a:lnTo>
                    <a:pt x="6022" y="4177"/>
                  </a:lnTo>
                  <a:cubicBezTo>
                    <a:pt x="6022" y="2150"/>
                    <a:pt x="4616" y="451"/>
                    <a:pt x="27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0"/>
            <p:cNvSpPr/>
            <p:nvPr/>
          </p:nvSpPr>
          <p:spPr>
            <a:xfrm>
              <a:off x="1288417" y="3364782"/>
              <a:ext cx="162495" cy="266292"/>
            </a:xfrm>
            <a:custGeom>
              <a:rect b="b" l="l" r="r" t="t"/>
              <a:pathLst>
                <a:path extrusionOk="0" h="10044" w="6129">
                  <a:moveTo>
                    <a:pt x="4541" y="0"/>
                  </a:moveTo>
                  <a:cubicBezTo>
                    <a:pt x="4436" y="0"/>
                    <a:pt x="4328" y="1"/>
                    <a:pt x="4217" y="3"/>
                  </a:cubicBezTo>
                  <a:cubicBezTo>
                    <a:pt x="1884" y="41"/>
                    <a:pt x="0" y="1944"/>
                    <a:pt x="0" y="4288"/>
                  </a:cubicBezTo>
                  <a:lnTo>
                    <a:pt x="0" y="8030"/>
                  </a:lnTo>
                  <a:cubicBezTo>
                    <a:pt x="0" y="8551"/>
                    <a:pt x="282" y="9035"/>
                    <a:pt x="743" y="9283"/>
                  </a:cubicBezTo>
                  <a:lnTo>
                    <a:pt x="2010" y="9973"/>
                  </a:lnTo>
                  <a:cubicBezTo>
                    <a:pt x="2099" y="10022"/>
                    <a:pt x="2193" y="10044"/>
                    <a:pt x="2284" y="10044"/>
                  </a:cubicBezTo>
                  <a:cubicBezTo>
                    <a:pt x="2585" y="10044"/>
                    <a:pt x="2857" y="9803"/>
                    <a:pt x="2857" y="9472"/>
                  </a:cubicBezTo>
                  <a:lnTo>
                    <a:pt x="2857" y="7531"/>
                  </a:lnTo>
                  <a:cubicBezTo>
                    <a:pt x="2857" y="7218"/>
                    <a:pt x="2684" y="6930"/>
                    <a:pt x="2409" y="6779"/>
                  </a:cubicBezTo>
                  <a:lnTo>
                    <a:pt x="1662" y="6373"/>
                  </a:lnTo>
                  <a:cubicBezTo>
                    <a:pt x="1478" y="6273"/>
                    <a:pt x="1365" y="6078"/>
                    <a:pt x="1365" y="5872"/>
                  </a:cubicBezTo>
                  <a:lnTo>
                    <a:pt x="1365" y="3998"/>
                  </a:lnTo>
                  <a:cubicBezTo>
                    <a:pt x="1365" y="3674"/>
                    <a:pt x="1627" y="3426"/>
                    <a:pt x="1933" y="3426"/>
                  </a:cubicBezTo>
                  <a:cubicBezTo>
                    <a:pt x="1979" y="3426"/>
                    <a:pt x="2025" y="3432"/>
                    <a:pt x="2072" y="3443"/>
                  </a:cubicBezTo>
                  <a:lnTo>
                    <a:pt x="3423" y="3772"/>
                  </a:lnTo>
                  <a:cubicBezTo>
                    <a:pt x="3678" y="3834"/>
                    <a:pt x="3857" y="4064"/>
                    <a:pt x="3857" y="4326"/>
                  </a:cubicBezTo>
                  <a:cubicBezTo>
                    <a:pt x="3835" y="4548"/>
                    <a:pt x="3893" y="4646"/>
                    <a:pt x="4068" y="4779"/>
                  </a:cubicBezTo>
                  <a:lnTo>
                    <a:pt x="4525" y="5184"/>
                  </a:lnTo>
                  <a:cubicBezTo>
                    <a:pt x="4578" y="5231"/>
                    <a:pt x="4644" y="5256"/>
                    <a:pt x="4711" y="5256"/>
                  </a:cubicBezTo>
                  <a:cubicBezTo>
                    <a:pt x="4714" y="5256"/>
                    <a:pt x="4717" y="5256"/>
                    <a:pt x="4720" y="5255"/>
                  </a:cubicBezTo>
                  <a:cubicBezTo>
                    <a:pt x="4010" y="3435"/>
                    <a:pt x="4612" y="1365"/>
                    <a:pt x="6129" y="112"/>
                  </a:cubicBezTo>
                  <a:cubicBezTo>
                    <a:pt x="5868" y="52"/>
                    <a:pt x="5281" y="0"/>
                    <a:pt x="4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0"/>
            <p:cNvSpPr/>
            <p:nvPr/>
          </p:nvSpPr>
          <p:spPr>
            <a:xfrm>
              <a:off x="1368856" y="3334505"/>
              <a:ext cx="89109" cy="102895"/>
            </a:xfrm>
            <a:custGeom>
              <a:rect b="b" l="l" r="r" t="t"/>
              <a:pathLst>
                <a:path extrusionOk="0" h="3881" w="3361">
                  <a:moveTo>
                    <a:pt x="1679" y="1"/>
                  </a:moveTo>
                  <a:cubicBezTo>
                    <a:pt x="1290" y="1"/>
                    <a:pt x="902" y="114"/>
                    <a:pt x="564" y="340"/>
                  </a:cubicBezTo>
                  <a:lnTo>
                    <a:pt x="291" y="522"/>
                  </a:lnTo>
                  <a:cubicBezTo>
                    <a:pt x="94" y="653"/>
                    <a:pt x="1" y="888"/>
                    <a:pt x="49" y="1119"/>
                  </a:cubicBezTo>
                  <a:lnTo>
                    <a:pt x="555" y="3432"/>
                  </a:lnTo>
                  <a:cubicBezTo>
                    <a:pt x="611" y="3694"/>
                    <a:pt x="841" y="3880"/>
                    <a:pt x="1112" y="3880"/>
                  </a:cubicBezTo>
                  <a:lnTo>
                    <a:pt x="2247" y="3880"/>
                  </a:lnTo>
                  <a:cubicBezTo>
                    <a:pt x="2516" y="3880"/>
                    <a:pt x="2746" y="3694"/>
                    <a:pt x="2804" y="3432"/>
                  </a:cubicBezTo>
                  <a:lnTo>
                    <a:pt x="3310" y="1121"/>
                  </a:lnTo>
                  <a:cubicBezTo>
                    <a:pt x="3361" y="893"/>
                    <a:pt x="3263" y="653"/>
                    <a:pt x="3072" y="527"/>
                  </a:cubicBezTo>
                  <a:lnTo>
                    <a:pt x="2782" y="334"/>
                  </a:lnTo>
                  <a:cubicBezTo>
                    <a:pt x="2448" y="112"/>
                    <a:pt x="2063" y="1"/>
                    <a:pt x="1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0"/>
            <p:cNvSpPr/>
            <p:nvPr/>
          </p:nvSpPr>
          <p:spPr>
            <a:xfrm>
              <a:off x="1371508" y="3410092"/>
              <a:ext cx="83276" cy="30304"/>
            </a:xfrm>
            <a:custGeom>
              <a:rect b="b" l="l" r="r" t="t"/>
              <a:pathLst>
                <a:path extrusionOk="0" h="1143" w="3141">
                  <a:moveTo>
                    <a:pt x="284" y="0"/>
                  </a:moveTo>
                  <a:cubicBezTo>
                    <a:pt x="127" y="0"/>
                    <a:pt x="0" y="129"/>
                    <a:pt x="0" y="286"/>
                  </a:cubicBezTo>
                  <a:lnTo>
                    <a:pt x="0" y="856"/>
                  </a:lnTo>
                  <a:cubicBezTo>
                    <a:pt x="0" y="1016"/>
                    <a:pt x="127" y="1142"/>
                    <a:pt x="284" y="1142"/>
                  </a:cubicBezTo>
                  <a:lnTo>
                    <a:pt x="2855" y="1142"/>
                  </a:lnTo>
                  <a:cubicBezTo>
                    <a:pt x="3012" y="1142"/>
                    <a:pt x="3141" y="1016"/>
                    <a:pt x="3141" y="856"/>
                  </a:cubicBezTo>
                  <a:lnTo>
                    <a:pt x="3141" y="286"/>
                  </a:lnTo>
                  <a:cubicBezTo>
                    <a:pt x="3141" y="129"/>
                    <a:pt x="3012" y="0"/>
                    <a:pt x="28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0"/>
            <p:cNvSpPr/>
            <p:nvPr/>
          </p:nvSpPr>
          <p:spPr>
            <a:xfrm>
              <a:off x="1566189" y="3386019"/>
              <a:ext cx="65009" cy="241290"/>
            </a:xfrm>
            <a:custGeom>
              <a:rect b="b" l="l" r="r" t="t"/>
              <a:pathLst>
                <a:path extrusionOk="0" h="9101" w="2452">
                  <a:moveTo>
                    <a:pt x="1226" y="0"/>
                  </a:moveTo>
                  <a:cubicBezTo>
                    <a:pt x="1120" y="0"/>
                    <a:pt x="1015" y="57"/>
                    <a:pt x="964" y="172"/>
                  </a:cubicBezTo>
                  <a:lnTo>
                    <a:pt x="527" y="1163"/>
                  </a:lnTo>
                  <a:cubicBezTo>
                    <a:pt x="125" y="2079"/>
                    <a:pt x="1" y="3088"/>
                    <a:pt x="165" y="4075"/>
                  </a:cubicBezTo>
                  <a:lnTo>
                    <a:pt x="336" y="5107"/>
                  </a:lnTo>
                  <a:cubicBezTo>
                    <a:pt x="489" y="6020"/>
                    <a:pt x="491" y="6956"/>
                    <a:pt x="345" y="7870"/>
                  </a:cubicBezTo>
                  <a:lnTo>
                    <a:pt x="267" y="8356"/>
                  </a:lnTo>
                  <a:lnTo>
                    <a:pt x="1225" y="9101"/>
                  </a:lnTo>
                  <a:lnTo>
                    <a:pt x="2186" y="8356"/>
                  </a:lnTo>
                  <a:lnTo>
                    <a:pt x="2108" y="7870"/>
                  </a:lnTo>
                  <a:cubicBezTo>
                    <a:pt x="1962" y="6956"/>
                    <a:pt x="1964" y="6020"/>
                    <a:pt x="2117" y="5107"/>
                  </a:cubicBezTo>
                  <a:lnTo>
                    <a:pt x="2288" y="4075"/>
                  </a:lnTo>
                  <a:cubicBezTo>
                    <a:pt x="2452" y="3090"/>
                    <a:pt x="2328" y="2079"/>
                    <a:pt x="1924" y="1163"/>
                  </a:cubicBezTo>
                  <a:lnTo>
                    <a:pt x="1489" y="172"/>
                  </a:lnTo>
                  <a:cubicBezTo>
                    <a:pt x="1438" y="57"/>
                    <a:pt x="1332" y="0"/>
                    <a:pt x="12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0"/>
            <p:cNvSpPr/>
            <p:nvPr/>
          </p:nvSpPr>
          <p:spPr>
            <a:xfrm>
              <a:off x="1554789" y="3592604"/>
              <a:ext cx="87836" cy="44594"/>
            </a:xfrm>
            <a:custGeom>
              <a:rect b="b" l="l" r="r" t="t"/>
              <a:pathLst>
                <a:path extrusionOk="0" h="1682" w="3313">
                  <a:moveTo>
                    <a:pt x="407" y="0"/>
                  </a:moveTo>
                  <a:cubicBezTo>
                    <a:pt x="269" y="0"/>
                    <a:pt x="154" y="96"/>
                    <a:pt x="125" y="229"/>
                  </a:cubicBezTo>
                  <a:lnTo>
                    <a:pt x="43" y="621"/>
                  </a:lnTo>
                  <a:cubicBezTo>
                    <a:pt x="1" y="817"/>
                    <a:pt x="65" y="1018"/>
                    <a:pt x="209" y="1154"/>
                  </a:cubicBezTo>
                  <a:lnTo>
                    <a:pt x="602" y="1526"/>
                  </a:lnTo>
                  <a:cubicBezTo>
                    <a:pt x="708" y="1626"/>
                    <a:pt x="846" y="1682"/>
                    <a:pt x="994" y="1682"/>
                  </a:cubicBezTo>
                  <a:lnTo>
                    <a:pt x="2318" y="1682"/>
                  </a:lnTo>
                  <a:cubicBezTo>
                    <a:pt x="2463" y="1682"/>
                    <a:pt x="2605" y="1626"/>
                    <a:pt x="2709" y="1526"/>
                  </a:cubicBezTo>
                  <a:lnTo>
                    <a:pt x="3104" y="1154"/>
                  </a:lnTo>
                  <a:cubicBezTo>
                    <a:pt x="3248" y="1018"/>
                    <a:pt x="3312" y="817"/>
                    <a:pt x="3270" y="621"/>
                  </a:cubicBezTo>
                  <a:lnTo>
                    <a:pt x="3186" y="229"/>
                  </a:lnTo>
                  <a:cubicBezTo>
                    <a:pt x="3159" y="96"/>
                    <a:pt x="3041" y="0"/>
                    <a:pt x="2906" y="0"/>
                  </a:cubicBezTo>
                  <a:lnTo>
                    <a:pt x="2709" y="0"/>
                  </a:lnTo>
                  <a:cubicBezTo>
                    <a:pt x="2602" y="0"/>
                    <a:pt x="2502" y="63"/>
                    <a:pt x="2454" y="158"/>
                  </a:cubicBezTo>
                  <a:lnTo>
                    <a:pt x="2239" y="590"/>
                  </a:lnTo>
                  <a:cubicBezTo>
                    <a:pt x="2192" y="688"/>
                    <a:pt x="2092" y="750"/>
                    <a:pt x="1983" y="750"/>
                  </a:cubicBezTo>
                  <a:lnTo>
                    <a:pt x="1327" y="750"/>
                  </a:lnTo>
                  <a:cubicBezTo>
                    <a:pt x="1218" y="750"/>
                    <a:pt x="1118" y="688"/>
                    <a:pt x="1074" y="590"/>
                  </a:cubicBezTo>
                  <a:lnTo>
                    <a:pt x="857" y="158"/>
                  </a:lnTo>
                  <a:cubicBezTo>
                    <a:pt x="810" y="63"/>
                    <a:pt x="710" y="0"/>
                    <a:pt x="6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0"/>
            <p:cNvSpPr/>
            <p:nvPr/>
          </p:nvSpPr>
          <p:spPr>
            <a:xfrm>
              <a:off x="1560144" y="3665408"/>
              <a:ext cx="85476" cy="45416"/>
            </a:xfrm>
            <a:custGeom>
              <a:rect b="b" l="l" r="r" t="t"/>
              <a:pathLst>
                <a:path extrusionOk="0" h="1713" w="3224">
                  <a:moveTo>
                    <a:pt x="932" y="0"/>
                  </a:moveTo>
                  <a:cubicBezTo>
                    <a:pt x="0" y="577"/>
                    <a:pt x="378" y="1544"/>
                    <a:pt x="1373" y="1712"/>
                  </a:cubicBezTo>
                  <a:lnTo>
                    <a:pt x="2937" y="1712"/>
                  </a:lnTo>
                  <a:cubicBezTo>
                    <a:pt x="3094" y="1712"/>
                    <a:pt x="3223" y="1586"/>
                    <a:pt x="3223" y="1426"/>
                  </a:cubicBezTo>
                  <a:lnTo>
                    <a:pt x="3223" y="1142"/>
                  </a:lnTo>
                  <a:cubicBezTo>
                    <a:pt x="3223" y="513"/>
                    <a:pt x="2713" y="0"/>
                    <a:pt x="2079" y="0"/>
                  </a:cubicBezTo>
                  <a:close/>
                </a:path>
              </a:pathLst>
            </a:custGeom>
            <a:solidFill>
              <a:srgbClr val="FFD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0"/>
            <p:cNvSpPr/>
            <p:nvPr/>
          </p:nvSpPr>
          <p:spPr>
            <a:xfrm>
              <a:off x="1550971" y="3665408"/>
              <a:ext cx="45655" cy="45416"/>
            </a:xfrm>
            <a:custGeom>
              <a:rect b="b" l="l" r="r" t="t"/>
              <a:pathLst>
                <a:path extrusionOk="0" h="1713" w="1722">
                  <a:moveTo>
                    <a:pt x="1143" y="0"/>
                  </a:moveTo>
                  <a:cubicBezTo>
                    <a:pt x="513" y="0"/>
                    <a:pt x="1" y="510"/>
                    <a:pt x="1" y="1142"/>
                  </a:cubicBezTo>
                  <a:lnTo>
                    <a:pt x="1" y="1712"/>
                  </a:lnTo>
                  <a:lnTo>
                    <a:pt x="1722" y="1712"/>
                  </a:lnTo>
                  <a:cubicBezTo>
                    <a:pt x="1134" y="1477"/>
                    <a:pt x="830" y="501"/>
                    <a:pt x="1282" y="0"/>
                  </a:cubicBezTo>
                  <a:close/>
                </a:path>
              </a:pathLst>
            </a:custGeom>
            <a:solidFill>
              <a:srgbClr val="FFB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70"/>
          <p:cNvGrpSpPr/>
          <p:nvPr/>
        </p:nvGrpSpPr>
        <p:grpSpPr>
          <a:xfrm>
            <a:off x="1261004" y="2702686"/>
            <a:ext cx="396786" cy="376477"/>
            <a:chOff x="1261004" y="2702686"/>
            <a:chExt cx="396786" cy="376477"/>
          </a:xfrm>
        </p:grpSpPr>
        <p:sp>
          <p:nvSpPr>
            <p:cNvPr id="4458" name="Google Shape;4458;p70"/>
            <p:cNvSpPr/>
            <p:nvPr/>
          </p:nvSpPr>
          <p:spPr>
            <a:xfrm>
              <a:off x="1453723" y="2703163"/>
              <a:ext cx="11427" cy="359297"/>
            </a:xfrm>
            <a:custGeom>
              <a:rect b="b" l="l" r="r" t="t"/>
              <a:pathLst>
                <a:path extrusionOk="0" h="13552" w="431">
                  <a:moveTo>
                    <a:pt x="215" y="0"/>
                  </a:moveTo>
                  <a:cubicBezTo>
                    <a:pt x="95" y="0"/>
                    <a:pt x="0" y="96"/>
                    <a:pt x="0" y="213"/>
                  </a:cubicBezTo>
                  <a:lnTo>
                    <a:pt x="0" y="13339"/>
                  </a:lnTo>
                  <a:cubicBezTo>
                    <a:pt x="0" y="13456"/>
                    <a:pt x="98" y="13552"/>
                    <a:pt x="215" y="13552"/>
                  </a:cubicBezTo>
                  <a:cubicBezTo>
                    <a:pt x="331" y="13552"/>
                    <a:pt x="428" y="13454"/>
                    <a:pt x="428" y="13339"/>
                  </a:cubicBezTo>
                  <a:lnTo>
                    <a:pt x="428" y="213"/>
                  </a:lnTo>
                  <a:cubicBezTo>
                    <a:pt x="430" y="93"/>
                    <a:pt x="333" y="0"/>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0"/>
            <p:cNvSpPr/>
            <p:nvPr/>
          </p:nvSpPr>
          <p:spPr>
            <a:xfrm>
              <a:off x="1484000" y="2710746"/>
              <a:ext cx="11427" cy="359297"/>
            </a:xfrm>
            <a:custGeom>
              <a:rect b="b" l="l" r="r" t="t"/>
              <a:pathLst>
                <a:path extrusionOk="0" h="13552" w="431">
                  <a:moveTo>
                    <a:pt x="213" y="0"/>
                  </a:moveTo>
                  <a:cubicBezTo>
                    <a:pt x="96" y="0"/>
                    <a:pt x="0" y="96"/>
                    <a:pt x="0" y="213"/>
                  </a:cubicBezTo>
                  <a:lnTo>
                    <a:pt x="0" y="13337"/>
                  </a:lnTo>
                  <a:cubicBezTo>
                    <a:pt x="0" y="13456"/>
                    <a:pt x="98" y="13552"/>
                    <a:pt x="213" y="13552"/>
                  </a:cubicBezTo>
                  <a:cubicBezTo>
                    <a:pt x="331" y="13552"/>
                    <a:pt x="428" y="13454"/>
                    <a:pt x="428" y="13337"/>
                  </a:cubicBezTo>
                  <a:lnTo>
                    <a:pt x="428" y="213"/>
                  </a:lnTo>
                  <a:cubicBezTo>
                    <a:pt x="431" y="93"/>
                    <a:pt x="333" y="0"/>
                    <a:pt x="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0"/>
            <p:cNvSpPr/>
            <p:nvPr/>
          </p:nvSpPr>
          <p:spPr>
            <a:xfrm>
              <a:off x="1423419" y="2710746"/>
              <a:ext cx="11374" cy="359297"/>
            </a:xfrm>
            <a:custGeom>
              <a:rect b="b" l="l" r="r" t="t"/>
              <a:pathLst>
                <a:path extrusionOk="0" h="13552" w="429">
                  <a:moveTo>
                    <a:pt x="216" y="0"/>
                  </a:moveTo>
                  <a:cubicBezTo>
                    <a:pt x="96" y="0"/>
                    <a:pt x="1" y="96"/>
                    <a:pt x="1" y="213"/>
                  </a:cubicBezTo>
                  <a:lnTo>
                    <a:pt x="1" y="13337"/>
                  </a:lnTo>
                  <a:cubicBezTo>
                    <a:pt x="1" y="13456"/>
                    <a:pt x="98" y="13552"/>
                    <a:pt x="216" y="13552"/>
                  </a:cubicBezTo>
                  <a:cubicBezTo>
                    <a:pt x="331" y="13552"/>
                    <a:pt x="429" y="13454"/>
                    <a:pt x="429" y="13337"/>
                  </a:cubicBezTo>
                  <a:lnTo>
                    <a:pt x="429" y="213"/>
                  </a:lnTo>
                  <a:cubicBezTo>
                    <a:pt x="429" y="93"/>
                    <a:pt x="334" y="0"/>
                    <a:pt x="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0"/>
            <p:cNvSpPr/>
            <p:nvPr/>
          </p:nvSpPr>
          <p:spPr>
            <a:xfrm>
              <a:off x="1514277" y="2718275"/>
              <a:ext cx="11427" cy="344185"/>
            </a:xfrm>
            <a:custGeom>
              <a:rect b="b" l="l" r="r" t="t"/>
              <a:pathLst>
                <a:path extrusionOk="0" h="12982" w="431">
                  <a:moveTo>
                    <a:pt x="216" y="0"/>
                  </a:moveTo>
                  <a:cubicBezTo>
                    <a:pt x="96" y="0"/>
                    <a:pt x="1" y="98"/>
                    <a:pt x="1" y="215"/>
                  </a:cubicBezTo>
                  <a:lnTo>
                    <a:pt x="1" y="12769"/>
                  </a:lnTo>
                  <a:cubicBezTo>
                    <a:pt x="1" y="12886"/>
                    <a:pt x="98" y="12982"/>
                    <a:pt x="216" y="12982"/>
                  </a:cubicBezTo>
                  <a:cubicBezTo>
                    <a:pt x="331" y="12982"/>
                    <a:pt x="429" y="12884"/>
                    <a:pt x="429" y="12769"/>
                  </a:cubicBezTo>
                  <a:lnTo>
                    <a:pt x="429" y="215"/>
                  </a:lnTo>
                  <a:cubicBezTo>
                    <a:pt x="431" y="96"/>
                    <a:pt x="333" y="0"/>
                    <a:pt x="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0"/>
            <p:cNvSpPr/>
            <p:nvPr/>
          </p:nvSpPr>
          <p:spPr>
            <a:xfrm>
              <a:off x="1393142" y="2718275"/>
              <a:ext cx="11374" cy="344185"/>
            </a:xfrm>
            <a:custGeom>
              <a:rect b="b" l="l" r="r" t="t"/>
              <a:pathLst>
                <a:path extrusionOk="0" h="12982" w="429">
                  <a:moveTo>
                    <a:pt x="216" y="0"/>
                  </a:moveTo>
                  <a:cubicBezTo>
                    <a:pt x="96" y="0"/>
                    <a:pt x="1" y="98"/>
                    <a:pt x="1" y="215"/>
                  </a:cubicBezTo>
                  <a:lnTo>
                    <a:pt x="1" y="12769"/>
                  </a:lnTo>
                  <a:cubicBezTo>
                    <a:pt x="1" y="12886"/>
                    <a:pt x="98" y="12982"/>
                    <a:pt x="216" y="12982"/>
                  </a:cubicBezTo>
                  <a:cubicBezTo>
                    <a:pt x="331" y="12982"/>
                    <a:pt x="429" y="12884"/>
                    <a:pt x="429" y="12769"/>
                  </a:cubicBezTo>
                  <a:lnTo>
                    <a:pt x="429" y="215"/>
                  </a:lnTo>
                  <a:cubicBezTo>
                    <a:pt x="429" y="96"/>
                    <a:pt x="333" y="0"/>
                    <a:pt x="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0"/>
            <p:cNvSpPr/>
            <p:nvPr/>
          </p:nvSpPr>
          <p:spPr>
            <a:xfrm>
              <a:off x="1433547" y="2960043"/>
              <a:ext cx="177369" cy="46980"/>
            </a:xfrm>
            <a:custGeom>
              <a:rect b="b" l="l" r="r" t="t"/>
              <a:pathLst>
                <a:path extrusionOk="0" h="1772" w="6690">
                  <a:moveTo>
                    <a:pt x="1002" y="1"/>
                  </a:moveTo>
                  <a:cubicBezTo>
                    <a:pt x="925" y="1"/>
                    <a:pt x="847" y="1"/>
                    <a:pt x="770" y="1"/>
                  </a:cubicBezTo>
                  <a:cubicBezTo>
                    <a:pt x="688" y="50"/>
                    <a:pt x="0" y="1478"/>
                    <a:pt x="2143" y="1771"/>
                  </a:cubicBezTo>
                  <a:cubicBezTo>
                    <a:pt x="3183" y="1747"/>
                    <a:pt x="4221" y="1691"/>
                    <a:pt x="5261" y="1605"/>
                  </a:cubicBezTo>
                  <a:cubicBezTo>
                    <a:pt x="6690" y="1128"/>
                    <a:pt x="6690" y="651"/>
                    <a:pt x="5261" y="179"/>
                  </a:cubicBezTo>
                  <a:cubicBezTo>
                    <a:pt x="3841" y="59"/>
                    <a:pt x="2422" y="1"/>
                    <a:pt x="10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0"/>
            <p:cNvSpPr/>
            <p:nvPr/>
          </p:nvSpPr>
          <p:spPr>
            <a:xfrm>
              <a:off x="1308010" y="2959937"/>
              <a:ext cx="182353" cy="47378"/>
            </a:xfrm>
            <a:custGeom>
              <a:rect b="b" l="l" r="r" t="t"/>
              <a:pathLst>
                <a:path extrusionOk="0" h="1787" w="6878">
                  <a:moveTo>
                    <a:pt x="5505" y="1"/>
                  </a:moveTo>
                  <a:lnTo>
                    <a:pt x="5505" y="1"/>
                  </a:lnTo>
                  <a:cubicBezTo>
                    <a:pt x="4148" y="8"/>
                    <a:pt x="2786" y="65"/>
                    <a:pt x="1426" y="178"/>
                  </a:cubicBezTo>
                  <a:cubicBezTo>
                    <a:pt x="0" y="655"/>
                    <a:pt x="0" y="1130"/>
                    <a:pt x="1426" y="1607"/>
                  </a:cubicBezTo>
                  <a:cubicBezTo>
                    <a:pt x="2850" y="1727"/>
                    <a:pt x="4276" y="1787"/>
                    <a:pt x="5701" y="1787"/>
                  </a:cubicBezTo>
                  <a:cubicBezTo>
                    <a:pt x="6093" y="1787"/>
                    <a:pt x="6486" y="1782"/>
                    <a:pt x="6878" y="1773"/>
                  </a:cubicBezTo>
                  <a:cubicBezTo>
                    <a:pt x="6046" y="1414"/>
                    <a:pt x="5501" y="806"/>
                    <a:pt x="5501" y="118"/>
                  </a:cubicBezTo>
                  <a:cubicBezTo>
                    <a:pt x="5501" y="78"/>
                    <a:pt x="5503" y="41"/>
                    <a:pt x="5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0"/>
            <p:cNvSpPr/>
            <p:nvPr/>
          </p:nvSpPr>
          <p:spPr>
            <a:xfrm>
              <a:off x="1434899" y="2736542"/>
              <a:ext cx="176016" cy="26513"/>
            </a:xfrm>
            <a:custGeom>
              <a:rect b="b" l="l" r="r" t="t"/>
              <a:pathLst>
                <a:path extrusionOk="0" h="1000" w="6639">
                  <a:moveTo>
                    <a:pt x="333" y="1"/>
                  </a:moveTo>
                  <a:cubicBezTo>
                    <a:pt x="147" y="161"/>
                    <a:pt x="0" y="207"/>
                    <a:pt x="0" y="311"/>
                  </a:cubicBezTo>
                  <a:cubicBezTo>
                    <a:pt x="0" y="555"/>
                    <a:pt x="74" y="766"/>
                    <a:pt x="528" y="999"/>
                  </a:cubicBezTo>
                  <a:lnTo>
                    <a:pt x="6639" y="999"/>
                  </a:lnTo>
                  <a:lnTo>
                    <a:pt x="66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0"/>
            <p:cNvSpPr/>
            <p:nvPr/>
          </p:nvSpPr>
          <p:spPr>
            <a:xfrm>
              <a:off x="1308010" y="2736436"/>
              <a:ext cx="140914" cy="26539"/>
            </a:xfrm>
            <a:custGeom>
              <a:rect b="b" l="l" r="r" t="t"/>
              <a:pathLst>
                <a:path extrusionOk="0" h="1001" w="5315">
                  <a:moveTo>
                    <a:pt x="0" y="1"/>
                  </a:moveTo>
                  <a:lnTo>
                    <a:pt x="0" y="1001"/>
                  </a:lnTo>
                  <a:lnTo>
                    <a:pt x="5314" y="1001"/>
                  </a:lnTo>
                  <a:cubicBezTo>
                    <a:pt x="5159" y="790"/>
                    <a:pt x="5072" y="557"/>
                    <a:pt x="5075" y="311"/>
                  </a:cubicBezTo>
                  <a:cubicBezTo>
                    <a:pt x="5075" y="207"/>
                    <a:pt x="5092" y="100"/>
                    <a:pt x="5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0"/>
            <p:cNvSpPr/>
            <p:nvPr/>
          </p:nvSpPr>
          <p:spPr>
            <a:xfrm>
              <a:off x="1423366" y="2702686"/>
              <a:ext cx="234424" cy="373959"/>
            </a:xfrm>
            <a:custGeom>
              <a:rect b="b" l="l" r="r" t="t"/>
              <a:pathLst>
                <a:path extrusionOk="0" h="14105" w="8842">
                  <a:moveTo>
                    <a:pt x="6677" y="0"/>
                  </a:moveTo>
                  <a:cubicBezTo>
                    <a:pt x="5690" y="0"/>
                    <a:pt x="4891" y="799"/>
                    <a:pt x="4891" y="1786"/>
                  </a:cubicBezTo>
                  <a:cubicBezTo>
                    <a:pt x="4891" y="2702"/>
                    <a:pt x="5492" y="4478"/>
                    <a:pt x="5987" y="6122"/>
                  </a:cubicBezTo>
                  <a:cubicBezTo>
                    <a:pt x="6359" y="7584"/>
                    <a:pt x="5825" y="9169"/>
                    <a:pt x="4612" y="10103"/>
                  </a:cubicBezTo>
                  <a:cubicBezTo>
                    <a:pt x="3680" y="10822"/>
                    <a:pt x="2538" y="11212"/>
                    <a:pt x="1362" y="11212"/>
                  </a:cubicBezTo>
                  <a:lnTo>
                    <a:pt x="1247" y="11212"/>
                  </a:lnTo>
                  <a:cubicBezTo>
                    <a:pt x="526" y="11809"/>
                    <a:pt x="1" y="12192"/>
                    <a:pt x="220" y="12698"/>
                  </a:cubicBezTo>
                  <a:cubicBezTo>
                    <a:pt x="458" y="13246"/>
                    <a:pt x="1223" y="13949"/>
                    <a:pt x="2598" y="14104"/>
                  </a:cubicBezTo>
                  <a:cubicBezTo>
                    <a:pt x="3177" y="14015"/>
                    <a:pt x="3747" y="13867"/>
                    <a:pt x="4292" y="13658"/>
                  </a:cubicBezTo>
                  <a:cubicBezTo>
                    <a:pt x="5217" y="13304"/>
                    <a:pt x="6084" y="12780"/>
                    <a:pt x="6834" y="12106"/>
                  </a:cubicBezTo>
                  <a:cubicBezTo>
                    <a:pt x="8316" y="10784"/>
                    <a:pt x="8841" y="8690"/>
                    <a:pt x="8171" y="6818"/>
                  </a:cubicBezTo>
                  <a:cubicBezTo>
                    <a:pt x="7431" y="4762"/>
                    <a:pt x="6934" y="3853"/>
                    <a:pt x="6612" y="2777"/>
                  </a:cubicBezTo>
                  <a:lnTo>
                    <a:pt x="6612" y="2777"/>
                  </a:lnTo>
                  <a:cubicBezTo>
                    <a:pt x="6801" y="2901"/>
                    <a:pt x="7029" y="2977"/>
                    <a:pt x="7273" y="2977"/>
                  </a:cubicBezTo>
                  <a:cubicBezTo>
                    <a:pt x="7930" y="2977"/>
                    <a:pt x="8462" y="2442"/>
                    <a:pt x="8462" y="1786"/>
                  </a:cubicBezTo>
                  <a:cubicBezTo>
                    <a:pt x="8462" y="799"/>
                    <a:pt x="7664" y="0"/>
                    <a:pt x="6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0"/>
            <p:cNvSpPr/>
            <p:nvPr/>
          </p:nvSpPr>
          <p:spPr>
            <a:xfrm>
              <a:off x="1261004" y="2702792"/>
              <a:ext cx="231189" cy="376371"/>
            </a:xfrm>
            <a:custGeom>
              <a:rect b="b" l="l" r="r" t="t"/>
              <a:pathLst>
                <a:path extrusionOk="0" h="14196" w="8720">
                  <a:moveTo>
                    <a:pt x="2175" y="1"/>
                  </a:moveTo>
                  <a:cubicBezTo>
                    <a:pt x="1188" y="1"/>
                    <a:pt x="389" y="799"/>
                    <a:pt x="389" y="1786"/>
                  </a:cubicBezTo>
                  <a:cubicBezTo>
                    <a:pt x="389" y="2443"/>
                    <a:pt x="921" y="2975"/>
                    <a:pt x="1578" y="2975"/>
                  </a:cubicBezTo>
                  <a:cubicBezTo>
                    <a:pt x="1822" y="2975"/>
                    <a:pt x="2050" y="2902"/>
                    <a:pt x="2239" y="2776"/>
                  </a:cubicBezTo>
                  <a:lnTo>
                    <a:pt x="2239" y="2776"/>
                  </a:lnTo>
                  <a:cubicBezTo>
                    <a:pt x="1908" y="3851"/>
                    <a:pt x="1412" y="4761"/>
                    <a:pt x="675" y="6814"/>
                  </a:cubicBezTo>
                  <a:cubicBezTo>
                    <a:pt x="1" y="8684"/>
                    <a:pt x="531" y="10776"/>
                    <a:pt x="2010" y="12102"/>
                  </a:cubicBezTo>
                  <a:cubicBezTo>
                    <a:pt x="3516" y="13448"/>
                    <a:pt x="5466" y="14196"/>
                    <a:pt x="7484" y="14196"/>
                  </a:cubicBezTo>
                  <a:cubicBezTo>
                    <a:pt x="7899" y="14196"/>
                    <a:pt x="8311" y="14162"/>
                    <a:pt x="8720" y="14100"/>
                  </a:cubicBezTo>
                  <a:cubicBezTo>
                    <a:pt x="8132" y="13814"/>
                    <a:pt x="7688" y="13397"/>
                    <a:pt x="7455" y="12849"/>
                  </a:cubicBezTo>
                  <a:cubicBezTo>
                    <a:pt x="7236" y="12346"/>
                    <a:pt x="7220" y="11782"/>
                    <a:pt x="7373" y="11208"/>
                  </a:cubicBezTo>
                  <a:cubicBezTo>
                    <a:pt x="6236" y="11184"/>
                    <a:pt x="5138" y="10796"/>
                    <a:pt x="4237" y="10099"/>
                  </a:cubicBezTo>
                  <a:cubicBezTo>
                    <a:pt x="3020" y="9165"/>
                    <a:pt x="2487" y="7580"/>
                    <a:pt x="2862" y="6118"/>
                  </a:cubicBezTo>
                  <a:cubicBezTo>
                    <a:pt x="3354" y="4474"/>
                    <a:pt x="3958" y="2698"/>
                    <a:pt x="3958" y="1782"/>
                  </a:cubicBezTo>
                  <a:cubicBezTo>
                    <a:pt x="3958" y="1290"/>
                    <a:pt x="3758" y="846"/>
                    <a:pt x="3437" y="522"/>
                  </a:cubicBezTo>
                  <a:cubicBezTo>
                    <a:pt x="3115" y="201"/>
                    <a:pt x="2667" y="1"/>
                    <a:pt x="2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70"/>
          <p:cNvGrpSpPr/>
          <p:nvPr/>
        </p:nvGrpSpPr>
        <p:grpSpPr>
          <a:xfrm>
            <a:off x="1271317" y="2076567"/>
            <a:ext cx="376292" cy="365289"/>
            <a:chOff x="1271317" y="2076567"/>
            <a:chExt cx="376292" cy="365289"/>
          </a:xfrm>
        </p:grpSpPr>
        <p:sp>
          <p:nvSpPr>
            <p:cNvPr id="4470" name="Google Shape;4470;p70"/>
            <p:cNvSpPr/>
            <p:nvPr/>
          </p:nvSpPr>
          <p:spPr>
            <a:xfrm>
              <a:off x="1338394" y="2076567"/>
              <a:ext cx="242006" cy="44117"/>
            </a:xfrm>
            <a:custGeom>
              <a:rect b="b" l="l" r="r" t="t"/>
              <a:pathLst>
                <a:path extrusionOk="0" h="1664" w="9128">
                  <a:moveTo>
                    <a:pt x="342" y="0"/>
                  </a:moveTo>
                  <a:cubicBezTo>
                    <a:pt x="136" y="0"/>
                    <a:pt x="1" y="215"/>
                    <a:pt x="89" y="402"/>
                  </a:cubicBezTo>
                  <a:lnTo>
                    <a:pt x="444" y="1109"/>
                  </a:lnTo>
                  <a:lnTo>
                    <a:pt x="4561" y="1664"/>
                  </a:lnTo>
                  <a:lnTo>
                    <a:pt x="8679" y="1109"/>
                  </a:lnTo>
                  <a:lnTo>
                    <a:pt x="9034" y="402"/>
                  </a:lnTo>
                  <a:cubicBezTo>
                    <a:pt x="9127" y="215"/>
                    <a:pt x="8992" y="0"/>
                    <a:pt x="8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0"/>
            <p:cNvSpPr/>
            <p:nvPr/>
          </p:nvSpPr>
          <p:spPr>
            <a:xfrm>
              <a:off x="1393274" y="2147832"/>
              <a:ext cx="180073" cy="294024"/>
            </a:xfrm>
            <a:custGeom>
              <a:rect b="b" l="l" r="r" t="t"/>
              <a:pathLst>
                <a:path extrusionOk="0" h="11090" w="6792">
                  <a:moveTo>
                    <a:pt x="1712" y="0"/>
                  </a:moveTo>
                  <a:cubicBezTo>
                    <a:pt x="692" y="1078"/>
                    <a:pt x="0" y="2486"/>
                    <a:pt x="0" y="3873"/>
                  </a:cubicBezTo>
                  <a:cubicBezTo>
                    <a:pt x="0" y="6820"/>
                    <a:pt x="1510" y="9704"/>
                    <a:pt x="4196" y="11090"/>
                  </a:cubicBezTo>
                  <a:lnTo>
                    <a:pt x="4296" y="11090"/>
                  </a:lnTo>
                  <a:lnTo>
                    <a:pt x="4990" y="10813"/>
                  </a:lnTo>
                  <a:lnTo>
                    <a:pt x="5682" y="11090"/>
                  </a:lnTo>
                  <a:lnTo>
                    <a:pt x="6237" y="11090"/>
                  </a:lnTo>
                  <a:cubicBezTo>
                    <a:pt x="6543" y="11090"/>
                    <a:pt x="6791" y="10844"/>
                    <a:pt x="6791" y="10535"/>
                  </a:cubicBezTo>
                  <a:lnTo>
                    <a:pt x="67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0"/>
            <p:cNvSpPr/>
            <p:nvPr/>
          </p:nvSpPr>
          <p:spPr>
            <a:xfrm>
              <a:off x="1345446" y="2147832"/>
              <a:ext cx="159102" cy="294024"/>
            </a:xfrm>
            <a:custGeom>
              <a:rect b="b" l="l" r="r" t="t"/>
              <a:pathLst>
                <a:path extrusionOk="0" h="11090" w="6001">
                  <a:moveTo>
                    <a:pt x="1" y="0"/>
                  </a:moveTo>
                  <a:lnTo>
                    <a:pt x="1" y="10535"/>
                  </a:lnTo>
                  <a:cubicBezTo>
                    <a:pt x="1" y="10844"/>
                    <a:pt x="249" y="11090"/>
                    <a:pt x="555" y="11090"/>
                  </a:cubicBezTo>
                  <a:lnTo>
                    <a:pt x="1110" y="11090"/>
                  </a:lnTo>
                  <a:lnTo>
                    <a:pt x="1802" y="10813"/>
                  </a:lnTo>
                  <a:lnTo>
                    <a:pt x="2496" y="11090"/>
                  </a:lnTo>
                  <a:lnTo>
                    <a:pt x="3605" y="11090"/>
                  </a:lnTo>
                  <a:lnTo>
                    <a:pt x="4297" y="10813"/>
                  </a:lnTo>
                  <a:lnTo>
                    <a:pt x="4991" y="11090"/>
                  </a:lnTo>
                  <a:lnTo>
                    <a:pt x="6000" y="11090"/>
                  </a:lnTo>
                  <a:cubicBezTo>
                    <a:pt x="4011" y="9437"/>
                    <a:pt x="2722" y="6820"/>
                    <a:pt x="2722" y="3873"/>
                  </a:cubicBezTo>
                  <a:cubicBezTo>
                    <a:pt x="2722" y="2486"/>
                    <a:pt x="3008" y="1176"/>
                    <a:pt x="3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0"/>
            <p:cNvSpPr/>
            <p:nvPr/>
          </p:nvSpPr>
          <p:spPr>
            <a:xfrm>
              <a:off x="1507172" y="2245610"/>
              <a:ext cx="36773" cy="196246"/>
            </a:xfrm>
            <a:custGeom>
              <a:rect b="b" l="l" r="r" t="t"/>
              <a:pathLst>
                <a:path extrusionOk="0" h="7402" w="1387">
                  <a:moveTo>
                    <a:pt x="694" y="1"/>
                  </a:moveTo>
                  <a:cubicBezTo>
                    <a:pt x="311" y="1"/>
                    <a:pt x="0" y="311"/>
                    <a:pt x="0" y="693"/>
                  </a:cubicBezTo>
                  <a:lnTo>
                    <a:pt x="0" y="7402"/>
                  </a:lnTo>
                  <a:lnTo>
                    <a:pt x="1386" y="7402"/>
                  </a:lnTo>
                  <a:lnTo>
                    <a:pt x="1386" y="693"/>
                  </a:lnTo>
                  <a:cubicBezTo>
                    <a:pt x="1386" y="311"/>
                    <a:pt x="1076" y="1"/>
                    <a:pt x="6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0"/>
            <p:cNvSpPr/>
            <p:nvPr/>
          </p:nvSpPr>
          <p:spPr>
            <a:xfrm>
              <a:off x="1374848" y="2245610"/>
              <a:ext cx="36799" cy="196246"/>
            </a:xfrm>
            <a:custGeom>
              <a:rect b="b" l="l" r="r" t="t"/>
              <a:pathLst>
                <a:path extrusionOk="0" h="7402" w="1388">
                  <a:moveTo>
                    <a:pt x="695" y="1"/>
                  </a:moveTo>
                  <a:cubicBezTo>
                    <a:pt x="311" y="1"/>
                    <a:pt x="1" y="311"/>
                    <a:pt x="1" y="693"/>
                  </a:cubicBezTo>
                  <a:lnTo>
                    <a:pt x="1" y="7402"/>
                  </a:lnTo>
                  <a:lnTo>
                    <a:pt x="1387" y="7402"/>
                  </a:lnTo>
                  <a:lnTo>
                    <a:pt x="1387" y="693"/>
                  </a:lnTo>
                  <a:cubicBezTo>
                    <a:pt x="1387" y="311"/>
                    <a:pt x="1077" y="1"/>
                    <a:pt x="6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0"/>
            <p:cNvSpPr/>
            <p:nvPr/>
          </p:nvSpPr>
          <p:spPr>
            <a:xfrm>
              <a:off x="1440997" y="2245610"/>
              <a:ext cx="36799" cy="171748"/>
            </a:xfrm>
            <a:custGeom>
              <a:rect b="b" l="l" r="r" t="t"/>
              <a:pathLst>
                <a:path extrusionOk="0" h="6478" w="1388">
                  <a:moveTo>
                    <a:pt x="695" y="1"/>
                  </a:moveTo>
                  <a:cubicBezTo>
                    <a:pt x="502" y="1"/>
                    <a:pt x="329" y="78"/>
                    <a:pt x="203" y="202"/>
                  </a:cubicBezTo>
                  <a:cubicBezTo>
                    <a:pt x="79" y="327"/>
                    <a:pt x="1" y="502"/>
                    <a:pt x="1" y="693"/>
                  </a:cubicBezTo>
                  <a:lnTo>
                    <a:pt x="1" y="4259"/>
                  </a:lnTo>
                  <a:cubicBezTo>
                    <a:pt x="135" y="5622"/>
                    <a:pt x="468" y="6477"/>
                    <a:pt x="1078" y="6477"/>
                  </a:cubicBezTo>
                  <a:cubicBezTo>
                    <a:pt x="1174" y="6477"/>
                    <a:pt x="1277" y="6456"/>
                    <a:pt x="1387" y="6413"/>
                  </a:cubicBezTo>
                  <a:lnTo>
                    <a:pt x="1387" y="693"/>
                  </a:lnTo>
                  <a:cubicBezTo>
                    <a:pt x="1387" y="311"/>
                    <a:pt x="1077" y="1"/>
                    <a:pt x="6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0"/>
            <p:cNvSpPr/>
            <p:nvPr/>
          </p:nvSpPr>
          <p:spPr>
            <a:xfrm>
              <a:off x="1440997" y="2358501"/>
              <a:ext cx="36799" cy="83355"/>
            </a:xfrm>
            <a:custGeom>
              <a:rect b="b" l="l" r="r" t="t"/>
              <a:pathLst>
                <a:path extrusionOk="0" h="3144" w="1388">
                  <a:moveTo>
                    <a:pt x="1" y="1"/>
                  </a:moveTo>
                  <a:lnTo>
                    <a:pt x="1" y="3144"/>
                  </a:lnTo>
                  <a:lnTo>
                    <a:pt x="1387" y="3144"/>
                  </a:lnTo>
                  <a:lnTo>
                    <a:pt x="1387" y="2155"/>
                  </a:lnTo>
                  <a:cubicBezTo>
                    <a:pt x="835" y="1516"/>
                    <a:pt x="367" y="79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0"/>
            <p:cNvSpPr/>
            <p:nvPr/>
          </p:nvSpPr>
          <p:spPr>
            <a:xfrm>
              <a:off x="1400910" y="2106022"/>
              <a:ext cx="241184" cy="132324"/>
            </a:xfrm>
            <a:custGeom>
              <a:rect b="b" l="l" r="r" t="t"/>
              <a:pathLst>
                <a:path extrusionOk="0" h="4991" w="9097">
                  <a:moveTo>
                    <a:pt x="6370" y="0"/>
                  </a:moveTo>
                  <a:cubicBezTo>
                    <a:pt x="6368" y="0"/>
                    <a:pt x="6367" y="0"/>
                    <a:pt x="6366" y="0"/>
                  </a:cubicBezTo>
                  <a:lnTo>
                    <a:pt x="1542" y="0"/>
                  </a:lnTo>
                  <a:cubicBezTo>
                    <a:pt x="859" y="555"/>
                    <a:pt x="0" y="892"/>
                    <a:pt x="0" y="1378"/>
                  </a:cubicBezTo>
                  <a:cubicBezTo>
                    <a:pt x="0" y="2209"/>
                    <a:pt x="577" y="3006"/>
                    <a:pt x="2189" y="3604"/>
                  </a:cubicBezTo>
                  <a:lnTo>
                    <a:pt x="4886" y="3604"/>
                  </a:lnTo>
                  <a:cubicBezTo>
                    <a:pt x="5206" y="4416"/>
                    <a:pt x="5989" y="4991"/>
                    <a:pt x="6911" y="4991"/>
                  </a:cubicBezTo>
                  <a:cubicBezTo>
                    <a:pt x="8118" y="4991"/>
                    <a:pt x="9096" y="4012"/>
                    <a:pt x="9096" y="2806"/>
                  </a:cubicBezTo>
                  <a:cubicBezTo>
                    <a:pt x="9096" y="1419"/>
                    <a:pt x="8055" y="0"/>
                    <a:pt x="6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0"/>
            <p:cNvSpPr/>
            <p:nvPr/>
          </p:nvSpPr>
          <p:spPr>
            <a:xfrm>
              <a:off x="1276725" y="2105969"/>
              <a:ext cx="182300" cy="132324"/>
            </a:xfrm>
            <a:custGeom>
              <a:rect b="b" l="l" r="r" t="t"/>
              <a:pathLst>
                <a:path extrusionOk="0" h="4991" w="6876">
                  <a:moveTo>
                    <a:pt x="2728" y="0"/>
                  </a:moveTo>
                  <a:cubicBezTo>
                    <a:pt x="1043" y="0"/>
                    <a:pt x="0" y="1415"/>
                    <a:pt x="0" y="2806"/>
                  </a:cubicBezTo>
                  <a:cubicBezTo>
                    <a:pt x="0" y="4010"/>
                    <a:pt x="980" y="4990"/>
                    <a:pt x="2185" y="4990"/>
                  </a:cubicBezTo>
                  <a:cubicBezTo>
                    <a:pt x="3110" y="4990"/>
                    <a:pt x="3890" y="4416"/>
                    <a:pt x="4210" y="3604"/>
                  </a:cubicBezTo>
                  <a:lnTo>
                    <a:pt x="6876" y="3604"/>
                  </a:lnTo>
                  <a:cubicBezTo>
                    <a:pt x="6239" y="2976"/>
                    <a:pt x="5864" y="2209"/>
                    <a:pt x="5862" y="1377"/>
                  </a:cubicBezTo>
                  <a:cubicBezTo>
                    <a:pt x="5862" y="892"/>
                    <a:pt x="5993" y="426"/>
                    <a:pt x="6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0"/>
            <p:cNvSpPr/>
            <p:nvPr/>
          </p:nvSpPr>
          <p:spPr>
            <a:xfrm>
              <a:off x="1271317" y="2100428"/>
              <a:ext cx="376292" cy="143327"/>
            </a:xfrm>
            <a:custGeom>
              <a:rect b="b" l="l" r="r" t="t"/>
              <a:pathLst>
                <a:path extrusionOk="0" h="5406" w="14193">
                  <a:moveTo>
                    <a:pt x="2937" y="1"/>
                  </a:moveTo>
                  <a:cubicBezTo>
                    <a:pt x="1318" y="1"/>
                    <a:pt x="0" y="1336"/>
                    <a:pt x="0" y="2981"/>
                  </a:cubicBezTo>
                  <a:cubicBezTo>
                    <a:pt x="0" y="4317"/>
                    <a:pt x="1069" y="5406"/>
                    <a:pt x="2389" y="5406"/>
                  </a:cubicBezTo>
                  <a:cubicBezTo>
                    <a:pt x="3706" y="5406"/>
                    <a:pt x="4780" y="4317"/>
                    <a:pt x="4780" y="2981"/>
                  </a:cubicBezTo>
                  <a:cubicBezTo>
                    <a:pt x="4780" y="1950"/>
                    <a:pt x="3950" y="1110"/>
                    <a:pt x="2932" y="1110"/>
                  </a:cubicBezTo>
                  <a:cubicBezTo>
                    <a:pt x="1916" y="1110"/>
                    <a:pt x="1087" y="1950"/>
                    <a:pt x="1087" y="2981"/>
                  </a:cubicBezTo>
                  <a:cubicBezTo>
                    <a:pt x="1087" y="3707"/>
                    <a:pt x="1668" y="4297"/>
                    <a:pt x="2387" y="4297"/>
                  </a:cubicBezTo>
                  <a:cubicBezTo>
                    <a:pt x="3105" y="4297"/>
                    <a:pt x="3686" y="3707"/>
                    <a:pt x="3686" y="2981"/>
                  </a:cubicBezTo>
                  <a:cubicBezTo>
                    <a:pt x="3686" y="2866"/>
                    <a:pt x="3593" y="2773"/>
                    <a:pt x="3480" y="2773"/>
                  </a:cubicBezTo>
                  <a:cubicBezTo>
                    <a:pt x="3365" y="2773"/>
                    <a:pt x="3272" y="2866"/>
                    <a:pt x="3272" y="2981"/>
                  </a:cubicBezTo>
                  <a:cubicBezTo>
                    <a:pt x="3272" y="3476"/>
                    <a:pt x="2875" y="3882"/>
                    <a:pt x="2387" y="3882"/>
                  </a:cubicBezTo>
                  <a:cubicBezTo>
                    <a:pt x="1899" y="3882"/>
                    <a:pt x="1502" y="3476"/>
                    <a:pt x="1502" y="2981"/>
                  </a:cubicBezTo>
                  <a:cubicBezTo>
                    <a:pt x="1502" y="2179"/>
                    <a:pt x="2145" y="1524"/>
                    <a:pt x="2932" y="1524"/>
                  </a:cubicBezTo>
                  <a:cubicBezTo>
                    <a:pt x="3724" y="1524"/>
                    <a:pt x="4363" y="2179"/>
                    <a:pt x="4363" y="2981"/>
                  </a:cubicBezTo>
                  <a:cubicBezTo>
                    <a:pt x="4363" y="4090"/>
                    <a:pt x="3480" y="4991"/>
                    <a:pt x="2389" y="4991"/>
                  </a:cubicBezTo>
                  <a:cubicBezTo>
                    <a:pt x="1302" y="4991"/>
                    <a:pt x="415" y="4090"/>
                    <a:pt x="415" y="2981"/>
                  </a:cubicBezTo>
                  <a:cubicBezTo>
                    <a:pt x="415" y="1566"/>
                    <a:pt x="1546" y="415"/>
                    <a:pt x="2937" y="415"/>
                  </a:cubicBezTo>
                  <a:lnTo>
                    <a:pt x="11256" y="415"/>
                  </a:lnTo>
                  <a:cubicBezTo>
                    <a:pt x="12644" y="415"/>
                    <a:pt x="13776" y="1566"/>
                    <a:pt x="13776" y="2981"/>
                  </a:cubicBezTo>
                  <a:cubicBezTo>
                    <a:pt x="13776" y="4090"/>
                    <a:pt x="12888" y="4991"/>
                    <a:pt x="11802" y="4991"/>
                  </a:cubicBezTo>
                  <a:cubicBezTo>
                    <a:pt x="10715" y="4991"/>
                    <a:pt x="9828" y="4090"/>
                    <a:pt x="9828" y="2981"/>
                  </a:cubicBezTo>
                  <a:cubicBezTo>
                    <a:pt x="9828" y="2179"/>
                    <a:pt x="10471" y="1524"/>
                    <a:pt x="11258" y="1524"/>
                  </a:cubicBezTo>
                  <a:cubicBezTo>
                    <a:pt x="12048" y="1524"/>
                    <a:pt x="12689" y="2179"/>
                    <a:pt x="12689" y="2981"/>
                  </a:cubicBezTo>
                  <a:cubicBezTo>
                    <a:pt x="12689" y="3476"/>
                    <a:pt x="12292" y="3882"/>
                    <a:pt x="11804" y="3882"/>
                  </a:cubicBezTo>
                  <a:cubicBezTo>
                    <a:pt x="11316" y="3882"/>
                    <a:pt x="10919" y="3476"/>
                    <a:pt x="10919" y="2981"/>
                  </a:cubicBezTo>
                  <a:cubicBezTo>
                    <a:pt x="10919" y="2866"/>
                    <a:pt x="10826" y="2773"/>
                    <a:pt x="10713" y="2773"/>
                  </a:cubicBezTo>
                  <a:cubicBezTo>
                    <a:pt x="10597" y="2773"/>
                    <a:pt x="10504" y="2866"/>
                    <a:pt x="10504" y="2981"/>
                  </a:cubicBezTo>
                  <a:cubicBezTo>
                    <a:pt x="10504" y="3707"/>
                    <a:pt x="11090" y="4297"/>
                    <a:pt x="11804" y="4297"/>
                  </a:cubicBezTo>
                  <a:cubicBezTo>
                    <a:pt x="12522" y="4297"/>
                    <a:pt x="13104" y="3707"/>
                    <a:pt x="13104" y="2981"/>
                  </a:cubicBezTo>
                  <a:cubicBezTo>
                    <a:pt x="13104" y="1950"/>
                    <a:pt x="12276" y="1110"/>
                    <a:pt x="11258" y="1110"/>
                  </a:cubicBezTo>
                  <a:cubicBezTo>
                    <a:pt x="10240" y="1110"/>
                    <a:pt x="9413" y="1950"/>
                    <a:pt x="9413" y="2981"/>
                  </a:cubicBezTo>
                  <a:cubicBezTo>
                    <a:pt x="9413" y="4317"/>
                    <a:pt x="10482" y="5406"/>
                    <a:pt x="11802" y="5406"/>
                  </a:cubicBezTo>
                  <a:cubicBezTo>
                    <a:pt x="13119" y="5406"/>
                    <a:pt x="14193" y="4317"/>
                    <a:pt x="14193" y="2981"/>
                  </a:cubicBezTo>
                  <a:cubicBezTo>
                    <a:pt x="14193" y="1336"/>
                    <a:pt x="12875" y="1"/>
                    <a:pt x="1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 name="Google Shape;4480;p70"/>
          <p:cNvGrpSpPr/>
          <p:nvPr/>
        </p:nvGrpSpPr>
        <p:grpSpPr>
          <a:xfrm>
            <a:off x="1271317" y="1439312"/>
            <a:ext cx="376292" cy="376371"/>
            <a:chOff x="1271317" y="1439312"/>
            <a:chExt cx="376292" cy="376371"/>
          </a:xfrm>
        </p:grpSpPr>
        <p:sp>
          <p:nvSpPr>
            <p:cNvPr id="4481" name="Google Shape;4481;p70"/>
            <p:cNvSpPr/>
            <p:nvPr/>
          </p:nvSpPr>
          <p:spPr>
            <a:xfrm>
              <a:off x="1352869" y="1440134"/>
              <a:ext cx="294739" cy="356593"/>
            </a:xfrm>
            <a:custGeom>
              <a:rect b="b" l="l" r="r" t="t"/>
              <a:pathLst>
                <a:path extrusionOk="0" h="13450" w="11117">
                  <a:moveTo>
                    <a:pt x="4716" y="1"/>
                  </a:moveTo>
                  <a:cubicBezTo>
                    <a:pt x="2347" y="1067"/>
                    <a:pt x="0" y="3718"/>
                    <a:pt x="0" y="6118"/>
                  </a:cubicBezTo>
                  <a:cubicBezTo>
                    <a:pt x="0" y="9489"/>
                    <a:pt x="2460" y="13062"/>
                    <a:pt x="7118" y="13450"/>
                  </a:cubicBezTo>
                  <a:cubicBezTo>
                    <a:pt x="9486" y="12299"/>
                    <a:pt x="11117" y="9873"/>
                    <a:pt x="11117" y="7065"/>
                  </a:cubicBezTo>
                  <a:cubicBezTo>
                    <a:pt x="11117" y="3383"/>
                    <a:pt x="8311" y="355"/>
                    <a:pt x="4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0"/>
            <p:cNvSpPr/>
            <p:nvPr/>
          </p:nvSpPr>
          <p:spPr>
            <a:xfrm>
              <a:off x="1271317" y="1439312"/>
              <a:ext cx="270321" cy="376371"/>
            </a:xfrm>
            <a:custGeom>
              <a:rect b="b" l="l" r="r" t="t"/>
              <a:pathLst>
                <a:path extrusionOk="0" h="14196" w="10196">
                  <a:moveTo>
                    <a:pt x="7097" y="0"/>
                  </a:moveTo>
                  <a:cubicBezTo>
                    <a:pt x="3176" y="0"/>
                    <a:pt x="0" y="3179"/>
                    <a:pt x="0" y="7098"/>
                  </a:cubicBezTo>
                  <a:cubicBezTo>
                    <a:pt x="0" y="11019"/>
                    <a:pt x="3176" y="14195"/>
                    <a:pt x="7097" y="14195"/>
                  </a:cubicBezTo>
                  <a:cubicBezTo>
                    <a:pt x="8209" y="14195"/>
                    <a:pt x="9260" y="13940"/>
                    <a:pt x="10196" y="13483"/>
                  </a:cubicBezTo>
                  <a:cubicBezTo>
                    <a:pt x="7131" y="12308"/>
                    <a:pt x="4962" y="9422"/>
                    <a:pt x="4964" y="6051"/>
                  </a:cubicBezTo>
                  <a:cubicBezTo>
                    <a:pt x="4964" y="3653"/>
                    <a:pt x="6064" y="1502"/>
                    <a:pt x="7798" y="34"/>
                  </a:cubicBezTo>
                  <a:cubicBezTo>
                    <a:pt x="7565" y="12"/>
                    <a:pt x="7333" y="0"/>
                    <a:pt x="7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0"/>
            <p:cNvSpPr/>
            <p:nvPr/>
          </p:nvSpPr>
          <p:spPr>
            <a:xfrm>
              <a:off x="1357217" y="1468423"/>
              <a:ext cx="261281" cy="311018"/>
            </a:xfrm>
            <a:custGeom>
              <a:rect b="b" l="l" r="r" t="t"/>
              <a:pathLst>
                <a:path extrusionOk="0" h="11731" w="9855">
                  <a:moveTo>
                    <a:pt x="3853" y="0"/>
                  </a:moveTo>
                  <a:cubicBezTo>
                    <a:pt x="3735" y="0"/>
                    <a:pt x="3616" y="5"/>
                    <a:pt x="3496" y="11"/>
                  </a:cubicBezTo>
                  <a:cubicBezTo>
                    <a:pt x="1613" y="1149"/>
                    <a:pt x="0" y="3394"/>
                    <a:pt x="0" y="5257"/>
                  </a:cubicBezTo>
                  <a:cubicBezTo>
                    <a:pt x="0" y="8116"/>
                    <a:pt x="2296" y="10921"/>
                    <a:pt x="5621" y="11731"/>
                  </a:cubicBezTo>
                  <a:cubicBezTo>
                    <a:pt x="8067" y="10975"/>
                    <a:pt x="9855" y="8690"/>
                    <a:pt x="9855" y="5998"/>
                  </a:cubicBezTo>
                  <a:cubicBezTo>
                    <a:pt x="9855" y="2693"/>
                    <a:pt x="7162" y="0"/>
                    <a:pt x="38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0"/>
            <p:cNvSpPr/>
            <p:nvPr/>
          </p:nvSpPr>
          <p:spPr>
            <a:xfrm>
              <a:off x="1300401" y="1468821"/>
              <a:ext cx="205843" cy="317699"/>
            </a:xfrm>
            <a:custGeom>
              <a:rect b="b" l="l" r="r" t="t"/>
              <a:pathLst>
                <a:path extrusionOk="0" h="11983" w="7764">
                  <a:moveTo>
                    <a:pt x="5639" y="1"/>
                  </a:moveTo>
                  <a:lnTo>
                    <a:pt x="5639" y="1"/>
                  </a:lnTo>
                  <a:cubicBezTo>
                    <a:pt x="2498" y="185"/>
                    <a:pt x="1" y="2800"/>
                    <a:pt x="1" y="5985"/>
                  </a:cubicBezTo>
                  <a:cubicBezTo>
                    <a:pt x="1" y="9290"/>
                    <a:pt x="2689" y="11982"/>
                    <a:pt x="5996" y="11982"/>
                  </a:cubicBezTo>
                  <a:cubicBezTo>
                    <a:pt x="6613" y="11982"/>
                    <a:pt x="7207" y="11889"/>
                    <a:pt x="7764" y="11716"/>
                  </a:cubicBezTo>
                  <a:cubicBezTo>
                    <a:pt x="5424" y="10303"/>
                    <a:pt x="3865" y="7797"/>
                    <a:pt x="3865" y="4940"/>
                  </a:cubicBezTo>
                  <a:cubicBezTo>
                    <a:pt x="3865" y="3075"/>
                    <a:pt x="4528" y="1358"/>
                    <a:pt x="5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0"/>
            <p:cNvSpPr/>
            <p:nvPr/>
          </p:nvSpPr>
          <p:spPr>
            <a:xfrm>
              <a:off x="1478353" y="1689617"/>
              <a:ext cx="19725" cy="64266"/>
            </a:xfrm>
            <a:custGeom>
              <a:rect b="b" l="l" r="r" t="t"/>
              <a:pathLst>
                <a:path extrusionOk="0" h="2424" w="744">
                  <a:moveTo>
                    <a:pt x="232" y="1"/>
                  </a:moveTo>
                  <a:cubicBezTo>
                    <a:pt x="221" y="1"/>
                    <a:pt x="211" y="2"/>
                    <a:pt x="200" y="3"/>
                  </a:cubicBezTo>
                  <a:cubicBezTo>
                    <a:pt x="80" y="19"/>
                    <a:pt x="0" y="128"/>
                    <a:pt x="18" y="245"/>
                  </a:cubicBezTo>
                  <a:lnTo>
                    <a:pt x="302" y="2241"/>
                  </a:lnTo>
                  <a:cubicBezTo>
                    <a:pt x="318" y="2346"/>
                    <a:pt x="408" y="2423"/>
                    <a:pt x="513" y="2423"/>
                  </a:cubicBezTo>
                  <a:lnTo>
                    <a:pt x="544" y="2423"/>
                  </a:lnTo>
                  <a:cubicBezTo>
                    <a:pt x="664" y="2408"/>
                    <a:pt x="743" y="2299"/>
                    <a:pt x="728" y="2181"/>
                  </a:cubicBezTo>
                  <a:lnTo>
                    <a:pt x="442" y="185"/>
                  </a:lnTo>
                  <a:cubicBezTo>
                    <a:pt x="426" y="78"/>
                    <a:pt x="336"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0"/>
            <p:cNvSpPr/>
            <p:nvPr/>
          </p:nvSpPr>
          <p:spPr>
            <a:xfrm>
              <a:off x="1433308" y="1689643"/>
              <a:ext cx="11321" cy="64240"/>
            </a:xfrm>
            <a:custGeom>
              <a:rect b="b" l="l" r="r" t="t"/>
              <a:pathLst>
                <a:path extrusionOk="0" h="2423" w="427">
                  <a:moveTo>
                    <a:pt x="213" y="0"/>
                  </a:moveTo>
                  <a:cubicBezTo>
                    <a:pt x="96" y="0"/>
                    <a:pt x="0" y="93"/>
                    <a:pt x="0" y="213"/>
                  </a:cubicBezTo>
                  <a:lnTo>
                    <a:pt x="0" y="2209"/>
                  </a:lnTo>
                  <a:cubicBezTo>
                    <a:pt x="0" y="2325"/>
                    <a:pt x="94" y="2422"/>
                    <a:pt x="213" y="2422"/>
                  </a:cubicBezTo>
                  <a:cubicBezTo>
                    <a:pt x="331" y="2422"/>
                    <a:pt x="426" y="2325"/>
                    <a:pt x="426" y="2209"/>
                  </a:cubicBezTo>
                  <a:lnTo>
                    <a:pt x="426" y="213"/>
                  </a:lnTo>
                  <a:cubicBezTo>
                    <a:pt x="426" y="96"/>
                    <a:pt x="331" y="0"/>
                    <a:pt x="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0"/>
            <p:cNvSpPr/>
            <p:nvPr/>
          </p:nvSpPr>
          <p:spPr>
            <a:xfrm>
              <a:off x="1365383" y="1560501"/>
              <a:ext cx="187072" cy="164987"/>
            </a:xfrm>
            <a:custGeom>
              <a:rect b="b" l="l" r="r" t="t"/>
              <a:pathLst>
                <a:path extrusionOk="0" h="6223" w="7056">
                  <a:moveTo>
                    <a:pt x="4615" y="0"/>
                  </a:moveTo>
                  <a:cubicBezTo>
                    <a:pt x="3780" y="0"/>
                    <a:pt x="2839" y="449"/>
                    <a:pt x="1997" y="1294"/>
                  </a:cubicBezTo>
                  <a:cubicBezTo>
                    <a:pt x="602" y="2689"/>
                    <a:pt x="1" y="4632"/>
                    <a:pt x="1003" y="5636"/>
                  </a:cubicBezTo>
                  <a:cubicBezTo>
                    <a:pt x="1400" y="6032"/>
                    <a:pt x="1942" y="6222"/>
                    <a:pt x="2539" y="6222"/>
                  </a:cubicBezTo>
                  <a:cubicBezTo>
                    <a:pt x="3456" y="6222"/>
                    <a:pt x="4501" y="5774"/>
                    <a:pt x="5346" y="4929"/>
                  </a:cubicBezTo>
                  <a:cubicBezTo>
                    <a:pt x="6739" y="3534"/>
                    <a:pt x="7056" y="1591"/>
                    <a:pt x="6053" y="586"/>
                  </a:cubicBezTo>
                  <a:cubicBezTo>
                    <a:pt x="5657" y="191"/>
                    <a:pt x="5159" y="0"/>
                    <a:pt x="46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0"/>
            <p:cNvSpPr/>
            <p:nvPr/>
          </p:nvSpPr>
          <p:spPr>
            <a:xfrm>
              <a:off x="1360478" y="1578211"/>
              <a:ext cx="159208" cy="138687"/>
            </a:xfrm>
            <a:custGeom>
              <a:rect b="b" l="l" r="r" t="t"/>
              <a:pathLst>
                <a:path extrusionOk="0" h="5231" w="6005">
                  <a:moveTo>
                    <a:pt x="3369" y="0"/>
                  </a:moveTo>
                  <a:cubicBezTo>
                    <a:pt x="2952" y="0"/>
                    <a:pt x="2518" y="156"/>
                    <a:pt x="2124" y="526"/>
                  </a:cubicBezTo>
                  <a:cubicBezTo>
                    <a:pt x="2071" y="577"/>
                    <a:pt x="2020" y="626"/>
                    <a:pt x="1969" y="677"/>
                  </a:cubicBezTo>
                  <a:cubicBezTo>
                    <a:pt x="576" y="2067"/>
                    <a:pt x="166" y="3684"/>
                    <a:pt x="46" y="4582"/>
                  </a:cubicBezTo>
                  <a:cubicBezTo>
                    <a:pt x="1" y="4932"/>
                    <a:pt x="274" y="5231"/>
                    <a:pt x="613" y="5231"/>
                  </a:cubicBezTo>
                  <a:cubicBezTo>
                    <a:pt x="638" y="5231"/>
                    <a:pt x="664" y="5229"/>
                    <a:pt x="689" y="5226"/>
                  </a:cubicBezTo>
                  <a:cubicBezTo>
                    <a:pt x="1587" y="5106"/>
                    <a:pt x="3204" y="4696"/>
                    <a:pt x="4595" y="3305"/>
                  </a:cubicBezTo>
                  <a:cubicBezTo>
                    <a:pt x="4646" y="3252"/>
                    <a:pt x="4697" y="3201"/>
                    <a:pt x="4746" y="3150"/>
                  </a:cubicBezTo>
                  <a:cubicBezTo>
                    <a:pt x="6004" y="1807"/>
                    <a:pt x="4787" y="0"/>
                    <a:pt x="33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0"/>
            <p:cNvSpPr/>
            <p:nvPr/>
          </p:nvSpPr>
          <p:spPr>
            <a:xfrm>
              <a:off x="1386858" y="1504003"/>
              <a:ext cx="174187" cy="124662"/>
            </a:xfrm>
            <a:custGeom>
              <a:rect b="b" l="l" r="r" t="t"/>
              <a:pathLst>
                <a:path extrusionOk="0" h="4702" w="6570">
                  <a:moveTo>
                    <a:pt x="3285" y="0"/>
                  </a:moveTo>
                  <a:cubicBezTo>
                    <a:pt x="1473" y="0"/>
                    <a:pt x="0" y="1145"/>
                    <a:pt x="0" y="2555"/>
                  </a:cubicBezTo>
                  <a:cubicBezTo>
                    <a:pt x="0" y="3592"/>
                    <a:pt x="463" y="4701"/>
                    <a:pt x="1671" y="4701"/>
                  </a:cubicBezTo>
                  <a:cubicBezTo>
                    <a:pt x="2107" y="4701"/>
                    <a:pt x="2641" y="4557"/>
                    <a:pt x="3285" y="4212"/>
                  </a:cubicBezTo>
                  <a:cubicBezTo>
                    <a:pt x="3929" y="4557"/>
                    <a:pt x="4463" y="4701"/>
                    <a:pt x="4899" y="4701"/>
                  </a:cubicBezTo>
                  <a:cubicBezTo>
                    <a:pt x="6108" y="4701"/>
                    <a:pt x="6570" y="3592"/>
                    <a:pt x="6570" y="2555"/>
                  </a:cubicBezTo>
                  <a:cubicBezTo>
                    <a:pt x="6570" y="1147"/>
                    <a:pt x="5102" y="0"/>
                    <a:pt x="32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0"/>
            <p:cNvSpPr/>
            <p:nvPr/>
          </p:nvSpPr>
          <p:spPr>
            <a:xfrm>
              <a:off x="1408068" y="1540776"/>
              <a:ext cx="131979" cy="66705"/>
            </a:xfrm>
            <a:custGeom>
              <a:rect b="b" l="l" r="r" t="t"/>
              <a:pathLst>
                <a:path extrusionOk="0" h="2516" w="4978">
                  <a:moveTo>
                    <a:pt x="1426" y="1"/>
                  </a:moveTo>
                  <a:cubicBezTo>
                    <a:pt x="1340" y="1"/>
                    <a:pt x="1252" y="10"/>
                    <a:pt x="1163" y="28"/>
                  </a:cubicBezTo>
                  <a:cubicBezTo>
                    <a:pt x="476" y="172"/>
                    <a:pt x="1" y="838"/>
                    <a:pt x="101" y="1516"/>
                  </a:cubicBezTo>
                  <a:cubicBezTo>
                    <a:pt x="188" y="2109"/>
                    <a:pt x="688" y="2514"/>
                    <a:pt x="1268" y="2514"/>
                  </a:cubicBezTo>
                  <a:cubicBezTo>
                    <a:pt x="1352" y="2514"/>
                    <a:pt x="1438" y="2506"/>
                    <a:pt x="1525" y="2488"/>
                  </a:cubicBezTo>
                  <a:cubicBezTo>
                    <a:pt x="1824" y="2426"/>
                    <a:pt x="2084" y="2262"/>
                    <a:pt x="2272" y="2047"/>
                  </a:cubicBezTo>
                  <a:cubicBezTo>
                    <a:pt x="2329" y="1980"/>
                    <a:pt x="2409" y="1947"/>
                    <a:pt x="2489" y="1947"/>
                  </a:cubicBezTo>
                  <a:cubicBezTo>
                    <a:pt x="2569" y="1947"/>
                    <a:pt x="2649" y="1980"/>
                    <a:pt x="2707" y="2047"/>
                  </a:cubicBezTo>
                  <a:cubicBezTo>
                    <a:pt x="2895" y="2266"/>
                    <a:pt x="3153" y="2426"/>
                    <a:pt x="3452" y="2488"/>
                  </a:cubicBezTo>
                  <a:cubicBezTo>
                    <a:pt x="3541" y="2506"/>
                    <a:pt x="3628" y="2515"/>
                    <a:pt x="3714" y="2515"/>
                  </a:cubicBezTo>
                  <a:cubicBezTo>
                    <a:pt x="4295" y="2515"/>
                    <a:pt x="4791" y="2108"/>
                    <a:pt x="4878" y="1516"/>
                  </a:cubicBezTo>
                  <a:cubicBezTo>
                    <a:pt x="4978" y="838"/>
                    <a:pt x="4503" y="172"/>
                    <a:pt x="3816" y="28"/>
                  </a:cubicBezTo>
                  <a:cubicBezTo>
                    <a:pt x="3727" y="10"/>
                    <a:pt x="3639" y="1"/>
                    <a:pt x="3553" y="1"/>
                  </a:cubicBezTo>
                  <a:cubicBezTo>
                    <a:pt x="3219" y="1"/>
                    <a:pt x="2913" y="136"/>
                    <a:pt x="2696" y="363"/>
                  </a:cubicBezTo>
                  <a:cubicBezTo>
                    <a:pt x="2639" y="423"/>
                    <a:pt x="2564" y="453"/>
                    <a:pt x="2489" y="453"/>
                  </a:cubicBezTo>
                  <a:cubicBezTo>
                    <a:pt x="2414" y="453"/>
                    <a:pt x="2339" y="423"/>
                    <a:pt x="2283" y="363"/>
                  </a:cubicBezTo>
                  <a:cubicBezTo>
                    <a:pt x="2066" y="136"/>
                    <a:pt x="1760" y="1"/>
                    <a:pt x="14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0"/>
            <p:cNvSpPr/>
            <p:nvPr/>
          </p:nvSpPr>
          <p:spPr>
            <a:xfrm>
              <a:off x="1498688" y="1563868"/>
              <a:ext cx="11374" cy="20415"/>
            </a:xfrm>
            <a:custGeom>
              <a:rect b="b" l="l" r="r" t="t"/>
              <a:pathLst>
                <a:path extrusionOk="0" h="770" w="429">
                  <a:moveTo>
                    <a:pt x="214" y="0"/>
                  </a:moveTo>
                  <a:cubicBezTo>
                    <a:pt x="98" y="0"/>
                    <a:pt x="1" y="93"/>
                    <a:pt x="1" y="213"/>
                  </a:cubicBezTo>
                  <a:lnTo>
                    <a:pt x="1" y="557"/>
                  </a:lnTo>
                  <a:cubicBezTo>
                    <a:pt x="1" y="674"/>
                    <a:pt x="96" y="770"/>
                    <a:pt x="214" y="770"/>
                  </a:cubicBezTo>
                  <a:cubicBezTo>
                    <a:pt x="333" y="770"/>
                    <a:pt x="429" y="677"/>
                    <a:pt x="429" y="557"/>
                  </a:cubicBezTo>
                  <a:lnTo>
                    <a:pt x="429" y="213"/>
                  </a:lnTo>
                  <a:cubicBezTo>
                    <a:pt x="429" y="98"/>
                    <a:pt x="333"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0"/>
            <p:cNvSpPr/>
            <p:nvPr/>
          </p:nvSpPr>
          <p:spPr>
            <a:xfrm>
              <a:off x="1438001" y="1563868"/>
              <a:ext cx="11453" cy="20415"/>
            </a:xfrm>
            <a:custGeom>
              <a:rect b="b" l="l" r="r" t="t"/>
              <a:pathLst>
                <a:path extrusionOk="0" h="770" w="432">
                  <a:moveTo>
                    <a:pt x="214" y="0"/>
                  </a:moveTo>
                  <a:cubicBezTo>
                    <a:pt x="98" y="0"/>
                    <a:pt x="1" y="93"/>
                    <a:pt x="1" y="213"/>
                  </a:cubicBezTo>
                  <a:lnTo>
                    <a:pt x="1" y="557"/>
                  </a:lnTo>
                  <a:cubicBezTo>
                    <a:pt x="1" y="674"/>
                    <a:pt x="94" y="770"/>
                    <a:pt x="214" y="770"/>
                  </a:cubicBezTo>
                  <a:cubicBezTo>
                    <a:pt x="334" y="770"/>
                    <a:pt x="431" y="677"/>
                    <a:pt x="427" y="557"/>
                  </a:cubicBezTo>
                  <a:lnTo>
                    <a:pt x="427" y="213"/>
                  </a:lnTo>
                  <a:cubicBezTo>
                    <a:pt x="427" y="98"/>
                    <a:pt x="334"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0"/>
            <p:cNvSpPr/>
            <p:nvPr/>
          </p:nvSpPr>
          <p:spPr>
            <a:xfrm>
              <a:off x="1458893" y="1583911"/>
              <a:ext cx="30304" cy="42340"/>
            </a:xfrm>
            <a:custGeom>
              <a:rect b="b" l="l" r="r" t="t"/>
              <a:pathLst>
                <a:path extrusionOk="0" h="1597" w="1143">
                  <a:moveTo>
                    <a:pt x="571" y="0"/>
                  </a:moveTo>
                  <a:cubicBezTo>
                    <a:pt x="436" y="0"/>
                    <a:pt x="300" y="60"/>
                    <a:pt x="209" y="180"/>
                  </a:cubicBezTo>
                  <a:cubicBezTo>
                    <a:pt x="93" y="331"/>
                    <a:pt x="0" y="524"/>
                    <a:pt x="0" y="757"/>
                  </a:cubicBezTo>
                  <a:cubicBezTo>
                    <a:pt x="0" y="1107"/>
                    <a:pt x="213" y="1371"/>
                    <a:pt x="380" y="1522"/>
                  </a:cubicBezTo>
                  <a:cubicBezTo>
                    <a:pt x="434" y="1572"/>
                    <a:pt x="503" y="1597"/>
                    <a:pt x="571" y="1597"/>
                  </a:cubicBezTo>
                  <a:cubicBezTo>
                    <a:pt x="640" y="1597"/>
                    <a:pt x="709" y="1572"/>
                    <a:pt x="763" y="1522"/>
                  </a:cubicBezTo>
                  <a:cubicBezTo>
                    <a:pt x="930" y="1371"/>
                    <a:pt x="1142" y="1107"/>
                    <a:pt x="1142" y="757"/>
                  </a:cubicBezTo>
                  <a:cubicBezTo>
                    <a:pt x="1142" y="528"/>
                    <a:pt x="1047" y="331"/>
                    <a:pt x="934" y="180"/>
                  </a:cubicBezTo>
                  <a:cubicBezTo>
                    <a:pt x="843" y="60"/>
                    <a:pt x="707" y="0"/>
                    <a:pt x="5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0"/>
            <p:cNvSpPr/>
            <p:nvPr/>
          </p:nvSpPr>
          <p:spPr>
            <a:xfrm>
              <a:off x="1418143" y="1742562"/>
              <a:ext cx="41651" cy="11321"/>
            </a:xfrm>
            <a:custGeom>
              <a:rect b="b" l="l" r="r" t="t"/>
              <a:pathLst>
                <a:path extrusionOk="0" h="427" w="1571">
                  <a:moveTo>
                    <a:pt x="215" y="0"/>
                  </a:moveTo>
                  <a:cubicBezTo>
                    <a:pt x="98" y="0"/>
                    <a:pt x="0" y="93"/>
                    <a:pt x="0" y="213"/>
                  </a:cubicBezTo>
                  <a:cubicBezTo>
                    <a:pt x="0" y="329"/>
                    <a:pt x="96" y="426"/>
                    <a:pt x="215" y="426"/>
                  </a:cubicBezTo>
                  <a:lnTo>
                    <a:pt x="1358" y="426"/>
                  </a:lnTo>
                  <a:cubicBezTo>
                    <a:pt x="1473" y="426"/>
                    <a:pt x="1571" y="329"/>
                    <a:pt x="1571" y="213"/>
                  </a:cubicBezTo>
                  <a:cubicBezTo>
                    <a:pt x="1571" y="96"/>
                    <a:pt x="1475" y="0"/>
                    <a:pt x="13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0"/>
            <p:cNvSpPr/>
            <p:nvPr/>
          </p:nvSpPr>
          <p:spPr>
            <a:xfrm>
              <a:off x="1471115" y="1742562"/>
              <a:ext cx="41651" cy="11321"/>
            </a:xfrm>
            <a:custGeom>
              <a:rect b="b" l="l" r="r" t="t"/>
              <a:pathLst>
                <a:path extrusionOk="0" h="427" w="1571">
                  <a:moveTo>
                    <a:pt x="216" y="0"/>
                  </a:moveTo>
                  <a:cubicBezTo>
                    <a:pt x="98" y="0"/>
                    <a:pt x="1" y="93"/>
                    <a:pt x="1" y="213"/>
                  </a:cubicBezTo>
                  <a:cubicBezTo>
                    <a:pt x="1" y="329"/>
                    <a:pt x="96" y="426"/>
                    <a:pt x="216" y="426"/>
                  </a:cubicBezTo>
                  <a:lnTo>
                    <a:pt x="1358" y="426"/>
                  </a:lnTo>
                  <a:cubicBezTo>
                    <a:pt x="1473" y="426"/>
                    <a:pt x="1571" y="329"/>
                    <a:pt x="1571" y="213"/>
                  </a:cubicBezTo>
                  <a:cubicBezTo>
                    <a:pt x="1571" y="96"/>
                    <a:pt x="1475" y="0"/>
                    <a:pt x="13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9" name="Shape 4499"/>
        <p:cNvGrpSpPr/>
        <p:nvPr/>
      </p:nvGrpSpPr>
      <p:grpSpPr>
        <a:xfrm>
          <a:off x="0" y="0"/>
          <a:ext cx="0" cy="0"/>
          <a:chOff x="0" y="0"/>
          <a:chExt cx="0" cy="0"/>
        </a:xfrm>
      </p:grpSpPr>
      <p:sp>
        <p:nvSpPr>
          <p:cNvPr id="4500" name="Google Shape;4500;p71"/>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Alternative</a:t>
            </a:r>
            <a:r>
              <a:rPr lang="en"/>
              <a:t> resources</a:t>
            </a:r>
            <a:endParaRPr/>
          </a:p>
        </p:txBody>
      </p:sp>
      <p:sp>
        <p:nvSpPr>
          <p:cNvPr id="4501" name="Google Shape;4501;p71"/>
          <p:cNvSpPr txBox="1"/>
          <p:nvPr>
            <p:ph idx="1" type="body"/>
          </p:nvPr>
        </p:nvSpPr>
        <p:spPr>
          <a:xfrm>
            <a:off x="720000" y="1174500"/>
            <a:ext cx="7704000" cy="3429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400">
                <a:solidFill>
                  <a:schemeClr val="dk1"/>
                </a:solidFill>
              </a:rPr>
              <a:t>Here’s an assortment of alternative resources whose style fits </a:t>
            </a:r>
            <a:r>
              <a:rPr lang="en"/>
              <a:t>the one</a:t>
            </a:r>
            <a:r>
              <a:rPr lang="en" sz="1400">
                <a:solidFill>
                  <a:schemeClr val="dk1"/>
                </a:solidFill>
              </a:rPr>
              <a:t> of this template:</a:t>
            </a:r>
            <a:endParaRPr sz="1400">
              <a:solidFill>
                <a:schemeClr val="dk1"/>
              </a:solidFill>
            </a:endParaRPr>
          </a:p>
          <a:p>
            <a:pPr indent="0" lvl="0" marL="0" rtl="0" algn="l">
              <a:lnSpc>
                <a:spcPct val="115000"/>
              </a:lnSpc>
              <a:spcBef>
                <a:spcPts val="0"/>
              </a:spcBef>
              <a:spcAft>
                <a:spcPts val="0"/>
              </a:spcAft>
              <a:buNone/>
            </a:pPr>
            <a:r>
              <a:t/>
            </a:r>
            <a:endParaRPr sz="1400">
              <a:solidFill>
                <a:schemeClr val="dk1"/>
              </a:solidFill>
            </a:endParaRPr>
          </a:p>
          <a:p>
            <a:pPr indent="0" lvl="0" marL="0" rtl="0" algn="l">
              <a:lnSpc>
                <a:spcPct val="115000"/>
              </a:lnSpc>
              <a:spcBef>
                <a:spcPts val="0"/>
              </a:spcBef>
              <a:spcAft>
                <a:spcPts val="0"/>
              </a:spcAft>
              <a:buNone/>
            </a:pPr>
            <a:r>
              <a:rPr b="1" lang="en" sz="2500">
                <a:solidFill>
                  <a:schemeClr val="dk1"/>
                </a:solidFill>
                <a:latin typeface="Bahiana"/>
                <a:ea typeface="Bahiana"/>
                <a:cs typeface="Bahiana"/>
                <a:sym typeface="Bahiana"/>
              </a:rPr>
              <a:t>Photos:</a:t>
            </a:r>
            <a:endParaRPr b="1" sz="2500">
              <a:solidFill>
                <a:schemeClr val="dk1"/>
              </a:solidFill>
              <a:latin typeface="Bahiana"/>
              <a:ea typeface="Bahiana"/>
              <a:cs typeface="Bahiana"/>
              <a:sym typeface="Bahiana"/>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3"/>
              </a:rPr>
              <a:t>Open book over more books</a:t>
            </a:r>
            <a:endParaRPr sz="1400">
              <a:solidFill>
                <a:schemeClr val="dk1"/>
              </a:solidFill>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4"/>
              </a:rPr>
              <a:t>Close up on old person portrait</a:t>
            </a:r>
            <a:endParaRPr sz="1400">
              <a:solidFill>
                <a:schemeClr val="dk1"/>
              </a:solidFill>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5"/>
              </a:rPr>
              <a:t>Excited elder man cheering up</a:t>
            </a:r>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6"/>
              </a:rPr>
              <a:t>Young woman holding greece flag</a:t>
            </a:r>
            <a:endParaRPr/>
          </a:p>
          <a:p>
            <a:pPr indent="0" lvl="0" marL="0" rtl="0" algn="l">
              <a:lnSpc>
                <a:spcPct val="115000"/>
              </a:lnSpc>
              <a:spcBef>
                <a:spcPts val="0"/>
              </a:spcBef>
              <a:spcAft>
                <a:spcPts val="0"/>
              </a:spcAft>
              <a:buNone/>
            </a:pPr>
            <a:r>
              <a:t/>
            </a:r>
            <a:endParaRPr sz="1400">
              <a:solidFill>
                <a:schemeClr val="dk1"/>
              </a:solidFill>
            </a:endParaRPr>
          </a:p>
          <a:p>
            <a:pPr indent="0" lvl="0" marL="0" rtl="0" algn="l">
              <a:lnSpc>
                <a:spcPct val="115000"/>
              </a:lnSpc>
              <a:spcBef>
                <a:spcPts val="0"/>
              </a:spcBef>
              <a:spcAft>
                <a:spcPts val="0"/>
              </a:spcAft>
              <a:buNone/>
            </a:pPr>
            <a:r>
              <a:rPr b="1" lang="en" sz="2500">
                <a:latin typeface="Bahiana"/>
                <a:ea typeface="Bahiana"/>
                <a:cs typeface="Bahiana"/>
                <a:sym typeface="Bahiana"/>
              </a:rPr>
              <a:t>vectors:</a:t>
            </a:r>
            <a:endParaRPr b="1" sz="2000">
              <a:solidFill>
                <a:schemeClr val="dk1"/>
              </a:solidFill>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7"/>
              </a:rPr>
              <a:t>Hand drawn flat design greek mythology illustration</a:t>
            </a:r>
            <a:endParaRPr sz="1400">
              <a:solidFill>
                <a:schemeClr val="dk1"/>
              </a:solidFill>
            </a:endParaRPr>
          </a:p>
          <a:p>
            <a:pPr indent="-317500" lvl="0" marL="457200" rtl="0" algn="l">
              <a:spcBef>
                <a:spcPts val="0"/>
              </a:spcBef>
              <a:spcAft>
                <a:spcPts val="0"/>
              </a:spcAft>
              <a:buSzPts val="1400"/>
              <a:buChar char="●"/>
            </a:pPr>
            <a:r>
              <a:rPr lang="en">
                <a:solidFill>
                  <a:schemeClr val="hlink"/>
                </a:solidFill>
                <a:uFill>
                  <a:noFill/>
                </a:uFill>
                <a:hlinkClick r:id="rId8"/>
              </a:rPr>
              <a:t>Hand drawn flat design greek mythology character collection</a:t>
            </a:r>
            <a:endParaRPr sz="1400">
              <a:solidFill>
                <a:schemeClr val="dk1"/>
              </a:solidFill>
            </a:endParaRPr>
          </a:p>
          <a:p>
            <a:pPr indent="-317500" lvl="0" marL="457200" rtl="0" algn="l">
              <a:spcBef>
                <a:spcPts val="0"/>
              </a:spcBef>
              <a:spcAft>
                <a:spcPts val="0"/>
              </a:spcAft>
              <a:buSzPts val="1400"/>
              <a:buChar char="●"/>
            </a:pPr>
            <a:r>
              <a:rPr lang="en">
                <a:solidFill>
                  <a:schemeClr val="hlink"/>
                </a:solidFill>
                <a:uFill>
                  <a:noFill/>
                </a:uFill>
                <a:hlinkClick r:id="rId9"/>
              </a:rPr>
              <a:t>Hand drawn greek mythology character collection</a:t>
            </a:r>
            <a:endParaRPr b="1" sz="1400">
              <a:solidFill>
                <a:schemeClr val="dk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5" name="Shape 4505"/>
        <p:cNvGrpSpPr/>
        <p:nvPr/>
      </p:nvGrpSpPr>
      <p:grpSpPr>
        <a:xfrm>
          <a:off x="0" y="0"/>
          <a:ext cx="0" cy="0"/>
          <a:chOff x="0" y="0"/>
          <a:chExt cx="0" cy="0"/>
        </a:xfrm>
      </p:grpSpPr>
      <p:sp>
        <p:nvSpPr>
          <p:cNvPr id="4506" name="Google Shape;4506;p72"/>
          <p:cNvSpPr txBox="1"/>
          <p:nvPr>
            <p:ph type="title"/>
          </p:nvPr>
        </p:nvSpPr>
        <p:spPr>
          <a:xfrm>
            <a:off x="720000" y="540000"/>
            <a:ext cx="7704000" cy="57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4507" name="Google Shape;4507;p72"/>
          <p:cNvSpPr txBox="1"/>
          <p:nvPr>
            <p:ph idx="1" type="body"/>
          </p:nvPr>
        </p:nvSpPr>
        <p:spPr>
          <a:xfrm>
            <a:off x="720000" y="1174500"/>
            <a:ext cx="3753300" cy="342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Did you like the resources of this template? Get them for free at our other websites!</a:t>
            </a:r>
            <a:br>
              <a:rPr lang="en" sz="1400"/>
            </a:br>
            <a:br>
              <a:rPr lang="en" sz="1400"/>
            </a:br>
            <a:r>
              <a:rPr b="1" lang="en" sz="2500">
                <a:latin typeface="Bahiana"/>
                <a:ea typeface="Bahiana"/>
                <a:cs typeface="Bahiana"/>
                <a:sym typeface="Bahiana"/>
              </a:rPr>
              <a:t>Photos:</a:t>
            </a:r>
            <a:endParaRPr b="1" sz="2000"/>
          </a:p>
          <a:p>
            <a:pPr indent="-317500" lvl="0" marL="457200" rtl="0" algn="l">
              <a:spcBef>
                <a:spcPts val="0"/>
              </a:spcBef>
              <a:spcAft>
                <a:spcPts val="0"/>
              </a:spcAft>
              <a:buSzPts val="1400"/>
              <a:buChar char="●"/>
            </a:pPr>
            <a:r>
              <a:rPr lang="en">
                <a:solidFill>
                  <a:schemeClr val="hlink"/>
                </a:solidFill>
                <a:uFill>
                  <a:noFill/>
                </a:uFill>
                <a:hlinkClick r:id="rId3"/>
              </a:rPr>
              <a:t>Happy senior man wearing eyeglasses using laptop at outdoor café</a:t>
            </a:r>
            <a:endParaRPr sz="1400"/>
          </a:p>
          <a:p>
            <a:pPr indent="-317500" lvl="0" marL="457200" rtl="0" algn="l">
              <a:spcBef>
                <a:spcPts val="0"/>
              </a:spcBef>
              <a:spcAft>
                <a:spcPts val="0"/>
              </a:spcAft>
              <a:buSzPts val="1400"/>
              <a:buChar char="●"/>
            </a:pPr>
            <a:r>
              <a:rPr lang="en">
                <a:solidFill>
                  <a:schemeClr val="hlink"/>
                </a:solidFill>
                <a:uFill>
                  <a:noFill/>
                </a:uFill>
                <a:hlinkClick r:id="rId4"/>
              </a:rPr>
              <a:t>Portrait of happy senior woman looking in digital tablet</a:t>
            </a:r>
            <a:endParaRPr sz="1400"/>
          </a:p>
          <a:p>
            <a:pPr indent="-317500" lvl="0" marL="457200" rtl="0" algn="l">
              <a:spcBef>
                <a:spcPts val="0"/>
              </a:spcBef>
              <a:spcAft>
                <a:spcPts val="0"/>
              </a:spcAft>
              <a:buSzPts val="1400"/>
              <a:buChar char="●"/>
            </a:pPr>
            <a:r>
              <a:rPr lang="en">
                <a:solidFill>
                  <a:schemeClr val="hlink"/>
                </a:solidFill>
                <a:uFill>
                  <a:noFill/>
                </a:uFill>
                <a:hlinkClick r:id="rId5"/>
              </a:rPr>
              <a:t>Pile of books on a bookstore</a:t>
            </a:r>
            <a:endParaRPr sz="1400"/>
          </a:p>
          <a:p>
            <a:pPr indent="-317500" lvl="0" marL="457200" rtl="0" algn="l">
              <a:spcBef>
                <a:spcPts val="0"/>
              </a:spcBef>
              <a:spcAft>
                <a:spcPts val="0"/>
              </a:spcAft>
              <a:buSzPts val="1400"/>
              <a:buChar char="●"/>
            </a:pPr>
            <a:r>
              <a:rPr lang="en">
                <a:solidFill>
                  <a:schemeClr val="hlink"/>
                </a:solidFill>
                <a:uFill>
                  <a:noFill/>
                </a:uFill>
                <a:hlinkClick r:id="rId6"/>
              </a:rPr>
              <a:t>Close up of an open book</a:t>
            </a:r>
            <a:endParaRPr sz="1400"/>
          </a:p>
        </p:txBody>
      </p:sp>
      <p:sp>
        <p:nvSpPr>
          <p:cNvPr id="4508" name="Google Shape;4508;p72"/>
          <p:cNvSpPr txBox="1"/>
          <p:nvPr>
            <p:ph idx="2" type="body"/>
          </p:nvPr>
        </p:nvSpPr>
        <p:spPr>
          <a:xfrm>
            <a:off x="4670700" y="1174500"/>
            <a:ext cx="3753300" cy="342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500">
                <a:latin typeface="Bahiana"/>
                <a:ea typeface="Bahiana"/>
                <a:cs typeface="Bahiana"/>
                <a:sym typeface="Bahiana"/>
              </a:rPr>
              <a:t>vectors</a:t>
            </a:r>
            <a:r>
              <a:rPr b="1" lang="en" sz="2500">
                <a:latin typeface="Bahiana"/>
                <a:ea typeface="Bahiana"/>
                <a:cs typeface="Bahiana"/>
                <a:sym typeface="Bahiana"/>
              </a:rPr>
              <a:t>:</a:t>
            </a:r>
            <a:endParaRPr b="1"/>
          </a:p>
          <a:p>
            <a:pPr indent="-317500" lvl="0" marL="457200" rtl="0" algn="l">
              <a:spcBef>
                <a:spcPts val="0"/>
              </a:spcBef>
              <a:spcAft>
                <a:spcPts val="0"/>
              </a:spcAft>
              <a:buSzPts val="1400"/>
              <a:buChar char="●"/>
            </a:pPr>
            <a:r>
              <a:rPr lang="en">
                <a:solidFill>
                  <a:schemeClr val="hlink"/>
                </a:solidFill>
                <a:uFill>
                  <a:noFill/>
                </a:uFill>
                <a:hlinkClick r:id="rId7"/>
              </a:rPr>
              <a:t>Hand drawn greek mythology illustration (I)</a:t>
            </a:r>
            <a:endParaRPr/>
          </a:p>
          <a:p>
            <a:pPr indent="-317500" lvl="0" marL="457200" rtl="0" algn="l">
              <a:spcBef>
                <a:spcPts val="0"/>
              </a:spcBef>
              <a:spcAft>
                <a:spcPts val="0"/>
              </a:spcAft>
              <a:buSzPts val="1400"/>
              <a:buChar char="●"/>
            </a:pPr>
            <a:r>
              <a:rPr lang="en">
                <a:solidFill>
                  <a:schemeClr val="hlink"/>
                </a:solidFill>
                <a:uFill>
                  <a:noFill/>
                </a:uFill>
                <a:hlinkClick r:id="rId8"/>
              </a:rPr>
              <a:t>Hand drawn greek mythology illustration (II)</a:t>
            </a:r>
            <a:endParaRPr/>
          </a:p>
          <a:p>
            <a:pPr indent="-317500" lvl="0" marL="457200" rtl="0" algn="l">
              <a:spcBef>
                <a:spcPts val="0"/>
              </a:spcBef>
              <a:spcAft>
                <a:spcPts val="0"/>
              </a:spcAft>
              <a:buSzPts val="1400"/>
              <a:buChar char="●"/>
            </a:pPr>
            <a:r>
              <a:rPr lang="en">
                <a:solidFill>
                  <a:schemeClr val="hlink"/>
                </a:solidFill>
                <a:uFill>
                  <a:noFill/>
                </a:uFill>
                <a:hlinkClick r:id="rId9"/>
              </a:rPr>
              <a:t>Hand drawn greek mythology illustration (III)</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b="1" lang="en" sz="2500">
                <a:latin typeface="Bahiana"/>
                <a:ea typeface="Bahiana"/>
                <a:cs typeface="Bahiana"/>
                <a:sym typeface="Bahiana"/>
              </a:rPr>
              <a:t>icons:</a:t>
            </a:r>
            <a:endParaRPr b="1" sz="2000"/>
          </a:p>
          <a:p>
            <a:pPr indent="-317500" lvl="0" marL="457200" rtl="0" algn="l">
              <a:spcBef>
                <a:spcPts val="0"/>
              </a:spcBef>
              <a:spcAft>
                <a:spcPts val="0"/>
              </a:spcAft>
              <a:buSzPts val="1400"/>
              <a:buChar char="●"/>
            </a:pPr>
            <a:r>
              <a:rPr lang="en">
                <a:solidFill>
                  <a:schemeClr val="hlink"/>
                </a:solidFill>
                <a:uFill>
                  <a:noFill/>
                </a:uFill>
                <a:hlinkClick r:id="rId10"/>
              </a:rPr>
              <a:t>Ancient Greece</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12" name="Shape 4512"/>
        <p:cNvGrpSpPr/>
        <p:nvPr/>
      </p:nvGrpSpPr>
      <p:grpSpPr>
        <a:xfrm>
          <a:off x="0" y="0"/>
          <a:ext cx="0" cy="0"/>
          <a:chOff x="0" y="0"/>
          <a:chExt cx="0" cy="0"/>
        </a:xfrm>
      </p:grpSpPr>
      <p:sp>
        <p:nvSpPr>
          <p:cNvPr id="4513" name="Google Shape;4513;p7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4514" name="Google Shape;4514;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4515" name="Google Shape;4515;p73"/>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19" name="Shape 4519"/>
        <p:cNvGrpSpPr/>
        <p:nvPr/>
      </p:nvGrpSpPr>
      <p:grpSpPr>
        <a:xfrm>
          <a:off x="0" y="0"/>
          <a:ext cx="0" cy="0"/>
          <a:chOff x="0" y="0"/>
          <a:chExt cx="0" cy="0"/>
        </a:xfrm>
      </p:grpSpPr>
      <p:sp>
        <p:nvSpPr>
          <p:cNvPr id="4520" name="Google Shape;4520;p74"/>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900" u="sng">
                <a:solidFill>
                  <a:schemeClr val="hlink"/>
                </a:solidFill>
              </a:rPr>
              <a:t>S</a:t>
            </a:r>
            <a:r>
              <a:rPr b="1" lang="en" sz="1000" u="sng">
                <a:solidFill>
                  <a:schemeClr val="hlink"/>
                </a:solidFill>
                <a:hlinkClick r:id="rId3"/>
              </a:rPr>
              <a:t>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4521" name="Google Shape;4521;p7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4522" name="Google Shape;4522;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26" name="Shape 4526"/>
        <p:cNvGrpSpPr/>
        <p:nvPr/>
      </p:nvGrpSpPr>
      <p:grpSpPr>
        <a:xfrm>
          <a:off x="0" y="0"/>
          <a:ext cx="0" cy="0"/>
          <a:chOff x="0" y="0"/>
          <a:chExt cx="0" cy="0"/>
        </a:xfrm>
      </p:grpSpPr>
      <p:sp>
        <p:nvSpPr>
          <p:cNvPr id="4527" name="Google Shape;4527;p75"/>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4528" name="Google Shape;4528;p75"/>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2"/>
                </a:solidFill>
              </a:rPr>
              <a:t>Bahiana</a:t>
            </a:r>
            <a:endParaRPr b="1" sz="1100">
              <a:solidFill>
                <a:schemeClr val="lt2"/>
              </a:solidFill>
            </a:endParaRPr>
          </a:p>
          <a:p>
            <a:pPr indent="0" lvl="0" marL="0" rtl="0" algn="ctr">
              <a:lnSpc>
                <a:spcPct val="115000"/>
              </a:lnSpc>
              <a:spcBef>
                <a:spcPts val="0"/>
              </a:spcBef>
              <a:spcAft>
                <a:spcPts val="0"/>
              </a:spcAft>
              <a:buNone/>
            </a:pPr>
            <a:r>
              <a:rPr lang="en" sz="1100">
                <a:solidFill>
                  <a:schemeClr val="lt2"/>
                </a:solidFill>
              </a:rPr>
              <a:t>(</a:t>
            </a:r>
            <a:r>
              <a:rPr lang="en" sz="1100">
                <a:solidFill>
                  <a:schemeClr val="lt2"/>
                </a:solidFill>
                <a:uFill>
                  <a:noFill/>
                </a:uFill>
                <a:hlinkClick r:id="rId3">
                  <a:extLst>
                    <a:ext uri="{A12FA001-AC4F-418D-AE19-62706E023703}">
                      <ahyp:hlinkClr val="tx"/>
                    </a:ext>
                  </a:extLst>
                </a:hlinkClick>
              </a:rPr>
              <a:t>https://fonts.google.com/specimen/Bahiana</a:t>
            </a:r>
            <a:r>
              <a:rPr lang="en" sz="1100">
                <a:solidFill>
                  <a:schemeClr val="lt2"/>
                </a:solidFill>
              </a:rPr>
              <a:t>)</a:t>
            </a:r>
            <a:endParaRPr sz="1100">
              <a:solidFill>
                <a:schemeClr val="lt2"/>
              </a:solidFill>
            </a:endParaRPr>
          </a:p>
          <a:p>
            <a:pPr indent="0" lvl="0" marL="0" rtl="0" algn="ctr">
              <a:lnSpc>
                <a:spcPct val="115000"/>
              </a:lnSpc>
              <a:spcBef>
                <a:spcPts val="0"/>
              </a:spcBef>
              <a:spcAft>
                <a:spcPts val="0"/>
              </a:spcAft>
              <a:buNone/>
            </a:pPr>
            <a:r>
              <a:t/>
            </a:r>
            <a:endParaRPr sz="800">
              <a:solidFill>
                <a:schemeClr val="lt2"/>
              </a:solidFill>
            </a:endParaRPr>
          </a:p>
          <a:p>
            <a:pPr indent="0" lvl="0" marL="0" rtl="0" algn="ctr">
              <a:lnSpc>
                <a:spcPct val="115000"/>
              </a:lnSpc>
              <a:spcBef>
                <a:spcPts val="0"/>
              </a:spcBef>
              <a:spcAft>
                <a:spcPts val="0"/>
              </a:spcAft>
              <a:buNone/>
            </a:pPr>
            <a:r>
              <a:rPr b="1" lang="en" sz="1100">
                <a:solidFill>
                  <a:schemeClr val="lt2"/>
                </a:solidFill>
              </a:rPr>
              <a:t>Overpass</a:t>
            </a:r>
            <a:endParaRPr b="1" sz="1100">
              <a:solidFill>
                <a:schemeClr val="lt2"/>
              </a:solidFill>
            </a:endParaRPr>
          </a:p>
          <a:p>
            <a:pPr indent="0" lvl="0" marL="0" rtl="0" algn="ctr">
              <a:lnSpc>
                <a:spcPct val="115000"/>
              </a:lnSpc>
              <a:spcBef>
                <a:spcPts val="0"/>
              </a:spcBef>
              <a:spcAft>
                <a:spcPts val="0"/>
              </a:spcAft>
              <a:buNone/>
            </a:pPr>
            <a:r>
              <a:rPr lang="en" sz="1100">
                <a:solidFill>
                  <a:schemeClr val="lt2"/>
                </a:solidFill>
              </a:rPr>
              <a:t>(</a:t>
            </a:r>
            <a:r>
              <a:rPr lang="en" sz="1100">
                <a:solidFill>
                  <a:schemeClr val="lt2"/>
                </a:solidFill>
                <a:uFill>
                  <a:noFill/>
                </a:uFill>
                <a:hlinkClick r:id="rId4">
                  <a:extLst>
                    <a:ext uri="{A12FA001-AC4F-418D-AE19-62706E023703}">
                      <ahyp:hlinkClr val="tx"/>
                    </a:ext>
                  </a:extLst>
                </a:hlinkClick>
              </a:rPr>
              <a:t>https://fonts.google.com/specimen/Overpass</a:t>
            </a:r>
            <a:r>
              <a:rPr lang="en" sz="1100">
                <a:solidFill>
                  <a:schemeClr val="lt2"/>
                </a:solidFill>
              </a:rPr>
              <a:t>)</a:t>
            </a:r>
            <a:endParaRPr sz="1100">
              <a:solidFill>
                <a:schemeClr val="lt2"/>
              </a:solidFill>
            </a:endParaRPr>
          </a:p>
        </p:txBody>
      </p:sp>
      <p:sp>
        <p:nvSpPr>
          <p:cNvPr id="4529" name="Google Shape;4529;p75"/>
          <p:cNvSpPr/>
          <p:nvPr/>
        </p:nvSpPr>
        <p:spPr>
          <a:xfrm>
            <a:off x="3114463" y="2865325"/>
            <a:ext cx="791400" cy="754200"/>
          </a:xfrm>
          <a:prstGeom prst="roundRect">
            <a:avLst>
              <a:gd fmla="val 16667" name="adj"/>
            </a:avLst>
          </a:prstGeom>
          <a:solidFill>
            <a:srgbClr val="68210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5"/>
          <p:cNvSpPr/>
          <p:nvPr/>
        </p:nvSpPr>
        <p:spPr>
          <a:xfrm>
            <a:off x="4176282" y="2865325"/>
            <a:ext cx="791400" cy="754200"/>
          </a:xfrm>
          <a:prstGeom prst="roundRect">
            <a:avLst>
              <a:gd fmla="val 16667" name="adj"/>
            </a:avLst>
          </a:prstGeom>
          <a:solidFill>
            <a:srgbClr val="A13A0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5"/>
          <p:cNvSpPr/>
          <p:nvPr/>
        </p:nvSpPr>
        <p:spPr>
          <a:xfrm>
            <a:off x="5238102" y="2865325"/>
            <a:ext cx="791400" cy="754200"/>
          </a:xfrm>
          <a:prstGeom prst="roundRect">
            <a:avLst>
              <a:gd fmla="val 16667" name="adj"/>
            </a:avLst>
          </a:prstGeom>
          <a:solidFill>
            <a:srgbClr val="C2590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5"/>
          <p:cNvSpPr txBox="1"/>
          <p:nvPr/>
        </p:nvSpPr>
        <p:spPr>
          <a:xfrm>
            <a:off x="3114463" y="3022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#682101</a:t>
            </a:r>
            <a:endParaRPr sz="1000">
              <a:solidFill>
                <a:srgbClr val="FFFFFF"/>
              </a:solidFill>
            </a:endParaRPr>
          </a:p>
        </p:txBody>
      </p:sp>
      <p:sp>
        <p:nvSpPr>
          <p:cNvPr id="4533" name="Google Shape;4533;p75"/>
          <p:cNvSpPr txBox="1"/>
          <p:nvPr/>
        </p:nvSpPr>
        <p:spPr>
          <a:xfrm>
            <a:off x="4176288" y="3022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#a13a02</a:t>
            </a:r>
            <a:endParaRPr sz="1000">
              <a:solidFill>
                <a:srgbClr val="FFFFFF"/>
              </a:solidFill>
            </a:endParaRPr>
          </a:p>
        </p:txBody>
      </p:sp>
      <p:sp>
        <p:nvSpPr>
          <p:cNvPr id="4534" name="Google Shape;4534;p75"/>
          <p:cNvSpPr txBox="1"/>
          <p:nvPr/>
        </p:nvSpPr>
        <p:spPr>
          <a:xfrm>
            <a:off x="5238113" y="3022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#c25909</a:t>
            </a:r>
            <a:endParaRPr sz="1000">
              <a:solidFill>
                <a:srgbClr val="FFFFFF"/>
              </a:solidFill>
            </a:endParaRPr>
          </a:p>
        </p:txBody>
      </p:sp>
      <p:sp>
        <p:nvSpPr>
          <p:cNvPr id="4535" name="Google Shape;4535;p75"/>
          <p:cNvSpPr/>
          <p:nvPr/>
        </p:nvSpPr>
        <p:spPr>
          <a:xfrm flipH="1">
            <a:off x="3645375" y="3755500"/>
            <a:ext cx="791400" cy="754200"/>
          </a:xfrm>
          <a:prstGeom prst="roundRect">
            <a:avLst>
              <a:gd fmla="val 16667" name="adj"/>
            </a:avLst>
          </a:prstGeom>
          <a:solidFill>
            <a:srgbClr val="FFCA8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5"/>
          <p:cNvSpPr txBox="1"/>
          <p:nvPr/>
        </p:nvSpPr>
        <p:spPr>
          <a:xfrm flipH="1">
            <a:off x="3645375" y="3912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#ffca80</a:t>
            </a:r>
            <a:endParaRPr sz="1000">
              <a:solidFill>
                <a:srgbClr val="FFFFFF"/>
              </a:solidFill>
            </a:endParaRPr>
          </a:p>
        </p:txBody>
      </p:sp>
      <p:sp>
        <p:nvSpPr>
          <p:cNvPr id="4537" name="Google Shape;4537;p75"/>
          <p:cNvSpPr/>
          <p:nvPr/>
        </p:nvSpPr>
        <p:spPr>
          <a:xfrm flipH="1">
            <a:off x="2583550" y="3755500"/>
            <a:ext cx="791400" cy="754200"/>
          </a:xfrm>
          <a:prstGeom prst="roundRect">
            <a:avLst>
              <a:gd fmla="val 16667" name="adj"/>
            </a:avLst>
          </a:prstGeom>
          <a:solidFill>
            <a:srgbClr val="F2842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5"/>
          <p:cNvSpPr txBox="1"/>
          <p:nvPr/>
        </p:nvSpPr>
        <p:spPr>
          <a:xfrm flipH="1">
            <a:off x="2583550" y="3912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#f28422</a:t>
            </a:r>
            <a:endParaRPr sz="1000">
              <a:solidFill>
                <a:srgbClr val="FFFFFF"/>
              </a:solidFill>
            </a:endParaRPr>
          </a:p>
        </p:txBody>
      </p:sp>
      <p:sp>
        <p:nvSpPr>
          <p:cNvPr id="4539" name="Google Shape;4539;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4540" name="Google Shape;4540;p75"/>
          <p:cNvSpPr/>
          <p:nvPr/>
        </p:nvSpPr>
        <p:spPr>
          <a:xfrm flipH="1">
            <a:off x="5769025" y="3755500"/>
            <a:ext cx="791400" cy="754200"/>
          </a:xfrm>
          <a:prstGeom prst="roundRect">
            <a:avLst>
              <a:gd fmla="val 16667" name="adj"/>
            </a:avLst>
          </a:prstGeom>
          <a:solidFill>
            <a:srgbClr val="FFF8E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5"/>
          <p:cNvSpPr txBox="1"/>
          <p:nvPr/>
        </p:nvSpPr>
        <p:spPr>
          <a:xfrm flipH="1">
            <a:off x="5769025" y="3912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#fff8ee</a:t>
            </a:r>
            <a:endParaRPr sz="1000">
              <a:solidFill>
                <a:schemeClr val="dk1"/>
              </a:solidFill>
            </a:endParaRPr>
          </a:p>
        </p:txBody>
      </p:sp>
      <p:sp>
        <p:nvSpPr>
          <p:cNvPr id="4542" name="Google Shape;4542;p75"/>
          <p:cNvSpPr/>
          <p:nvPr/>
        </p:nvSpPr>
        <p:spPr>
          <a:xfrm flipH="1">
            <a:off x="4707200" y="3755500"/>
            <a:ext cx="791400" cy="754200"/>
          </a:xfrm>
          <a:prstGeom prst="roundRect">
            <a:avLst>
              <a:gd fmla="val 16667" name="adj"/>
            </a:avLst>
          </a:prstGeom>
          <a:solidFill>
            <a:srgbClr val="FFDDB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5"/>
          <p:cNvSpPr txBox="1"/>
          <p:nvPr/>
        </p:nvSpPr>
        <p:spPr>
          <a:xfrm flipH="1">
            <a:off x="4707200" y="3912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#ffddbd</a:t>
            </a:r>
            <a:endParaRPr sz="1000">
              <a:solidFill>
                <a:schemeClr val="dk1"/>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47" name="Shape 4547"/>
        <p:cNvGrpSpPr/>
        <p:nvPr/>
      </p:nvGrpSpPr>
      <p:grpSpPr>
        <a:xfrm>
          <a:off x="0" y="0"/>
          <a:ext cx="0" cy="0"/>
          <a:chOff x="0" y="0"/>
          <a:chExt cx="0" cy="0"/>
        </a:xfrm>
      </p:grpSpPr>
      <p:sp>
        <p:nvSpPr>
          <p:cNvPr id="4548" name="Google Shape;4548;p76"/>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sp>
        <p:nvSpPr>
          <p:cNvPr id="4549" name="Google Shape;4549;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4550" name="Google Shape;4550;p76"/>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4551" name="Google Shape;4551;p76">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4552" name="Google Shape;4552;p76">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4553" name="Google Shape;4553;p76">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4554" name="Google Shape;4554;p76">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4555" name="Google Shape;4555;p76"/>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4556" name="Google Shape;4556;p76"/>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4557" name="Google Shape;4557;p76"/>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4558" name="Google Shape;4558;p76"/>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4559" name="Google Shape;4559;p76">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63" name="Shape 4563"/>
        <p:cNvGrpSpPr/>
        <p:nvPr/>
      </p:nvGrpSpPr>
      <p:grpSpPr>
        <a:xfrm>
          <a:off x="0" y="0"/>
          <a:ext cx="0" cy="0"/>
          <a:chOff x="0" y="0"/>
          <a:chExt cx="0" cy="0"/>
        </a:xfrm>
      </p:grpSpPr>
      <p:sp>
        <p:nvSpPr>
          <p:cNvPr id="4564" name="Google Shape;4564;p77"/>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4565" name="Google Shape;4565;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4566" name="Google Shape;4566;p77"/>
          <p:cNvGrpSpPr/>
          <p:nvPr/>
        </p:nvGrpSpPr>
        <p:grpSpPr>
          <a:xfrm>
            <a:off x="5082708" y="3095784"/>
            <a:ext cx="442841" cy="514271"/>
            <a:chOff x="4727025" y="1332775"/>
            <a:chExt cx="59900" cy="69625"/>
          </a:xfrm>
        </p:grpSpPr>
        <p:sp>
          <p:nvSpPr>
            <p:cNvPr id="4567" name="Google Shape;4567;p7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77"/>
          <p:cNvGrpSpPr/>
          <p:nvPr/>
        </p:nvGrpSpPr>
        <p:grpSpPr>
          <a:xfrm>
            <a:off x="5758025" y="2343272"/>
            <a:ext cx="500909" cy="500899"/>
            <a:chOff x="4820425" y="1329900"/>
            <a:chExt cx="70175" cy="70350"/>
          </a:xfrm>
        </p:grpSpPr>
        <p:sp>
          <p:nvSpPr>
            <p:cNvPr id="4570" name="Google Shape;4570;p7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77"/>
          <p:cNvGrpSpPr/>
          <p:nvPr/>
        </p:nvGrpSpPr>
        <p:grpSpPr>
          <a:xfrm>
            <a:off x="6410648" y="2355062"/>
            <a:ext cx="538135" cy="493119"/>
            <a:chOff x="4903200" y="1331525"/>
            <a:chExt cx="73575" cy="67425"/>
          </a:xfrm>
        </p:grpSpPr>
        <p:sp>
          <p:nvSpPr>
            <p:cNvPr id="4575" name="Google Shape;4575;p7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576" name="Google Shape;4576;p7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77"/>
          <p:cNvGrpSpPr/>
          <p:nvPr/>
        </p:nvGrpSpPr>
        <p:grpSpPr>
          <a:xfrm>
            <a:off x="5670599" y="3097040"/>
            <a:ext cx="544563" cy="511895"/>
            <a:chOff x="4815575" y="1416800"/>
            <a:chExt cx="73750" cy="71400"/>
          </a:xfrm>
        </p:grpSpPr>
        <p:sp>
          <p:nvSpPr>
            <p:cNvPr id="4578" name="Google Shape;4578;p7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77"/>
          <p:cNvGrpSpPr/>
          <p:nvPr/>
        </p:nvGrpSpPr>
        <p:grpSpPr>
          <a:xfrm>
            <a:off x="6367224" y="3096746"/>
            <a:ext cx="602914" cy="512477"/>
            <a:chOff x="4902475" y="1418875"/>
            <a:chExt cx="74500" cy="63775"/>
          </a:xfrm>
        </p:grpSpPr>
        <p:sp>
          <p:nvSpPr>
            <p:cNvPr id="4582" name="Google Shape;4582;p7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77"/>
          <p:cNvGrpSpPr/>
          <p:nvPr/>
        </p:nvGrpSpPr>
        <p:grpSpPr>
          <a:xfrm>
            <a:off x="5783096" y="3835985"/>
            <a:ext cx="515391" cy="525699"/>
            <a:chOff x="4818100" y="1507675"/>
            <a:chExt cx="71225" cy="71625"/>
          </a:xfrm>
        </p:grpSpPr>
        <p:sp>
          <p:nvSpPr>
            <p:cNvPr id="4585" name="Google Shape;4585;p7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77"/>
          <p:cNvGrpSpPr/>
          <p:nvPr/>
        </p:nvGrpSpPr>
        <p:grpSpPr>
          <a:xfrm>
            <a:off x="5121199" y="3857517"/>
            <a:ext cx="522956" cy="489869"/>
            <a:chOff x="4721450" y="1509475"/>
            <a:chExt cx="79350" cy="74325"/>
          </a:xfrm>
        </p:grpSpPr>
        <p:sp>
          <p:nvSpPr>
            <p:cNvPr id="4590" name="Google Shape;4590;p7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77"/>
          <p:cNvGrpSpPr/>
          <p:nvPr/>
        </p:nvGrpSpPr>
        <p:grpSpPr>
          <a:xfrm>
            <a:off x="6444441" y="3837269"/>
            <a:ext cx="525704" cy="535436"/>
            <a:chOff x="4906800" y="1507500"/>
            <a:chExt cx="70350" cy="71075"/>
          </a:xfrm>
        </p:grpSpPr>
        <p:sp>
          <p:nvSpPr>
            <p:cNvPr id="4595" name="Google Shape;4595;p7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77"/>
          <p:cNvGrpSpPr/>
          <p:nvPr/>
        </p:nvGrpSpPr>
        <p:grpSpPr>
          <a:xfrm>
            <a:off x="4477263" y="2343250"/>
            <a:ext cx="508054" cy="508095"/>
            <a:chOff x="3736598" y="2170606"/>
            <a:chExt cx="404889" cy="404889"/>
          </a:xfrm>
        </p:grpSpPr>
        <p:sp>
          <p:nvSpPr>
            <p:cNvPr id="4601" name="Google Shape;4601;p7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77"/>
          <p:cNvGrpSpPr/>
          <p:nvPr/>
        </p:nvGrpSpPr>
        <p:grpSpPr>
          <a:xfrm>
            <a:off x="3765303" y="2343345"/>
            <a:ext cx="575790" cy="507904"/>
            <a:chOff x="3161917" y="2170682"/>
            <a:chExt cx="458870" cy="404737"/>
          </a:xfrm>
        </p:grpSpPr>
        <p:sp>
          <p:nvSpPr>
            <p:cNvPr id="4606" name="Google Shape;4606;p7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607" name="Google Shape;4607;p7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77"/>
          <p:cNvGrpSpPr/>
          <p:nvPr/>
        </p:nvGrpSpPr>
        <p:grpSpPr>
          <a:xfrm>
            <a:off x="3792833" y="3103717"/>
            <a:ext cx="520730" cy="498567"/>
            <a:chOff x="3179914" y="2889488"/>
            <a:chExt cx="422876" cy="404911"/>
          </a:xfrm>
        </p:grpSpPr>
        <p:sp>
          <p:nvSpPr>
            <p:cNvPr id="4610" name="Google Shape;4610;p7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77"/>
          <p:cNvGrpSpPr/>
          <p:nvPr/>
        </p:nvGrpSpPr>
        <p:grpSpPr>
          <a:xfrm>
            <a:off x="4421513" y="3103677"/>
            <a:ext cx="516145" cy="498648"/>
            <a:chOff x="3729467" y="2889422"/>
            <a:chExt cx="419153" cy="404977"/>
          </a:xfrm>
        </p:grpSpPr>
        <p:sp>
          <p:nvSpPr>
            <p:cNvPr id="4617" name="Google Shape;4617;p7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4" name="Google Shape;4624;p7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8" name="Google Shape;4628;p77"/>
          <p:cNvGrpSpPr/>
          <p:nvPr/>
        </p:nvGrpSpPr>
        <p:grpSpPr>
          <a:xfrm>
            <a:off x="7141841" y="2550562"/>
            <a:ext cx="166473" cy="141497"/>
            <a:chOff x="4660325" y="1866850"/>
            <a:chExt cx="68350" cy="58100"/>
          </a:xfrm>
        </p:grpSpPr>
        <p:sp>
          <p:nvSpPr>
            <p:cNvPr id="4629" name="Google Shape;4629;p7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77"/>
          <p:cNvGrpSpPr/>
          <p:nvPr/>
        </p:nvGrpSpPr>
        <p:grpSpPr>
          <a:xfrm>
            <a:off x="7451186" y="2576286"/>
            <a:ext cx="162515" cy="90049"/>
            <a:chOff x="4791775" y="1877500"/>
            <a:chExt cx="66725" cy="36975"/>
          </a:xfrm>
        </p:grpSpPr>
        <p:sp>
          <p:nvSpPr>
            <p:cNvPr id="4632" name="Google Shape;4632;p7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77"/>
          <p:cNvGrpSpPr/>
          <p:nvPr/>
        </p:nvGrpSpPr>
        <p:grpSpPr>
          <a:xfrm>
            <a:off x="7772899" y="2576286"/>
            <a:ext cx="144979" cy="90049"/>
            <a:chOff x="4923925" y="1877500"/>
            <a:chExt cx="59525" cy="36975"/>
          </a:xfrm>
        </p:grpSpPr>
        <p:sp>
          <p:nvSpPr>
            <p:cNvPr id="4635" name="Google Shape;4635;p7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77"/>
          <p:cNvGrpSpPr/>
          <p:nvPr/>
        </p:nvGrpSpPr>
        <p:grpSpPr>
          <a:xfrm>
            <a:off x="8067390" y="2558477"/>
            <a:ext cx="141447" cy="125667"/>
            <a:chOff x="5058450" y="1870100"/>
            <a:chExt cx="58075" cy="51600"/>
          </a:xfrm>
        </p:grpSpPr>
        <p:sp>
          <p:nvSpPr>
            <p:cNvPr id="4638" name="Google Shape;4638;p7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77"/>
          <p:cNvGrpSpPr/>
          <p:nvPr/>
        </p:nvGrpSpPr>
        <p:grpSpPr>
          <a:xfrm>
            <a:off x="7481905" y="2980885"/>
            <a:ext cx="101077" cy="107645"/>
            <a:chOff x="4811425" y="2065025"/>
            <a:chExt cx="41500" cy="44200"/>
          </a:xfrm>
        </p:grpSpPr>
        <p:sp>
          <p:nvSpPr>
            <p:cNvPr id="4641" name="Google Shape;4641;p7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77"/>
          <p:cNvGrpSpPr/>
          <p:nvPr/>
        </p:nvGrpSpPr>
        <p:grpSpPr>
          <a:xfrm>
            <a:off x="7774342" y="2981098"/>
            <a:ext cx="120867" cy="107218"/>
            <a:chOff x="4929875" y="2065025"/>
            <a:chExt cx="49625" cy="44025"/>
          </a:xfrm>
        </p:grpSpPr>
        <p:sp>
          <p:nvSpPr>
            <p:cNvPr id="4644" name="Google Shape;4644;p7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77"/>
          <p:cNvGrpSpPr/>
          <p:nvPr/>
        </p:nvGrpSpPr>
        <p:grpSpPr>
          <a:xfrm>
            <a:off x="8103011" y="2984112"/>
            <a:ext cx="70206" cy="101191"/>
            <a:chOff x="5083925" y="2066350"/>
            <a:chExt cx="28825" cy="41550"/>
          </a:xfrm>
        </p:grpSpPr>
        <p:sp>
          <p:nvSpPr>
            <p:cNvPr id="4647" name="Google Shape;4647;p7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77"/>
          <p:cNvGrpSpPr/>
          <p:nvPr/>
        </p:nvGrpSpPr>
        <p:grpSpPr>
          <a:xfrm>
            <a:off x="7134565" y="2999759"/>
            <a:ext cx="181026" cy="69896"/>
            <a:chOff x="4659775" y="2072775"/>
            <a:chExt cx="74325" cy="28700"/>
          </a:xfrm>
        </p:grpSpPr>
        <p:sp>
          <p:nvSpPr>
            <p:cNvPr id="4650" name="Google Shape;4650;p7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77"/>
          <p:cNvGrpSpPr/>
          <p:nvPr/>
        </p:nvGrpSpPr>
        <p:grpSpPr>
          <a:xfrm>
            <a:off x="8054421" y="2790324"/>
            <a:ext cx="167387" cy="89197"/>
            <a:chOff x="4662475" y="1976500"/>
            <a:chExt cx="68725" cy="36625"/>
          </a:xfrm>
        </p:grpSpPr>
        <p:sp>
          <p:nvSpPr>
            <p:cNvPr id="4654" name="Google Shape;4654;p7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77"/>
          <p:cNvGrpSpPr/>
          <p:nvPr/>
        </p:nvGrpSpPr>
        <p:grpSpPr>
          <a:xfrm>
            <a:off x="7751326" y="2793764"/>
            <a:ext cx="166899" cy="82317"/>
            <a:chOff x="4920150" y="1977875"/>
            <a:chExt cx="68525" cy="33800"/>
          </a:xfrm>
        </p:grpSpPr>
        <p:sp>
          <p:nvSpPr>
            <p:cNvPr id="4658" name="Google Shape;4658;p7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77"/>
          <p:cNvGrpSpPr/>
          <p:nvPr/>
        </p:nvGrpSpPr>
        <p:grpSpPr>
          <a:xfrm>
            <a:off x="7162483" y="3197682"/>
            <a:ext cx="125190" cy="127859"/>
            <a:chOff x="4676550" y="2160575"/>
            <a:chExt cx="51400" cy="52500"/>
          </a:xfrm>
        </p:grpSpPr>
        <p:sp>
          <p:nvSpPr>
            <p:cNvPr id="4662" name="Google Shape;4662;p7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77"/>
          <p:cNvGrpSpPr/>
          <p:nvPr/>
        </p:nvGrpSpPr>
        <p:grpSpPr>
          <a:xfrm>
            <a:off x="7459741" y="3204714"/>
            <a:ext cx="145405" cy="113794"/>
            <a:chOff x="4768325" y="2163475"/>
            <a:chExt cx="59700" cy="46725"/>
          </a:xfrm>
        </p:grpSpPr>
        <p:sp>
          <p:nvSpPr>
            <p:cNvPr id="4666" name="Google Shape;4666;p7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8" name="Google Shape;4668;p7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4" name="Google Shape;4674;p77"/>
          <p:cNvGrpSpPr/>
          <p:nvPr/>
        </p:nvGrpSpPr>
        <p:grpSpPr>
          <a:xfrm>
            <a:off x="7476059" y="3459808"/>
            <a:ext cx="112768" cy="106853"/>
            <a:chOff x="4768575" y="2253950"/>
            <a:chExt cx="46300" cy="43875"/>
          </a:xfrm>
        </p:grpSpPr>
        <p:sp>
          <p:nvSpPr>
            <p:cNvPr id="4675" name="Google Shape;4675;p7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77"/>
          <p:cNvGrpSpPr/>
          <p:nvPr/>
        </p:nvGrpSpPr>
        <p:grpSpPr>
          <a:xfrm>
            <a:off x="7775682" y="3948834"/>
            <a:ext cx="118187" cy="146246"/>
            <a:chOff x="4960900" y="2433225"/>
            <a:chExt cx="48525" cy="60050"/>
          </a:xfrm>
        </p:grpSpPr>
        <p:sp>
          <p:nvSpPr>
            <p:cNvPr id="4678" name="Google Shape;4678;p7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77"/>
          <p:cNvGrpSpPr/>
          <p:nvPr/>
        </p:nvGrpSpPr>
        <p:grpSpPr>
          <a:xfrm>
            <a:off x="7464247" y="4212895"/>
            <a:ext cx="136394" cy="143810"/>
            <a:chOff x="4854075" y="2527625"/>
            <a:chExt cx="56000" cy="59050"/>
          </a:xfrm>
        </p:grpSpPr>
        <p:sp>
          <p:nvSpPr>
            <p:cNvPr id="4681" name="Google Shape;4681;p7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3" name="Google Shape;4683;p7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6" name="Google Shape;4686;p77"/>
          <p:cNvGrpSpPr/>
          <p:nvPr/>
        </p:nvGrpSpPr>
        <p:grpSpPr>
          <a:xfrm>
            <a:off x="8088458" y="3676639"/>
            <a:ext cx="99312" cy="160797"/>
            <a:chOff x="5059700" y="2334775"/>
            <a:chExt cx="40775" cy="66025"/>
          </a:xfrm>
        </p:grpSpPr>
        <p:sp>
          <p:nvSpPr>
            <p:cNvPr id="4687" name="Google Shape;4687;p7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77"/>
          <p:cNvGrpSpPr/>
          <p:nvPr/>
        </p:nvGrpSpPr>
        <p:grpSpPr>
          <a:xfrm>
            <a:off x="8045622" y="3941771"/>
            <a:ext cx="184984" cy="160371"/>
            <a:chOff x="5037700" y="2430325"/>
            <a:chExt cx="75950" cy="65850"/>
          </a:xfrm>
        </p:grpSpPr>
        <p:sp>
          <p:nvSpPr>
            <p:cNvPr id="4697" name="Google Shape;4697;p7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77"/>
          <p:cNvGrpSpPr/>
          <p:nvPr/>
        </p:nvGrpSpPr>
        <p:grpSpPr>
          <a:xfrm>
            <a:off x="7465128" y="3708223"/>
            <a:ext cx="173014" cy="97629"/>
            <a:chOff x="4756975" y="2341800"/>
            <a:chExt cx="91975" cy="51925"/>
          </a:xfrm>
        </p:grpSpPr>
        <p:sp>
          <p:nvSpPr>
            <p:cNvPr id="4700" name="Google Shape;4700;p7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77"/>
          <p:cNvGrpSpPr/>
          <p:nvPr/>
        </p:nvGrpSpPr>
        <p:grpSpPr>
          <a:xfrm>
            <a:off x="7732065" y="4196920"/>
            <a:ext cx="212497" cy="175761"/>
            <a:chOff x="4943575" y="2516350"/>
            <a:chExt cx="98675" cy="81700"/>
          </a:xfrm>
        </p:grpSpPr>
        <p:sp>
          <p:nvSpPr>
            <p:cNvPr id="4721" name="Google Shape;4721;p7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77"/>
          <p:cNvGrpSpPr/>
          <p:nvPr/>
        </p:nvGrpSpPr>
        <p:grpSpPr>
          <a:xfrm>
            <a:off x="1990126" y="3423163"/>
            <a:ext cx="965351" cy="134611"/>
            <a:chOff x="4411970" y="2962952"/>
            <a:chExt cx="706544" cy="104212"/>
          </a:xfrm>
        </p:grpSpPr>
        <p:sp>
          <p:nvSpPr>
            <p:cNvPr id="4800" name="Google Shape;4800;p7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77"/>
          <p:cNvGrpSpPr/>
          <p:nvPr/>
        </p:nvGrpSpPr>
        <p:grpSpPr>
          <a:xfrm>
            <a:off x="1990126" y="3012077"/>
            <a:ext cx="960158" cy="289172"/>
            <a:chOff x="4411970" y="2726085"/>
            <a:chExt cx="643107" cy="193659"/>
          </a:xfrm>
        </p:grpSpPr>
        <p:sp>
          <p:nvSpPr>
            <p:cNvPr id="4805" name="Google Shape;4805;p7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77"/>
          <p:cNvGrpSpPr/>
          <p:nvPr/>
        </p:nvGrpSpPr>
        <p:grpSpPr>
          <a:xfrm>
            <a:off x="993018" y="3278187"/>
            <a:ext cx="833173" cy="259209"/>
            <a:chOff x="4411970" y="4340222"/>
            <a:chExt cx="779467" cy="242683"/>
          </a:xfrm>
        </p:grpSpPr>
        <p:sp>
          <p:nvSpPr>
            <p:cNvPr id="4809" name="Google Shape;4809;p7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77"/>
          <p:cNvGrpSpPr/>
          <p:nvPr/>
        </p:nvGrpSpPr>
        <p:grpSpPr>
          <a:xfrm>
            <a:off x="1990126" y="2673933"/>
            <a:ext cx="965160" cy="216230"/>
            <a:chOff x="4411970" y="2468674"/>
            <a:chExt cx="747317" cy="167425"/>
          </a:xfrm>
        </p:grpSpPr>
        <p:sp>
          <p:nvSpPr>
            <p:cNvPr id="4813" name="Google Shape;4813;p7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77"/>
          <p:cNvGrpSpPr/>
          <p:nvPr/>
        </p:nvGrpSpPr>
        <p:grpSpPr>
          <a:xfrm>
            <a:off x="988873" y="2578650"/>
            <a:ext cx="810451" cy="319148"/>
            <a:chOff x="4411970" y="3686602"/>
            <a:chExt cx="797845" cy="314215"/>
          </a:xfrm>
        </p:grpSpPr>
        <p:sp>
          <p:nvSpPr>
            <p:cNvPr id="4816" name="Google Shape;4816;p7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1" name="Google Shape;4821;p7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2" name="Google Shape;4822;p77"/>
          <p:cNvGrpSpPr/>
          <p:nvPr/>
        </p:nvGrpSpPr>
        <p:grpSpPr>
          <a:xfrm>
            <a:off x="988970" y="2333174"/>
            <a:ext cx="1970333" cy="208784"/>
            <a:chOff x="6336019" y="3733725"/>
            <a:chExt cx="2566206" cy="351310"/>
          </a:xfrm>
        </p:grpSpPr>
        <p:sp>
          <p:nvSpPr>
            <p:cNvPr id="4823" name="Google Shape;4823;p7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77"/>
          <p:cNvGrpSpPr/>
          <p:nvPr/>
        </p:nvGrpSpPr>
        <p:grpSpPr>
          <a:xfrm>
            <a:off x="1990126" y="3940729"/>
            <a:ext cx="946551" cy="153200"/>
            <a:chOff x="4404545" y="3301592"/>
            <a:chExt cx="782403" cy="129272"/>
          </a:xfrm>
        </p:grpSpPr>
        <p:sp>
          <p:nvSpPr>
            <p:cNvPr id="4828" name="Google Shape;4828;p7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77"/>
          <p:cNvGrpSpPr/>
          <p:nvPr/>
        </p:nvGrpSpPr>
        <p:grpSpPr>
          <a:xfrm>
            <a:off x="1990126" y="3679688"/>
            <a:ext cx="962257" cy="139127"/>
            <a:chOff x="4411970" y="3131459"/>
            <a:chExt cx="710520" cy="117397"/>
          </a:xfrm>
        </p:grpSpPr>
        <p:sp>
          <p:nvSpPr>
            <p:cNvPr id="4831" name="Google Shape;4831;p7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833" name="Google Shape;4833;p7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4" name="Google Shape;4834;p77"/>
          <p:cNvGrpSpPr/>
          <p:nvPr/>
        </p:nvGrpSpPr>
        <p:grpSpPr>
          <a:xfrm>
            <a:off x="990271" y="3614482"/>
            <a:ext cx="823838" cy="458988"/>
            <a:chOff x="4411970" y="1801825"/>
            <a:chExt cx="734586" cy="409262"/>
          </a:xfrm>
        </p:grpSpPr>
        <p:sp>
          <p:nvSpPr>
            <p:cNvPr id="4835" name="Google Shape;4835;p7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77"/>
          <p:cNvGrpSpPr/>
          <p:nvPr/>
        </p:nvGrpSpPr>
        <p:grpSpPr>
          <a:xfrm>
            <a:off x="990271" y="4162908"/>
            <a:ext cx="856348" cy="212039"/>
            <a:chOff x="4411970" y="2233974"/>
            <a:chExt cx="763574" cy="189068"/>
          </a:xfrm>
        </p:grpSpPr>
        <p:sp>
          <p:nvSpPr>
            <p:cNvPr id="4838" name="Google Shape;4838;p7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77"/>
          <p:cNvGrpSpPr/>
          <p:nvPr/>
        </p:nvGrpSpPr>
        <p:grpSpPr>
          <a:xfrm>
            <a:off x="3100467" y="2338244"/>
            <a:ext cx="511602" cy="511602"/>
            <a:chOff x="5681300" y="2527788"/>
            <a:chExt cx="805800" cy="805800"/>
          </a:xfrm>
        </p:grpSpPr>
        <p:sp>
          <p:nvSpPr>
            <p:cNvPr id="4841" name="Google Shape;4841;p7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77"/>
          <p:cNvGrpSpPr/>
          <p:nvPr/>
        </p:nvGrpSpPr>
        <p:grpSpPr>
          <a:xfrm>
            <a:off x="3097662" y="3104827"/>
            <a:ext cx="513021" cy="512935"/>
            <a:chOff x="4049800" y="640400"/>
            <a:chExt cx="858900" cy="858900"/>
          </a:xfrm>
        </p:grpSpPr>
        <p:sp>
          <p:nvSpPr>
            <p:cNvPr id="4844" name="Google Shape;4844;p7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77"/>
          <p:cNvGrpSpPr/>
          <p:nvPr/>
        </p:nvGrpSpPr>
        <p:grpSpPr>
          <a:xfrm>
            <a:off x="3014861" y="3756719"/>
            <a:ext cx="686489" cy="686585"/>
            <a:chOff x="5080188" y="927900"/>
            <a:chExt cx="961200" cy="961200"/>
          </a:xfrm>
        </p:grpSpPr>
        <p:sp>
          <p:nvSpPr>
            <p:cNvPr id="4847" name="Google Shape;4847;p7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77"/>
          <p:cNvGrpSpPr/>
          <p:nvPr/>
        </p:nvGrpSpPr>
        <p:grpSpPr>
          <a:xfrm>
            <a:off x="3798012" y="3849448"/>
            <a:ext cx="510373" cy="510937"/>
            <a:chOff x="7508249" y="1522825"/>
            <a:chExt cx="1326332" cy="1322987"/>
          </a:xfrm>
        </p:grpSpPr>
        <p:sp>
          <p:nvSpPr>
            <p:cNvPr id="4856" name="Google Shape;4856;p7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77"/>
          <p:cNvGrpSpPr/>
          <p:nvPr/>
        </p:nvGrpSpPr>
        <p:grpSpPr>
          <a:xfrm>
            <a:off x="4489605" y="3850853"/>
            <a:ext cx="492652" cy="503348"/>
            <a:chOff x="6039282" y="1042577"/>
            <a:chExt cx="734315" cy="731929"/>
          </a:xfrm>
        </p:grpSpPr>
        <p:sp>
          <p:nvSpPr>
            <p:cNvPr id="4867" name="Google Shape;4867;p7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77"/>
          <p:cNvGrpSpPr/>
          <p:nvPr/>
        </p:nvGrpSpPr>
        <p:grpSpPr>
          <a:xfrm>
            <a:off x="5130019" y="2346894"/>
            <a:ext cx="483304" cy="504902"/>
            <a:chOff x="1825800" y="1651625"/>
            <a:chExt cx="568125" cy="591775"/>
          </a:xfrm>
        </p:grpSpPr>
        <p:sp>
          <p:nvSpPr>
            <p:cNvPr id="4889" name="Google Shape;4889;p7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5" name="Google Shape;4895;p7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2" name="Shape 4902"/>
        <p:cNvGrpSpPr/>
        <p:nvPr/>
      </p:nvGrpSpPr>
      <p:grpSpPr>
        <a:xfrm>
          <a:off x="0" y="0"/>
          <a:ext cx="0" cy="0"/>
          <a:chOff x="0" y="0"/>
          <a:chExt cx="0" cy="0"/>
        </a:xfrm>
      </p:grpSpPr>
      <p:grpSp>
        <p:nvGrpSpPr>
          <p:cNvPr id="4903" name="Google Shape;4903;p78"/>
          <p:cNvGrpSpPr/>
          <p:nvPr/>
        </p:nvGrpSpPr>
        <p:grpSpPr>
          <a:xfrm>
            <a:off x="722058" y="957091"/>
            <a:ext cx="2492868" cy="1379876"/>
            <a:chOff x="2654821" y="2311071"/>
            <a:chExt cx="2279715" cy="1262120"/>
          </a:xfrm>
        </p:grpSpPr>
        <p:grpSp>
          <p:nvGrpSpPr>
            <p:cNvPr id="4904" name="Google Shape;4904;p78"/>
            <p:cNvGrpSpPr/>
            <p:nvPr/>
          </p:nvGrpSpPr>
          <p:grpSpPr>
            <a:xfrm>
              <a:off x="4034269" y="2840745"/>
              <a:ext cx="40212" cy="36437"/>
              <a:chOff x="4293400" y="2574725"/>
              <a:chExt cx="84425" cy="80100"/>
            </a:xfrm>
          </p:grpSpPr>
          <p:sp>
            <p:nvSpPr>
              <p:cNvPr id="4905" name="Google Shape;4905;p7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906" name="Google Shape;4906;p7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78"/>
            <p:cNvGrpSpPr/>
            <p:nvPr/>
          </p:nvGrpSpPr>
          <p:grpSpPr>
            <a:xfrm>
              <a:off x="3894606" y="2334874"/>
              <a:ext cx="913198" cy="518984"/>
              <a:chOff x="4000175" y="1462675"/>
              <a:chExt cx="1917275" cy="1140875"/>
            </a:xfrm>
          </p:grpSpPr>
          <p:sp>
            <p:nvSpPr>
              <p:cNvPr id="4908" name="Google Shape;4908;p7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909" name="Google Shape;4909;p78"/>
              <p:cNvGrpSpPr/>
              <p:nvPr/>
            </p:nvGrpSpPr>
            <p:grpSpPr>
              <a:xfrm>
                <a:off x="4000175" y="1462675"/>
                <a:ext cx="1917275" cy="1140875"/>
                <a:chOff x="4000175" y="1462675"/>
                <a:chExt cx="1917275" cy="1140875"/>
              </a:xfrm>
            </p:grpSpPr>
            <p:sp>
              <p:nvSpPr>
                <p:cNvPr id="4910" name="Google Shape;4910;p7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911" name="Google Shape;4911;p7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15" name="Google Shape;4915;p7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6" name="Google Shape;4916;p78"/>
            <p:cNvGrpSpPr/>
            <p:nvPr/>
          </p:nvGrpSpPr>
          <p:grpSpPr>
            <a:xfrm>
              <a:off x="3875768" y="2846704"/>
              <a:ext cx="44796" cy="47366"/>
              <a:chOff x="3960625" y="2587825"/>
              <a:chExt cx="94050" cy="104125"/>
            </a:xfrm>
          </p:grpSpPr>
          <p:sp>
            <p:nvSpPr>
              <p:cNvPr id="4917" name="Google Shape;4917;p7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918" name="Google Shape;4918;p7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78"/>
            <p:cNvGrpSpPr/>
            <p:nvPr/>
          </p:nvGrpSpPr>
          <p:grpSpPr>
            <a:xfrm>
              <a:off x="3782759" y="2807162"/>
              <a:ext cx="82686" cy="85487"/>
              <a:chOff x="3765350" y="2500900"/>
              <a:chExt cx="173600" cy="187925"/>
            </a:xfrm>
          </p:grpSpPr>
          <p:sp>
            <p:nvSpPr>
              <p:cNvPr id="4920" name="Google Shape;4920;p7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921" name="Google Shape;4921;p7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78"/>
            <p:cNvGrpSpPr/>
            <p:nvPr/>
          </p:nvGrpSpPr>
          <p:grpSpPr>
            <a:xfrm>
              <a:off x="3775674" y="2798496"/>
              <a:ext cx="40545" cy="23564"/>
              <a:chOff x="3750475" y="2481850"/>
              <a:chExt cx="85125" cy="51800"/>
            </a:xfrm>
          </p:grpSpPr>
          <p:sp>
            <p:nvSpPr>
              <p:cNvPr id="4927" name="Google Shape;4927;p7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929" name="Google Shape;4929;p78"/>
            <p:cNvGrpSpPr/>
            <p:nvPr/>
          </p:nvGrpSpPr>
          <p:grpSpPr>
            <a:xfrm>
              <a:off x="3716946" y="2776024"/>
              <a:ext cx="81971" cy="76912"/>
              <a:chOff x="3627175" y="2432450"/>
              <a:chExt cx="172100" cy="169075"/>
            </a:xfrm>
          </p:grpSpPr>
          <p:sp>
            <p:nvSpPr>
              <p:cNvPr id="4930" name="Google Shape;4930;p7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932" name="Google Shape;4932;p7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933" name="Google Shape;4933;p78"/>
            <p:cNvGrpSpPr/>
            <p:nvPr/>
          </p:nvGrpSpPr>
          <p:grpSpPr>
            <a:xfrm>
              <a:off x="3685682" y="2845624"/>
              <a:ext cx="29311" cy="45055"/>
              <a:chOff x="3561536" y="2585450"/>
              <a:chExt cx="61539" cy="99045"/>
            </a:xfrm>
          </p:grpSpPr>
          <p:sp>
            <p:nvSpPr>
              <p:cNvPr id="4934" name="Google Shape;4934;p7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936" name="Google Shape;4936;p78"/>
            <p:cNvGrpSpPr/>
            <p:nvPr/>
          </p:nvGrpSpPr>
          <p:grpSpPr>
            <a:xfrm>
              <a:off x="3849905" y="2572252"/>
              <a:ext cx="74339" cy="119559"/>
              <a:chOff x="3906325" y="1984500"/>
              <a:chExt cx="156075" cy="262825"/>
            </a:xfrm>
          </p:grpSpPr>
          <p:sp>
            <p:nvSpPr>
              <p:cNvPr id="4937" name="Google Shape;4937;p7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938" name="Google Shape;4938;p7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78"/>
            <p:cNvGrpSpPr/>
            <p:nvPr/>
          </p:nvGrpSpPr>
          <p:grpSpPr>
            <a:xfrm>
              <a:off x="2654821" y="2414345"/>
              <a:ext cx="667570" cy="558731"/>
              <a:chOff x="1397225" y="1637375"/>
              <a:chExt cx="1401575" cy="1228250"/>
            </a:xfrm>
          </p:grpSpPr>
          <p:sp>
            <p:nvSpPr>
              <p:cNvPr id="4940" name="Google Shape;4940;p7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941" name="Google Shape;4941;p78"/>
              <p:cNvGrpSpPr/>
              <p:nvPr/>
            </p:nvGrpSpPr>
            <p:grpSpPr>
              <a:xfrm>
                <a:off x="1397225" y="1637375"/>
                <a:ext cx="1398775" cy="1228250"/>
                <a:chOff x="1397225" y="1637375"/>
                <a:chExt cx="1398775" cy="1228250"/>
              </a:xfrm>
            </p:grpSpPr>
            <p:sp>
              <p:nvSpPr>
                <p:cNvPr id="4942" name="Google Shape;4942;p7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4" name="Google Shape;4944;p78"/>
            <p:cNvGrpSpPr/>
            <p:nvPr/>
          </p:nvGrpSpPr>
          <p:grpSpPr>
            <a:xfrm>
              <a:off x="3230417" y="3103734"/>
              <a:ext cx="282982" cy="280332"/>
              <a:chOff x="2605700" y="3152850"/>
              <a:chExt cx="594125" cy="616250"/>
            </a:xfrm>
          </p:grpSpPr>
          <p:sp>
            <p:nvSpPr>
              <p:cNvPr id="4945" name="Google Shape;4945;p7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946" name="Google Shape;4946;p7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947" name="Google Shape;4947;p78"/>
            <p:cNvGrpSpPr/>
            <p:nvPr/>
          </p:nvGrpSpPr>
          <p:grpSpPr>
            <a:xfrm>
              <a:off x="3265985" y="3226989"/>
              <a:ext cx="87151" cy="346202"/>
              <a:chOff x="2680375" y="3423800"/>
              <a:chExt cx="182975" cy="761050"/>
            </a:xfrm>
          </p:grpSpPr>
          <p:sp>
            <p:nvSpPr>
              <p:cNvPr id="4948" name="Google Shape;4948;p7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949" name="Google Shape;4949;p7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78"/>
            <p:cNvGrpSpPr/>
            <p:nvPr/>
          </p:nvGrpSpPr>
          <p:grpSpPr>
            <a:xfrm>
              <a:off x="3855466" y="3289811"/>
              <a:ext cx="112514" cy="94210"/>
              <a:chOff x="3918000" y="3561900"/>
              <a:chExt cx="236225" cy="207100"/>
            </a:xfrm>
          </p:grpSpPr>
          <p:sp>
            <p:nvSpPr>
              <p:cNvPr id="4951" name="Google Shape;4951;p7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952" name="Google Shape;4952;p7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3" name="Google Shape;4953;p7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956" name="Google Shape;4956;p78"/>
            <p:cNvGrpSpPr/>
            <p:nvPr/>
          </p:nvGrpSpPr>
          <p:grpSpPr>
            <a:xfrm>
              <a:off x="2905224" y="2311071"/>
              <a:ext cx="596721" cy="528992"/>
              <a:chOff x="1922950" y="1410350"/>
              <a:chExt cx="1252825" cy="1162875"/>
            </a:xfrm>
          </p:grpSpPr>
          <p:sp>
            <p:nvSpPr>
              <p:cNvPr id="4957" name="Google Shape;4957;p7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973" name="Google Shape;4973;p7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93" name="Google Shape;4993;p7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94" name="Google Shape;4994;p7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5" name="Google Shape;4995;p78"/>
            <p:cNvGrpSpPr/>
            <p:nvPr/>
          </p:nvGrpSpPr>
          <p:grpSpPr>
            <a:xfrm>
              <a:off x="3280929" y="3294542"/>
              <a:ext cx="109894" cy="272224"/>
              <a:chOff x="2711750" y="3572300"/>
              <a:chExt cx="230725" cy="598425"/>
            </a:xfrm>
          </p:grpSpPr>
          <p:sp>
            <p:nvSpPr>
              <p:cNvPr id="4996" name="Google Shape;4996;p7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8" name="Google Shape;4998;p7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9" name="Google Shape;4999;p78"/>
            <p:cNvGrpSpPr/>
            <p:nvPr/>
          </p:nvGrpSpPr>
          <p:grpSpPr>
            <a:xfrm>
              <a:off x="3790439" y="2408636"/>
              <a:ext cx="73017" cy="75684"/>
              <a:chOff x="3781475" y="1624825"/>
              <a:chExt cx="153300" cy="166375"/>
            </a:xfrm>
          </p:grpSpPr>
          <p:sp>
            <p:nvSpPr>
              <p:cNvPr id="5000" name="Google Shape;5000;p7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4" name="Google Shape;5004;p7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1" name="Google Shape;5011;p78"/>
            <p:cNvGrpSpPr/>
            <p:nvPr/>
          </p:nvGrpSpPr>
          <p:grpSpPr>
            <a:xfrm>
              <a:off x="4403342" y="3107749"/>
              <a:ext cx="316680" cy="101374"/>
              <a:chOff x="5068275" y="3161675"/>
              <a:chExt cx="664875" cy="222850"/>
            </a:xfrm>
          </p:grpSpPr>
          <p:sp>
            <p:nvSpPr>
              <p:cNvPr id="5012" name="Google Shape;5012;p7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6" name="Google Shape;5016;p7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5" name="Google Shape;5045;p78"/>
            <p:cNvGrpSpPr/>
            <p:nvPr/>
          </p:nvGrpSpPr>
          <p:grpSpPr>
            <a:xfrm>
              <a:off x="3697513" y="2707266"/>
              <a:ext cx="59549" cy="79733"/>
              <a:chOff x="3586375" y="2281300"/>
              <a:chExt cx="125025" cy="175275"/>
            </a:xfrm>
          </p:grpSpPr>
          <p:sp>
            <p:nvSpPr>
              <p:cNvPr id="5046" name="Google Shape;5046;p7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8" name="Google Shape;5048;p7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9" name="Google Shape;5049;p78"/>
            <p:cNvGrpSpPr/>
            <p:nvPr/>
          </p:nvGrpSpPr>
          <p:grpSpPr>
            <a:xfrm>
              <a:off x="4513224" y="3221724"/>
              <a:ext cx="274563" cy="280321"/>
              <a:chOff x="5298975" y="3412225"/>
              <a:chExt cx="576450" cy="616225"/>
            </a:xfrm>
          </p:grpSpPr>
          <p:sp>
            <p:nvSpPr>
              <p:cNvPr id="5050" name="Google Shape;5050;p7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051" name="Google Shape;5051;p7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78"/>
            <p:cNvGrpSpPr/>
            <p:nvPr/>
          </p:nvGrpSpPr>
          <p:grpSpPr>
            <a:xfrm>
              <a:off x="4824403" y="3421846"/>
              <a:ext cx="110132" cy="130647"/>
              <a:chOff x="5952300" y="3852150"/>
              <a:chExt cx="231225" cy="287200"/>
            </a:xfrm>
          </p:grpSpPr>
          <p:sp>
            <p:nvSpPr>
              <p:cNvPr id="5053" name="Google Shape;5053;p7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5" name="Google Shape;5055;p7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3" name="Google Shape;5063;p78"/>
            <p:cNvGrpSpPr/>
            <p:nvPr/>
          </p:nvGrpSpPr>
          <p:grpSpPr>
            <a:xfrm>
              <a:off x="4295710" y="3079670"/>
              <a:ext cx="14968" cy="27135"/>
              <a:chOff x="4842300" y="3099950"/>
              <a:chExt cx="31425" cy="59650"/>
            </a:xfrm>
          </p:grpSpPr>
          <p:sp>
            <p:nvSpPr>
              <p:cNvPr id="5064" name="Google Shape;5064;p7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8" name="Google Shape;5068;p7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6" name="Google Shape;5076;p78"/>
            <p:cNvGrpSpPr/>
            <p:nvPr/>
          </p:nvGrpSpPr>
          <p:grpSpPr>
            <a:xfrm>
              <a:off x="3831056" y="2816010"/>
              <a:ext cx="37378" cy="27612"/>
              <a:chOff x="3866750" y="2520350"/>
              <a:chExt cx="78475" cy="60700"/>
            </a:xfrm>
          </p:grpSpPr>
          <p:sp>
            <p:nvSpPr>
              <p:cNvPr id="5077" name="Google Shape;5077;p7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1" name="Google Shape;5081;p7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98" name="Google Shape;5098;p7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110" name="Google Shape;5110;p7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3" name="Google Shape;5123;p78"/>
            <p:cNvGrpSpPr/>
            <p:nvPr/>
          </p:nvGrpSpPr>
          <p:grpSpPr>
            <a:xfrm>
              <a:off x="3632736" y="3051591"/>
              <a:ext cx="63288" cy="45217"/>
              <a:chOff x="3450375" y="3038225"/>
              <a:chExt cx="132875" cy="99400"/>
            </a:xfrm>
          </p:grpSpPr>
          <p:sp>
            <p:nvSpPr>
              <p:cNvPr id="5124" name="Google Shape;5124;p7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6" name="Google Shape;5126;p7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135" name="Google Shape;5135;p7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145" name="Google Shape;5145;p7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151" name="Google Shape;5151;p7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78"/>
          <p:cNvGrpSpPr/>
          <p:nvPr/>
        </p:nvGrpSpPr>
        <p:grpSpPr>
          <a:xfrm>
            <a:off x="719115" y="2852867"/>
            <a:ext cx="2622876" cy="1333540"/>
            <a:chOff x="238125" y="1038125"/>
            <a:chExt cx="7146800" cy="3633625"/>
          </a:xfrm>
        </p:grpSpPr>
        <p:sp>
          <p:nvSpPr>
            <p:cNvPr id="5162" name="Google Shape;5162;p7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78"/>
          <p:cNvGrpSpPr/>
          <p:nvPr/>
        </p:nvGrpSpPr>
        <p:grpSpPr>
          <a:xfrm>
            <a:off x="5834043" y="994977"/>
            <a:ext cx="2590840" cy="1380235"/>
            <a:chOff x="233350" y="949250"/>
            <a:chExt cx="7137300" cy="3802300"/>
          </a:xfrm>
        </p:grpSpPr>
        <p:sp>
          <p:nvSpPr>
            <p:cNvPr id="6735" name="Google Shape;6735;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78"/>
          <p:cNvGrpSpPr/>
          <p:nvPr/>
        </p:nvGrpSpPr>
        <p:grpSpPr>
          <a:xfrm>
            <a:off x="7648472" y="3039750"/>
            <a:ext cx="104231" cy="320340"/>
            <a:chOff x="7564426" y="3224343"/>
            <a:chExt cx="119985" cy="368801"/>
          </a:xfrm>
        </p:grpSpPr>
        <p:sp>
          <p:nvSpPr>
            <p:cNvPr id="6787" name="Google Shape;6787;p7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78"/>
          <p:cNvGrpSpPr/>
          <p:nvPr/>
        </p:nvGrpSpPr>
        <p:grpSpPr>
          <a:xfrm>
            <a:off x="7347961" y="3033852"/>
            <a:ext cx="189489" cy="332132"/>
            <a:chOff x="8370831" y="3202002"/>
            <a:chExt cx="218129" cy="382376"/>
          </a:xfrm>
        </p:grpSpPr>
        <p:sp>
          <p:nvSpPr>
            <p:cNvPr id="6790" name="Google Shape;6790;p7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78"/>
          <p:cNvGrpSpPr/>
          <p:nvPr/>
        </p:nvGrpSpPr>
        <p:grpSpPr>
          <a:xfrm>
            <a:off x="8071350" y="3444984"/>
            <a:ext cx="309429" cy="267000"/>
            <a:chOff x="6742064" y="3750480"/>
            <a:chExt cx="399315" cy="344560"/>
          </a:xfrm>
        </p:grpSpPr>
        <p:sp>
          <p:nvSpPr>
            <p:cNvPr id="6793" name="Google Shape;6793;p7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78"/>
          <p:cNvGrpSpPr/>
          <p:nvPr/>
        </p:nvGrpSpPr>
        <p:grpSpPr>
          <a:xfrm>
            <a:off x="7610369" y="3796031"/>
            <a:ext cx="180437" cy="281608"/>
            <a:chOff x="7248525" y="3739696"/>
            <a:chExt cx="230531" cy="359790"/>
          </a:xfrm>
        </p:grpSpPr>
        <p:sp>
          <p:nvSpPr>
            <p:cNvPr id="6796" name="Google Shape;6796;p7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78"/>
          <p:cNvGrpSpPr/>
          <p:nvPr/>
        </p:nvGrpSpPr>
        <p:grpSpPr>
          <a:xfrm>
            <a:off x="7856288" y="3439255"/>
            <a:ext cx="162896" cy="278710"/>
            <a:chOff x="7601242" y="3729267"/>
            <a:chExt cx="222566" cy="380803"/>
          </a:xfrm>
        </p:grpSpPr>
        <p:sp>
          <p:nvSpPr>
            <p:cNvPr id="6799" name="Google Shape;6799;p7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1" name="Google Shape;6801;p78"/>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2" name="Google Shape;6802;p78"/>
          <p:cNvGrpSpPr/>
          <p:nvPr/>
        </p:nvGrpSpPr>
        <p:grpSpPr>
          <a:xfrm>
            <a:off x="7345934" y="3440396"/>
            <a:ext cx="193543" cy="275990"/>
            <a:chOff x="8304647" y="3738687"/>
            <a:chExt cx="225076" cy="320956"/>
          </a:xfrm>
        </p:grpSpPr>
        <p:sp>
          <p:nvSpPr>
            <p:cNvPr id="6803" name="Google Shape;6803;p7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78"/>
          <p:cNvGrpSpPr/>
          <p:nvPr/>
        </p:nvGrpSpPr>
        <p:grpSpPr>
          <a:xfrm>
            <a:off x="7618426" y="3440396"/>
            <a:ext cx="178492" cy="275990"/>
            <a:chOff x="8615101" y="3738687"/>
            <a:chExt cx="207573" cy="320956"/>
          </a:xfrm>
        </p:grpSpPr>
        <p:sp>
          <p:nvSpPr>
            <p:cNvPr id="6807" name="Google Shape;6807;p7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0" name="Google Shape;6810;p78"/>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1" name="Google Shape;6811;p78"/>
          <p:cNvGrpSpPr/>
          <p:nvPr/>
        </p:nvGrpSpPr>
        <p:grpSpPr>
          <a:xfrm>
            <a:off x="6013131" y="3561884"/>
            <a:ext cx="557670" cy="511283"/>
            <a:chOff x="6015419" y="3716859"/>
            <a:chExt cx="557671" cy="511283"/>
          </a:xfrm>
        </p:grpSpPr>
        <p:sp>
          <p:nvSpPr>
            <p:cNvPr id="6812" name="Google Shape;6812;p7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3" name="Google Shape;6813;p78"/>
            <p:cNvGrpSpPr/>
            <p:nvPr/>
          </p:nvGrpSpPr>
          <p:grpSpPr>
            <a:xfrm>
              <a:off x="6036094" y="3716980"/>
              <a:ext cx="529860" cy="510468"/>
              <a:chOff x="6036094" y="3716980"/>
              <a:chExt cx="529860" cy="510468"/>
            </a:xfrm>
          </p:grpSpPr>
          <p:sp>
            <p:nvSpPr>
              <p:cNvPr id="6814" name="Google Shape;6814;p7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4" name="Google Shape;6824;p78"/>
          <p:cNvGrpSpPr/>
          <p:nvPr/>
        </p:nvGrpSpPr>
        <p:grpSpPr>
          <a:xfrm>
            <a:off x="6642016" y="2918653"/>
            <a:ext cx="576302" cy="511871"/>
            <a:chOff x="6644304" y="3073628"/>
            <a:chExt cx="576302" cy="511871"/>
          </a:xfrm>
        </p:grpSpPr>
        <p:sp>
          <p:nvSpPr>
            <p:cNvPr id="6825" name="Google Shape;6825;p7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6" name="Google Shape;6826;p78"/>
            <p:cNvGrpSpPr/>
            <p:nvPr/>
          </p:nvGrpSpPr>
          <p:grpSpPr>
            <a:xfrm>
              <a:off x="6712169" y="3085440"/>
              <a:ext cx="481622" cy="494913"/>
              <a:chOff x="6712169" y="3085440"/>
              <a:chExt cx="481622" cy="494913"/>
            </a:xfrm>
          </p:grpSpPr>
          <p:sp>
            <p:nvSpPr>
              <p:cNvPr id="6827" name="Google Shape;6827;p7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2" name="Google Shape;6832;p7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5" name="Google Shape;6835;p78"/>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6" name="Google Shape;6836;p78"/>
          <p:cNvGrpSpPr/>
          <p:nvPr/>
        </p:nvGrpSpPr>
        <p:grpSpPr>
          <a:xfrm>
            <a:off x="6649867" y="3561648"/>
            <a:ext cx="560631" cy="511352"/>
            <a:chOff x="6652154" y="3716623"/>
            <a:chExt cx="560631" cy="511352"/>
          </a:xfrm>
        </p:grpSpPr>
        <p:sp>
          <p:nvSpPr>
            <p:cNvPr id="6837" name="Google Shape;6837;p7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8" name="Google Shape;6838;p78"/>
            <p:cNvGrpSpPr/>
            <p:nvPr/>
          </p:nvGrpSpPr>
          <p:grpSpPr>
            <a:xfrm>
              <a:off x="6669657" y="3716715"/>
              <a:ext cx="466779" cy="464290"/>
              <a:chOff x="6669657" y="3716715"/>
              <a:chExt cx="466779" cy="464290"/>
            </a:xfrm>
          </p:grpSpPr>
          <p:sp>
            <p:nvSpPr>
              <p:cNvPr id="6839" name="Google Shape;6839;p7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2" name="Google Shape;6852;p78"/>
          <p:cNvGrpSpPr/>
          <p:nvPr/>
        </p:nvGrpSpPr>
        <p:grpSpPr>
          <a:xfrm>
            <a:off x="7843958" y="3843056"/>
            <a:ext cx="187557" cy="187557"/>
            <a:chOff x="8565775" y="671075"/>
            <a:chExt cx="441000" cy="441000"/>
          </a:xfrm>
        </p:grpSpPr>
        <p:sp>
          <p:nvSpPr>
            <p:cNvPr id="6853" name="Google Shape;6853;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5" name="Google Shape;6855;p78"/>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7" name="Google Shape;6857;p78"/>
          <p:cNvGrpSpPr/>
          <p:nvPr/>
        </p:nvGrpSpPr>
        <p:grpSpPr>
          <a:xfrm>
            <a:off x="5997813" y="2921275"/>
            <a:ext cx="587871" cy="512373"/>
            <a:chOff x="6000100" y="3076250"/>
            <a:chExt cx="587871" cy="512373"/>
          </a:xfrm>
        </p:grpSpPr>
        <p:sp>
          <p:nvSpPr>
            <p:cNvPr id="6858" name="Google Shape;6858;p7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9" name="Google Shape;6859;p78"/>
            <p:cNvGrpSpPr/>
            <p:nvPr/>
          </p:nvGrpSpPr>
          <p:grpSpPr>
            <a:xfrm>
              <a:off x="6031360" y="3076713"/>
              <a:ext cx="539107" cy="480965"/>
              <a:chOff x="6031360" y="3076713"/>
              <a:chExt cx="539107" cy="480965"/>
            </a:xfrm>
          </p:grpSpPr>
          <p:sp>
            <p:nvSpPr>
              <p:cNvPr id="6860" name="Google Shape;6860;p7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7" name="Google Shape;6867;p78"/>
          <p:cNvGrpSpPr/>
          <p:nvPr/>
        </p:nvGrpSpPr>
        <p:grpSpPr>
          <a:xfrm>
            <a:off x="3416804" y="902588"/>
            <a:ext cx="2310381" cy="1488888"/>
            <a:chOff x="229225" y="549050"/>
            <a:chExt cx="7161750" cy="4615275"/>
          </a:xfrm>
        </p:grpSpPr>
        <p:sp>
          <p:nvSpPr>
            <p:cNvPr id="6868" name="Google Shape;6868;p7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78"/>
          <p:cNvGrpSpPr/>
          <p:nvPr/>
        </p:nvGrpSpPr>
        <p:grpSpPr>
          <a:xfrm>
            <a:off x="3514722" y="2832485"/>
            <a:ext cx="2310282" cy="1374222"/>
            <a:chOff x="3514722" y="2832485"/>
            <a:chExt cx="2310282" cy="1374222"/>
          </a:xfrm>
        </p:grpSpPr>
        <p:sp>
          <p:nvSpPr>
            <p:cNvPr id="6986" name="Google Shape;6986;p78"/>
            <p:cNvSpPr/>
            <p:nvPr/>
          </p:nvSpPr>
          <p:spPr>
            <a:xfrm>
              <a:off x="4463864" y="2916960"/>
              <a:ext cx="1217948" cy="1085392"/>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987" name="Google Shape;6987;p78"/>
            <p:cNvSpPr/>
            <p:nvPr/>
          </p:nvSpPr>
          <p:spPr>
            <a:xfrm>
              <a:off x="4882083" y="3828574"/>
              <a:ext cx="63115" cy="99622"/>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5153636" y="3663083"/>
              <a:ext cx="20258" cy="34174"/>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5261131" y="3700927"/>
              <a:ext cx="83057" cy="86840"/>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8"/>
            <p:cNvSpPr/>
            <p:nvPr/>
          </p:nvSpPr>
          <p:spPr>
            <a:xfrm>
              <a:off x="5335902" y="3779067"/>
              <a:ext cx="110873" cy="2916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8"/>
            <p:cNvSpPr/>
            <p:nvPr/>
          </p:nvSpPr>
          <p:spPr>
            <a:xfrm>
              <a:off x="5432146" y="3793493"/>
              <a:ext cx="65975" cy="15447"/>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5430097" y="3724246"/>
              <a:ext cx="53500" cy="60969"/>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5360858" y="3682418"/>
              <a:ext cx="75281" cy="90218"/>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5516418" y="3735603"/>
              <a:ext cx="156597" cy="87966"/>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5376710" y="3816092"/>
              <a:ext cx="286286" cy="255911"/>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5565618" y="4088665"/>
              <a:ext cx="37543" cy="41018"/>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8"/>
            <p:cNvSpPr/>
            <p:nvPr/>
          </p:nvSpPr>
          <p:spPr>
            <a:xfrm>
              <a:off x="5700936" y="4119859"/>
              <a:ext cx="69044" cy="67927"/>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8"/>
            <p:cNvSpPr/>
            <p:nvPr/>
          </p:nvSpPr>
          <p:spPr>
            <a:xfrm>
              <a:off x="5776720" y="4042333"/>
              <a:ext cx="48284" cy="83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5422629" y="3537898"/>
              <a:ext cx="19238" cy="3979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5351851" y="3583614"/>
              <a:ext cx="27937" cy="25377"/>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8"/>
            <p:cNvSpPr/>
            <p:nvPr/>
          </p:nvSpPr>
          <p:spPr>
            <a:xfrm>
              <a:off x="5433272" y="3589138"/>
              <a:ext cx="40711" cy="6618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8"/>
            <p:cNvSpPr/>
            <p:nvPr/>
          </p:nvSpPr>
          <p:spPr>
            <a:xfrm>
              <a:off x="5454543" y="3641197"/>
              <a:ext cx="44906" cy="60758"/>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5483387" y="3380798"/>
              <a:ext cx="77128" cy="122334"/>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5531355" y="3332215"/>
              <a:ext cx="34271" cy="51961"/>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5501587" y="3222063"/>
              <a:ext cx="47166" cy="105964"/>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5257551" y="2882089"/>
              <a:ext cx="52682" cy="42452"/>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8"/>
            <p:cNvSpPr/>
            <p:nvPr/>
          </p:nvSpPr>
          <p:spPr>
            <a:xfrm>
              <a:off x="5321476" y="2883620"/>
              <a:ext cx="36118" cy="17399"/>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8"/>
            <p:cNvSpPr/>
            <p:nvPr/>
          </p:nvSpPr>
          <p:spPr>
            <a:xfrm>
              <a:off x="5301534" y="2920540"/>
              <a:ext cx="36620" cy="2210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5039490" y="2879838"/>
              <a:ext cx="30699" cy="44704"/>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4980377" y="2849665"/>
              <a:ext cx="59640" cy="59430"/>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4857945" y="2971376"/>
              <a:ext cx="58928" cy="131844"/>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4513266" y="3289973"/>
              <a:ext cx="30691" cy="43683"/>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4537307" y="3258780"/>
              <a:ext cx="52682" cy="87658"/>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8"/>
            <p:cNvSpPr/>
            <p:nvPr/>
          </p:nvSpPr>
          <p:spPr>
            <a:xfrm>
              <a:off x="4618614" y="2943253"/>
              <a:ext cx="84386" cy="7763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8"/>
            <p:cNvSpPr/>
            <p:nvPr/>
          </p:nvSpPr>
          <p:spPr>
            <a:xfrm>
              <a:off x="4658709" y="2930665"/>
              <a:ext cx="50738" cy="36118"/>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4438705" y="3158956"/>
              <a:ext cx="59227" cy="49718"/>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4666583" y="3449324"/>
              <a:ext cx="18525" cy="11567"/>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4658709" y="3446254"/>
              <a:ext cx="30999" cy="19238"/>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4634571" y="3406775"/>
              <a:ext cx="20363" cy="28544"/>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4632733" y="3425802"/>
              <a:ext cx="14021" cy="2997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4846289" y="3118553"/>
              <a:ext cx="24041" cy="14434"/>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4227190" y="2847008"/>
              <a:ext cx="304495" cy="394802"/>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4104354" y="2832485"/>
              <a:ext cx="222061" cy="1770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4084209" y="2964628"/>
              <a:ext cx="22712" cy="266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8"/>
            <p:cNvSpPr/>
            <p:nvPr/>
          </p:nvSpPr>
          <p:spPr>
            <a:xfrm>
              <a:off x="4112948" y="2899164"/>
              <a:ext cx="23944" cy="40613"/>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8"/>
            <p:cNvSpPr/>
            <p:nvPr/>
          </p:nvSpPr>
          <p:spPr>
            <a:xfrm>
              <a:off x="4082062" y="2875237"/>
              <a:ext cx="32732" cy="5625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4058637" y="2930973"/>
              <a:ext cx="40208" cy="41634"/>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3987657" y="2920751"/>
              <a:ext cx="67918" cy="50738"/>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3965568" y="2890270"/>
              <a:ext cx="59738" cy="36823"/>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4031737" y="2904073"/>
              <a:ext cx="33356" cy="18833"/>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4049841" y="2877999"/>
              <a:ext cx="19035" cy="25264"/>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3901335" y="2948769"/>
              <a:ext cx="65359" cy="67619"/>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3925781" y="2984878"/>
              <a:ext cx="113125" cy="93182"/>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4032247" y="2985591"/>
              <a:ext cx="36628" cy="61787"/>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4014962" y="3063627"/>
              <a:ext cx="32027" cy="29363"/>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3514722" y="2942451"/>
              <a:ext cx="832251" cy="1264256"/>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8"/>
            <p:cNvSpPr/>
            <p:nvPr/>
          </p:nvSpPr>
          <p:spPr>
            <a:xfrm>
              <a:off x="4063748" y="3127042"/>
              <a:ext cx="47166" cy="58101"/>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8"/>
            <p:cNvSpPr/>
            <p:nvPr/>
          </p:nvSpPr>
          <p:spPr>
            <a:xfrm>
              <a:off x="4089223" y="3006862"/>
              <a:ext cx="138591" cy="200580"/>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4194053" y="3324341"/>
              <a:ext cx="38362" cy="46032"/>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3985608" y="3568070"/>
              <a:ext cx="85925" cy="28131"/>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4058637" y="3586376"/>
              <a:ext cx="49305" cy="24454"/>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4028667" y="3603864"/>
              <a:ext cx="28755" cy="15455"/>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8"/>
            <p:cNvSpPr/>
            <p:nvPr/>
          </p:nvSpPr>
          <p:spPr>
            <a:xfrm>
              <a:off x="4110801" y="3597627"/>
              <a:ext cx="34579" cy="17601"/>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47" name="Shape 7047"/>
        <p:cNvGrpSpPr/>
        <p:nvPr/>
      </p:nvGrpSpPr>
      <p:grpSpPr>
        <a:xfrm>
          <a:off x="0" y="0"/>
          <a:ext cx="0" cy="0"/>
          <a:chOff x="0" y="0"/>
          <a:chExt cx="0" cy="0"/>
        </a:xfrm>
      </p:grpSpPr>
      <p:grpSp>
        <p:nvGrpSpPr>
          <p:cNvPr id="7048" name="Google Shape;7048;p79"/>
          <p:cNvGrpSpPr/>
          <p:nvPr/>
        </p:nvGrpSpPr>
        <p:grpSpPr>
          <a:xfrm>
            <a:off x="725424" y="969759"/>
            <a:ext cx="2507799" cy="206239"/>
            <a:chOff x="106648" y="895722"/>
            <a:chExt cx="4481413" cy="374300"/>
          </a:xfrm>
        </p:grpSpPr>
        <p:grpSp>
          <p:nvGrpSpPr>
            <p:cNvPr id="7049" name="Google Shape;7049;p79"/>
            <p:cNvGrpSpPr/>
            <p:nvPr/>
          </p:nvGrpSpPr>
          <p:grpSpPr>
            <a:xfrm>
              <a:off x="2233276" y="895722"/>
              <a:ext cx="1082667" cy="223591"/>
              <a:chOff x="4808316" y="2800065"/>
              <a:chExt cx="1999386" cy="412910"/>
            </a:xfrm>
          </p:grpSpPr>
          <p:sp>
            <p:nvSpPr>
              <p:cNvPr id="7050" name="Google Shape;7050;p7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1" name="Google Shape;7051;p79"/>
              <p:cNvGrpSpPr/>
              <p:nvPr/>
            </p:nvGrpSpPr>
            <p:grpSpPr>
              <a:xfrm>
                <a:off x="4808316" y="2800065"/>
                <a:ext cx="92400" cy="411825"/>
                <a:chOff x="845575" y="2563700"/>
                <a:chExt cx="92400" cy="411825"/>
              </a:xfrm>
            </p:grpSpPr>
            <p:cxnSp>
              <p:nvCxnSpPr>
                <p:cNvPr id="7052" name="Google Shape;7052;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53" name="Google Shape;7053;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4" name="Google Shape;7054;p79"/>
            <p:cNvGrpSpPr/>
            <p:nvPr/>
          </p:nvGrpSpPr>
          <p:grpSpPr>
            <a:xfrm>
              <a:off x="106648" y="895722"/>
              <a:ext cx="1088401" cy="223591"/>
              <a:chOff x="881025" y="2800065"/>
              <a:chExt cx="2009975" cy="412910"/>
            </a:xfrm>
          </p:grpSpPr>
          <p:sp>
            <p:nvSpPr>
              <p:cNvPr id="7055" name="Google Shape;7055;p7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6" name="Google Shape;7056;p79"/>
              <p:cNvGrpSpPr/>
              <p:nvPr/>
            </p:nvGrpSpPr>
            <p:grpSpPr>
              <a:xfrm>
                <a:off x="881025" y="2800065"/>
                <a:ext cx="92400" cy="411825"/>
                <a:chOff x="845575" y="2563700"/>
                <a:chExt cx="92400" cy="411825"/>
              </a:xfrm>
            </p:grpSpPr>
            <p:cxnSp>
              <p:nvCxnSpPr>
                <p:cNvPr id="7057" name="Google Shape;7057;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58" name="Google Shape;7058;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9" name="Google Shape;7059;p79"/>
            <p:cNvGrpSpPr/>
            <p:nvPr/>
          </p:nvGrpSpPr>
          <p:grpSpPr>
            <a:xfrm>
              <a:off x="1172346" y="1047018"/>
              <a:ext cx="1083151" cy="223003"/>
              <a:chOff x="2849073" y="3079467"/>
              <a:chExt cx="2000279" cy="411825"/>
            </a:xfrm>
          </p:grpSpPr>
          <p:sp>
            <p:nvSpPr>
              <p:cNvPr id="7060" name="Google Shape;7060;p7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1" name="Google Shape;7061;p79"/>
              <p:cNvGrpSpPr/>
              <p:nvPr/>
            </p:nvGrpSpPr>
            <p:grpSpPr>
              <a:xfrm rot="10800000">
                <a:off x="2849073" y="3079467"/>
                <a:ext cx="92400" cy="411825"/>
                <a:chOff x="2070100" y="2563700"/>
                <a:chExt cx="92400" cy="411825"/>
              </a:xfrm>
            </p:grpSpPr>
            <p:cxnSp>
              <p:nvCxnSpPr>
                <p:cNvPr id="7062" name="Google Shape;7062;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63" name="Google Shape;7063;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4" name="Google Shape;7064;p79"/>
            <p:cNvGrpSpPr/>
            <p:nvPr/>
          </p:nvGrpSpPr>
          <p:grpSpPr>
            <a:xfrm>
              <a:off x="3290132" y="1047018"/>
              <a:ext cx="1297929" cy="223003"/>
              <a:chOff x="6760035" y="3079467"/>
              <a:chExt cx="2396914" cy="411825"/>
            </a:xfrm>
          </p:grpSpPr>
          <p:sp>
            <p:nvSpPr>
              <p:cNvPr id="7065" name="Google Shape;7065;p7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6" name="Google Shape;7066;p79"/>
              <p:cNvGrpSpPr/>
              <p:nvPr/>
            </p:nvGrpSpPr>
            <p:grpSpPr>
              <a:xfrm rot="10800000">
                <a:off x="6760035" y="3079467"/>
                <a:ext cx="92400" cy="411825"/>
                <a:chOff x="2070100" y="2563700"/>
                <a:chExt cx="92400" cy="411825"/>
              </a:xfrm>
            </p:grpSpPr>
            <p:cxnSp>
              <p:nvCxnSpPr>
                <p:cNvPr id="7067" name="Google Shape;7067;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68" name="Google Shape;7068;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69" name="Google Shape;7069;p79"/>
          <p:cNvGrpSpPr/>
          <p:nvPr/>
        </p:nvGrpSpPr>
        <p:grpSpPr>
          <a:xfrm>
            <a:off x="2143186" y="3369130"/>
            <a:ext cx="1086701" cy="799429"/>
            <a:chOff x="2183288" y="3555572"/>
            <a:chExt cx="1136241" cy="835873"/>
          </a:xfrm>
        </p:grpSpPr>
        <p:sp>
          <p:nvSpPr>
            <p:cNvPr id="7070" name="Google Shape;7070;p7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1" name="Google Shape;7071;p79"/>
            <p:cNvGrpSpPr/>
            <p:nvPr/>
          </p:nvGrpSpPr>
          <p:grpSpPr>
            <a:xfrm>
              <a:off x="2205895" y="3637269"/>
              <a:ext cx="1089848" cy="724993"/>
              <a:chOff x="2205895" y="3637269"/>
              <a:chExt cx="1089848" cy="724993"/>
            </a:xfrm>
          </p:grpSpPr>
          <p:sp>
            <p:nvSpPr>
              <p:cNvPr id="7072" name="Google Shape;7072;p7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8" name="Google Shape;7078;p7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9" name="Google Shape;7079;p7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080" name="Google Shape;7080;p79"/>
            <p:cNvGrpSpPr/>
            <p:nvPr/>
          </p:nvGrpSpPr>
          <p:grpSpPr>
            <a:xfrm>
              <a:off x="3173850" y="3779426"/>
              <a:ext cx="145679" cy="70048"/>
              <a:chOff x="3173850" y="3779426"/>
              <a:chExt cx="145679" cy="70048"/>
            </a:xfrm>
          </p:grpSpPr>
          <p:cxnSp>
            <p:nvCxnSpPr>
              <p:cNvPr id="7081" name="Google Shape;7081;p7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082" name="Google Shape;7082;p7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9"/>
            <p:cNvGrpSpPr/>
            <p:nvPr/>
          </p:nvGrpSpPr>
          <p:grpSpPr>
            <a:xfrm>
              <a:off x="2183288" y="4139483"/>
              <a:ext cx="145133" cy="70048"/>
              <a:chOff x="2183288" y="4139483"/>
              <a:chExt cx="145133" cy="70048"/>
            </a:xfrm>
          </p:grpSpPr>
          <p:cxnSp>
            <p:nvCxnSpPr>
              <p:cNvPr id="7084" name="Google Shape;7084;p7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085" name="Google Shape;7085;p7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6" name="Google Shape;7086;p7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7" name="Google Shape;7087;p7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088" name="Google Shape;7088;p79"/>
            <p:cNvGrpSpPr/>
            <p:nvPr/>
          </p:nvGrpSpPr>
          <p:grpSpPr>
            <a:xfrm>
              <a:off x="2943836" y="4268886"/>
              <a:ext cx="60717" cy="122559"/>
              <a:chOff x="2943836" y="4268886"/>
              <a:chExt cx="60717" cy="122559"/>
            </a:xfrm>
          </p:grpSpPr>
          <p:sp>
            <p:nvSpPr>
              <p:cNvPr id="7089" name="Google Shape;7089;p7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90" name="Google Shape;7090;p7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091" name="Google Shape;7091;p79"/>
          <p:cNvGrpSpPr/>
          <p:nvPr/>
        </p:nvGrpSpPr>
        <p:grpSpPr>
          <a:xfrm>
            <a:off x="3406131" y="1290129"/>
            <a:ext cx="1675870" cy="758251"/>
            <a:chOff x="3530532" y="1496185"/>
            <a:chExt cx="1562000" cy="706730"/>
          </a:xfrm>
        </p:grpSpPr>
        <p:cxnSp>
          <p:nvCxnSpPr>
            <p:cNvPr id="7092" name="Google Shape;7092;p7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093" name="Google Shape;7093;p79"/>
            <p:cNvGrpSpPr/>
            <p:nvPr/>
          </p:nvGrpSpPr>
          <p:grpSpPr>
            <a:xfrm>
              <a:off x="3530532" y="1496185"/>
              <a:ext cx="323430" cy="463587"/>
              <a:chOff x="3530532" y="1496185"/>
              <a:chExt cx="323430" cy="463587"/>
            </a:xfrm>
          </p:grpSpPr>
          <p:grpSp>
            <p:nvGrpSpPr>
              <p:cNvPr id="7094" name="Google Shape;7094;p79"/>
              <p:cNvGrpSpPr/>
              <p:nvPr/>
            </p:nvGrpSpPr>
            <p:grpSpPr>
              <a:xfrm>
                <a:off x="3567462" y="1496185"/>
                <a:ext cx="286500" cy="361376"/>
                <a:chOff x="3567462" y="1496185"/>
                <a:chExt cx="286500" cy="361376"/>
              </a:xfrm>
            </p:grpSpPr>
            <p:cxnSp>
              <p:nvCxnSpPr>
                <p:cNvPr id="7095" name="Google Shape;7095;p7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096" name="Google Shape;7096;p7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7" name="Google Shape;7097;p7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9"/>
            <p:cNvGrpSpPr/>
            <p:nvPr/>
          </p:nvGrpSpPr>
          <p:grpSpPr>
            <a:xfrm>
              <a:off x="3891569" y="1779209"/>
              <a:ext cx="323945" cy="423706"/>
              <a:chOff x="3891569" y="1779209"/>
              <a:chExt cx="323945" cy="423706"/>
            </a:xfrm>
          </p:grpSpPr>
          <p:grpSp>
            <p:nvGrpSpPr>
              <p:cNvPr id="7099" name="Google Shape;7099;p79"/>
              <p:cNvGrpSpPr/>
              <p:nvPr/>
            </p:nvGrpSpPr>
            <p:grpSpPr>
              <a:xfrm>
                <a:off x="3929014" y="1881638"/>
                <a:ext cx="286500" cy="321278"/>
                <a:chOff x="3929014" y="1881638"/>
                <a:chExt cx="286500" cy="321278"/>
              </a:xfrm>
            </p:grpSpPr>
            <p:cxnSp>
              <p:nvCxnSpPr>
                <p:cNvPr id="7100" name="Google Shape;7100;p7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101" name="Google Shape;7101;p7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2" name="Google Shape;7102;p7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79"/>
            <p:cNvGrpSpPr/>
            <p:nvPr/>
          </p:nvGrpSpPr>
          <p:grpSpPr>
            <a:xfrm>
              <a:off x="4252606" y="1496185"/>
              <a:ext cx="324721" cy="463587"/>
              <a:chOff x="4252606" y="1496185"/>
              <a:chExt cx="324721" cy="463587"/>
            </a:xfrm>
          </p:grpSpPr>
          <p:grpSp>
            <p:nvGrpSpPr>
              <p:cNvPr id="7104" name="Google Shape;7104;p79"/>
              <p:cNvGrpSpPr/>
              <p:nvPr/>
            </p:nvGrpSpPr>
            <p:grpSpPr>
              <a:xfrm>
                <a:off x="4290828" y="1496185"/>
                <a:ext cx="286500" cy="361376"/>
                <a:chOff x="4290828" y="1496185"/>
                <a:chExt cx="286500" cy="361376"/>
              </a:xfrm>
            </p:grpSpPr>
            <p:cxnSp>
              <p:nvCxnSpPr>
                <p:cNvPr id="7105" name="Google Shape;7105;p7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106" name="Google Shape;7106;p7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7" name="Google Shape;7107;p7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79"/>
            <p:cNvGrpSpPr/>
            <p:nvPr/>
          </p:nvGrpSpPr>
          <p:grpSpPr>
            <a:xfrm>
              <a:off x="4613643" y="1763716"/>
              <a:ext cx="325308" cy="439200"/>
              <a:chOff x="4613643" y="1763716"/>
              <a:chExt cx="325308" cy="439200"/>
            </a:xfrm>
          </p:grpSpPr>
          <p:grpSp>
            <p:nvGrpSpPr>
              <p:cNvPr id="7109" name="Google Shape;7109;p79"/>
              <p:cNvGrpSpPr/>
              <p:nvPr/>
            </p:nvGrpSpPr>
            <p:grpSpPr>
              <a:xfrm>
                <a:off x="4652451" y="1879538"/>
                <a:ext cx="286500" cy="323378"/>
                <a:chOff x="4652451" y="1879538"/>
                <a:chExt cx="286500" cy="323378"/>
              </a:xfrm>
            </p:grpSpPr>
            <p:cxnSp>
              <p:nvCxnSpPr>
                <p:cNvPr id="7110" name="Google Shape;7110;p7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111" name="Google Shape;7111;p7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2" name="Google Shape;7112;p7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3" name="Google Shape;7113;p79"/>
          <p:cNvGrpSpPr/>
          <p:nvPr/>
        </p:nvGrpSpPr>
        <p:grpSpPr>
          <a:xfrm>
            <a:off x="3417991" y="2143755"/>
            <a:ext cx="1652173" cy="391517"/>
            <a:chOff x="3512551" y="2358270"/>
            <a:chExt cx="1597383" cy="378533"/>
          </a:xfrm>
        </p:grpSpPr>
        <p:cxnSp>
          <p:nvCxnSpPr>
            <p:cNvPr id="7114" name="Google Shape;7114;p79"/>
            <p:cNvCxnSpPr>
              <a:stCxn id="7115" idx="6"/>
              <a:endCxn id="711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117" name="Google Shape;7117;p79"/>
            <p:cNvGrpSpPr/>
            <p:nvPr/>
          </p:nvGrpSpPr>
          <p:grpSpPr>
            <a:xfrm>
              <a:off x="3512551" y="2358270"/>
              <a:ext cx="225647" cy="307714"/>
              <a:chOff x="2182679" y="2004714"/>
              <a:chExt cx="792300" cy="1080458"/>
            </a:xfrm>
          </p:grpSpPr>
          <p:cxnSp>
            <p:nvCxnSpPr>
              <p:cNvPr id="7118" name="Google Shape;7118;p79"/>
              <p:cNvCxnSpPr>
                <a:stCxn id="711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115" name="Google Shape;7115;p7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79"/>
            <p:cNvGrpSpPr/>
            <p:nvPr/>
          </p:nvGrpSpPr>
          <p:grpSpPr>
            <a:xfrm>
              <a:off x="3969644" y="2440153"/>
              <a:ext cx="225853" cy="296651"/>
              <a:chOff x="3775710" y="1729289"/>
              <a:chExt cx="136500" cy="179289"/>
            </a:xfrm>
          </p:grpSpPr>
          <p:cxnSp>
            <p:nvCxnSpPr>
              <p:cNvPr id="7121" name="Google Shape;7121;p7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122" name="Google Shape;7122;p7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79"/>
            <p:cNvGrpSpPr/>
            <p:nvPr/>
          </p:nvGrpSpPr>
          <p:grpSpPr>
            <a:xfrm>
              <a:off x="4427051" y="2358270"/>
              <a:ext cx="225647" cy="307714"/>
              <a:chOff x="5393704" y="2004714"/>
              <a:chExt cx="792300" cy="1080458"/>
            </a:xfrm>
          </p:grpSpPr>
          <p:cxnSp>
            <p:nvCxnSpPr>
              <p:cNvPr id="7125" name="Google Shape;7125;p79"/>
              <p:cNvCxnSpPr>
                <a:stCxn id="712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127" name="Google Shape;7127;p7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79"/>
            <p:cNvGrpSpPr/>
            <p:nvPr/>
          </p:nvGrpSpPr>
          <p:grpSpPr>
            <a:xfrm>
              <a:off x="4884287" y="2440252"/>
              <a:ext cx="225647" cy="296532"/>
              <a:chOff x="6999166" y="2292572"/>
              <a:chExt cx="792300" cy="1041192"/>
            </a:xfrm>
          </p:grpSpPr>
          <p:cxnSp>
            <p:nvCxnSpPr>
              <p:cNvPr id="7129" name="Google Shape;7129;p7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116" name="Google Shape;7116;p7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1" name="Google Shape;7131;p79"/>
          <p:cNvGrpSpPr/>
          <p:nvPr/>
        </p:nvGrpSpPr>
        <p:grpSpPr>
          <a:xfrm>
            <a:off x="6838799" y="979955"/>
            <a:ext cx="1581844" cy="732818"/>
            <a:chOff x="634175" y="2986275"/>
            <a:chExt cx="3147949" cy="1458344"/>
          </a:xfrm>
        </p:grpSpPr>
        <p:cxnSp>
          <p:nvCxnSpPr>
            <p:cNvPr id="7132" name="Google Shape;7132;p79"/>
            <p:cNvCxnSpPr>
              <a:stCxn id="7133" idx="4"/>
              <a:endCxn id="713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135" name="Google Shape;7135;p79"/>
            <p:cNvCxnSpPr>
              <a:stCxn id="7134" idx="0"/>
              <a:endCxn id="713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137" name="Google Shape;7137;p79"/>
            <p:cNvCxnSpPr>
              <a:stCxn id="7136" idx="4"/>
              <a:endCxn id="713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139" name="Google Shape;7139;p79"/>
            <p:cNvCxnSpPr>
              <a:stCxn id="7138" idx="0"/>
              <a:endCxn id="714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140" name="Google Shape;7140;p7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36" name="Google Shape;7136;p7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33" name="Google Shape;7133;p7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38" name="Google Shape;7138;p7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34" name="Google Shape;7134;p7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141" name="Google Shape;7141;p79"/>
          <p:cNvGrpSpPr/>
          <p:nvPr/>
        </p:nvGrpSpPr>
        <p:grpSpPr>
          <a:xfrm>
            <a:off x="3406514" y="2674265"/>
            <a:ext cx="1675128" cy="313674"/>
            <a:chOff x="998425" y="1182125"/>
            <a:chExt cx="1065400" cy="199500"/>
          </a:xfrm>
        </p:grpSpPr>
        <p:sp>
          <p:nvSpPr>
            <p:cNvPr id="7142" name="Google Shape;7142;p7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79"/>
          <p:cNvGrpSpPr/>
          <p:nvPr/>
        </p:nvGrpSpPr>
        <p:grpSpPr>
          <a:xfrm>
            <a:off x="3406513" y="3630231"/>
            <a:ext cx="1675129" cy="525345"/>
            <a:chOff x="5194708" y="3484366"/>
            <a:chExt cx="3148148" cy="987304"/>
          </a:xfrm>
        </p:grpSpPr>
        <p:grpSp>
          <p:nvGrpSpPr>
            <p:cNvPr id="7148" name="Google Shape;7148;p79"/>
            <p:cNvGrpSpPr/>
            <p:nvPr/>
          </p:nvGrpSpPr>
          <p:grpSpPr>
            <a:xfrm>
              <a:off x="7531521" y="3484366"/>
              <a:ext cx="811335" cy="987304"/>
              <a:chOff x="3379425" y="1617275"/>
              <a:chExt cx="1090650" cy="1327200"/>
            </a:xfrm>
          </p:grpSpPr>
          <p:sp>
            <p:nvSpPr>
              <p:cNvPr id="7149" name="Google Shape;7149;p7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79"/>
            <p:cNvGrpSpPr/>
            <p:nvPr/>
          </p:nvGrpSpPr>
          <p:grpSpPr>
            <a:xfrm>
              <a:off x="6752546" y="3484366"/>
              <a:ext cx="811428" cy="987304"/>
              <a:chOff x="2332275" y="1617275"/>
              <a:chExt cx="1090775" cy="1327200"/>
            </a:xfrm>
          </p:grpSpPr>
          <p:sp>
            <p:nvSpPr>
              <p:cNvPr id="7153" name="Google Shape;7153;p7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79"/>
            <p:cNvGrpSpPr/>
            <p:nvPr/>
          </p:nvGrpSpPr>
          <p:grpSpPr>
            <a:xfrm>
              <a:off x="5973664" y="3484366"/>
              <a:ext cx="811335" cy="987304"/>
              <a:chOff x="1285250" y="1617275"/>
              <a:chExt cx="1090650" cy="1327200"/>
            </a:xfrm>
          </p:grpSpPr>
          <p:sp>
            <p:nvSpPr>
              <p:cNvPr id="7157" name="Google Shape;7157;p7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9"/>
            <p:cNvGrpSpPr/>
            <p:nvPr/>
          </p:nvGrpSpPr>
          <p:grpSpPr>
            <a:xfrm>
              <a:off x="5194708" y="3484366"/>
              <a:ext cx="811409" cy="987304"/>
              <a:chOff x="238125" y="1617275"/>
              <a:chExt cx="1090750" cy="1327200"/>
            </a:xfrm>
          </p:grpSpPr>
          <p:sp>
            <p:nvSpPr>
              <p:cNvPr id="7161" name="Google Shape;7161;p7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4" name="Google Shape;7164;p79"/>
          <p:cNvGrpSpPr/>
          <p:nvPr/>
        </p:nvGrpSpPr>
        <p:grpSpPr>
          <a:xfrm>
            <a:off x="6840198" y="2276120"/>
            <a:ext cx="1579046" cy="522230"/>
            <a:chOff x="6853641" y="2534077"/>
            <a:chExt cx="1515545" cy="501229"/>
          </a:xfrm>
        </p:grpSpPr>
        <p:grpSp>
          <p:nvGrpSpPr>
            <p:cNvPr id="7165" name="Google Shape;7165;p79"/>
            <p:cNvGrpSpPr/>
            <p:nvPr/>
          </p:nvGrpSpPr>
          <p:grpSpPr>
            <a:xfrm>
              <a:off x="6853641" y="2618923"/>
              <a:ext cx="1515545" cy="324556"/>
              <a:chOff x="6853641" y="2618923"/>
              <a:chExt cx="1515545" cy="324556"/>
            </a:xfrm>
          </p:grpSpPr>
          <p:sp>
            <p:nvSpPr>
              <p:cNvPr id="7166" name="Google Shape;7166;p7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1" name="Google Shape;7171;p7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9"/>
          <p:cNvGrpSpPr/>
          <p:nvPr/>
        </p:nvGrpSpPr>
        <p:grpSpPr>
          <a:xfrm>
            <a:off x="3435090" y="3151161"/>
            <a:ext cx="1617976" cy="346616"/>
            <a:chOff x="1808063" y="4294338"/>
            <a:chExt cx="3370782" cy="721817"/>
          </a:xfrm>
        </p:grpSpPr>
        <p:sp>
          <p:nvSpPr>
            <p:cNvPr id="7177" name="Google Shape;7177;p7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9"/>
          <p:cNvGrpSpPr/>
          <p:nvPr/>
        </p:nvGrpSpPr>
        <p:grpSpPr>
          <a:xfrm>
            <a:off x="5261086" y="3817911"/>
            <a:ext cx="1417067" cy="350605"/>
            <a:chOff x="4234950" y="2101012"/>
            <a:chExt cx="4219974" cy="1044090"/>
          </a:xfrm>
        </p:grpSpPr>
        <p:sp>
          <p:nvSpPr>
            <p:cNvPr id="7188" name="Google Shape;7188;p7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9"/>
          <p:cNvGrpSpPr/>
          <p:nvPr/>
        </p:nvGrpSpPr>
        <p:grpSpPr>
          <a:xfrm>
            <a:off x="6836558" y="1808668"/>
            <a:ext cx="1586327" cy="371557"/>
            <a:chOff x="1247650" y="2075423"/>
            <a:chExt cx="6648477" cy="1557238"/>
          </a:xfrm>
        </p:grpSpPr>
        <p:sp>
          <p:nvSpPr>
            <p:cNvPr id="7205" name="Google Shape;7205;p7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79"/>
          <p:cNvGrpSpPr/>
          <p:nvPr/>
        </p:nvGrpSpPr>
        <p:grpSpPr>
          <a:xfrm>
            <a:off x="5267828" y="961858"/>
            <a:ext cx="1415601" cy="1648533"/>
            <a:chOff x="1839112" y="2209163"/>
            <a:chExt cx="1918159" cy="2233784"/>
          </a:xfrm>
        </p:grpSpPr>
        <p:sp>
          <p:nvSpPr>
            <p:cNvPr id="7212" name="Google Shape;7212;p7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5" name="Google Shape;7215;p79"/>
            <p:cNvCxnSpPr>
              <a:stCxn id="7212" idx="6"/>
              <a:endCxn id="721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216" name="Google Shape;7216;p79"/>
            <p:cNvCxnSpPr>
              <a:stCxn id="7213" idx="4"/>
              <a:endCxn id="721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218" name="Google Shape;7218;p79"/>
            <p:cNvCxnSpPr>
              <a:stCxn id="7217" idx="6"/>
              <a:endCxn id="721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219" name="Google Shape;7219;p79"/>
            <p:cNvCxnSpPr>
              <a:stCxn id="7214" idx="4"/>
              <a:endCxn id="722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217" name="Google Shape;7217;p7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22" name="Google Shape;7222;p79"/>
            <p:cNvCxnSpPr>
              <a:endCxn id="722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223" name="Google Shape;7223;p79"/>
          <p:cNvGrpSpPr/>
          <p:nvPr/>
        </p:nvGrpSpPr>
        <p:grpSpPr>
          <a:xfrm>
            <a:off x="3425094" y="979942"/>
            <a:ext cx="1637968" cy="154942"/>
            <a:chOff x="238125" y="2506075"/>
            <a:chExt cx="7115411" cy="673075"/>
          </a:xfrm>
        </p:grpSpPr>
        <p:sp>
          <p:nvSpPr>
            <p:cNvPr id="7224" name="Google Shape;7224;p7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79"/>
          <p:cNvGrpSpPr/>
          <p:nvPr/>
        </p:nvGrpSpPr>
        <p:grpSpPr>
          <a:xfrm>
            <a:off x="1965830" y="1294660"/>
            <a:ext cx="1262932" cy="785408"/>
            <a:chOff x="548861" y="389676"/>
            <a:chExt cx="3843371" cy="2390163"/>
          </a:xfrm>
        </p:grpSpPr>
        <p:cxnSp>
          <p:nvCxnSpPr>
            <p:cNvPr id="7230" name="Google Shape;7230;p7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231" name="Google Shape;7231;p7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232" name="Google Shape;7232;p7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233" name="Google Shape;7233;p7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234" name="Google Shape;7234;p7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235" name="Google Shape;7235;p7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6" name="Google Shape;7236;p7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37" name="Google Shape;7237;p7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79"/>
          <p:cNvGrpSpPr/>
          <p:nvPr/>
        </p:nvGrpSpPr>
        <p:grpSpPr>
          <a:xfrm>
            <a:off x="753962" y="2401537"/>
            <a:ext cx="1412054" cy="633562"/>
            <a:chOff x="1187400" y="2529299"/>
            <a:chExt cx="6769193" cy="2241903"/>
          </a:xfrm>
        </p:grpSpPr>
        <p:sp>
          <p:nvSpPr>
            <p:cNvPr id="7244" name="Google Shape;7244;p7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45" name="Google Shape;7245;p7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46" name="Google Shape;7246;p7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47" name="Google Shape;7247;p7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48" name="Google Shape;7248;p7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49" name="Google Shape;7249;p7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50" name="Google Shape;7250;p7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251" name="Google Shape;7251;p79"/>
            <p:cNvCxnSpPr>
              <a:stCxn id="7244" idx="2"/>
              <a:endCxn id="724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52" name="Google Shape;7252;p79"/>
            <p:cNvCxnSpPr>
              <a:stCxn id="7246" idx="0"/>
              <a:endCxn id="724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53" name="Google Shape;7253;p79"/>
            <p:cNvCxnSpPr>
              <a:stCxn id="7246" idx="2"/>
              <a:endCxn id="724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54" name="Google Shape;7254;p79"/>
            <p:cNvCxnSpPr>
              <a:stCxn id="7247" idx="0"/>
              <a:endCxn id="724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55" name="Google Shape;7255;p79"/>
            <p:cNvCxnSpPr>
              <a:stCxn id="7245" idx="2"/>
              <a:endCxn id="725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56" name="Google Shape;7256;p79"/>
            <p:cNvCxnSpPr>
              <a:stCxn id="7249" idx="0"/>
              <a:endCxn id="724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257" name="Google Shape;7257;p79"/>
          <p:cNvGrpSpPr/>
          <p:nvPr/>
        </p:nvGrpSpPr>
        <p:grpSpPr>
          <a:xfrm>
            <a:off x="6840208" y="2894246"/>
            <a:ext cx="1579035" cy="540873"/>
            <a:chOff x="6895650" y="3126697"/>
            <a:chExt cx="1436662" cy="492105"/>
          </a:xfrm>
        </p:grpSpPr>
        <p:sp>
          <p:nvSpPr>
            <p:cNvPr id="7258" name="Google Shape;7258;p7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3" name="Google Shape;7263;p79"/>
            <p:cNvGrpSpPr/>
            <p:nvPr/>
          </p:nvGrpSpPr>
          <p:grpSpPr>
            <a:xfrm>
              <a:off x="6995957" y="3335810"/>
              <a:ext cx="1230393" cy="71754"/>
              <a:chOff x="6995957" y="3287964"/>
              <a:chExt cx="1230393" cy="71754"/>
            </a:xfrm>
          </p:grpSpPr>
          <p:sp>
            <p:nvSpPr>
              <p:cNvPr id="7264" name="Google Shape;7264;p7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9" name="Google Shape;7269;p79"/>
          <p:cNvGrpSpPr/>
          <p:nvPr/>
        </p:nvGrpSpPr>
        <p:grpSpPr>
          <a:xfrm>
            <a:off x="6838790" y="3531009"/>
            <a:ext cx="1581862" cy="650625"/>
            <a:chOff x="6777990" y="3710194"/>
            <a:chExt cx="1646915" cy="677382"/>
          </a:xfrm>
        </p:grpSpPr>
        <p:grpSp>
          <p:nvGrpSpPr>
            <p:cNvPr id="7270" name="Google Shape;7270;p79"/>
            <p:cNvGrpSpPr/>
            <p:nvPr/>
          </p:nvGrpSpPr>
          <p:grpSpPr>
            <a:xfrm>
              <a:off x="6777990" y="3874492"/>
              <a:ext cx="411129" cy="513083"/>
              <a:chOff x="6777990" y="3874492"/>
              <a:chExt cx="411129" cy="513083"/>
            </a:xfrm>
          </p:grpSpPr>
          <p:cxnSp>
            <p:nvCxnSpPr>
              <p:cNvPr id="7271" name="Google Shape;7271;p7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272" name="Google Shape;7272;p7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79"/>
            <p:cNvGrpSpPr/>
            <p:nvPr/>
          </p:nvGrpSpPr>
          <p:grpSpPr>
            <a:xfrm>
              <a:off x="7188425" y="3710194"/>
              <a:ext cx="411123" cy="520535"/>
              <a:chOff x="7188425" y="3710194"/>
              <a:chExt cx="411123" cy="520535"/>
            </a:xfrm>
          </p:grpSpPr>
          <p:cxnSp>
            <p:nvCxnSpPr>
              <p:cNvPr id="7274" name="Google Shape;7274;p7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275" name="Google Shape;7275;p7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79"/>
            <p:cNvGrpSpPr/>
            <p:nvPr/>
          </p:nvGrpSpPr>
          <p:grpSpPr>
            <a:xfrm>
              <a:off x="7603341" y="3874492"/>
              <a:ext cx="411474" cy="513083"/>
              <a:chOff x="7603341" y="3874492"/>
              <a:chExt cx="411474" cy="513083"/>
            </a:xfrm>
          </p:grpSpPr>
          <p:cxnSp>
            <p:nvCxnSpPr>
              <p:cNvPr id="7277" name="Google Shape;7277;p7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278" name="Google Shape;7278;p7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79"/>
            <p:cNvGrpSpPr/>
            <p:nvPr/>
          </p:nvGrpSpPr>
          <p:grpSpPr>
            <a:xfrm>
              <a:off x="8013776" y="3722847"/>
              <a:ext cx="411129" cy="507881"/>
              <a:chOff x="8013776" y="3722847"/>
              <a:chExt cx="411129" cy="507881"/>
            </a:xfrm>
          </p:grpSpPr>
          <p:cxnSp>
            <p:nvCxnSpPr>
              <p:cNvPr id="7280" name="Google Shape;7280;p7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281" name="Google Shape;7281;p7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2" name="Google Shape;7282;p79"/>
          <p:cNvGrpSpPr/>
          <p:nvPr/>
        </p:nvGrpSpPr>
        <p:grpSpPr>
          <a:xfrm>
            <a:off x="5258305" y="2703849"/>
            <a:ext cx="1421889" cy="1020603"/>
            <a:chOff x="5190863" y="2824811"/>
            <a:chExt cx="1544860" cy="1108869"/>
          </a:xfrm>
        </p:grpSpPr>
        <p:grpSp>
          <p:nvGrpSpPr>
            <p:cNvPr id="7283" name="Google Shape;7283;p79"/>
            <p:cNvGrpSpPr/>
            <p:nvPr/>
          </p:nvGrpSpPr>
          <p:grpSpPr>
            <a:xfrm>
              <a:off x="5938695" y="3176919"/>
              <a:ext cx="685761" cy="404739"/>
              <a:chOff x="5938695" y="3176919"/>
              <a:chExt cx="685761" cy="404739"/>
            </a:xfrm>
          </p:grpSpPr>
          <p:grpSp>
            <p:nvGrpSpPr>
              <p:cNvPr id="7284" name="Google Shape;7284;p79"/>
              <p:cNvGrpSpPr/>
              <p:nvPr/>
            </p:nvGrpSpPr>
            <p:grpSpPr>
              <a:xfrm>
                <a:off x="5938695" y="3176919"/>
                <a:ext cx="685761" cy="404739"/>
                <a:chOff x="5938695" y="3176919"/>
                <a:chExt cx="685761" cy="404739"/>
              </a:xfrm>
            </p:grpSpPr>
            <p:sp>
              <p:nvSpPr>
                <p:cNvPr id="7285" name="Google Shape;7285;p7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7" name="Google Shape;7287;p7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79"/>
            <p:cNvGrpSpPr/>
            <p:nvPr/>
          </p:nvGrpSpPr>
          <p:grpSpPr>
            <a:xfrm>
              <a:off x="5305233" y="3176835"/>
              <a:ext cx="685971" cy="404655"/>
              <a:chOff x="5305233" y="3176835"/>
              <a:chExt cx="685971" cy="404655"/>
            </a:xfrm>
          </p:grpSpPr>
          <p:grpSp>
            <p:nvGrpSpPr>
              <p:cNvPr id="7289" name="Google Shape;7289;p79"/>
              <p:cNvGrpSpPr/>
              <p:nvPr/>
            </p:nvGrpSpPr>
            <p:grpSpPr>
              <a:xfrm>
                <a:off x="5305233" y="3176835"/>
                <a:ext cx="685971" cy="404655"/>
                <a:chOff x="5305233" y="3176835"/>
                <a:chExt cx="685971" cy="404655"/>
              </a:xfrm>
            </p:grpSpPr>
            <p:sp>
              <p:nvSpPr>
                <p:cNvPr id="7290" name="Google Shape;7290;p7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2" name="Google Shape;7292;p7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3" name="Google Shape;7293;p7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4" name="Google Shape;7294;p79"/>
            <p:cNvGrpSpPr/>
            <p:nvPr/>
          </p:nvGrpSpPr>
          <p:grpSpPr>
            <a:xfrm>
              <a:off x="5657361" y="2824811"/>
              <a:ext cx="1078361" cy="404655"/>
              <a:chOff x="5657361" y="2824811"/>
              <a:chExt cx="1078361" cy="404655"/>
            </a:xfrm>
          </p:grpSpPr>
          <p:grpSp>
            <p:nvGrpSpPr>
              <p:cNvPr id="7295" name="Google Shape;7295;p79"/>
              <p:cNvGrpSpPr/>
              <p:nvPr/>
            </p:nvGrpSpPr>
            <p:grpSpPr>
              <a:xfrm>
                <a:off x="5657361" y="2824811"/>
                <a:ext cx="1078361" cy="404655"/>
                <a:chOff x="5657361" y="2824811"/>
                <a:chExt cx="1078361" cy="404655"/>
              </a:xfrm>
            </p:grpSpPr>
            <p:grpSp>
              <p:nvGrpSpPr>
                <p:cNvPr id="7296" name="Google Shape;7296;p79"/>
                <p:cNvGrpSpPr/>
                <p:nvPr/>
              </p:nvGrpSpPr>
              <p:grpSpPr>
                <a:xfrm>
                  <a:off x="5938485" y="2824811"/>
                  <a:ext cx="797237" cy="404655"/>
                  <a:chOff x="5938485" y="2824811"/>
                  <a:chExt cx="797237" cy="404655"/>
                </a:xfrm>
              </p:grpSpPr>
              <p:sp>
                <p:nvSpPr>
                  <p:cNvPr id="7297" name="Google Shape;7297;p7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9" name="Google Shape;7299;p7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0" name="Google Shape;7300;p7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79"/>
            <p:cNvGrpSpPr/>
            <p:nvPr/>
          </p:nvGrpSpPr>
          <p:grpSpPr>
            <a:xfrm>
              <a:off x="5190863" y="3528942"/>
              <a:ext cx="1078026" cy="404739"/>
              <a:chOff x="5190863" y="3528942"/>
              <a:chExt cx="1078026" cy="404739"/>
            </a:xfrm>
          </p:grpSpPr>
          <p:sp>
            <p:nvSpPr>
              <p:cNvPr id="7302" name="Google Shape;7302;p7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3" name="Google Shape;7303;p79"/>
              <p:cNvGrpSpPr/>
              <p:nvPr/>
            </p:nvGrpSpPr>
            <p:grpSpPr>
              <a:xfrm>
                <a:off x="5190863" y="3528942"/>
                <a:ext cx="1078026" cy="404739"/>
                <a:chOff x="5190863" y="3528942"/>
                <a:chExt cx="1078026" cy="404739"/>
              </a:xfrm>
            </p:grpSpPr>
            <p:sp>
              <p:nvSpPr>
                <p:cNvPr id="7304" name="Google Shape;7304;p7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06" name="Google Shape;7306;p79"/>
          <p:cNvGrpSpPr/>
          <p:nvPr/>
        </p:nvGrpSpPr>
        <p:grpSpPr>
          <a:xfrm>
            <a:off x="724312" y="1268317"/>
            <a:ext cx="1086719" cy="879487"/>
            <a:chOff x="803162" y="1474292"/>
            <a:chExt cx="1086719" cy="879487"/>
          </a:xfrm>
        </p:grpSpPr>
        <p:grpSp>
          <p:nvGrpSpPr>
            <p:cNvPr id="7307" name="Google Shape;7307;p79"/>
            <p:cNvGrpSpPr/>
            <p:nvPr/>
          </p:nvGrpSpPr>
          <p:grpSpPr>
            <a:xfrm>
              <a:off x="803162" y="1625948"/>
              <a:ext cx="445856" cy="576579"/>
              <a:chOff x="803162" y="1625948"/>
              <a:chExt cx="445856" cy="576579"/>
            </a:xfrm>
          </p:grpSpPr>
          <p:sp>
            <p:nvSpPr>
              <p:cNvPr id="7308" name="Google Shape;7308;p7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9" name="Google Shape;7309;p79"/>
              <p:cNvGrpSpPr/>
              <p:nvPr/>
            </p:nvGrpSpPr>
            <p:grpSpPr>
              <a:xfrm>
                <a:off x="1056023" y="1625948"/>
                <a:ext cx="192995" cy="576579"/>
                <a:chOff x="1056023" y="1625948"/>
                <a:chExt cx="192995" cy="576579"/>
              </a:xfrm>
            </p:grpSpPr>
            <p:sp>
              <p:nvSpPr>
                <p:cNvPr id="7310" name="Google Shape;7310;p7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5" name="Google Shape;7315;p79"/>
            <p:cNvGrpSpPr/>
            <p:nvPr/>
          </p:nvGrpSpPr>
          <p:grpSpPr>
            <a:xfrm>
              <a:off x="1371406" y="1474292"/>
              <a:ext cx="518475" cy="879487"/>
              <a:chOff x="1398231" y="1474292"/>
              <a:chExt cx="518475" cy="879487"/>
            </a:xfrm>
          </p:grpSpPr>
          <p:grpSp>
            <p:nvGrpSpPr>
              <p:cNvPr id="7316" name="Google Shape;7316;p79"/>
              <p:cNvGrpSpPr/>
              <p:nvPr/>
            </p:nvGrpSpPr>
            <p:grpSpPr>
              <a:xfrm>
                <a:off x="1398231" y="1474292"/>
                <a:ext cx="518475" cy="341643"/>
                <a:chOff x="1398231" y="1474292"/>
                <a:chExt cx="518475" cy="341643"/>
              </a:xfrm>
            </p:grpSpPr>
            <p:sp>
              <p:nvSpPr>
                <p:cNvPr id="7317" name="Google Shape;7317;p7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8" name="Google Shape;7318;p79"/>
                <p:cNvGrpSpPr/>
                <p:nvPr/>
              </p:nvGrpSpPr>
              <p:grpSpPr>
                <a:xfrm>
                  <a:off x="1616453" y="1474292"/>
                  <a:ext cx="300253" cy="341643"/>
                  <a:chOff x="1616453" y="1475379"/>
                  <a:chExt cx="300253" cy="341643"/>
                </a:xfrm>
              </p:grpSpPr>
              <p:sp>
                <p:nvSpPr>
                  <p:cNvPr id="7319" name="Google Shape;7319;p7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6" name="Google Shape;7326;p79"/>
                  <p:cNvGrpSpPr/>
                  <p:nvPr/>
                </p:nvGrpSpPr>
                <p:grpSpPr>
                  <a:xfrm>
                    <a:off x="1839639" y="1475379"/>
                    <a:ext cx="77067" cy="341643"/>
                    <a:chOff x="1839639" y="1475379"/>
                    <a:chExt cx="77067" cy="341643"/>
                  </a:xfrm>
                </p:grpSpPr>
                <p:sp>
                  <p:nvSpPr>
                    <p:cNvPr id="7327" name="Google Shape;7327;p7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29" name="Google Shape;7329;p79"/>
              <p:cNvGrpSpPr/>
              <p:nvPr/>
            </p:nvGrpSpPr>
            <p:grpSpPr>
              <a:xfrm>
                <a:off x="1398451" y="2012951"/>
                <a:ext cx="518255" cy="340828"/>
                <a:chOff x="1398451" y="2012951"/>
                <a:chExt cx="518255" cy="340828"/>
              </a:xfrm>
            </p:grpSpPr>
            <p:sp>
              <p:nvSpPr>
                <p:cNvPr id="7330" name="Google Shape;7330;p7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1" name="Google Shape;7331;p79"/>
                <p:cNvGrpSpPr/>
                <p:nvPr/>
              </p:nvGrpSpPr>
              <p:grpSpPr>
                <a:xfrm>
                  <a:off x="1616453" y="2012951"/>
                  <a:ext cx="300253" cy="340828"/>
                  <a:chOff x="1616453" y="2013538"/>
                  <a:chExt cx="300253" cy="340828"/>
                </a:xfrm>
              </p:grpSpPr>
              <p:sp>
                <p:nvSpPr>
                  <p:cNvPr id="7332" name="Google Shape;7332;p7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9" name="Google Shape;7339;p79"/>
                  <p:cNvGrpSpPr/>
                  <p:nvPr/>
                </p:nvGrpSpPr>
                <p:grpSpPr>
                  <a:xfrm>
                    <a:off x="1839639" y="2013538"/>
                    <a:ext cx="77067" cy="340828"/>
                    <a:chOff x="1839639" y="2013538"/>
                    <a:chExt cx="77067" cy="340828"/>
                  </a:xfrm>
                </p:grpSpPr>
                <p:sp>
                  <p:nvSpPr>
                    <p:cNvPr id="7340" name="Google Shape;7340;p7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342" name="Google Shape;7342;p79"/>
          <p:cNvGrpSpPr/>
          <p:nvPr/>
        </p:nvGrpSpPr>
        <p:grpSpPr>
          <a:xfrm>
            <a:off x="721136" y="3399503"/>
            <a:ext cx="1368681" cy="682918"/>
            <a:chOff x="724986" y="3605478"/>
            <a:chExt cx="1368681" cy="682918"/>
          </a:xfrm>
        </p:grpSpPr>
        <p:grpSp>
          <p:nvGrpSpPr>
            <p:cNvPr id="7343" name="Google Shape;7343;p79"/>
            <p:cNvGrpSpPr/>
            <p:nvPr/>
          </p:nvGrpSpPr>
          <p:grpSpPr>
            <a:xfrm>
              <a:off x="1289102" y="3823629"/>
              <a:ext cx="240442" cy="250435"/>
              <a:chOff x="-165066" y="3843615"/>
              <a:chExt cx="221259" cy="230455"/>
            </a:xfrm>
          </p:grpSpPr>
          <p:sp>
            <p:nvSpPr>
              <p:cNvPr id="7344" name="Google Shape;7344;p7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79"/>
            <p:cNvGrpSpPr/>
            <p:nvPr/>
          </p:nvGrpSpPr>
          <p:grpSpPr>
            <a:xfrm>
              <a:off x="724986" y="3605478"/>
              <a:ext cx="1368681" cy="682918"/>
              <a:chOff x="724986" y="3605478"/>
              <a:chExt cx="1368681" cy="682918"/>
            </a:xfrm>
          </p:grpSpPr>
          <p:grpSp>
            <p:nvGrpSpPr>
              <p:cNvPr id="7365" name="Google Shape;7365;p79"/>
              <p:cNvGrpSpPr/>
              <p:nvPr/>
            </p:nvGrpSpPr>
            <p:grpSpPr>
              <a:xfrm>
                <a:off x="1498221" y="4047614"/>
                <a:ext cx="529172" cy="240783"/>
                <a:chOff x="1498221" y="4047614"/>
                <a:chExt cx="529172" cy="240783"/>
              </a:xfrm>
            </p:grpSpPr>
            <p:grpSp>
              <p:nvGrpSpPr>
                <p:cNvPr id="7366" name="Google Shape;7366;p79"/>
                <p:cNvGrpSpPr/>
                <p:nvPr/>
              </p:nvGrpSpPr>
              <p:grpSpPr>
                <a:xfrm>
                  <a:off x="1826655" y="4224370"/>
                  <a:ext cx="200738" cy="25631"/>
                  <a:chOff x="1826655" y="4224370"/>
                  <a:chExt cx="200738" cy="25631"/>
                </a:xfrm>
              </p:grpSpPr>
              <p:sp>
                <p:nvSpPr>
                  <p:cNvPr id="7367" name="Google Shape;7367;p7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79"/>
                <p:cNvGrpSpPr/>
                <p:nvPr/>
              </p:nvGrpSpPr>
              <p:grpSpPr>
                <a:xfrm>
                  <a:off x="1498221" y="4047614"/>
                  <a:ext cx="328444" cy="240783"/>
                  <a:chOff x="1498221" y="4047614"/>
                  <a:chExt cx="328444" cy="240783"/>
                </a:xfrm>
              </p:grpSpPr>
              <p:sp>
                <p:nvSpPr>
                  <p:cNvPr id="7370" name="Google Shape;7370;p7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1" name="Google Shape;7371;p79"/>
                  <p:cNvGrpSpPr/>
                  <p:nvPr/>
                </p:nvGrpSpPr>
                <p:grpSpPr>
                  <a:xfrm>
                    <a:off x="1498221" y="4047614"/>
                    <a:ext cx="150566" cy="190416"/>
                    <a:chOff x="1498221" y="4047614"/>
                    <a:chExt cx="150566" cy="190416"/>
                  </a:xfrm>
                </p:grpSpPr>
                <p:sp>
                  <p:nvSpPr>
                    <p:cNvPr id="7372" name="Google Shape;7372;p7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74" name="Google Shape;7374;p79"/>
              <p:cNvGrpSpPr/>
              <p:nvPr/>
            </p:nvGrpSpPr>
            <p:grpSpPr>
              <a:xfrm>
                <a:off x="1560718" y="3800594"/>
                <a:ext cx="532948" cy="302090"/>
                <a:chOff x="1560718" y="3800594"/>
                <a:chExt cx="532948" cy="302090"/>
              </a:xfrm>
            </p:grpSpPr>
            <p:grpSp>
              <p:nvGrpSpPr>
                <p:cNvPr id="7375" name="Google Shape;7375;p79"/>
                <p:cNvGrpSpPr/>
                <p:nvPr/>
              </p:nvGrpSpPr>
              <p:grpSpPr>
                <a:xfrm>
                  <a:off x="1912179" y="3827344"/>
                  <a:ext cx="181487" cy="25631"/>
                  <a:chOff x="1912179" y="3827344"/>
                  <a:chExt cx="181487" cy="25631"/>
                </a:xfrm>
              </p:grpSpPr>
              <p:sp>
                <p:nvSpPr>
                  <p:cNvPr id="7376" name="Google Shape;7376;p7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79"/>
                <p:cNvGrpSpPr/>
                <p:nvPr/>
              </p:nvGrpSpPr>
              <p:grpSpPr>
                <a:xfrm>
                  <a:off x="1912179" y="4044505"/>
                  <a:ext cx="181487" cy="25622"/>
                  <a:chOff x="1912179" y="4044506"/>
                  <a:chExt cx="181487" cy="25622"/>
                </a:xfrm>
              </p:grpSpPr>
              <p:sp>
                <p:nvSpPr>
                  <p:cNvPr id="7379" name="Google Shape;7379;p7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9"/>
                <p:cNvGrpSpPr/>
                <p:nvPr/>
              </p:nvGrpSpPr>
              <p:grpSpPr>
                <a:xfrm>
                  <a:off x="1560718" y="3800594"/>
                  <a:ext cx="351472" cy="302090"/>
                  <a:chOff x="1560718" y="3800594"/>
                  <a:chExt cx="351472" cy="302090"/>
                </a:xfrm>
              </p:grpSpPr>
              <p:grpSp>
                <p:nvGrpSpPr>
                  <p:cNvPr id="7382" name="Google Shape;7382;p79"/>
                  <p:cNvGrpSpPr/>
                  <p:nvPr/>
                </p:nvGrpSpPr>
                <p:grpSpPr>
                  <a:xfrm>
                    <a:off x="1560718" y="3842857"/>
                    <a:ext cx="173586" cy="217131"/>
                    <a:chOff x="1560718" y="3842857"/>
                    <a:chExt cx="173586" cy="217131"/>
                  </a:xfrm>
                </p:grpSpPr>
                <p:sp>
                  <p:nvSpPr>
                    <p:cNvPr id="7383" name="Google Shape;7383;p7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6" name="Google Shape;7386;p7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88" name="Google Shape;7388;p7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9" name="Google Shape;7389;p79"/>
              <p:cNvGrpSpPr/>
              <p:nvPr/>
            </p:nvGrpSpPr>
            <p:grpSpPr>
              <a:xfrm>
                <a:off x="785350" y="3605478"/>
                <a:ext cx="535311" cy="249245"/>
                <a:chOff x="785350" y="3605478"/>
                <a:chExt cx="535311" cy="249245"/>
              </a:xfrm>
            </p:grpSpPr>
            <p:grpSp>
              <p:nvGrpSpPr>
                <p:cNvPr id="7390" name="Google Shape;7390;p79"/>
                <p:cNvGrpSpPr/>
                <p:nvPr/>
              </p:nvGrpSpPr>
              <p:grpSpPr>
                <a:xfrm>
                  <a:off x="785350" y="3605478"/>
                  <a:ext cx="376191" cy="102736"/>
                  <a:chOff x="785350" y="3605478"/>
                  <a:chExt cx="376191" cy="102736"/>
                </a:xfrm>
              </p:grpSpPr>
              <p:sp>
                <p:nvSpPr>
                  <p:cNvPr id="7391" name="Google Shape;7391;p7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9"/>
                <p:cNvGrpSpPr/>
                <p:nvPr/>
              </p:nvGrpSpPr>
              <p:grpSpPr>
                <a:xfrm>
                  <a:off x="1161530" y="3655851"/>
                  <a:ext cx="159131" cy="198872"/>
                  <a:chOff x="1161530" y="3655851"/>
                  <a:chExt cx="159131" cy="198872"/>
                </a:xfrm>
              </p:grpSpPr>
              <p:sp>
                <p:nvSpPr>
                  <p:cNvPr id="7395" name="Google Shape;7395;p7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7" name="Google Shape;7397;p79"/>
              <p:cNvGrpSpPr/>
              <p:nvPr/>
            </p:nvGrpSpPr>
            <p:grpSpPr>
              <a:xfrm>
                <a:off x="785350" y="4047614"/>
                <a:ext cx="535311" cy="240783"/>
                <a:chOff x="785350" y="4047614"/>
                <a:chExt cx="535311" cy="240783"/>
              </a:xfrm>
            </p:grpSpPr>
            <p:grpSp>
              <p:nvGrpSpPr>
                <p:cNvPr id="7398" name="Google Shape;7398;p79"/>
                <p:cNvGrpSpPr/>
                <p:nvPr/>
              </p:nvGrpSpPr>
              <p:grpSpPr>
                <a:xfrm>
                  <a:off x="1161636" y="4047614"/>
                  <a:ext cx="159025" cy="190415"/>
                  <a:chOff x="1161636" y="4047614"/>
                  <a:chExt cx="159025" cy="190415"/>
                </a:xfrm>
              </p:grpSpPr>
              <p:sp>
                <p:nvSpPr>
                  <p:cNvPr id="7399" name="Google Shape;7399;p7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79"/>
                <p:cNvGrpSpPr/>
                <p:nvPr/>
              </p:nvGrpSpPr>
              <p:grpSpPr>
                <a:xfrm>
                  <a:off x="785350" y="4185661"/>
                  <a:ext cx="376191" cy="102736"/>
                  <a:chOff x="785350" y="4185661"/>
                  <a:chExt cx="376191" cy="102736"/>
                </a:xfrm>
              </p:grpSpPr>
              <p:sp>
                <p:nvSpPr>
                  <p:cNvPr id="7402" name="Google Shape;7402;p7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5" name="Google Shape;7405;p79"/>
              <p:cNvGrpSpPr/>
              <p:nvPr/>
            </p:nvGrpSpPr>
            <p:grpSpPr>
              <a:xfrm>
                <a:off x="1501054" y="3605478"/>
                <a:ext cx="526340" cy="249240"/>
                <a:chOff x="1501054" y="3605478"/>
                <a:chExt cx="526340" cy="249240"/>
              </a:xfrm>
            </p:grpSpPr>
            <p:grpSp>
              <p:nvGrpSpPr>
                <p:cNvPr id="7406" name="Google Shape;7406;p79"/>
                <p:cNvGrpSpPr/>
                <p:nvPr/>
              </p:nvGrpSpPr>
              <p:grpSpPr>
                <a:xfrm>
                  <a:off x="1834208" y="3643867"/>
                  <a:ext cx="193185" cy="25622"/>
                  <a:chOff x="1834208" y="3643867"/>
                  <a:chExt cx="193185" cy="25622"/>
                </a:xfrm>
              </p:grpSpPr>
              <p:sp>
                <p:nvSpPr>
                  <p:cNvPr id="7407" name="Google Shape;7407;p7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79"/>
                <p:cNvGrpSpPr/>
                <p:nvPr/>
              </p:nvGrpSpPr>
              <p:grpSpPr>
                <a:xfrm>
                  <a:off x="1501054" y="3605478"/>
                  <a:ext cx="333165" cy="249240"/>
                  <a:chOff x="1501054" y="3605478"/>
                  <a:chExt cx="333165" cy="249240"/>
                </a:xfrm>
              </p:grpSpPr>
              <p:sp>
                <p:nvSpPr>
                  <p:cNvPr id="7410" name="Google Shape;7410;p7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1" name="Google Shape;7411;p79"/>
                  <p:cNvGrpSpPr/>
                  <p:nvPr/>
                </p:nvGrpSpPr>
                <p:grpSpPr>
                  <a:xfrm>
                    <a:off x="1501054" y="3655851"/>
                    <a:ext cx="155286" cy="198867"/>
                    <a:chOff x="1501054" y="3655851"/>
                    <a:chExt cx="155286" cy="198867"/>
                  </a:xfrm>
                </p:grpSpPr>
                <p:sp>
                  <p:nvSpPr>
                    <p:cNvPr id="7412" name="Google Shape;7412;p7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14" name="Google Shape;7414;p79"/>
              <p:cNvGrpSpPr/>
              <p:nvPr/>
            </p:nvGrpSpPr>
            <p:grpSpPr>
              <a:xfrm>
                <a:off x="724986" y="3800594"/>
                <a:ext cx="532950" cy="302090"/>
                <a:chOff x="724986" y="3800594"/>
                <a:chExt cx="532950" cy="302090"/>
              </a:xfrm>
            </p:grpSpPr>
            <p:grpSp>
              <p:nvGrpSpPr>
                <p:cNvPr id="7415" name="Google Shape;7415;p79"/>
                <p:cNvGrpSpPr/>
                <p:nvPr/>
              </p:nvGrpSpPr>
              <p:grpSpPr>
                <a:xfrm>
                  <a:off x="724986" y="4044367"/>
                  <a:ext cx="181314" cy="25626"/>
                  <a:chOff x="724986" y="4044367"/>
                  <a:chExt cx="181314" cy="25626"/>
                </a:xfrm>
              </p:grpSpPr>
              <p:sp>
                <p:nvSpPr>
                  <p:cNvPr id="7416" name="Google Shape;7416;p7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79"/>
                <p:cNvGrpSpPr/>
                <p:nvPr/>
              </p:nvGrpSpPr>
              <p:grpSpPr>
                <a:xfrm>
                  <a:off x="906290" y="3800594"/>
                  <a:ext cx="351646" cy="302090"/>
                  <a:chOff x="906290" y="3800594"/>
                  <a:chExt cx="351646" cy="302090"/>
                </a:xfrm>
              </p:grpSpPr>
              <p:grpSp>
                <p:nvGrpSpPr>
                  <p:cNvPr id="7419" name="Google Shape;7419;p79"/>
                  <p:cNvGrpSpPr/>
                  <p:nvPr/>
                </p:nvGrpSpPr>
                <p:grpSpPr>
                  <a:xfrm>
                    <a:off x="1084172" y="3842857"/>
                    <a:ext cx="173764" cy="217131"/>
                    <a:chOff x="1084172" y="3842857"/>
                    <a:chExt cx="173764" cy="217131"/>
                  </a:xfrm>
                </p:grpSpPr>
                <p:grpSp>
                  <p:nvGrpSpPr>
                    <p:cNvPr id="7420" name="Google Shape;7420;p79"/>
                    <p:cNvGrpSpPr/>
                    <p:nvPr/>
                  </p:nvGrpSpPr>
                  <p:grpSpPr>
                    <a:xfrm>
                      <a:off x="1156862" y="3936509"/>
                      <a:ext cx="101073" cy="25622"/>
                      <a:chOff x="1156862" y="3936509"/>
                      <a:chExt cx="101073" cy="25622"/>
                    </a:xfrm>
                  </p:grpSpPr>
                  <p:sp>
                    <p:nvSpPr>
                      <p:cNvPr id="7421" name="Google Shape;7421;p7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3" name="Google Shape;7423;p7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4" name="Google Shape;7424;p7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79"/>
                <p:cNvGrpSpPr/>
                <p:nvPr/>
              </p:nvGrpSpPr>
              <p:grpSpPr>
                <a:xfrm>
                  <a:off x="724986" y="3830189"/>
                  <a:ext cx="189533" cy="25626"/>
                  <a:chOff x="724986" y="3830189"/>
                  <a:chExt cx="189533" cy="25626"/>
                </a:xfrm>
              </p:grpSpPr>
              <p:sp>
                <p:nvSpPr>
                  <p:cNvPr id="7427" name="Google Shape;7427;p7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29" name="Google Shape;7429;p79"/>
          <p:cNvGrpSpPr/>
          <p:nvPr/>
        </p:nvGrpSpPr>
        <p:grpSpPr>
          <a:xfrm>
            <a:off x="2249448" y="2249665"/>
            <a:ext cx="948701" cy="935378"/>
            <a:chOff x="2253298" y="2428317"/>
            <a:chExt cx="948701" cy="935378"/>
          </a:xfrm>
        </p:grpSpPr>
        <p:sp>
          <p:nvSpPr>
            <p:cNvPr id="7430" name="Google Shape;7430;p7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6" name="Shape 7466"/>
        <p:cNvGrpSpPr/>
        <p:nvPr/>
      </p:nvGrpSpPr>
      <p:grpSpPr>
        <a:xfrm>
          <a:off x="0" y="0"/>
          <a:ext cx="0" cy="0"/>
          <a:chOff x="0" y="0"/>
          <a:chExt cx="0" cy="0"/>
        </a:xfrm>
      </p:grpSpPr>
      <p:grpSp>
        <p:nvGrpSpPr>
          <p:cNvPr id="7467" name="Google Shape;7467;p80"/>
          <p:cNvGrpSpPr/>
          <p:nvPr/>
        </p:nvGrpSpPr>
        <p:grpSpPr>
          <a:xfrm>
            <a:off x="3339744" y="952989"/>
            <a:ext cx="2363393" cy="1017867"/>
            <a:chOff x="3292400" y="1219146"/>
            <a:chExt cx="2615240" cy="1110239"/>
          </a:xfrm>
        </p:grpSpPr>
        <p:sp>
          <p:nvSpPr>
            <p:cNvPr id="7468" name="Google Shape;7468;p8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469" name="Google Shape;7469;p8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70" name="Google Shape;7470;p8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471" name="Google Shape;7471;p8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472" name="Google Shape;7472;p8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473" name="Google Shape;7473;p8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474" name="Google Shape;7474;p8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475" name="Google Shape;7475;p8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476" name="Google Shape;7476;p8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477" name="Google Shape;7477;p8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478" name="Google Shape;7478;p8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479" name="Google Shape;7479;p8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480" name="Google Shape;7480;p8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481" name="Google Shape;7481;p8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482" name="Google Shape;7482;p80"/>
            <p:cNvGrpSpPr/>
            <p:nvPr/>
          </p:nvGrpSpPr>
          <p:grpSpPr>
            <a:xfrm>
              <a:off x="3748438" y="1378608"/>
              <a:ext cx="2159202" cy="903971"/>
              <a:chOff x="1683525" y="2179850"/>
              <a:chExt cx="4519050" cy="2134525"/>
            </a:xfrm>
          </p:grpSpPr>
          <p:sp>
            <p:nvSpPr>
              <p:cNvPr id="7483" name="Google Shape;7483;p8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84" name="Google Shape;7484;p8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85" name="Google Shape;7485;p8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86" name="Google Shape;7486;p8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87" name="Google Shape;7487;p8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88" name="Google Shape;7488;p8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89" name="Google Shape;7489;p8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90" name="Google Shape;7490;p8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91" name="Google Shape;7491;p8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92" name="Google Shape;7492;p8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93" name="Google Shape;7493;p8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494" name="Google Shape;7494;p8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495" name="Google Shape;7495;p80"/>
          <p:cNvGraphicFramePr/>
          <p:nvPr/>
        </p:nvGraphicFramePr>
        <p:xfrm>
          <a:off x="5935838" y="2130462"/>
          <a:ext cx="3000000" cy="3000000"/>
        </p:xfrm>
        <a:graphic>
          <a:graphicData uri="http://schemas.openxmlformats.org/drawingml/2006/table">
            <a:tbl>
              <a:tblPr>
                <a:noFill/>
                <a:tableStyleId>{96524877-6F27-48A3-B51B-2195CD4B78AA}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496" name="Google Shape;7496;p80"/>
          <p:cNvGrpSpPr/>
          <p:nvPr/>
        </p:nvGrpSpPr>
        <p:grpSpPr>
          <a:xfrm>
            <a:off x="5913087" y="3189059"/>
            <a:ext cx="2519825" cy="1001454"/>
            <a:chOff x="1906114" y="789980"/>
            <a:chExt cx="1487676" cy="606868"/>
          </a:xfrm>
        </p:grpSpPr>
        <p:cxnSp>
          <p:nvCxnSpPr>
            <p:cNvPr id="7497" name="Google Shape;7497;p8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98" name="Google Shape;7498;p8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99" name="Google Shape;7499;p8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500" name="Google Shape;7500;p8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501" name="Google Shape;7501;p8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502" name="Google Shape;7502;p8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503" name="Google Shape;7503;p8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504" name="Google Shape;7504;p8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511" name="Google Shape;7511;p8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512" name="Google Shape;7512;p8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513" name="Google Shape;7513;p8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80"/>
          <p:cNvGrpSpPr/>
          <p:nvPr/>
        </p:nvGrpSpPr>
        <p:grpSpPr>
          <a:xfrm>
            <a:off x="712562" y="998018"/>
            <a:ext cx="2394370" cy="976502"/>
            <a:chOff x="749309" y="1112739"/>
            <a:chExt cx="2371603" cy="976502"/>
          </a:xfrm>
        </p:grpSpPr>
        <p:sp>
          <p:nvSpPr>
            <p:cNvPr id="7515" name="Google Shape;7515;p8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547" name="Google Shape;7547;p80"/>
          <p:cNvGraphicFramePr/>
          <p:nvPr/>
        </p:nvGraphicFramePr>
        <p:xfrm>
          <a:off x="5935863" y="996312"/>
          <a:ext cx="3000000" cy="3000000"/>
        </p:xfrm>
        <a:graphic>
          <a:graphicData uri="http://schemas.openxmlformats.org/drawingml/2006/table">
            <a:tbl>
              <a:tblPr>
                <a:noFill/>
                <a:tableStyleId>{96524877-6F27-48A3-B51B-2195CD4B78AA}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548" name="Google Shape;7548;p80"/>
          <p:cNvGraphicFramePr/>
          <p:nvPr/>
        </p:nvGraphicFramePr>
        <p:xfrm>
          <a:off x="3342575" y="2130462"/>
          <a:ext cx="3000000" cy="3000000"/>
        </p:xfrm>
        <a:graphic>
          <a:graphicData uri="http://schemas.openxmlformats.org/drawingml/2006/table">
            <a:tbl>
              <a:tblPr>
                <a:noFill/>
                <a:tableStyleId>{96524877-6F27-48A3-B51B-2195CD4B78AA}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549" name="Google Shape;7549;p80"/>
          <p:cNvGrpSpPr/>
          <p:nvPr/>
        </p:nvGrpSpPr>
        <p:grpSpPr>
          <a:xfrm>
            <a:off x="4086504" y="2517105"/>
            <a:ext cx="1517436" cy="74460"/>
            <a:chOff x="3980086" y="2804397"/>
            <a:chExt cx="1227600" cy="66900"/>
          </a:xfrm>
        </p:grpSpPr>
        <p:sp>
          <p:nvSpPr>
            <p:cNvPr id="7550" name="Google Shape;7550;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80"/>
          <p:cNvGrpSpPr/>
          <p:nvPr/>
        </p:nvGrpSpPr>
        <p:grpSpPr>
          <a:xfrm>
            <a:off x="4711569" y="2809693"/>
            <a:ext cx="892956" cy="74460"/>
            <a:chOff x="3980086" y="2804397"/>
            <a:chExt cx="1227600" cy="66900"/>
          </a:xfrm>
        </p:grpSpPr>
        <p:sp>
          <p:nvSpPr>
            <p:cNvPr id="7553" name="Google Shape;7553;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0"/>
          <p:cNvGrpSpPr/>
          <p:nvPr/>
        </p:nvGrpSpPr>
        <p:grpSpPr>
          <a:xfrm>
            <a:off x="3344661" y="3168576"/>
            <a:ext cx="2363244" cy="1005943"/>
            <a:chOff x="3358415" y="3361302"/>
            <a:chExt cx="2363244" cy="1024695"/>
          </a:xfrm>
        </p:grpSpPr>
        <p:grpSp>
          <p:nvGrpSpPr>
            <p:cNvPr id="7556" name="Google Shape;7556;p80"/>
            <p:cNvGrpSpPr/>
            <p:nvPr/>
          </p:nvGrpSpPr>
          <p:grpSpPr>
            <a:xfrm>
              <a:off x="3358415" y="3361302"/>
              <a:ext cx="441300" cy="1024695"/>
              <a:chOff x="3358415" y="3361302"/>
              <a:chExt cx="441300" cy="1024695"/>
            </a:xfrm>
          </p:grpSpPr>
          <p:sp>
            <p:nvSpPr>
              <p:cNvPr id="7557" name="Google Shape;7557;p8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80"/>
            <p:cNvGrpSpPr/>
            <p:nvPr/>
          </p:nvGrpSpPr>
          <p:grpSpPr>
            <a:xfrm>
              <a:off x="3838901" y="3361302"/>
              <a:ext cx="441300" cy="1024695"/>
              <a:chOff x="3838901" y="3361302"/>
              <a:chExt cx="441300" cy="1024695"/>
            </a:xfrm>
          </p:grpSpPr>
          <p:sp>
            <p:nvSpPr>
              <p:cNvPr id="7564" name="Google Shape;7564;p8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80"/>
            <p:cNvGrpSpPr/>
            <p:nvPr/>
          </p:nvGrpSpPr>
          <p:grpSpPr>
            <a:xfrm>
              <a:off x="4319387" y="3361302"/>
              <a:ext cx="441300" cy="1024695"/>
              <a:chOff x="4319387" y="3361302"/>
              <a:chExt cx="441300" cy="1024695"/>
            </a:xfrm>
          </p:grpSpPr>
          <p:sp>
            <p:nvSpPr>
              <p:cNvPr id="7571" name="Google Shape;7571;p8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80"/>
            <p:cNvGrpSpPr/>
            <p:nvPr/>
          </p:nvGrpSpPr>
          <p:grpSpPr>
            <a:xfrm>
              <a:off x="4799873" y="3361302"/>
              <a:ext cx="441300" cy="1024695"/>
              <a:chOff x="4799873" y="3361302"/>
              <a:chExt cx="441300" cy="1024695"/>
            </a:xfrm>
          </p:grpSpPr>
          <p:sp>
            <p:nvSpPr>
              <p:cNvPr id="7578" name="Google Shape;7578;p8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80"/>
            <p:cNvGrpSpPr/>
            <p:nvPr/>
          </p:nvGrpSpPr>
          <p:grpSpPr>
            <a:xfrm>
              <a:off x="5280360" y="3361302"/>
              <a:ext cx="441300" cy="1024695"/>
              <a:chOff x="5280360" y="3361302"/>
              <a:chExt cx="441300" cy="1024695"/>
            </a:xfrm>
          </p:grpSpPr>
          <p:sp>
            <p:nvSpPr>
              <p:cNvPr id="7585" name="Google Shape;7585;p8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91" name="Google Shape;7591;p80"/>
          <p:cNvGraphicFramePr/>
          <p:nvPr/>
        </p:nvGraphicFramePr>
        <p:xfrm>
          <a:off x="711088" y="2130462"/>
          <a:ext cx="3000000" cy="3000000"/>
        </p:xfrm>
        <a:graphic>
          <a:graphicData uri="http://schemas.openxmlformats.org/drawingml/2006/table">
            <a:tbl>
              <a:tblPr>
                <a:noFill/>
                <a:tableStyleId>{96524877-6F27-48A3-B51B-2195CD4B78AA}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592" name="Google Shape;7592;p80"/>
          <p:cNvGrpSpPr/>
          <p:nvPr/>
        </p:nvGrpSpPr>
        <p:grpSpPr>
          <a:xfrm>
            <a:off x="712613" y="3180187"/>
            <a:ext cx="2403614" cy="1005900"/>
            <a:chOff x="726450" y="3372825"/>
            <a:chExt cx="2403614" cy="1005900"/>
          </a:xfrm>
        </p:grpSpPr>
        <p:grpSp>
          <p:nvGrpSpPr>
            <p:cNvPr id="7593" name="Google Shape;7593;p80"/>
            <p:cNvGrpSpPr/>
            <p:nvPr/>
          </p:nvGrpSpPr>
          <p:grpSpPr>
            <a:xfrm>
              <a:off x="726450" y="3696000"/>
              <a:ext cx="2403614" cy="500898"/>
              <a:chOff x="726450" y="3696000"/>
              <a:chExt cx="2403614" cy="500898"/>
            </a:xfrm>
          </p:grpSpPr>
          <p:sp>
            <p:nvSpPr>
              <p:cNvPr id="7594" name="Google Shape;7594;p8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95" name="Google Shape;7595;p8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96" name="Google Shape;7596;p80"/>
            <p:cNvGrpSpPr/>
            <p:nvPr/>
          </p:nvGrpSpPr>
          <p:grpSpPr>
            <a:xfrm>
              <a:off x="1348050" y="3372825"/>
              <a:ext cx="1720425" cy="1005900"/>
              <a:chOff x="1348050" y="3372825"/>
              <a:chExt cx="1720425" cy="1005900"/>
            </a:xfrm>
          </p:grpSpPr>
          <p:sp>
            <p:nvSpPr>
              <p:cNvPr id="7597" name="Google Shape;7597;p8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98" name="Google Shape;7598;p8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99" name="Google Shape;7599;p8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0" name="Google Shape;7600;p8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1" name="Google Shape;7601;p8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02" name="Google Shape;7602;p80"/>
            <p:cNvGrpSpPr/>
            <p:nvPr/>
          </p:nvGrpSpPr>
          <p:grpSpPr>
            <a:xfrm>
              <a:off x="1455707" y="3731058"/>
              <a:ext cx="1491150" cy="417657"/>
              <a:chOff x="1455707" y="3731058"/>
              <a:chExt cx="1491150" cy="417657"/>
            </a:xfrm>
          </p:grpSpPr>
          <p:grpSp>
            <p:nvGrpSpPr>
              <p:cNvPr id="7603" name="Google Shape;7603;p80"/>
              <p:cNvGrpSpPr/>
              <p:nvPr/>
            </p:nvGrpSpPr>
            <p:grpSpPr>
              <a:xfrm>
                <a:off x="1472938" y="3745828"/>
                <a:ext cx="72126" cy="53788"/>
                <a:chOff x="1472938" y="3745828"/>
                <a:chExt cx="72126" cy="53788"/>
              </a:xfrm>
            </p:grpSpPr>
            <p:sp>
              <p:nvSpPr>
                <p:cNvPr id="7604" name="Google Shape;7604;p8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80"/>
              <p:cNvGrpSpPr/>
              <p:nvPr/>
            </p:nvGrpSpPr>
            <p:grpSpPr>
              <a:xfrm>
                <a:off x="1819181" y="4089633"/>
                <a:ext cx="72126" cy="53788"/>
                <a:chOff x="1819181" y="4089633"/>
                <a:chExt cx="72126" cy="53788"/>
              </a:xfrm>
            </p:grpSpPr>
            <p:sp>
              <p:nvSpPr>
                <p:cNvPr id="7607" name="Google Shape;7607;p8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80"/>
              <p:cNvGrpSpPr/>
              <p:nvPr/>
            </p:nvGrpSpPr>
            <p:grpSpPr>
              <a:xfrm>
                <a:off x="1455707" y="4084171"/>
                <a:ext cx="64321" cy="64544"/>
                <a:chOff x="1455707" y="4084171"/>
                <a:chExt cx="64321" cy="64544"/>
              </a:xfrm>
            </p:grpSpPr>
            <p:sp>
              <p:nvSpPr>
                <p:cNvPr id="7610" name="Google Shape;7610;p8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80"/>
              <p:cNvGrpSpPr/>
              <p:nvPr/>
            </p:nvGrpSpPr>
            <p:grpSpPr>
              <a:xfrm>
                <a:off x="1818610" y="3731058"/>
                <a:ext cx="64321" cy="64544"/>
                <a:chOff x="1818610" y="3731058"/>
                <a:chExt cx="64321" cy="64544"/>
              </a:xfrm>
            </p:grpSpPr>
            <p:sp>
              <p:nvSpPr>
                <p:cNvPr id="7613" name="Google Shape;7613;p8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80"/>
              <p:cNvGrpSpPr/>
              <p:nvPr/>
            </p:nvGrpSpPr>
            <p:grpSpPr>
              <a:xfrm>
                <a:off x="2172491" y="4089633"/>
                <a:ext cx="72126" cy="53788"/>
                <a:chOff x="2172491" y="4089633"/>
                <a:chExt cx="72126" cy="53788"/>
              </a:xfrm>
            </p:grpSpPr>
            <p:sp>
              <p:nvSpPr>
                <p:cNvPr id="7616" name="Google Shape;7616;p8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80"/>
              <p:cNvGrpSpPr/>
              <p:nvPr/>
            </p:nvGrpSpPr>
            <p:grpSpPr>
              <a:xfrm>
                <a:off x="2171920" y="3731058"/>
                <a:ext cx="64321" cy="64544"/>
                <a:chOff x="2171920" y="3731058"/>
                <a:chExt cx="64321" cy="64544"/>
              </a:xfrm>
            </p:grpSpPr>
            <p:sp>
              <p:nvSpPr>
                <p:cNvPr id="7619" name="Google Shape;7619;p8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0"/>
              <p:cNvGrpSpPr/>
              <p:nvPr/>
            </p:nvGrpSpPr>
            <p:grpSpPr>
              <a:xfrm>
                <a:off x="2874730" y="3745828"/>
                <a:ext cx="72126" cy="53788"/>
                <a:chOff x="2874730" y="3745828"/>
                <a:chExt cx="72126" cy="53788"/>
              </a:xfrm>
            </p:grpSpPr>
            <p:sp>
              <p:nvSpPr>
                <p:cNvPr id="7622" name="Google Shape;7622;p8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80"/>
              <p:cNvGrpSpPr/>
              <p:nvPr/>
            </p:nvGrpSpPr>
            <p:grpSpPr>
              <a:xfrm>
                <a:off x="2878589" y="4081481"/>
                <a:ext cx="64321" cy="64544"/>
                <a:chOff x="2878589" y="4081481"/>
                <a:chExt cx="64321" cy="64544"/>
              </a:xfrm>
            </p:grpSpPr>
            <p:sp>
              <p:nvSpPr>
                <p:cNvPr id="7625" name="Google Shape;7625;p8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80"/>
              <p:cNvGrpSpPr/>
              <p:nvPr/>
            </p:nvGrpSpPr>
            <p:grpSpPr>
              <a:xfrm>
                <a:off x="2525796" y="4089633"/>
                <a:ext cx="72126" cy="53788"/>
                <a:chOff x="2525796" y="4089633"/>
                <a:chExt cx="72126" cy="53788"/>
              </a:xfrm>
            </p:grpSpPr>
            <p:sp>
              <p:nvSpPr>
                <p:cNvPr id="7628" name="Google Shape;7628;p8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80"/>
              <p:cNvGrpSpPr/>
              <p:nvPr/>
            </p:nvGrpSpPr>
            <p:grpSpPr>
              <a:xfrm>
                <a:off x="2525225" y="3731058"/>
                <a:ext cx="64321" cy="64544"/>
                <a:chOff x="2525225" y="3731058"/>
                <a:chExt cx="64321" cy="64544"/>
              </a:xfrm>
            </p:grpSpPr>
            <p:sp>
              <p:nvSpPr>
                <p:cNvPr id="7631" name="Google Shape;7631;p8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6" name="Shape 7636"/>
        <p:cNvGrpSpPr/>
        <p:nvPr/>
      </p:nvGrpSpPr>
      <p:grpSpPr>
        <a:xfrm>
          <a:off x="0" y="0"/>
          <a:ext cx="0" cy="0"/>
          <a:chOff x="0" y="0"/>
          <a:chExt cx="0" cy="0"/>
        </a:xfrm>
      </p:grpSpPr>
      <p:grpSp>
        <p:nvGrpSpPr>
          <p:cNvPr id="7637" name="Google Shape;7637;p81"/>
          <p:cNvGrpSpPr/>
          <p:nvPr/>
        </p:nvGrpSpPr>
        <p:grpSpPr>
          <a:xfrm>
            <a:off x="717003" y="971306"/>
            <a:ext cx="845921" cy="690752"/>
            <a:chOff x="732428" y="1198513"/>
            <a:chExt cx="845921" cy="690752"/>
          </a:xfrm>
        </p:grpSpPr>
        <p:grpSp>
          <p:nvGrpSpPr>
            <p:cNvPr id="7638" name="Google Shape;7638;p81"/>
            <p:cNvGrpSpPr/>
            <p:nvPr/>
          </p:nvGrpSpPr>
          <p:grpSpPr>
            <a:xfrm>
              <a:off x="823030" y="1198513"/>
              <a:ext cx="755319" cy="690752"/>
              <a:chOff x="823030" y="1198513"/>
              <a:chExt cx="755319" cy="690752"/>
            </a:xfrm>
          </p:grpSpPr>
          <p:sp>
            <p:nvSpPr>
              <p:cNvPr id="7639" name="Google Shape;7639;p8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81"/>
            <p:cNvGrpSpPr/>
            <p:nvPr/>
          </p:nvGrpSpPr>
          <p:grpSpPr>
            <a:xfrm>
              <a:off x="732428" y="1239937"/>
              <a:ext cx="739912" cy="607886"/>
              <a:chOff x="732428" y="1239937"/>
              <a:chExt cx="739912" cy="607886"/>
            </a:xfrm>
          </p:grpSpPr>
          <p:sp>
            <p:nvSpPr>
              <p:cNvPr id="7642" name="Google Shape;7642;p8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81"/>
            <p:cNvGrpSpPr/>
            <p:nvPr/>
          </p:nvGrpSpPr>
          <p:grpSpPr>
            <a:xfrm>
              <a:off x="732428" y="1277018"/>
              <a:ext cx="702832" cy="533758"/>
              <a:chOff x="732428" y="1277018"/>
              <a:chExt cx="702832" cy="533758"/>
            </a:xfrm>
          </p:grpSpPr>
          <p:sp>
            <p:nvSpPr>
              <p:cNvPr id="7645" name="Google Shape;7645;p8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81"/>
            <p:cNvGrpSpPr/>
            <p:nvPr/>
          </p:nvGrpSpPr>
          <p:grpSpPr>
            <a:xfrm>
              <a:off x="931170" y="1306653"/>
              <a:ext cx="647179" cy="474455"/>
              <a:chOff x="931170" y="1306653"/>
              <a:chExt cx="647179" cy="474455"/>
            </a:xfrm>
          </p:grpSpPr>
          <p:sp>
            <p:nvSpPr>
              <p:cNvPr id="7648" name="Google Shape;7648;p8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0" name="Google Shape;7650;p8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81"/>
          <p:cNvGrpSpPr/>
          <p:nvPr/>
        </p:nvGrpSpPr>
        <p:grpSpPr>
          <a:xfrm>
            <a:off x="3948612" y="971313"/>
            <a:ext cx="634656" cy="699982"/>
            <a:chOff x="5985650" y="2860025"/>
            <a:chExt cx="1396075" cy="1539775"/>
          </a:xfrm>
        </p:grpSpPr>
        <p:sp>
          <p:nvSpPr>
            <p:cNvPr id="7652" name="Google Shape;7652;p8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81"/>
          <p:cNvGrpSpPr/>
          <p:nvPr/>
        </p:nvGrpSpPr>
        <p:grpSpPr>
          <a:xfrm>
            <a:off x="4704262" y="971306"/>
            <a:ext cx="725845" cy="699975"/>
            <a:chOff x="4249973" y="1201875"/>
            <a:chExt cx="1958568" cy="1888762"/>
          </a:xfrm>
        </p:grpSpPr>
        <p:sp>
          <p:nvSpPr>
            <p:cNvPr id="7685" name="Google Shape;7685;p8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6" name="Google Shape;7686;p81"/>
            <p:cNvGrpSpPr/>
            <p:nvPr/>
          </p:nvGrpSpPr>
          <p:grpSpPr>
            <a:xfrm>
              <a:off x="5853086" y="1789142"/>
              <a:ext cx="355454" cy="1048099"/>
              <a:chOff x="5576108" y="2016725"/>
              <a:chExt cx="565200" cy="1666560"/>
            </a:xfrm>
          </p:grpSpPr>
          <p:sp>
            <p:nvSpPr>
              <p:cNvPr id="7687" name="Google Shape;7687;p8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88" name="Google Shape;7688;p8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81"/>
            <p:cNvGrpSpPr/>
            <p:nvPr/>
          </p:nvGrpSpPr>
          <p:grpSpPr>
            <a:xfrm>
              <a:off x="4869455" y="2691676"/>
              <a:ext cx="1013897" cy="398961"/>
              <a:chOff x="4012057" y="3451825"/>
              <a:chExt cx="1612175" cy="634379"/>
            </a:xfrm>
          </p:grpSpPr>
          <p:sp>
            <p:nvSpPr>
              <p:cNvPr id="7690" name="Google Shape;7690;p8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91" name="Google Shape;7691;p8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81"/>
            <p:cNvGrpSpPr/>
            <p:nvPr/>
          </p:nvGrpSpPr>
          <p:grpSpPr>
            <a:xfrm>
              <a:off x="4276937" y="2155961"/>
              <a:ext cx="651965" cy="891358"/>
              <a:chOff x="3069908" y="2599997"/>
              <a:chExt cx="1036675" cy="1417328"/>
            </a:xfrm>
          </p:grpSpPr>
          <p:sp>
            <p:nvSpPr>
              <p:cNvPr id="7693" name="Google Shape;7693;p8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94" name="Google Shape;7694;p8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81"/>
            <p:cNvGrpSpPr/>
            <p:nvPr/>
          </p:nvGrpSpPr>
          <p:grpSpPr>
            <a:xfrm>
              <a:off x="5054918" y="1201875"/>
              <a:ext cx="999548" cy="602711"/>
              <a:chOff x="4306958" y="1082925"/>
              <a:chExt cx="1589359" cy="958358"/>
            </a:xfrm>
          </p:grpSpPr>
          <p:sp>
            <p:nvSpPr>
              <p:cNvPr id="7696" name="Google Shape;7696;p8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97" name="Google Shape;7697;p8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81"/>
            <p:cNvGrpSpPr/>
            <p:nvPr/>
          </p:nvGrpSpPr>
          <p:grpSpPr>
            <a:xfrm>
              <a:off x="4249973" y="1303451"/>
              <a:ext cx="799317" cy="841334"/>
              <a:chOff x="3027033" y="1244439"/>
              <a:chExt cx="1270977" cy="1337786"/>
            </a:xfrm>
          </p:grpSpPr>
          <p:sp>
            <p:nvSpPr>
              <p:cNvPr id="7699" name="Google Shape;7699;p8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00" name="Google Shape;7700;p8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1" name="Google Shape;7701;p81"/>
          <p:cNvGrpSpPr/>
          <p:nvPr/>
        </p:nvGrpSpPr>
        <p:grpSpPr>
          <a:xfrm>
            <a:off x="4057126" y="1858087"/>
            <a:ext cx="750769" cy="683784"/>
            <a:chOff x="4204684" y="2104422"/>
            <a:chExt cx="699822" cy="637382"/>
          </a:xfrm>
        </p:grpSpPr>
        <p:grpSp>
          <p:nvGrpSpPr>
            <p:cNvPr id="7702" name="Google Shape;7702;p81"/>
            <p:cNvGrpSpPr/>
            <p:nvPr/>
          </p:nvGrpSpPr>
          <p:grpSpPr>
            <a:xfrm>
              <a:off x="4204684" y="2430067"/>
              <a:ext cx="342957" cy="311738"/>
              <a:chOff x="4204684" y="2430067"/>
              <a:chExt cx="342957" cy="311738"/>
            </a:xfrm>
          </p:grpSpPr>
          <p:sp>
            <p:nvSpPr>
              <p:cNvPr id="7703" name="Google Shape;7703;p8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81"/>
            <p:cNvGrpSpPr/>
            <p:nvPr/>
          </p:nvGrpSpPr>
          <p:grpSpPr>
            <a:xfrm>
              <a:off x="4561586" y="2430067"/>
              <a:ext cx="342920" cy="311738"/>
              <a:chOff x="4561586" y="2430067"/>
              <a:chExt cx="342920" cy="311738"/>
            </a:xfrm>
          </p:grpSpPr>
          <p:sp>
            <p:nvSpPr>
              <p:cNvPr id="7706" name="Google Shape;7706;p8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81"/>
            <p:cNvGrpSpPr/>
            <p:nvPr/>
          </p:nvGrpSpPr>
          <p:grpSpPr>
            <a:xfrm>
              <a:off x="4561586" y="2104422"/>
              <a:ext cx="342920" cy="311738"/>
              <a:chOff x="4561586" y="2104422"/>
              <a:chExt cx="342920" cy="311738"/>
            </a:xfrm>
          </p:grpSpPr>
          <p:sp>
            <p:nvSpPr>
              <p:cNvPr id="7709" name="Google Shape;7709;p8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81"/>
            <p:cNvGrpSpPr/>
            <p:nvPr/>
          </p:nvGrpSpPr>
          <p:grpSpPr>
            <a:xfrm>
              <a:off x="4204684" y="2104422"/>
              <a:ext cx="342957" cy="311664"/>
              <a:chOff x="4204684" y="2104422"/>
              <a:chExt cx="342957" cy="311664"/>
            </a:xfrm>
          </p:grpSpPr>
          <p:sp>
            <p:nvSpPr>
              <p:cNvPr id="7712" name="Google Shape;7712;p8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4" name="Google Shape;7714;p81"/>
          <p:cNvGrpSpPr/>
          <p:nvPr/>
        </p:nvGrpSpPr>
        <p:grpSpPr>
          <a:xfrm>
            <a:off x="5521559" y="971301"/>
            <a:ext cx="660591" cy="688867"/>
            <a:chOff x="5830645" y="1267368"/>
            <a:chExt cx="530340" cy="553040"/>
          </a:xfrm>
        </p:grpSpPr>
        <p:sp>
          <p:nvSpPr>
            <p:cNvPr id="7715" name="Google Shape;7715;p8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6" name="Google Shape;7716;p81"/>
            <p:cNvGrpSpPr/>
            <p:nvPr/>
          </p:nvGrpSpPr>
          <p:grpSpPr>
            <a:xfrm>
              <a:off x="5830645" y="1267368"/>
              <a:ext cx="259743" cy="269909"/>
              <a:chOff x="5830645" y="1267368"/>
              <a:chExt cx="259743" cy="269909"/>
            </a:xfrm>
          </p:grpSpPr>
          <p:sp>
            <p:nvSpPr>
              <p:cNvPr id="7717" name="Google Shape;7717;p8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81"/>
            <p:cNvGrpSpPr/>
            <p:nvPr/>
          </p:nvGrpSpPr>
          <p:grpSpPr>
            <a:xfrm>
              <a:off x="6101293" y="1267368"/>
              <a:ext cx="259692" cy="269909"/>
              <a:chOff x="6101293" y="1267368"/>
              <a:chExt cx="259692" cy="269909"/>
            </a:xfrm>
          </p:grpSpPr>
          <p:sp>
            <p:nvSpPr>
              <p:cNvPr id="7720" name="Google Shape;7720;p8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81"/>
            <p:cNvGrpSpPr/>
            <p:nvPr/>
          </p:nvGrpSpPr>
          <p:grpSpPr>
            <a:xfrm>
              <a:off x="5830645" y="1550500"/>
              <a:ext cx="259692" cy="269909"/>
              <a:chOff x="5830645" y="1550500"/>
              <a:chExt cx="259692" cy="269909"/>
            </a:xfrm>
          </p:grpSpPr>
          <p:sp>
            <p:nvSpPr>
              <p:cNvPr id="7723" name="Google Shape;7723;p8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81"/>
            <p:cNvGrpSpPr/>
            <p:nvPr/>
          </p:nvGrpSpPr>
          <p:grpSpPr>
            <a:xfrm>
              <a:off x="6101293" y="1550500"/>
              <a:ext cx="259692" cy="269909"/>
              <a:chOff x="6101293" y="1550500"/>
              <a:chExt cx="259692" cy="269909"/>
            </a:xfrm>
          </p:grpSpPr>
          <p:sp>
            <p:nvSpPr>
              <p:cNvPr id="7726" name="Google Shape;7726;p8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8" name="Google Shape;7728;p81"/>
          <p:cNvGrpSpPr/>
          <p:nvPr/>
        </p:nvGrpSpPr>
        <p:grpSpPr>
          <a:xfrm>
            <a:off x="723713" y="1861760"/>
            <a:ext cx="697154" cy="679574"/>
            <a:chOff x="2679875" y="2361475"/>
            <a:chExt cx="780425" cy="760575"/>
          </a:xfrm>
        </p:grpSpPr>
        <p:sp>
          <p:nvSpPr>
            <p:cNvPr id="7729" name="Google Shape;7729;p8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81"/>
          <p:cNvGrpSpPr/>
          <p:nvPr/>
        </p:nvGrpSpPr>
        <p:grpSpPr>
          <a:xfrm>
            <a:off x="3122872" y="971352"/>
            <a:ext cx="735829" cy="684547"/>
            <a:chOff x="3351965" y="1148808"/>
            <a:chExt cx="750770" cy="698375"/>
          </a:xfrm>
        </p:grpSpPr>
        <p:grpSp>
          <p:nvGrpSpPr>
            <p:cNvPr id="7736" name="Google Shape;7736;p81"/>
            <p:cNvGrpSpPr/>
            <p:nvPr/>
          </p:nvGrpSpPr>
          <p:grpSpPr>
            <a:xfrm>
              <a:off x="3586796" y="1148808"/>
              <a:ext cx="294857" cy="286830"/>
              <a:chOff x="3750225" y="1774000"/>
              <a:chExt cx="149575" cy="145525"/>
            </a:xfrm>
          </p:grpSpPr>
          <p:sp>
            <p:nvSpPr>
              <p:cNvPr id="7737" name="Google Shape;7737;p8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81"/>
            <p:cNvGrpSpPr/>
            <p:nvPr/>
          </p:nvGrpSpPr>
          <p:grpSpPr>
            <a:xfrm>
              <a:off x="3779245" y="1375768"/>
              <a:ext cx="323490" cy="286978"/>
              <a:chOff x="3847850" y="1889150"/>
              <a:chExt cx="164100" cy="145600"/>
            </a:xfrm>
          </p:grpSpPr>
          <p:sp>
            <p:nvSpPr>
              <p:cNvPr id="7740" name="Google Shape;7740;p8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81"/>
            <p:cNvGrpSpPr/>
            <p:nvPr/>
          </p:nvGrpSpPr>
          <p:grpSpPr>
            <a:xfrm>
              <a:off x="3351965" y="1330435"/>
              <a:ext cx="295449" cy="285401"/>
              <a:chOff x="3631100" y="1866150"/>
              <a:chExt cx="149875" cy="144800"/>
            </a:xfrm>
          </p:grpSpPr>
          <p:sp>
            <p:nvSpPr>
              <p:cNvPr id="7743" name="Google Shape;7743;p8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81"/>
            <p:cNvGrpSpPr/>
            <p:nvPr/>
          </p:nvGrpSpPr>
          <p:grpSpPr>
            <a:xfrm>
              <a:off x="3548208" y="1560352"/>
              <a:ext cx="294808" cy="286830"/>
              <a:chOff x="3730650" y="1982800"/>
              <a:chExt cx="149550" cy="145525"/>
            </a:xfrm>
          </p:grpSpPr>
          <p:sp>
            <p:nvSpPr>
              <p:cNvPr id="7746" name="Google Shape;7746;p8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8" name="Google Shape;7748;p81"/>
          <p:cNvGrpSpPr/>
          <p:nvPr/>
        </p:nvGrpSpPr>
        <p:grpSpPr>
          <a:xfrm>
            <a:off x="7624524" y="971306"/>
            <a:ext cx="804565" cy="677795"/>
            <a:chOff x="7636443" y="1204988"/>
            <a:chExt cx="804565" cy="677795"/>
          </a:xfrm>
        </p:grpSpPr>
        <p:grpSp>
          <p:nvGrpSpPr>
            <p:cNvPr id="7749" name="Google Shape;7749;p81"/>
            <p:cNvGrpSpPr/>
            <p:nvPr/>
          </p:nvGrpSpPr>
          <p:grpSpPr>
            <a:xfrm>
              <a:off x="7636443" y="1509705"/>
              <a:ext cx="804565" cy="373078"/>
              <a:chOff x="7636443" y="1509705"/>
              <a:chExt cx="804565" cy="373078"/>
            </a:xfrm>
          </p:grpSpPr>
          <p:sp>
            <p:nvSpPr>
              <p:cNvPr id="7750" name="Google Shape;7750;p8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1"/>
            <p:cNvGrpSpPr/>
            <p:nvPr/>
          </p:nvGrpSpPr>
          <p:grpSpPr>
            <a:xfrm>
              <a:off x="7636443" y="1408133"/>
              <a:ext cx="804565" cy="373078"/>
              <a:chOff x="7636443" y="1408133"/>
              <a:chExt cx="804565" cy="373078"/>
            </a:xfrm>
          </p:grpSpPr>
          <p:sp>
            <p:nvSpPr>
              <p:cNvPr id="7753" name="Google Shape;7753;p8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81"/>
            <p:cNvGrpSpPr/>
            <p:nvPr/>
          </p:nvGrpSpPr>
          <p:grpSpPr>
            <a:xfrm>
              <a:off x="7636443" y="1306560"/>
              <a:ext cx="804565" cy="373078"/>
              <a:chOff x="7636443" y="1306560"/>
              <a:chExt cx="804565" cy="373078"/>
            </a:xfrm>
          </p:grpSpPr>
          <p:sp>
            <p:nvSpPr>
              <p:cNvPr id="7756" name="Google Shape;7756;p8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81"/>
            <p:cNvGrpSpPr/>
            <p:nvPr/>
          </p:nvGrpSpPr>
          <p:grpSpPr>
            <a:xfrm>
              <a:off x="7636443" y="1204988"/>
              <a:ext cx="804565" cy="373078"/>
              <a:chOff x="7636443" y="1204988"/>
              <a:chExt cx="804565" cy="373078"/>
            </a:xfrm>
          </p:grpSpPr>
          <p:sp>
            <p:nvSpPr>
              <p:cNvPr id="7759" name="Google Shape;7759;p8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1" name="Google Shape;7761;p81"/>
          <p:cNvGrpSpPr/>
          <p:nvPr/>
        </p:nvGrpSpPr>
        <p:grpSpPr>
          <a:xfrm>
            <a:off x="4963371" y="1878721"/>
            <a:ext cx="661339" cy="661188"/>
            <a:chOff x="3990000" y="975400"/>
            <a:chExt cx="3934200" cy="3933300"/>
          </a:xfrm>
        </p:grpSpPr>
        <p:sp>
          <p:nvSpPr>
            <p:cNvPr id="7762" name="Google Shape;7762;p8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81"/>
          <p:cNvGrpSpPr/>
          <p:nvPr/>
        </p:nvGrpSpPr>
        <p:grpSpPr>
          <a:xfrm>
            <a:off x="6607019" y="1857359"/>
            <a:ext cx="868881" cy="684241"/>
            <a:chOff x="6598259" y="2078634"/>
            <a:chExt cx="868881" cy="684241"/>
          </a:xfrm>
        </p:grpSpPr>
        <p:sp>
          <p:nvSpPr>
            <p:cNvPr id="7767" name="Google Shape;7767;p8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3" name="Google Shape;7773;p81"/>
            <p:cNvGrpSpPr/>
            <p:nvPr/>
          </p:nvGrpSpPr>
          <p:grpSpPr>
            <a:xfrm>
              <a:off x="6808175" y="2078634"/>
              <a:ext cx="452229" cy="684241"/>
              <a:chOff x="6808175" y="2078634"/>
              <a:chExt cx="452229" cy="684241"/>
            </a:xfrm>
          </p:grpSpPr>
          <p:sp>
            <p:nvSpPr>
              <p:cNvPr id="7774" name="Google Shape;7774;p8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0" name="Google Shape;7780;p81"/>
              <p:cNvGrpSpPr/>
              <p:nvPr/>
            </p:nvGrpSpPr>
            <p:grpSpPr>
              <a:xfrm>
                <a:off x="6821586" y="2078634"/>
                <a:ext cx="426871" cy="684241"/>
                <a:chOff x="6821586" y="2078634"/>
                <a:chExt cx="426871" cy="684241"/>
              </a:xfrm>
            </p:grpSpPr>
            <p:grpSp>
              <p:nvGrpSpPr>
                <p:cNvPr id="7781" name="Google Shape;7781;p81"/>
                <p:cNvGrpSpPr/>
                <p:nvPr/>
              </p:nvGrpSpPr>
              <p:grpSpPr>
                <a:xfrm>
                  <a:off x="6821586" y="2078634"/>
                  <a:ext cx="426871" cy="684241"/>
                  <a:chOff x="6821586" y="2078634"/>
                  <a:chExt cx="426871" cy="684241"/>
                </a:xfrm>
              </p:grpSpPr>
              <p:sp>
                <p:nvSpPr>
                  <p:cNvPr id="7782" name="Google Shape;7782;p8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1" name="Google Shape;7801;p8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07" name="Google Shape;7807;p81"/>
          <p:cNvGrpSpPr/>
          <p:nvPr/>
        </p:nvGrpSpPr>
        <p:grpSpPr>
          <a:xfrm>
            <a:off x="5780185" y="1862968"/>
            <a:ext cx="671358" cy="671358"/>
            <a:chOff x="6535625" y="760425"/>
            <a:chExt cx="1665900" cy="1665900"/>
          </a:xfrm>
        </p:grpSpPr>
        <p:sp>
          <p:nvSpPr>
            <p:cNvPr id="7808" name="Google Shape;7808;p8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81"/>
          <p:cNvGrpSpPr/>
          <p:nvPr/>
        </p:nvGrpSpPr>
        <p:grpSpPr>
          <a:xfrm>
            <a:off x="717002" y="3531368"/>
            <a:ext cx="1340789" cy="640830"/>
            <a:chOff x="238125" y="1151100"/>
            <a:chExt cx="7139450" cy="3412300"/>
          </a:xfrm>
        </p:grpSpPr>
        <p:sp>
          <p:nvSpPr>
            <p:cNvPr id="7813" name="Google Shape;7813;p8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81"/>
          <p:cNvGrpSpPr/>
          <p:nvPr/>
        </p:nvGrpSpPr>
        <p:grpSpPr>
          <a:xfrm>
            <a:off x="5584225" y="2734649"/>
            <a:ext cx="985357" cy="585764"/>
            <a:chOff x="5145061" y="2881789"/>
            <a:chExt cx="1107641" cy="658458"/>
          </a:xfrm>
        </p:grpSpPr>
        <p:grpSp>
          <p:nvGrpSpPr>
            <p:cNvPr id="7826" name="Google Shape;7826;p81"/>
            <p:cNvGrpSpPr/>
            <p:nvPr/>
          </p:nvGrpSpPr>
          <p:grpSpPr>
            <a:xfrm>
              <a:off x="5722989" y="3244587"/>
              <a:ext cx="529713" cy="295659"/>
              <a:chOff x="5722989" y="3244587"/>
              <a:chExt cx="529713" cy="295659"/>
            </a:xfrm>
          </p:grpSpPr>
          <p:sp>
            <p:nvSpPr>
              <p:cNvPr id="7827" name="Google Shape;7827;p8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28" name="Google Shape;7828;p8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29" name="Google Shape;7829;p81"/>
            <p:cNvGrpSpPr/>
            <p:nvPr/>
          </p:nvGrpSpPr>
          <p:grpSpPr>
            <a:xfrm>
              <a:off x="5145061" y="3244587"/>
              <a:ext cx="536807" cy="295659"/>
              <a:chOff x="5145061" y="3244587"/>
              <a:chExt cx="536807" cy="295659"/>
            </a:xfrm>
          </p:grpSpPr>
          <p:sp>
            <p:nvSpPr>
              <p:cNvPr id="7830" name="Google Shape;7830;p8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31" name="Google Shape;7831;p8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32" name="Google Shape;7832;p81"/>
            <p:cNvGrpSpPr/>
            <p:nvPr/>
          </p:nvGrpSpPr>
          <p:grpSpPr>
            <a:xfrm>
              <a:off x="5341327" y="2898245"/>
              <a:ext cx="532309" cy="614891"/>
              <a:chOff x="5341327" y="2898245"/>
              <a:chExt cx="532309" cy="614891"/>
            </a:xfrm>
          </p:grpSpPr>
          <p:sp>
            <p:nvSpPr>
              <p:cNvPr id="7833" name="Google Shape;7833;p8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34" name="Google Shape;7834;p8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35" name="Google Shape;7835;p81"/>
            <p:cNvGrpSpPr/>
            <p:nvPr/>
          </p:nvGrpSpPr>
          <p:grpSpPr>
            <a:xfrm>
              <a:off x="5532290" y="2881789"/>
              <a:ext cx="620516" cy="305456"/>
              <a:chOff x="5532290" y="2881789"/>
              <a:chExt cx="620516" cy="305456"/>
            </a:xfrm>
          </p:grpSpPr>
          <p:sp>
            <p:nvSpPr>
              <p:cNvPr id="7836" name="Google Shape;7836;p8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37" name="Google Shape;7837;p8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838" name="Google Shape;7838;p81"/>
          <p:cNvGrpSpPr/>
          <p:nvPr/>
        </p:nvGrpSpPr>
        <p:grpSpPr>
          <a:xfrm>
            <a:off x="8163148" y="3526707"/>
            <a:ext cx="269068" cy="645491"/>
            <a:chOff x="7026852" y="3311869"/>
            <a:chExt cx="434331" cy="1041954"/>
          </a:xfrm>
        </p:grpSpPr>
        <p:sp>
          <p:nvSpPr>
            <p:cNvPr id="7839" name="Google Shape;7839;p8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81"/>
          <p:cNvGrpSpPr/>
          <p:nvPr/>
        </p:nvGrpSpPr>
        <p:grpSpPr>
          <a:xfrm>
            <a:off x="6179729" y="3565945"/>
            <a:ext cx="293882" cy="293836"/>
            <a:chOff x="4873519" y="3311869"/>
            <a:chExt cx="499374" cy="499296"/>
          </a:xfrm>
        </p:grpSpPr>
        <p:sp>
          <p:nvSpPr>
            <p:cNvPr id="7843" name="Google Shape;7843;p8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81"/>
          <p:cNvGrpSpPr/>
          <p:nvPr/>
        </p:nvGrpSpPr>
        <p:grpSpPr>
          <a:xfrm>
            <a:off x="6179729" y="3878316"/>
            <a:ext cx="293882" cy="293882"/>
            <a:chOff x="4873519" y="3875839"/>
            <a:chExt cx="499374" cy="499374"/>
          </a:xfrm>
        </p:grpSpPr>
        <p:sp>
          <p:nvSpPr>
            <p:cNvPr id="7846" name="Google Shape;7846;p8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81"/>
          <p:cNvGrpSpPr/>
          <p:nvPr/>
        </p:nvGrpSpPr>
        <p:grpSpPr>
          <a:xfrm>
            <a:off x="2410256" y="1850269"/>
            <a:ext cx="698104" cy="698208"/>
            <a:chOff x="2565073" y="2075876"/>
            <a:chExt cx="672482" cy="672518"/>
          </a:xfrm>
        </p:grpSpPr>
        <p:sp>
          <p:nvSpPr>
            <p:cNvPr id="7849" name="Google Shape;7849;p8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81"/>
          <p:cNvGrpSpPr/>
          <p:nvPr/>
        </p:nvGrpSpPr>
        <p:grpSpPr>
          <a:xfrm>
            <a:off x="5633667" y="3534869"/>
            <a:ext cx="438354" cy="637329"/>
            <a:chOff x="1697726" y="3244179"/>
            <a:chExt cx="788124" cy="1146069"/>
          </a:xfrm>
        </p:grpSpPr>
        <p:sp>
          <p:nvSpPr>
            <p:cNvPr id="7856" name="Google Shape;7856;p8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8" name="Google Shape;7858;p81"/>
          <p:cNvSpPr/>
          <p:nvPr/>
        </p:nvSpPr>
        <p:spPr>
          <a:xfrm>
            <a:off x="8130926"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9" name="Google Shape;7859;p81"/>
          <p:cNvGrpSpPr/>
          <p:nvPr/>
        </p:nvGrpSpPr>
        <p:grpSpPr>
          <a:xfrm>
            <a:off x="7634881" y="1863232"/>
            <a:ext cx="799565" cy="670282"/>
            <a:chOff x="7617850" y="2063282"/>
            <a:chExt cx="799565" cy="670282"/>
          </a:xfrm>
        </p:grpSpPr>
        <p:cxnSp>
          <p:nvCxnSpPr>
            <p:cNvPr id="7860" name="Google Shape;7860;p8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1" name="Google Shape;7861;p8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2" name="Google Shape;7862;p8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3" name="Google Shape;7863;p8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4" name="Google Shape;7864;p8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65" name="Google Shape;7865;p8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66" name="Google Shape;7866;p81"/>
            <p:cNvGrpSpPr/>
            <p:nvPr/>
          </p:nvGrpSpPr>
          <p:grpSpPr>
            <a:xfrm>
              <a:off x="7734309" y="2063282"/>
              <a:ext cx="570957" cy="620095"/>
              <a:chOff x="7734309" y="2063282"/>
              <a:chExt cx="570957" cy="620095"/>
            </a:xfrm>
          </p:grpSpPr>
          <p:grpSp>
            <p:nvGrpSpPr>
              <p:cNvPr id="7867" name="Google Shape;7867;p81"/>
              <p:cNvGrpSpPr/>
              <p:nvPr/>
            </p:nvGrpSpPr>
            <p:grpSpPr>
              <a:xfrm>
                <a:off x="8031573" y="2063282"/>
                <a:ext cx="273693" cy="620095"/>
                <a:chOff x="8031573" y="2063282"/>
                <a:chExt cx="273693" cy="620095"/>
              </a:xfrm>
            </p:grpSpPr>
            <p:sp>
              <p:nvSpPr>
                <p:cNvPr id="7868" name="Google Shape;7868;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81"/>
              <p:cNvGrpSpPr/>
              <p:nvPr/>
            </p:nvGrpSpPr>
            <p:grpSpPr>
              <a:xfrm flipH="1">
                <a:off x="7734309" y="2063282"/>
                <a:ext cx="273693" cy="620095"/>
                <a:chOff x="8031573" y="2063282"/>
                <a:chExt cx="273693" cy="620095"/>
              </a:xfrm>
            </p:grpSpPr>
            <p:sp>
              <p:nvSpPr>
                <p:cNvPr id="7873" name="Google Shape;7873;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877" name="Google Shape;7877;p81"/>
          <p:cNvSpPr/>
          <p:nvPr/>
        </p:nvSpPr>
        <p:spPr>
          <a:xfrm>
            <a:off x="7095136"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1"/>
          <p:cNvSpPr/>
          <p:nvPr/>
        </p:nvSpPr>
        <p:spPr>
          <a:xfrm rot="10800000">
            <a:off x="6581318"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9" name="Google Shape;7879;p81"/>
          <p:cNvGrpSpPr/>
          <p:nvPr/>
        </p:nvGrpSpPr>
        <p:grpSpPr>
          <a:xfrm>
            <a:off x="7821488" y="2716715"/>
            <a:ext cx="602567" cy="601884"/>
            <a:chOff x="1186975" y="238125"/>
            <a:chExt cx="5244275" cy="5238325"/>
          </a:xfrm>
        </p:grpSpPr>
        <p:sp>
          <p:nvSpPr>
            <p:cNvPr id="7880" name="Google Shape;7880;p8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81"/>
          <p:cNvGrpSpPr/>
          <p:nvPr/>
        </p:nvGrpSpPr>
        <p:grpSpPr>
          <a:xfrm>
            <a:off x="3264225" y="1856199"/>
            <a:ext cx="651848" cy="687338"/>
            <a:chOff x="3400515" y="2056248"/>
            <a:chExt cx="698134" cy="735987"/>
          </a:xfrm>
        </p:grpSpPr>
        <p:grpSp>
          <p:nvGrpSpPr>
            <p:cNvPr id="7885" name="Google Shape;7885;p81"/>
            <p:cNvGrpSpPr/>
            <p:nvPr/>
          </p:nvGrpSpPr>
          <p:grpSpPr>
            <a:xfrm>
              <a:off x="3400515" y="2283913"/>
              <a:ext cx="312919" cy="219900"/>
              <a:chOff x="3400515" y="2283913"/>
              <a:chExt cx="312919" cy="219900"/>
            </a:xfrm>
          </p:grpSpPr>
          <p:sp>
            <p:nvSpPr>
              <p:cNvPr id="7886" name="Google Shape;7886;p8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87" name="Google Shape;7887;p8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888" name="Google Shape;7888;p81"/>
            <p:cNvGrpSpPr/>
            <p:nvPr/>
          </p:nvGrpSpPr>
          <p:grpSpPr>
            <a:xfrm>
              <a:off x="3547823" y="2461089"/>
              <a:ext cx="219900" cy="331146"/>
              <a:chOff x="3547823" y="2461089"/>
              <a:chExt cx="219900" cy="331146"/>
            </a:xfrm>
          </p:grpSpPr>
          <p:sp>
            <p:nvSpPr>
              <p:cNvPr id="7889" name="Google Shape;7889;p8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90" name="Google Shape;7890;p8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891" name="Google Shape;7891;p81"/>
            <p:cNvGrpSpPr/>
            <p:nvPr/>
          </p:nvGrpSpPr>
          <p:grpSpPr>
            <a:xfrm>
              <a:off x="3734138" y="2461089"/>
              <a:ext cx="219900" cy="331146"/>
              <a:chOff x="3734138" y="2461089"/>
              <a:chExt cx="219900" cy="331146"/>
            </a:xfrm>
          </p:grpSpPr>
          <p:sp>
            <p:nvSpPr>
              <p:cNvPr id="7892" name="Google Shape;7892;p8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93" name="Google Shape;7893;p8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894" name="Google Shape;7894;p81"/>
            <p:cNvGrpSpPr/>
            <p:nvPr/>
          </p:nvGrpSpPr>
          <p:grpSpPr>
            <a:xfrm>
              <a:off x="3787560" y="2281742"/>
              <a:ext cx="311089" cy="219900"/>
              <a:chOff x="3787560" y="2281742"/>
              <a:chExt cx="311089" cy="219900"/>
            </a:xfrm>
          </p:grpSpPr>
          <p:sp>
            <p:nvSpPr>
              <p:cNvPr id="7895" name="Google Shape;7895;p8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96" name="Google Shape;7896;p8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897" name="Google Shape;7897;p81"/>
            <p:cNvGrpSpPr/>
            <p:nvPr/>
          </p:nvGrpSpPr>
          <p:grpSpPr>
            <a:xfrm>
              <a:off x="3637290" y="2056248"/>
              <a:ext cx="219900" cy="330736"/>
              <a:chOff x="3637290" y="2056248"/>
              <a:chExt cx="219900" cy="330736"/>
            </a:xfrm>
          </p:grpSpPr>
          <p:sp>
            <p:nvSpPr>
              <p:cNvPr id="7898" name="Google Shape;7898;p8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899" name="Google Shape;7899;p8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900" name="Google Shape;7900;p81"/>
          <p:cNvGrpSpPr/>
          <p:nvPr/>
        </p:nvGrpSpPr>
        <p:grpSpPr>
          <a:xfrm>
            <a:off x="2555931" y="2726205"/>
            <a:ext cx="1268144" cy="592394"/>
            <a:chOff x="238125" y="1188750"/>
            <a:chExt cx="7140450" cy="3335550"/>
          </a:xfrm>
        </p:grpSpPr>
        <p:sp>
          <p:nvSpPr>
            <p:cNvPr id="7901" name="Google Shape;7901;p8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81"/>
          <p:cNvGrpSpPr/>
          <p:nvPr/>
        </p:nvGrpSpPr>
        <p:grpSpPr>
          <a:xfrm>
            <a:off x="6663832" y="2728360"/>
            <a:ext cx="1053944" cy="590147"/>
            <a:chOff x="238125" y="1335475"/>
            <a:chExt cx="5418735" cy="3034175"/>
          </a:xfrm>
        </p:grpSpPr>
        <p:sp>
          <p:nvSpPr>
            <p:cNvPr id="7907" name="Google Shape;7907;p8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81"/>
          <p:cNvGrpSpPr/>
          <p:nvPr/>
        </p:nvGrpSpPr>
        <p:grpSpPr>
          <a:xfrm>
            <a:off x="4094641" y="3533259"/>
            <a:ext cx="1268207" cy="638939"/>
            <a:chOff x="3967651" y="3645904"/>
            <a:chExt cx="1479304" cy="745292"/>
          </a:xfrm>
        </p:grpSpPr>
        <p:grpSp>
          <p:nvGrpSpPr>
            <p:cNvPr id="7911" name="Google Shape;7911;p81"/>
            <p:cNvGrpSpPr/>
            <p:nvPr/>
          </p:nvGrpSpPr>
          <p:grpSpPr>
            <a:xfrm>
              <a:off x="3967651" y="4009026"/>
              <a:ext cx="1479304" cy="382170"/>
              <a:chOff x="3967651" y="4009026"/>
              <a:chExt cx="1479304" cy="382170"/>
            </a:xfrm>
          </p:grpSpPr>
          <p:grpSp>
            <p:nvGrpSpPr>
              <p:cNvPr id="7912" name="Google Shape;7912;p81"/>
              <p:cNvGrpSpPr/>
              <p:nvPr/>
            </p:nvGrpSpPr>
            <p:grpSpPr>
              <a:xfrm>
                <a:off x="4892216" y="4195630"/>
                <a:ext cx="554739" cy="195566"/>
                <a:chOff x="3604375" y="4892160"/>
                <a:chExt cx="1651500" cy="582215"/>
              </a:xfrm>
            </p:grpSpPr>
            <p:sp>
              <p:nvSpPr>
                <p:cNvPr id="7913" name="Google Shape;7913;p8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81"/>
              <p:cNvGrpSpPr/>
              <p:nvPr/>
            </p:nvGrpSpPr>
            <p:grpSpPr>
              <a:xfrm>
                <a:off x="3967651" y="4146303"/>
                <a:ext cx="579402" cy="244893"/>
                <a:chOff x="851875" y="4745310"/>
                <a:chExt cx="1724925" cy="729065"/>
              </a:xfrm>
            </p:grpSpPr>
            <p:sp>
              <p:nvSpPr>
                <p:cNvPr id="7916" name="Google Shape;7916;p8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81"/>
              <p:cNvGrpSpPr/>
              <p:nvPr/>
            </p:nvGrpSpPr>
            <p:grpSpPr>
              <a:xfrm>
                <a:off x="4460753" y="4009026"/>
                <a:ext cx="493110" cy="382170"/>
                <a:chOff x="2319875" y="4336625"/>
                <a:chExt cx="1468025" cy="1137750"/>
              </a:xfrm>
            </p:grpSpPr>
            <p:sp>
              <p:nvSpPr>
                <p:cNvPr id="7919" name="Google Shape;7919;p8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1" name="Google Shape;7921;p81"/>
            <p:cNvGrpSpPr/>
            <p:nvPr/>
          </p:nvGrpSpPr>
          <p:grpSpPr>
            <a:xfrm>
              <a:off x="4479443" y="3645904"/>
              <a:ext cx="455965" cy="388789"/>
              <a:chOff x="2957425" y="238100"/>
              <a:chExt cx="1910200" cy="1628775"/>
            </a:xfrm>
          </p:grpSpPr>
          <p:sp>
            <p:nvSpPr>
              <p:cNvPr id="7922" name="Google Shape;7922;p8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2" name="Google Shape;7932;p81"/>
          <p:cNvGrpSpPr/>
          <p:nvPr/>
        </p:nvGrpSpPr>
        <p:grpSpPr>
          <a:xfrm>
            <a:off x="2480754" y="3534460"/>
            <a:ext cx="1243128" cy="637739"/>
            <a:chOff x="2496310" y="3693351"/>
            <a:chExt cx="1342906" cy="688926"/>
          </a:xfrm>
        </p:grpSpPr>
        <p:grpSp>
          <p:nvGrpSpPr>
            <p:cNvPr id="7933" name="Google Shape;7933;p81"/>
            <p:cNvGrpSpPr/>
            <p:nvPr/>
          </p:nvGrpSpPr>
          <p:grpSpPr>
            <a:xfrm>
              <a:off x="2496310" y="3693351"/>
              <a:ext cx="1342906" cy="688875"/>
              <a:chOff x="2496310" y="3693351"/>
              <a:chExt cx="1342906" cy="688875"/>
            </a:xfrm>
          </p:grpSpPr>
          <p:sp>
            <p:nvSpPr>
              <p:cNvPr id="7934" name="Google Shape;7934;p8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40" name="Google Shape;7940;p81"/>
              <p:cNvCxnSpPr>
                <a:stCxn id="793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941" name="Google Shape;7941;p81"/>
              <p:cNvCxnSpPr>
                <a:stCxn id="793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942" name="Google Shape;7942;p81"/>
              <p:cNvCxnSpPr>
                <a:stCxn id="793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943" name="Google Shape;7943;p81"/>
              <p:cNvCxnSpPr>
                <a:stCxn id="793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944" name="Google Shape;7944;p81"/>
              <p:cNvCxnSpPr>
                <a:stCxn id="793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45" name="Google Shape;7945;p81"/>
            <p:cNvGrpSpPr/>
            <p:nvPr/>
          </p:nvGrpSpPr>
          <p:grpSpPr>
            <a:xfrm>
              <a:off x="2675275" y="3930557"/>
              <a:ext cx="1003306" cy="451719"/>
              <a:chOff x="2675275" y="4174282"/>
              <a:chExt cx="1003306" cy="451719"/>
            </a:xfrm>
          </p:grpSpPr>
          <p:sp>
            <p:nvSpPr>
              <p:cNvPr id="7946" name="Google Shape;7946;p8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9" name="Google Shape;7949;p81"/>
          <p:cNvGrpSpPr/>
          <p:nvPr/>
        </p:nvGrpSpPr>
        <p:grpSpPr>
          <a:xfrm>
            <a:off x="1654425" y="971306"/>
            <a:ext cx="574511" cy="874709"/>
            <a:chOff x="1715404" y="1112080"/>
            <a:chExt cx="642270" cy="977984"/>
          </a:xfrm>
        </p:grpSpPr>
        <p:grpSp>
          <p:nvGrpSpPr>
            <p:cNvPr id="7950" name="Google Shape;7950;p81"/>
            <p:cNvGrpSpPr/>
            <p:nvPr/>
          </p:nvGrpSpPr>
          <p:grpSpPr>
            <a:xfrm>
              <a:off x="1715404" y="1112080"/>
              <a:ext cx="642270" cy="977984"/>
              <a:chOff x="1715404" y="1112080"/>
              <a:chExt cx="642270" cy="977984"/>
            </a:xfrm>
          </p:grpSpPr>
          <p:sp>
            <p:nvSpPr>
              <p:cNvPr id="7951" name="Google Shape;7951;p8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81"/>
            <p:cNvGrpSpPr/>
            <p:nvPr/>
          </p:nvGrpSpPr>
          <p:grpSpPr>
            <a:xfrm>
              <a:off x="1768927" y="1165603"/>
              <a:ext cx="535225" cy="851367"/>
              <a:chOff x="1768927" y="1165603"/>
              <a:chExt cx="535225" cy="851367"/>
            </a:xfrm>
          </p:grpSpPr>
          <p:sp>
            <p:nvSpPr>
              <p:cNvPr id="7954" name="Google Shape;7954;p8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81"/>
            <p:cNvGrpSpPr/>
            <p:nvPr/>
          </p:nvGrpSpPr>
          <p:grpSpPr>
            <a:xfrm>
              <a:off x="1822449" y="1219125"/>
              <a:ext cx="428180" cy="718859"/>
              <a:chOff x="1822449" y="1219125"/>
              <a:chExt cx="428180" cy="718859"/>
            </a:xfrm>
          </p:grpSpPr>
          <p:sp>
            <p:nvSpPr>
              <p:cNvPr id="7957" name="Google Shape;7957;p8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81"/>
            <p:cNvGrpSpPr/>
            <p:nvPr/>
          </p:nvGrpSpPr>
          <p:grpSpPr>
            <a:xfrm>
              <a:off x="1875972" y="1272648"/>
              <a:ext cx="321135" cy="586939"/>
              <a:chOff x="1875972" y="1272648"/>
              <a:chExt cx="321135" cy="586939"/>
            </a:xfrm>
          </p:grpSpPr>
          <p:sp>
            <p:nvSpPr>
              <p:cNvPr id="7960" name="Google Shape;7960;p8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2" name="Google Shape;7962;p81"/>
          <p:cNvGrpSpPr/>
          <p:nvPr/>
        </p:nvGrpSpPr>
        <p:grpSpPr>
          <a:xfrm>
            <a:off x="7761586" y="3528028"/>
            <a:ext cx="293855" cy="644170"/>
            <a:chOff x="241025" y="3151575"/>
            <a:chExt cx="293855" cy="644170"/>
          </a:xfrm>
        </p:grpSpPr>
        <p:sp>
          <p:nvSpPr>
            <p:cNvPr id="7963" name="Google Shape;7963;p8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81"/>
          <p:cNvGrpSpPr/>
          <p:nvPr/>
        </p:nvGrpSpPr>
        <p:grpSpPr>
          <a:xfrm>
            <a:off x="709569" y="2728028"/>
            <a:ext cx="1779649" cy="591620"/>
            <a:chOff x="246070" y="1983375"/>
            <a:chExt cx="1855347" cy="616849"/>
          </a:xfrm>
        </p:grpSpPr>
        <p:sp>
          <p:nvSpPr>
            <p:cNvPr id="7966" name="Google Shape;7966;p8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81"/>
          <p:cNvGrpSpPr/>
          <p:nvPr/>
        </p:nvGrpSpPr>
        <p:grpSpPr>
          <a:xfrm>
            <a:off x="2320436" y="971306"/>
            <a:ext cx="711055" cy="745993"/>
            <a:chOff x="2496269" y="1171698"/>
            <a:chExt cx="761953" cy="799392"/>
          </a:xfrm>
        </p:grpSpPr>
        <p:grpSp>
          <p:nvGrpSpPr>
            <p:cNvPr id="7976" name="Google Shape;7976;p81"/>
            <p:cNvGrpSpPr/>
            <p:nvPr/>
          </p:nvGrpSpPr>
          <p:grpSpPr>
            <a:xfrm>
              <a:off x="2496269" y="1171698"/>
              <a:ext cx="761953" cy="723022"/>
              <a:chOff x="2496269" y="1171698"/>
              <a:chExt cx="761953" cy="723022"/>
            </a:xfrm>
          </p:grpSpPr>
          <p:sp>
            <p:nvSpPr>
              <p:cNvPr id="7977" name="Google Shape;7977;p8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9" name="Google Shape;7979;p81"/>
              <p:cNvGrpSpPr/>
              <p:nvPr/>
            </p:nvGrpSpPr>
            <p:grpSpPr>
              <a:xfrm>
                <a:off x="2496269" y="1171698"/>
                <a:ext cx="761953" cy="723022"/>
                <a:chOff x="2496269" y="1120652"/>
                <a:chExt cx="761953" cy="723022"/>
              </a:xfrm>
            </p:grpSpPr>
            <p:grpSp>
              <p:nvGrpSpPr>
                <p:cNvPr id="7980" name="Google Shape;7980;p81"/>
                <p:cNvGrpSpPr/>
                <p:nvPr/>
              </p:nvGrpSpPr>
              <p:grpSpPr>
                <a:xfrm>
                  <a:off x="2496269" y="1120652"/>
                  <a:ext cx="761953" cy="723022"/>
                  <a:chOff x="2496269" y="1120652"/>
                  <a:chExt cx="761953" cy="723022"/>
                </a:xfrm>
              </p:grpSpPr>
              <p:grpSp>
                <p:nvGrpSpPr>
                  <p:cNvPr id="7981" name="Google Shape;7981;p81"/>
                  <p:cNvGrpSpPr/>
                  <p:nvPr/>
                </p:nvGrpSpPr>
                <p:grpSpPr>
                  <a:xfrm>
                    <a:off x="2496269" y="1304589"/>
                    <a:ext cx="407089" cy="305057"/>
                    <a:chOff x="2496269" y="1304589"/>
                    <a:chExt cx="407089" cy="305057"/>
                  </a:xfrm>
                </p:grpSpPr>
                <p:sp>
                  <p:nvSpPr>
                    <p:cNvPr id="7982" name="Google Shape;7982;p8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81"/>
                  <p:cNvGrpSpPr/>
                  <p:nvPr/>
                </p:nvGrpSpPr>
                <p:grpSpPr>
                  <a:xfrm>
                    <a:off x="2586468" y="1493376"/>
                    <a:ext cx="358850" cy="349656"/>
                    <a:chOff x="2586468" y="1493376"/>
                    <a:chExt cx="358850" cy="349656"/>
                  </a:xfrm>
                </p:grpSpPr>
                <p:sp>
                  <p:nvSpPr>
                    <p:cNvPr id="7985" name="Google Shape;7985;p8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81"/>
                  <p:cNvGrpSpPr/>
                  <p:nvPr/>
                </p:nvGrpSpPr>
                <p:grpSpPr>
                  <a:xfrm>
                    <a:off x="2807939" y="1494024"/>
                    <a:ext cx="358857" cy="349650"/>
                    <a:chOff x="2807939" y="1494024"/>
                    <a:chExt cx="358857" cy="349650"/>
                  </a:xfrm>
                </p:grpSpPr>
                <p:sp>
                  <p:nvSpPr>
                    <p:cNvPr id="7988" name="Google Shape;7988;p8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81"/>
                  <p:cNvGrpSpPr/>
                  <p:nvPr/>
                </p:nvGrpSpPr>
                <p:grpSpPr>
                  <a:xfrm>
                    <a:off x="2851133" y="1305635"/>
                    <a:ext cx="407089" cy="305057"/>
                    <a:chOff x="2851133" y="1305635"/>
                    <a:chExt cx="407089" cy="305057"/>
                  </a:xfrm>
                </p:grpSpPr>
                <p:sp>
                  <p:nvSpPr>
                    <p:cNvPr id="7991" name="Google Shape;7991;p8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81"/>
                  <p:cNvGrpSpPr/>
                  <p:nvPr/>
                </p:nvGrpSpPr>
                <p:grpSpPr>
                  <a:xfrm>
                    <a:off x="2727495" y="1120652"/>
                    <a:ext cx="300271" cy="396358"/>
                    <a:chOff x="2727495" y="1120652"/>
                    <a:chExt cx="300271" cy="396358"/>
                  </a:xfrm>
                </p:grpSpPr>
                <p:sp>
                  <p:nvSpPr>
                    <p:cNvPr id="7994" name="Google Shape;7994;p8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6" name="Google Shape;7996;p81"/>
                <p:cNvGrpSpPr/>
                <p:nvPr/>
              </p:nvGrpSpPr>
              <p:grpSpPr>
                <a:xfrm>
                  <a:off x="2722305" y="1350460"/>
                  <a:ext cx="308357" cy="308344"/>
                  <a:chOff x="2722305" y="1350460"/>
                  <a:chExt cx="308357" cy="308344"/>
                </a:xfrm>
              </p:grpSpPr>
              <p:sp>
                <p:nvSpPr>
                  <p:cNvPr id="7997" name="Google Shape;7997;p8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8" name="Google Shape;7998;p81"/>
                  <p:cNvGrpSpPr/>
                  <p:nvPr/>
                </p:nvGrpSpPr>
                <p:grpSpPr>
                  <a:xfrm>
                    <a:off x="2725064" y="1364529"/>
                    <a:ext cx="297954" cy="280182"/>
                    <a:chOff x="2725064" y="1364529"/>
                    <a:chExt cx="297954" cy="280182"/>
                  </a:xfrm>
                </p:grpSpPr>
                <p:sp>
                  <p:nvSpPr>
                    <p:cNvPr id="7999" name="Google Shape;7999;p8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004" name="Google Shape;8004;p8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81"/>
          <p:cNvGrpSpPr/>
          <p:nvPr/>
        </p:nvGrpSpPr>
        <p:grpSpPr>
          <a:xfrm>
            <a:off x="3909136" y="2727412"/>
            <a:ext cx="1569144" cy="591015"/>
            <a:chOff x="3820100" y="3023049"/>
            <a:chExt cx="1303926" cy="491162"/>
          </a:xfrm>
        </p:grpSpPr>
        <p:grpSp>
          <p:nvGrpSpPr>
            <p:cNvPr id="8010" name="Google Shape;8010;p81"/>
            <p:cNvGrpSpPr/>
            <p:nvPr/>
          </p:nvGrpSpPr>
          <p:grpSpPr>
            <a:xfrm>
              <a:off x="3820100" y="3023072"/>
              <a:ext cx="1303926" cy="491139"/>
              <a:chOff x="3820100" y="3023072"/>
              <a:chExt cx="1303926" cy="491139"/>
            </a:xfrm>
          </p:grpSpPr>
          <p:sp>
            <p:nvSpPr>
              <p:cNvPr id="8011" name="Google Shape;8011;p8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81"/>
            <p:cNvGrpSpPr/>
            <p:nvPr/>
          </p:nvGrpSpPr>
          <p:grpSpPr>
            <a:xfrm>
              <a:off x="4132439" y="3023645"/>
              <a:ext cx="393633" cy="177096"/>
              <a:chOff x="4132439" y="3023645"/>
              <a:chExt cx="393633" cy="177096"/>
            </a:xfrm>
          </p:grpSpPr>
          <p:sp>
            <p:nvSpPr>
              <p:cNvPr id="8014" name="Google Shape;8014;p8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81"/>
            <p:cNvGrpSpPr/>
            <p:nvPr/>
          </p:nvGrpSpPr>
          <p:grpSpPr>
            <a:xfrm>
              <a:off x="3921811" y="3023049"/>
              <a:ext cx="1002397" cy="388943"/>
              <a:chOff x="3921811" y="3023049"/>
              <a:chExt cx="1002397" cy="388943"/>
            </a:xfrm>
          </p:grpSpPr>
          <p:sp>
            <p:nvSpPr>
              <p:cNvPr id="8017" name="Google Shape;8017;p8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81"/>
            <p:cNvGrpSpPr/>
            <p:nvPr/>
          </p:nvGrpSpPr>
          <p:grpSpPr>
            <a:xfrm>
              <a:off x="4023645" y="3023049"/>
              <a:ext cx="683032" cy="286722"/>
              <a:chOff x="4023645" y="3023049"/>
              <a:chExt cx="683032" cy="286722"/>
            </a:xfrm>
          </p:grpSpPr>
          <p:sp>
            <p:nvSpPr>
              <p:cNvPr id="8020" name="Google Shape;8020;p8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2" name="Google Shape;8022;p81"/>
          <p:cNvGrpSpPr/>
          <p:nvPr/>
        </p:nvGrpSpPr>
        <p:grpSpPr>
          <a:xfrm>
            <a:off x="1541258" y="1854257"/>
            <a:ext cx="713522" cy="688025"/>
            <a:chOff x="1706078" y="2092648"/>
            <a:chExt cx="660913" cy="637296"/>
          </a:xfrm>
        </p:grpSpPr>
        <p:sp>
          <p:nvSpPr>
            <p:cNvPr id="8023" name="Google Shape;8023;p8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4" name="Google Shape;8024;p81"/>
            <p:cNvGrpSpPr/>
            <p:nvPr/>
          </p:nvGrpSpPr>
          <p:grpSpPr>
            <a:xfrm>
              <a:off x="1706078" y="2092648"/>
              <a:ext cx="660913" cy="575241"/>
              <a:chOff x="1706078" y="2092648"/>
              <a:chExt cx="660913" cy="575241"/>
            </a:xfrm>
          </p:grpSpPr>
          <p:sp>
            <p:nvSpPr>
              <p:cNvPr id="8025" name="Google Shape;8025;p8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8" name="Google Shape;8028;p81"/>
          <p:cNvGrpSpPr/>
          <p:nvPr/>
        </p:nvGrpSpPr>
        <p:grpSpPr>
          <a:xfrm>
            <a:off x="6303117" y="971806"/>
            <a:ext cx="1317459" cy="684168"/>
            <a:chOff x="238125" y="999450"/>
            <a:chExt cx="7140700" cy="3708225"/>
          </a:xfrm>
        </p:grpSpPr>
        <p:sp>
          <p:nvSpPr>
            <p:cNvPr id="8029" name="Google Shape;8029;p8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1" name="Shape 8041"/>
        <p:cNvGrpSpPr/>
        <p:nvPr/>
      </p:nvGrpSpPr>
      <p:grpSpPr>
        <a:xfrm>
          <a:off x="0" y="0"/>
          <a:ext cx="0" cy="0"/>
          <a:chOff x="0" y="0"/>
          <a:chExt cx="0" cy="0"/>
        </a:xfrm>
      </p:grpSpPr>
      <p:grpSp>
        <p:nvGrpSpPr>
          <p:cNvPr id="8042" name="Google Shape;8042;p82"/>
          <p:cNvGrpSpPr/>
          <p:nvPr/>
        </p:nvGrpSpPr>
        <p:grpSpPr>
          <a:xfrm>
            <a:off x="717025" y="967615"/>
            <a:ext cx="1636117" cy="1526144"/>
            <a:chOff x="729238" y="1179665"/>
            <a:chExt cx="1636117" cy="1526144"/>
          </a:xfrm>
        </p:grpSpPr>
        <p:grpSp>
          <p:nvGrpSpPr>
            <p:cNvPr id="8043" name="Google Shape;8043;p82"/>
            <p:cNvGrpSpPr/>
            <p:nvPr/>
          </p:nvGrpSpPr>
          <p:grpSpPr>
            <a:xfrm>
              <a:off x="729238" y="1179665"/>
              <a:ext cx="80700" cy="1526144"/>
              <a:chOff x="729238" y="1179665"/>
              <a:chExt cx="80700" cy="1526144"/>
            </a:xfrm>
          </p:grpSpPr>
          <p:sp>
            <p:nvSpPr>
              <p:cNvPr id="8044" name="Google Shape;8044;p8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82"/>
            <p:cNvGrpSpPr/>
            <p:nvPr/>
          </p:nvGrpSpPr>
          <p:grpSpPr>
            <a:xfrm>
              <a:off x="903098" y="1179665"/>
              <a:ext cx="80700" cy="1526144"/>
              <a:chOff x="903098" y="1179665"/>
              <a:chExt cx="80700" cy="1526144"/>
            </a:xfrm>
          </p:grpSpPr>
          <p:sp>
            <p:nvSpPr>
              <p:cNvPr id="8055" name="Google Shape;8055;p8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82"/>
            <p:cNvGrpSpPr/>
            <p:nvPr/>
          </p:nvGrpSpPr>
          <p:grpSpPr>
            <a:xfrm>
              <a:off x="1076958" y="1179665"/>
              <a:ext cx="80700" cy="1526144"/>
              <a:chOff x="1076958" y="1179665"/>
              <a:chExt cx="80700" cy="1526144"/>
            </a:xfrm>
          </p:grpSpPr>
          <p:sp>
            <p:nvSpPr>
              <p:cNvPr id="8066" name="Google Shape;8066;p8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82"/>
            <p:cNvGrpSpPr/>
            <p:nvPr/>
          </p:nvGrpSpPr>
          <p:grpSpPr>
            <a:xfrm>
              <a:off x="1247707" y="1179665"/>
              <a:ext cx="80700" cy="1526144"/>
              <a:chOff x="1247707" y="1179665"/>
              <a:chExt cx="80700" cy="1526144"/>
            </a:xfrm>
          </p:grpSpPr>
          <p:sp>
            <p:nvSpPr>
              <p:cNvPr id="8077" name="Google Shape;8077;p8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82"/>
            <p:cNvGrpSpPr/>
            <p:nvPr/>
          </p:nvGrpSpPr>
          <p:grpSpPr>
            <a:xfrm>
              <a:off x="1421567" y="1179665"/>
              <a:ext cx="80700" cy="1526144"/>
              <a:chOff x="1421567" y="1179665"/>
              <a:chExt cx="80700" cy="1526144"/>
            </a:xfrm>
          </p:grpSpPr>
          <p:sp>
            <p:nvSpPr>
              <p:cNvPr id="8088" name="Google Shape;8088;p8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82"/>
            <p:cNvGrpSpPr/>
            <p:nvPr/>
          </p:nvGrpSpPr>
          <p:grpSpPr>
            <a:xfrm>
              <a:off x="1592327" y="1179665"/>
              <a:ext cx="80700" cy="1526144"/>
              <a:chOff x="1592327" y="1179665"/>
              <a:chExt cx="80700" cy="1526144"/>
            </a:xfrm>
          </p:grpSpPr>
          <p:sp>
            <p:nvSpPr>
              <p:cNvPr id="8099" name="Google Shape;8099;p8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82"/>
            <p:cNvGrpSpPr/>
            <p:nvPr/>
          </p:nvGrpSpPr>
          <p:grpSpPr>
            <a:xfrm>
              <a:off x="1766187" y="1179665"/>
              <a:ext cx="80700" cy="1526144"/>
              <a:chOff x="1766187" y="1179665"/>
              <a:chExt cx="80700" cy="1526144"/>
            </a:xfrm>
          </p:grpSpPr>
          <p:sp>
            <p:nvSpPr>
              <p:cNvPr id="8110" name="Google Shape;8110;p8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82"/>
            <p:cNvGrpSpPr/>
            <p:nvPr/>
          </p:nvGrpSpPr>
          <p:grpSpPr>
            <a:xfrm>
              <a:off x="1936935" y="1179665"/>
              <a:ext cx="80700" cy="1526144"/>
              <a:chOff x="1936935" y="1179665"/>
              <a:chExt cx="80700" cy="1526144"/>
            </a:xfrm>
          </p:grpSpPr>
          <p:sp>
            <p:nvSpPr>
              <p:cNvPr id="8121" name="Google Shape;8121;p8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82"/>
            <p:cNvGrpSpPr/>
            <p:nvPr/>
          </p:nvGrpSpPr>
          <p:grpSpPr>
            <a:xfrm>
              <a:off x="2110795" y="1179665"/>
              <a:ext cx="80700" cy="1526144"/>
              <a:chOff x="2110795" y="1179665"/>
              <a:chExt cx="80700" cy="1526144"/>
            </a:xfrm>
          </p:grpSpPr>
          <p:sp>
            <p:nvSpPr>
              <p:cNvPr id="8132" name="Google Shape;8132;p8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82"/>
            <p:cNvGrpSpPr/>
            <p:nvPr/>
          </p:nvGrpSpPr>
          <p:grpSpPr>
            <a:xfrm>
              <a:off x="2284655" y="1179665"/>
              <a:ext cx="80700" cy="1526144"/>
              <a:chOff x="2284655" y="1179665"/>
              <a:chExt cx="80700" cy="1526144"/>
            </a:xfrm>
          </p:grpSpPr>
          <p:sp>
            <p:nvSpPr>
              <p:cNvPr id="8143" name="Google Shape;8143;p8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3" name="Google Shape;8153;p82"/>
          <p:cNvGrpSpPr/>
          <p:nvPr/>
        </p:nvGrpSpPr>
        <p:grpSpPr>
          <a:xfrm>
            <a:off x="2611692" y="986753"/>
            <a:ext cx="1364248" cy="1102133"/>
            <a:chOff x="2623904" y="1198803"/>
            <a:chExt cx="1364248" cy="1102133"/>
          </a:xfrm>
        </p:grpSpPr>
        <p:grpSp>
          <p:nvGrpSpPr>
            <p:cNvPr id="8154" name="Google Shape;8154;p82"/>
            <p:cNvGrpSpPr/>
            <p:nvPr/>
          </p:nvGrpSpPr>
          <p:grpSpPr>
            <a:xfrm>
              <a:off x="2623907" y="1198803"/>
              <a:ext cx="1364245" cy="273000"/>
              <a:chOff x="2623907" y="1198803"/>
              <a:chExt cx="1364245" cy="273000"/>
            </a:xfrm>
          </p:grpSpPr>
          <p:sp>
            <p:nvSpPr>
              <p:cNvPr id="8155" name="Google Shape;8155;p8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82"/>
            <p:cNvGrpSpPr/>
            <p:nvPr/>
          </p:nvGrpSpPr>
          <p:grpSpPr>
            <a:xfrm>
              <a:off x="2623904" y="1476964"/>
              <a:ext cx="1364245" cy="273000"/>
              <a:chOff x="2623904" y="1476964"/>
              <a:chExt cx="1364245" cy="273000"/>
            </a:xfrm>
          </p:grpSpPr>
          <p:sp>
            <p:nvSpPr>
              <p:cNvPr id="8161" name="Google Shape;8161;p8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82"/>
            <p:cNvGrpSpPr/>
            <p:nvPr/>
          </p:nvGrpSpPr>
          <p:grpSpPr>
            <a:xfrm>
              <a:off x="2623907" y="1749775"/>
              <a:ext cx="1364245" cy="273000"/>
              <a:chOff x="2623907" y="1749775"/>
              <a:chExt cx="1364245" cy="273000"/>
            </a:xfrm>
          </p:grpSpPr>
          <p:sp>
            <p:nvSpPr>
              <p:cNvPr id="8167" name="Google Shape;8167;p8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82"/>
            <p:cNvGrpSpPr/>
            <p:nvPr/>
          </p:nvGrpSpPr>
          <p:grpSpPr>
            <a:xfrm>
              <a:off x="2623904" y="2027936"/>
              <a:ext cx="1364245" cy="273000"/>
              <a:chOff x="2623904" y="2027936"/>
              <a:chExt cx="1364245" cy="273000"/>
            </a:xfrm>
          </p:grpSpPr>
          <p:sp>
            <p:nvSpPr>
              <p:cNvPr id="8173" name="Google Shape;8173;p8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8" name="Google Shape;8178;p82"/>
          <p:cNvGrpSpPr/>
          <p:nvPr/>
        </p:nvGrpSpPr>
        <p:grpSpPr>
          <a:xfrm>
            <a:off x="2601153" y="2445826"/>
            <a:ext cx="1387541" cy="159124"/>
            <a:chOff x="3200660" y="2180272"/>
            <a:chExt cx="2563824" cy="378237"/>
          </a:xfrm>
        </p:grpSpPr>
        <p:sp>
          <p:nvSpPr>
            <p:cNvPr id="8179" name="Google Shape;8179;p8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82"/>
          <p:cNvGrpSpPr/>
          <p:nvPr/>
        </p:nvGrpSpPr>
        <p:grpSpPr>
          <a:xfrm>
            <a:off x="2597677" y="2723590"/>
            <a:ext cx="1390502" cy="159625"/>
            <a:chOff x="3530150" y="2790075"/>
            <a:chExt cx="1962600" cy="225300"/>
          </a:xfrm>
        </p:grpSpPr>
        <p:sp>
          <p:nvSpPr>
            <p:cNvPr id="8198" name="Google Shape;8198;p8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82"/>
          <p:cNvGrpSpPr/>
          <p:nvPr/>
        </p:nvGrpSpPr>
        <p:grpSpPr>
          <a:xfrm>
            <a:off x="2597735" y="3001855"/>
            <a:ext cx="1411629" cy="154175"/>
            <a:chOff x="3558802" y="4011244"/>
            <a:chExt cx="1866000" cy="111600"/>
          </a:xfrm>
        </p:grpSpPr>
        <p:sp>
          <p:nvSpPr>
            <p:cNvPr id="8201" name="Google Shape;8201;p8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82"/>
          <p:cNvGrpSpPr/>
          <p:nvPr/>
        </p:nvGrpSpPr>
        <p:grpSpPr>
          <a:xfrm>
            <a:off x="2598023" y="2207425"/>
            <a:ext cx="1383503" cy="119761"/>
            <a:chOff x="3465975" y="2270258"/>
            <a:chExt cx="1986364" cy="171947"/>
          </a:xfrm>
        </p:grpSpPr>
        <p:sp>
          <p:nvSpPr>
            <p:cNvPr id="8204" name="Google Shape;8204;p8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82"/>
          <p:cNvGrpSpPr/>
          <p:nvPr/>
        </p:nvGrpSpPr>
        <p:grpSpPr>
          <a:xfrm>
            <a:off x="2609030" y="3571198"/>
            <a:ext cx="1369531" cy="195460"/>
            <a:chOff x="723300" y="4253549"/>
            <a:chExt cx="2276482" cy="324900"/>
          </a:xfrm>
        </p:grpSpPr>
        <p:sp>
          <p:nvSpPr>
            <p:cNvPr id="8213" name="Google Shape;8213;p8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82"/>
          <p:cNvGrpSpPr/>
          <p:nvPr/>
        </p:nvGrpSpPr>
        <p:grpSpPr>
          <a:xfrm>
            <a:off x="2598591" y="3272439"/>
            <a:ext cx="1389066" cy="180119"/>
            <a:chOff x="705948" y="3788465"/>
            <a:chExt cx="2308953" cy="299400"/>
          </a:xfrm>
        </p:grpSpPr>
        <p:sp>
          <p:nvSpPr>
            <p:cNvPr id="8219" name="Google Shape;8219;p8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82"/>
          <p:cNvGrpSpPr/>
          <p:nvPr/>
        </p:nvGrpSpPr>
        <p:grpSpPr>
          <a:xfrm>
            <a:off x="4195581" y="1876393"/>
            <a:ext cx="1433821" cy="191501"/>
            <a:chOff x="4273350" y="2088443"/>
            <a:chExt cx="1433821" cy="191501"/>
          </a:xfrm>
        </p:grpSpPr>
        <p:grpSp>
          <p:nvGrpSpPr>
            <p:cNvPr id="8225" name="Google Shape;8225;p82"/>
            <p:cNvGrpSpPr/>
            <p:nvPr/>
          </p:nvGrpSpPr>
          <p:grpSpPr>
            <a:xfrm>
              <a:off x="4273350" y="2088443"/>
              <a:ext cx="1433821" cy="0"/>
              <a:chOff x="5224975" y="2962250"/>
              <a:chExt cx="1544400" cy="0"/>
            </a:xfrm>
          </p:grpSpPr>
          <p:cxnSp>
            <p:nvCxnSpPr>
              <p:cNvPr id="8226" name="Google Shape;8226;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227" name="Google Shape;8227;p8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228" name="Google Shape;8228;p82"/>
            <p:cNvGrpSpPr/>
            <p:nvPr/>
          </p:nvGrpSpPr>
          <p:grpSpPr>
            <a:xfrm>
              <a:off x="4273350" y="2279944"/>
              <a:ext cx="1433821" cy="0"/>
              <a:chOff x="5224975" y="2962250"/>
              <a:chExt cx="1544400" cy="0"/>
            </a:xfrm>
          </p:grpSpPr>
          <p:cxnSp>
            <p:nvCxnSpPr>
              <p:cNvPr id="8229" name="Google Shape;8229;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230" name="Google Shape;8230;p8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231" name="Google Shape;8231;p82"/>
          <p:cNvGrpSpPr/>
          <p:nvPr/>
        </p:nvGrpSpPr>
        <p:grpSpPr>
          <a:xfrm>
            <a:off x="2646528" y="3885297"/>
            <a:ext cx="1304609" cy="294074"/>
            <a:chOff x="2658741" y="4097347"/>
            <a:chExt cx="1304609" cy="294074"/>
          </a:xfrm>
        </p:grpSpPr>
        <p:grpSp>
          <p:nvGrpSpPr>
            <p:cNvPr id="8232" name="Google Shape;8232;p82"/>
            <p:cNvGrpSpPr/>
            <p:nvPr/>
          </p:nvGrpSpPr>
          <p:grpSpPr>
            <a:xfrm>
              <a:off x="2658741" y="4097347"/>
              <a:ext cx="118572" cy="294074"/>
              <a:chOff x="3343310" y="4475555"/>
              <a:chExt cx="127717" cy="316753"/>
            </a:xfrm>
          </p:grpSpPr>
          <p:sp>
            <p:nvSpPr>
              <p:cNvPr id="8233" name="Google Shape;8233;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82"/>
            <p:cNvGrpSpPr/>
            <p:nvPr/>
          </p:nvGrpSpPr>
          <p:grpSpPr>
            <a:xfrm>
              <a:off x="3815519" y="4098388"/>
              <a:ext cx="147831" cy="291991"/>
              <a:chOff x="3527539" y="4476677"/>
              <a:chExt cx="159232" cy="314510"/>
            </a:xfrm>
          </p:grpSpPr>
          <p:sp>
            <p:nvSpPr>
              <p:cNvPr id="8236" name="Google Shape;8236;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82"/>
            <p:cNvGrpSpPr/>
            <p:nvPr/>
          </p:nvGrpSpPr>
          <p:grpSpPr>
            <a:xfrm>
              <a:off x="3511696" y="4098388"/>
              <a:ext cx="147831" cy="291991"/>
              <a:chOff x="3527539" y="4476677"/>
              <a:chExt cx="159232" cy="314510"/>
            </a:xfrm>
          </p:grpSpPr>
          <p:sp>
            <p:nvSpPr>
              <p:cNvPr id="8239" name="Google Shape;8239;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82"/>
            <p:cNvGrpSpPr/>
            <p:nvPr/>
          </p:nvGrpSpPr>
          <p:grpSpPr>
            <a:xfrm>
              <a:off x="3207874" y="4098388"/>
              <a:ext cx="147831" cy="291991"/>
              <a:chOff x="3527539" y="4476677"/>
              <a:chExt cx="159232" cy="314510"/>
            </a:xfrm>
          </p:grpSpPr>
          <p:sp>
            <p:nvSpPr>
              <p:cNvPr id="8242" name="Google Shape;8242;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82"/>
            <p:cNvGrpSpPr/>
            <p:nvPr/>
          </p:nvGrpSpPr>
          <p:grpSpPr>
            <a:xfrm>
              <a:off x="2933305" y="4097347"/>
              <a:ext cx="118572" cy="294074"/>
              <a:chOff x="3343310" y="4475555"/>
              <a:chExt cx="127717" cy="316753"/>
            </a:xfrm>
          </p:grpSpPr>
          <p:sp>
            <p:nvSpPr>
              <p:cNvPr id="8245" name="Google Shape;8245;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7" name="Google Shape;8247;p82"/>
          <p:cNvGrpSpPr/>
          <p:nvPr/>
        </p:nvGrpSpPr>
        <p:grpSpPr>
          <a:xfrm>
            <a:off x="4197136" y="963991"/>
            <a:ext cx="1430711" cy="751237"/>
            <a:chOff x="5159450" y="1919950"/>
            <a:chExt cx="1541050" cy="862500"/>
          </a:xfrm>
        </p:grpSpPr>
        <p:sp>
          <p:nvSpPr>
            <p:cNvPr id="8248" name="Google Shape;8248;p8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249" name="Google Shape;8249;p82"/>
            <p:cNvGrpSpPr/>
            <p:nvPr/>
          </p:nvGrpSpPr>
          <p:grpSpPr>
            <a:xfrm>
              <a:off x="5159450" y="1919950"/>
              <a:ext cx="1541050" cy="862500"/>
              <a:chOff x="5159450" y="1919950"/>
              <a:chExt cx="1541050" cy="862500"/>
            </a:xfrm>
          </p:grpSpPr>
          <p:cxnSp>
            <p:nvCxnSpPr>
              <p:cNvPr id="8250" name="Google Shape;8250;p8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251" name="Google Shape;8251;p8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252" name="Google Shape;8252;p82"/>
          <p:cNvGrpSpPr/>
          <p:nvPr/>
        </p:nvGrpSpPr>
        <p:grpSpPr>
          <a:xfrm>
            <a:off x="4245274" y="2227761"/>
            <a:ext cx="1334436" cy="967914"/>
            <a:chOff x="4294923" y="2439811"/>
            <a:chExt cx="1334436" cy="967914"/>
          </a:xfrm>
        </p:grpSpPr>
        <p:grpSp>
          <p:nvGrpSpPr>
            <p:cNvPr id="8253" name="Google Shape;8253;p82"/>
            <p:cNvGrpSpPr/>
            <p:nvPr/>
          </p:nvGrpSpPr>
          <p:grpSpPr>
            <a:xfrm>
              <a:off x="4960455" y="2469658"/>
              <a:ext cx="668904" cy="885524"/>
              <a:chOff x="4960455" y="2469658"/>
              <a:chExt cx="668904" cy="885524"/>
            </a:xfrm>
          </p:grpSpPr>
          <p:sp>
            <p:nvSpPr>
              <p:cNvPr id="8254" name="Google Shape;8254;p8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82"/>
            <p:cNvGrpSpPr/>
            <p:nvPr/>
          </p:nvGrpSpPr>
          <p:grpSpPr>
            <a:xfrm>
              <a:off x="4294923" y="2469658"/>
              <a:ext cx="668951" cy="885524"/>
              <a:chOff x="4294923" y="2469658"/>
              <a:chExt cx="668951" cy="885524"/>
            </a:xfrm>
          </p:grpSpPr>
          <p:sp>
            <p:nvSpPr>
              <p:cNvPr id="8261" name="Google Shape;8261;p8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7" name="Google Shape;8267;p8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82"/>
          <p:cNvGrpSpPr/>
          <p:nvPr/>
        </p:nvGrpSpPr>
        <p:grpSpPr>
          <a:xfrm>
            <a:off x="4231477" y="3282206"/>
            <a:ext cx="1430949" cy="897289"/>
            <a:chOff x="4351371" y="3547942"/>
            <a:chExt cx="1345130" cy="843475"/>
          </a:xfrm>
        </p:grpSpPr>
        <p:grpSp>
          <p:nvGrpSpPr>
            <p:cNvPr id="8269" name="Google Shape;8269;p82"/>
            <p:cNvGrpSpPr/>
            <p:nvPr/>
          </p:nvGrpSpPr>
          <p:grpSpPr>
            <a:xfrm>
              <a:off x="4351371" y="4209917"/>
              <a:ext cx="1345130" cy="181500"/>
              <a:chOff x="4351371" y="4209917"/>
              <a:chExt cx="1345130" cy="181500"/>
            </a:xfrm>
          </p:grpSpPr>
          <p:sp>
            <p:nvSpPr>
              <p:cNvPr id="8270" name="Google Shape;8270;p8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1" name="Google Shape;8271;p8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272" name="Google Shape;8272;p82"/>
            <p:cNvGrpSpPr/>
            <p:nvPr/>
          </p:nvGrpSpPr>
          <p:grpSpPr>
            <a:xfrm>
              <a:off x="4403010" y="3985221"/>
              <a:ext cx="1109518" cy="181500"/>
              <a:chOff x="4403010" y="3985221"/>
              <a:chExt cx="1109518" cy="181500"/>
            </a:xfrm>
          </p:grpSpPr>
          <p:sp>
            <p:nvSpPr>
              <p:cNvPr id="8273" name="Google Shape;8273;p8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4" name="Google Shape;8274;p8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275" name="Google Shape;8275;p82"/>
            <p:cNvGrpSpPr/>
            <p:nvPr/>
          </p:nvGrpSpPr>
          <p:grpSpPr>
            <a:xfrm>
              <a:off x="4618704" y="3766582"/>
              <a:ext cx="807858" cy="181500"/>
              <a:chOff x="4618704" y="3766582"/>
              <a:chExt cx="807858" cy="181500"/>
            </a:xfrm>
          </p:grpSpPr>
          <p:sp>
            <p:nvSpPr>
              <p:cNvPr id="8276" name="Google Shape;8276;p8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7" name="Google Shape;8277;p8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278" name="Google Shape;8278;p82"/>
            <p:cNvGrpSpPr/>
            <p:nvPr/>
          </p:nvGrpSpPr>
          <p:grpSpPr>
            <a:xfrm>
              <a:off x="4735238" y="3547942"/>
              <a:ext cx="462839" cy="181500"/>
              <a:chOff x="4735238" y="3547942"/>
              <a:chExt cx="462839" cy="181500"/>
            </a:xfrm>
          </p:grpSpPr>
          <p:sp>
            <p:nvSpPr>
              <p:cNvPr id="8279" name="Google Shape;8279;p8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0" name="Google Shape;8280;p8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281" name="Google Shape;8281;p82"/>
          <p:cNvGrpSpPr/>
          <p:nvPr/>
        </p:nvGrpSpPr>
        <p:grpSpPr>
          <a:xfrm>
            <a:off x="7407835" y="2217530"/>
            <a:ext cx="1020955" cy="928853"/>
            <a:chOff x="926675" y="238125"/>
            <a:chExt cx="5755100" cy="5232975"/>
          </a:xfrm>
        </p:grpSpPr>
        <p:sp>
          <p:nvSpPr>
            <p:cNvPr id="8282" name="Google Shape;8282;p8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82"/>
          <p:cNvGrpSpPr/>
          <p:nvPr/>
        </p:nvGrpSpPr>
        <p:grpSpPr>
          <a:xfrm>
            <a:off x="715208" y="2616265"/>
            <a:ext cx="1695374" cy="1560837"/>
            <a:chOff x="727421" y="2828315"/>
            <a:chExt cx="1695374" cy="1560837"/>
          </a:xfrm>
        </p:grpSpPr>
        <p:grpSp>
          <p:nvGrpSpPr>
            <p:cNvPr id="8287" name="Google Shape;8287;p82"/>
            <p:cNvGrpSpPr/>
            <p:nvPr/>
          </p:nvGrpSpPr>
          <p:grpSpPr>
            <a:xfrm>
              <a:off x="727421" y="2828315"/>
              <a:ext cx="1695374" cy="1560837"/>
              <a:chOff x="734799" y="2782450"/>
              <a:chExt cx="1571100" cy="1577400"/>
            </a:xfrm>
          </p:grpSpPr>
          <p:cxnSp>
            <p:nvCxnSpPr>
              <p:cNvPr id="8288" name="Google Shape;8288;p8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289" name="Google Shape;8289;p8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290" name="Google Shape;8290;p82"/>
            <p:cNvGrpSpPr/>
            <p:nvPr/>
          </p:nvGrpSpPr>
          <p:grpSpPr>
            <a:xfrm>
              <a:off x="819108" y="2882501"/>
              <a:ext cx="1556791" cy="1426186"/>
              <a:chOff x="819108" y="2882501"/>
              <a:chExt cx="1556791" cy="1426186"/>
            </a:xfrm>
          </p:grpSpPr>
          <p:grpSp>
            <p:nvGrpSpPr>
              <p:cNvPr id="8291" name="Google Shape;8291;p82"/>
              <p:cNvGrpSpPr/>
              <p:nvPr/>
            </p:nvGrpSpPr>
            <p:grpSpPr>
              <a:xfrm>
                <a:off x="819108" y="2882501"/>
                <a:ext cx="103104" cy="1426186"/>
                <a:chOff x="4674013" y="3100904"/>
                <a:chExt cx="122758" cy="1698043"/>
              </a:xfrm>
            </p:grpSpPr>
            <p:sp>
              <p:nvSpPr>
                <p:cNvPr id="8292" name="Google Shape;8292;p8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82"/>
              <p:cNvGrpSpPr/>
              <p:nvPr/>
            </p:nvGrpSpPr>
            <p:grpSpPr>
              <a:xfrm>
                <a:off x="1062475" y="2882501"/>
                <a:ext cx="103104" cy="1426186"/>
                <a:chOff x="4940438" y="3100904"/>
                <a:chExt cx="122758" cy="1698043"/>
              </a:xfrm>
            </p:grpSpPr>
            <p:sp>
              <p:nvSpPr>
                <p:cNvPr id="8300" name="Google Shape;8300;p8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82"/>
              <p:cNvGrpSpPr/>
              <p:nvPr/>
            </p:nvGrpSpPr>
            <p:grpSpPr>
              <a:xfrm>
                <a:off x="1299324" y="2882501"/>
                <a:ext cx="103104" cy="1426186"/>
                <a:chOff x="5206863" y="3100904"/>
                <a:chExt cx="122758" cy="1698043"/>
              </a:xfrm>
            </p:grpSpPr>
            <p:sp>
              <p:nvSpPr>
                <p:cNvPr id="8308" name="Google Shape;8308;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82"/>
              <p:cNvGrpSpPr/>
              <p:nvPr/>
            </p:nvGrpSpPr>
            <p:grpSpPr>
              <a:xfrm>
                <a:off x="1786057" y="2882501"/>
                <a:ext cx="103104" cy="1426186"/>
                <a:chOff x="6006138" y="3143629"/>
                <a:chExt cx="122758" cy="1698043"/>
              </a:xfrm>
            </p:grpSpPr>
            <p:sp>
              <p:nvSpPr>
                <p:cNvPr id="8316" name="Google Shape;8316;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82"/>
              <p:cNvGrpSpPr/>
              <p:nvPr/>
            </p:nvGrpSpPr>
            <p:grpSpPr>
              <a:xfrm>
                <a:off x="2029422" y="2882501"/>
                <a:ext cx="103104" cy="1426186"/>
                <a:chOff x="6805413" y="3100904"/>
                <a:chExt cx="122758" cy="1698043"/>
              </a:xfrm>
            </p:grpSpPr>
            <p:sp>
              <p:nvSpPr>
                <p:cNvPr id="8324" name="Google Shape;8324;p8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82"/>
              <p:cNvGrpSpPr/>
              <p:nvPr/>
            </p:nvGrpSpPr>
            <p:grpSpPr>
              <a:xfrm>
                <a:off x="2272795" y="2882501"/>
                <a:ext cx="103104" cy="1426186"/>
                <a:chOff x="5206863" y="3100904"/>
                <a:chExt cx="122758" cy="1698043"/>
              </a:xfrm>
            </p:grpSpPr>
            <p:sp>
              <p:nvSpPr>
                <p:cNvPr id="8332" name="Google Shape;8332;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82"/>
              <p:cNvGrpSpPr/>
              <p:nvPr/>
            </p:nvGrpSpPr>
            <p:grpSpPr>
              <a:xfrm>
                <a:off x="1542694" y="2882501"/>
                <a:ext cx="103104" cy="1426186"/>
                <a:chOff x="6006138" y="3143629"/>
                <a:chExt cx="122758" cy="1698043"/>
              </a:xfrm>
            </p:grpSpPr>
            <p:sp>
              <p:nvSpPr>
                <p:cNvPr id="8340" name="Google Shape;8340;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47" name="Google Shape;8347;p82"/>
          <p:cNvGrpSpPr/>
          <p:nvPr/>
        </p:nvGrpSpPr>
        <p:grpSpPr>
          <a:xfrm>
            <a:off x="5671259" y="3305987"/>
            <a:ext cx="2749952" cy="870677"/>
            <a:chOff x="238125" y="1725700"/>
            <a:chExt cx="7139025" cy="2260325"/>
          </a:xfrm>
        </p:grpSpPr>
        <p:sp>
          <p:nvSpPr>
            <p:cNvPr id="8348" name="Google Shape;8348;p8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82"/>
          <p:cNvGrpSpPr/>
          <p:nvPr/>
        </p:nvGrpSpPr>
        <p:grpSpPr>
          <a:xfrm>
            <a:off x="5941423" y="2247733"/>
            <a:ext cx="1105452" cy="916747"/>
            <a:chOff x="5249100" y="1210600"/>
            <a:chExt cx="3502700" cy="2904775"/>
          </a:xfrm>
        </p:grpSpPr>
        <p:sp>
          <p:nvSpPr>
            <p:cNvPr id="8359" name="Google Shape;8359;p8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3" name="Google Shape;8363;p8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364" name="Google Shape;8364;p8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365" name="Google Shape;8365;p8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366" name="Google Shape;8366;p8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367" name="Google Shape;8367;p8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82"/>
          <p:cNvGrpSpPr/>
          <p:nvPr/>
        </p:nvGrpSpPr>
        <p:grpSpPr>
          <a:xfrm>
            <a:off x="7123971" y="967151"/>
            <a:ext cx="1304650" cy="1124856"/>
            <a:chOff x="7287122" y="1165658"/>
            <a:chExt cx="1219413" cy="1051365"/>
          </a:xfrm>
        </p:grpSpPr>
        <p:grpSp>
          <p:nvGrpSpPr>
            <p:cNvPr id="8369" name="Google Shape;8369;p82"/>
            <p:cNvGrpSpPr/>
            <p:nvPr/>
          </p:nvGrpSpPr>
          <p:grpSpPr>
            <a:xfrm>
              <a:off x="7287122" y="1969723"/>
              <a:ext cx="1219413" cy="247300"/>
              <a:chOff x="7287122" y="1969723"/>
              <a:chExt cx="1219413" cy="247300"/>
            </a:xfrm>
          </p:grpSpPr>
          <p:sp>
            <p:nvSpPr>
              <p:cNvPr id="8370" name="Google Shape;8370;p8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1" name="Google Shape;8371;p82"/>
              <p:cNvGrpSpPr/>
              <p:nvPr/>
            </p:nvGrpSpPr>
            <p:grpSpPr>
              <a:xfrm>
                <a:off x="7287122" y="2063892"/>
                <a:ext cx="1151753" cy="73428"/>
                <a:chOff x="7287122" y="2063892"/>
                <a:chExt cx="1151753" cy="73428"/>
              </a:xfrm>
            </p:grpSpPr>
            <p:sp>
              <p:nvSpPr>
                <p:cNvPr id="8372" name="Google Shape;8372;p8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3" name="Google Shape;8373;p8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374" name="Google Shape;8374;p82"/>
            <p:cNvGrpSpPr/>
            <p:nvPr/>
          </p:nvGrpSpPr>
          <p:grpSpPr>
            <a:xfrm>
              <a:off x="7287122" y="1712201"/>
              <a:ext cx="1219403" cy="246767"/>
              <a:chOff x="7287122" y="1712201"/>
              <a:chExt cx="1219403" cy="246767"/>
            </a:xfrm>
          </p:grpSpPr>
          <p:sp>
            <p:nvSpPr>
              <p:cNvPr id="8375" name="Google Shape;8375;p8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6" name="Google Shape;8376;p82"/>
              <p:cNvGrpSpPr/>
              <p:nvPr/>
            </p:nvGrpSpPr>
            <p:grpSpPr>
              <a:xfrm>
                <a:off x="7287122" y="1842861"/>
                <a:ext cx="1005303" cy="73419"/>
                <a:chOff x="7287122" y="1842861"/>
                <a:chExt cx="1005303" cy="73419"/>
              </a:xfrm>
            </p:grpSpPr>
            <p:sp>
              <p:nvSpPr>
                <p:cNvPr id="8377" name="Google Shape;8377;p8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8" name="Google Shape;8378;p8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379" name="Google Shape;8379;p82"/>
            <p:cNvGrpSpPr/>
            <p:nvPr/>
          </p:nvGrpSpPr>
          <p:grpSpPr>
            <a:xfrm>
              <a:off x="7287122" y="1447520"/>
              <a:ext cx="1219403" cy="286667"/>
              <a:chOff x="7287122" y="1447520"/>
              <a:chExt cx="1219403" cy="286667"/>
            </a:xfrm>
          </p:grpSpPr>
          <p:sp>
            <p:nvSpPr>
              <p:cNvPr id="8380" name="Google Shape;8380;p8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1" name="Google Shape;8381;p82"/>
              <p:cNvGrpSpPr/>
              <p:nvPr/>
            </p:nvGrpSpPr>
            <p:grpSpPr>
              <a:xfrm>
                <a:off x="7287122" y="1581977"/>
                <a:ext cx="852803" cy="73428"/>
                <a:chOff x="7287122" y="1581977"/>
                <a:chExt cx="852803" cy="73428"/>
              </a:xfrm>
            </p:grpSpPr>
            <p:sp>
              <p:nvSpPr>
                <p:cNvPr id="8382" name="Google Shape;8382;p8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3" name="Google Shape;8383;p8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384" name="Google Shape;8384;p82"/>
            <p:cNvGrpSpPr/>
            <p:nvPr/>
          </p:nvGrpSpPr>
          <p:grpSpPr>
            <a:xfrm>
              <a:off x="7287122" y="1165658"/>
              <a:ext cx="1219403" cy="344253"/>
              <a:chOff x="7287122" y="1165658"/>
              <a:chExt cx="1219403" cy="344253"/>
            </a:xfrm>
          </p:grpSpPr>
          <p:sp>
            <p:nvSpPr>
              <p:cNvPr id="8385" name="Google Shape;8385;p8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6" name="Google Shape;8386;p82"/>
              <p:cNvGrpSpPr/>
              <p:nvPr/>
            </p:nvGrpSpPr>
            <p:grpSpPr>
              <a:xfrm>
                <a:off x="7287122" y="1341025"/>
                <a:ext cx="695703" cy="73419"/>
                <a:chOff x="7287122" y="1341025"/>
                <a:chExt cx="695703" cy="73419"/>
              </a:xfrm>
            </p:grpSpPr>
            <p:sp>
              <p:nvSpPr>
                <p:cNvPr id="8387" name="Google Shape;8387;p8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8" name="Google Shape;8388;p8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389" name="Google Shape;8389;p82"/>
          <p:cNvGrpSpPr/>
          <p:nvPr/>
        </p:nvGrpSpPr>
        <p:grpSpPr>
          <a:xfrm>
            <a:off x="5790463" y="973174"/>
            <a:ext cx="1397729" cy="1098540"/>
            <a:chOff x="5900602" y="1193063"/>
            <a:chExt cx="1299851" cy="1021707"/>
          </a:xfrm>
        </p:grpSpPr>
        <p:grpSp>
          <p:nvGrpSpPr>
            <p:cNvPr id="8390" name="Google Shape;8390;p82"/>
            <p:cNvGrpSpPr/>
            <p:nvPr/>
          </p:nvGrpSpPr>
          <p:grpSpPr>
            <a:xfrm>
              <a:off x="6520337" y="1193063"/>
              <a:ext cx="341815" cy="799959"/>
              <a:chOff x="6520337" y="1193063"/>
              <a:chExt cx="341815" cy="799959"/>
            </a:xfrm>
          </p:grpSpPr>
          <p:grpSp>
            <p:nvGrpSpPr>
              <p:cNvPr id="8391" name="Google Shape;8391;p82"/>
              <p:cNvGrpSpPr/>
              <p:nvPr/>
            </p:nvGrpSpPr>
            <p:grpSpPr>
              <a:xfrm>
                <a:off x="6520337" y="1589527"/>
                <a:ext cx="213950" cy="403494"/>
                <a:chOff x="6520337" y="1589527"/>
                <a:chExt cx="213950" cy="403494"/>
              </a:xfrm>
            </p:grpSpPr>
            <p:sp>
              <p:nvSpPr>
                <p:cNvPr id="8392" name="Google Shape;8392;p8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82"/>
              <p:cNvGrpSpPr/>
              <p:nvPr/>
            </p:nvGrpSpPr>
            <p:grpSpPr>
              <a:xfrm>
                <a:off x="6577204" y="1193063"/>
                <a:ext cx="284947" cy="464512"/>
                <a:chOff x="6577204" y="1193063"/>
                <a:chExt cx="284947" cy="464512"/>
              </a:xfrm>
            </p:grpSpPr>
            <p:sp>
              <p:nvSpPr>
                <p:cNvPr id="8395" name="Google Shape;8395;p8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6" name="Google Shape;8396;p8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397" name="Google Shape;8397;p82"/>
            <p:cNvGrpSpPr/>
            <p:nvPr/>
          </p:nvGrpSpPr>
          <p:grpSpPr>
            <a:xfrm>
              <a:off x="6238903" y="1193063"/>
              <a:ext cx="300475" cy="900152"/>
              <a:chOff x="6238903" y="1193063"/>
              <a:chExt cx="300475" cy="900152"/>
            </a:xfrm>
          </p:grpSpPr>
          <p:grpSp>
            <p:nvGrpSpPr>
              <p:cNvPr id="8398" name="Google Shape;8398;p82"/>
              <p:cNvGrpSpPr/>
              <p:nvPr/>
            </p:nvGrpSpPr>
            <p:grpSpPr>
              <a:xfrm>
                <a:off x="6290865" y="1489315"/>
                <a:ext cx="248514" cy="603900"/>
                <a:chOff x="6290865" y="1489315"/>
                <a:chExt cx="248514" cy="603900"/>
              </a:xfrm>
            </p:grpSpPr>
            <p:sp>
              <p:nvSpPr>
                <p:cNvPr id="8399" name="Google Shape;8399;p8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82"/>
              <p:cNvGrpSpPr/>
              <p:nvPr/>
            </p:nvGrpSpPr>
            <p:grpSpPr>
              <a:xfrm>
                <a:off x="6238903" y="1193063"/>
                <a:ext cx="284947" cy="333087"/>
                <a:chOff x="6238903" y="1193063"/>
                <a:chExt cx="284947" cy="333087"/>
              </a:xfrm>
            </p:grpSpPr>
            <p:sp>
              <p:nvSpPr>
                <p:cNvPr id="8402" name="Google Shape;8402;p8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3" name="Google Shape;8403;p8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04" name="Google Shape;8404;p82"/>
            <p:cNvGrpSpPr/>
            <p:nvPr/>
          </p:nvGrpSpPr>
          <p:grpSpPr>
            <a:xfrm>
              <a:off x="5900602" y="1193063"/>
              <a:ext cx="444345" cy="1021707"/>
              <a:chOff x="5900602" y="1193063"/>
              <a:chExt cx="444345" cy="1021707"/>
            </a:xfrm>
          </p:grpSpPr>
          <p:grpSp>
            <p:nvGrpSpPr>
              <p:cNvPr id="8405" name="Google Shape;8405;p82"/>
              <p:cNvGrpSpPr/>
              <p:nvPr/>
            </p:nvGrpSpPr>
            <p:grpSpPr>
              <a:xfrm>
                <a:off x="6046501" y="1367785"/>
                <a:ext cx="298446" cy="846986"/>
                <a:chOff x="6046501" y="1367785"/>
                <a:chExt cx="298446" cy="846986"/>
              </a:xfrm>
            </p:grpSpPr>
            <p:sp>
              <p:nvSpPr>
                <p:cNvPr id="8406" name="Google Shape;8406;p8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82"/>
              <p:cNvGrpSpPr/>
              <p:nvPr/>
            </p:nvGrpSpPr>
            <p:grpSpPr>
              <a:xfrm>
                <a:off x="5900602" y="1193063"/>
                <a:ext cx="284947" cy="182312"/>
                <a:chOff x="5900602" y="1193063"/>
                <a:chExt cx="284947" cy="182312"/>
              </a:xfrm>
            </p:grpSpPr>
            <p:sp>
              <p:nvSpPr>
                <p:cNvPr id="8409" name="Google Shape;8409;p8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10" name="Google Shape;8410;p8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411" name="Google Shape;8411;p82"/>
            <p:cNvGrpSpPr/>
            <p:nvPr/>
          </p:nvGrpSpPr>
          <p:grpSpPr>
            <a:xfrm>
              <a:off x="6738300" y="1193063"/>
              <a:ext cx="462153" cy="707634"/>
              <a:chOff x="6738300" y="1193063"/>
              <a:chExt cx="462153" cy="707634"/>
            </a:xfrm>
          </p:grpSpPr>
          <p:grpSp>
            <p:nvGrpSpPr>
              <p:cNvPr id="8412" name="Google Shape;8412;p82"/>
              <p:cNvGrpSpPr/>
              <p:nvPr/>
            </p:nvGrpSpPr>
            <p:grpSpPr>
              <a:xfrm>
                <a:off x="6915505" y="1193063"/>
                <a:ext cx="284947" cy="597387"/>
                <a:chOff x="6915505" y="1193063"/>
                <a:chExt cx="284947" cy="597387"/>
              </a:xfrm>
            </p:grpSpPr>
            <p:sp>
              <p:nvSpPr>
                <p:cNvPr id="8413" name="Google Shape;8413;p8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14" name="Google Shape;8414;p8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415" name="Google Shape;8415;p82"/>
              <p:cNvGrpSpPr/>
              <p:nvPr/>
            </p:nvGrpSpPr>
            <p:grpSpPr>
              <a:xfrm>
                <a:off x="6738300" y="1684725"/>
                <a:ext cx="230066" cy="215971"/>
                <a:chOff x="6738300" y="1684725"/>
                <a:chExt cx="230066" cy="215971"/>
              </a:xfrm>
            </p:grpSpPr>
            <p:sp>
              <p:nvSpPr>
                <p:cNvPr id="8416" name="Google Shape;8416;p8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21" name="Shape 8421"/>
        <p:cNvGrpSpPr/>
        <p:nvPr/>
      </p:nvGrpSpPr>
      <p:grpSpPr>
        <a:xfrm>
          <a:off x="0" y="0"/>
          <a:ext cx="0" cy="0"/>
          <a:chOff x="0" y="0"/>
          <a:chExt cx="0" cy="0"/>
        </a:xfrm>
      </p:grpSpPr>
      <p:grpSp>
        <p:nvGrpSpPr>
          <p:cNvPr id="8422" name="Google Shape;8422;p83"/>
          <p:cNvGrpSpPr/>
          <p:nvPr/>
        </p:nvGrpSpPr>
        <p:grpSpPr>
          <a:xfrm>
            <a:off x="839307" y="2318098"/>
            <a:ext cx="387992" cy="329326"/>
            <a:chOff x="839307" y="2318098"/>
            <a:chExt cx="387992" cy="329326"/>
          </a:xfrm>
        </p:grpSpPr>
        <p:sp>
          <p:nvSpPr>
            <p:cNvPr id="8423" name="Google Shape;8423;p83"/>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3"/>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3"/>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3"/>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3"/>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3"/>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3"/>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3"/>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3"/>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3"/>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83"/>
          <p:cNvGrpSpPr/>
          <p:nvPr/>
        </p:nvGrpSpPr>
        <p:grpSpPr>
          <a:xfrm>
            <a:off x="1414990" y="2289671"/>
            <a:ext cx="387073" cy="385996"/>
            <a:chOff x="1414990" y="2289671"/>
            <a:chExt cx="387073" cy="385996"/>
          </a:xfrm>
        </p:grpSpPr>
        <p:sp>
          <p:nvSpPr>
            <p:cNvPr id="8434" name="Google Shape;8434;p83"/>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3"/>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3"/>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3"/>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3"/>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3"/>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3"/>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3"/>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3"/>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3"/>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3"/>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3"/>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3"/>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3"/>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3"/>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3"/>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3"/>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3"/>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83"/>
          <p:cNvGrpSpPr/>
          <p:nvPr/>
        </p:nvGrpSpPr>
        <p:grpSpPr>
          <a:xfrm>
            <a:off x="1989911" y="2306065"/>
            <a:ext cx="387099" cy="353207"/>
            <a:chOff x="1989911" y="2306065"/>
            <a:chExt cx="387099" cy="353207"/>
          </a:xfrm>
        </p:grpSpPr>
        <p:sp>
          <p:nvSpPr>
            <p:cNvPr id="8453" name="Google Shape;8453;p83"/>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3"/>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3"/>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3"/>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3"/>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3"/>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3"/>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83"/>
          <p:cNvGrpSpPr/>
          <p:nvPr/>
        </p:nvGrpSpPr>
        <p:grpSpPr>
          <a:xfrm>
            <a:off x="2593102" y="2288778"/>
            <a:ext cx="204663" cy="363007"/>
            <a:chOff x="2593102" y="2288778"/>
            <a:chExt cx="204663" cy="363007"/>
          </a:xfrm>
        </p:grpSpPr>
        <p:sp>
          <p:nvSpPr>
            <p:cNvPr id="8461" name="Google Shape;8461;p83"/>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3"/>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3"/>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3"/>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3"/>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3"/>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3"/>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3"/>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3"/>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83"/>
          <p:cNvGrpSpPr/>
          <p:nvPr/>
        </p:nvGrpSpPr>
        <p:grpSpPr>
          <a:xfrm>
            <a:off x="2970874" y="2329763"/>
            <a:ext cx="403651" cy="305996"/>
            <a:chOff x="2970874" y="2329763"/>
            <a:chExt cx="403651" cy="305996"/>
          </a:xfrm>
        </p:grpSpPr>
        <p:sp>
          <p:nvSpPr>
            <p:cNvPr id="8471" name="Google Shape;8471;p83"/>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3"/>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3"/>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3"/>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3"/>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3"/>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3"/>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3"/>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3"/>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83"/>
          <p:cNvGrpSpPr/>
          <p:nvPr/>
        </p:nvGrpSpPr>
        <p:grpSpPr>
          <a:xfrm>
            <a:off x="3545795" y="2318755"/>
            <a:ext cx="387835" cy="327933"/>
            <a:chOff x="3545795" y="2318755"/>
            <a:chExt cx="387835" cy="327933"/>
          </a:xfrm>
        </p:grpSpPr>
        <p:sp>
          <p:nvSpPr>
            <p:cNvPr id="8481" name="Google Shape;8481;p83"/>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3"/>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3"/>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4" name="Google Shape;8484;p83"/>
            <p:cNvGrpSpPr/>
            <p:nvPr/>
          </p:nvGrpSpPr>
          <p:grpSpPr>
            <a:xfrm>
              <a:off x="3545795" y="2322301"/>
              <a:ext cx="387835" cy="324387"/>
              <a:chOff x="3545795" y="2322301"/>
              <a:chExt cx="387835" cy="324387"/>
            </a:xfrm>
          </p:grpSpPr>
          <p:sp>
            <p:nvSpPr>
              <p:cNvPr id="8485" name="Google Shape;8485;p83"/>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3"/>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3"/>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3"/>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3"/>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3"/>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3"/>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2" name="Google Shape;8492;p83"/>
          <p:cNvGrpSpPr/>
          <p:nvPr/>
        </p:nvGrpSpPr>
        <p:grpSpPr>
          <a:xfrm>
            <a:off x="4718468" y="2306984"/>
            <a:ext cx="364294" cy="351552"/>
            <a:chOff x="4718468" y="2306984"/>
            <a:chExt cx="364294" cy="351552"/>
          </a:xfrm>
        </p:grpSpPr>
        <p:sp>
          <p:nvSpPr>
            <p:cNvPr id="8493" name="Google Shape;8493;p83"/>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3"/>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3"/>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3"/>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3"/>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3"/>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3"/>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3"/>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3"/>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3"/>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83"/>
          <p:cNvGrpSpPr/>
          <p:nvPr/>
        </p:nvGrpSpPr>
        <p:grpSpPr>
          <a:xfrm>
            <a:off x="4147908" y="2303017"/>
            <a:ext cx="361194" cy="359355"/>
            <a:chOff x="4147908" y="2303017"/>
            <a:chExt cx="361194" cy="359355"/>
          </a:xfrm>
        </p:grpSpPr>
        <p:sp>
          <p:nvSpPr>
            <p:cNvPr id="8504" name="Google Shape;8504;p83"/>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3"/>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3"/>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3"/>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3"/>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3"/>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3"/>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3"/>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3"/>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3"/>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3"/>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3"/>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3"/>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3"/>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83"/>
          <p:cNvGrpSpPr/>
          <p:nvPr/>
        </p:nvGrpSpPr>
        <p:grpSpPr>
          <a:xfrm>
            <a:off x="5292128" y="2299891"/>
            <a:ext cx="367027" cy="365214"/>
            <a:chOff x="5292128" y="2299891"/>
            <a:chExt cx="367027" cy="365214"/>
          </a:xfrm>
        </p:grpSpPr>
        <p:sp>
          <p:nvSpPr>
            <p:cNvPr id="8519" name="Google Shape;8519;p83"/>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3"/>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3"/>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3"/>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3"/>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3"/>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83"/>
          <p:cNvGrpSpPr/>
          <p:nvPr/>
        </p:nvGrpSpPr>
        <p:grpSpPr>
          <a:xfrm>
            <a:off x="5873617" y="2309901"/>
            <a:ext cx="345720" cy="345720"/>
            <a:chOff x="5873617" y="2309901"/>
            <a:chExt cx="345720" cy="345720"/>
          </a:xfrm>
        </p:grpSpPr>
        <p:sp>
          <p:nvSpPr>
            <p:cNvPr id="8526" name="Google Shape;8526;p83"/>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3"/>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3"/>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3"/>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3"/>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3"/>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3"/>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3"/>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3"/>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3"/>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3"/>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3"/>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3"/>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3"/>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3"/>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3"/>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3"/>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3"/>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3"/>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83"/>
          <p:cNvGrpSpPr/>
          <p:nvPr/>
        </p:nvGrpSpPr>
        <p:grpSpPr>
          <a:xfrm>
            <a:off x="6863329" y="2297710"/>
            <a:ext cx="391460" cy="370127"/>
            <a:chOff x="6863329" y="2297710"/>
            <a:chExt cx="391460" cy="370127"/>
          </a:xfrm>
        </p:grpSpPr>
        <p:sp>
          <p:nvSpPr>
            <p:cNvPr id="8546" name="Google Shape;8546;p83"/>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3"/>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3"/>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3"/>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3"/>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3"/>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3"/>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3"/>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3"/>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83"/>
          <p:cNvGrpSpPr/>
          <p:nvPr/>
        </p:nvGrpSpPr>
        <p:grpSpPr>
          <a:xfrm>
            <a:off x="7421488" y="2318518"/>
            <a:ext cx="342620" cy="328459"/>
            <a:chOff x="7421488" y="2318518"/>
            <a:chExt cx="342620" cy="328459"/>
          </a:xfrm>
        </p:grpSpPr>
        <p:sp>
          <p:nvSpPr>
            <p:cNvPr id="8556" name="Google Shape;8556;p83"/>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3"/>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3"/>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3"/>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3"/>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3"/>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3"/>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83"/>
          <p:cNvGrpSpPr/>
          <p:nvPr/>
        </p:nvGrpSpPr>
        <p:grpSpPr>
          <a:xfrm>
            <a:off x="2508373" y="2779889"/>
            <a:ext cx="337523" cy="337680"/>
            <a:chOff x="2508373" y="2779889"/>
            <a:chExt cx="337523" cy="337680"/>
          </a:xfrm>
        </p:grpSpPr>
        <p:sp>
          <p:nvSpPr>
            <p:cNvPr id="8564" name="Google Shape;8564;p83"/>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3"/>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3"/>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3"/>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3"/>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3"/>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83"/>
          <p:cNvGrpSpPr/>
          <p:nvPr/>
        </p:nvGrpSpPr>
        <p:grpSpPr>
          <a:xfrm>
            <a:off x="1884401" y="4141593"/>
            <a:ext cx="410613" cy="372229"/>
            <a:chOff x="1884401" y="4141593"/>
            <a:chExt cx="410613" cy="372229"/>
          </a:xfrm>
        </p:grpSpPr>
        <p:sp>
          <p:nvSpPr>
            <p:cNvPr id="8571" name="Google Shape;8571;p83"/>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3"/>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3"/>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3"/>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3"/>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3"/>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3"/>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83"/>
          <p:cNvGrpSpPr/>
          <p:nvPr/>
        </p:nvGrpSpPr>
        <p:grpSpPr>
          <a:xfrm>
            <a:off x="1430832" y="2773689"/>
            <a:ext cx="294515" cy="349897"/>
            <a:chOff x="1430832" y="2773689"/>
            <a:chExt cx="294515" cy="349897"/>
          </a:xfrm>
        </p:grpSpPr>
        <p:sp>
          <p:nvSpPr>
            <p:cNvPr id="8579" name="Google Shape;8579;p83"/>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3"/>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3"/>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3"/>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3"/>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3"/>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3"/>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3"/>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3"/>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3"/>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3"/>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3"/>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3"/>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83"/>
          <p:cNvGrpSpPr/>
          <p:nvPr/>
        </p:nvGrpSpPr>
        <p:grpSpPr>
          <a:xfrm>
            <a:off x="3082217" y="2788586"/>
            <a:ext cx="288866" cy="320236"/>
            <a:chOff x="3082217" y="2788586"/>
            <a:chExt cx="288866" cy="320236"/>
          </a:xfrm>
        </p:grpSpPr>
        <p:sp>
          <p:nvSpPr>
            <p:cNvPr id="8593" name="Google Shape;8593;p83"/>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3"/>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3"/>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3"/>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3"/>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3"/>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3"/>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83"/>
          <p:cNvGrpSpPr/>
          <p:nvPr/>
        </p:nvGrpSpPr>
        <p:grpSpPr>
          <a:xfrm>
            <a:off x="3610557" y="2780704"/>
            <a:ext cx="325017" cy="336052"/>
            <a:chOff x="3610557" y="2780704"/>
            <a:chExt cx="325017" cy="336052"/>
          </a:xfrm>
        </p:grpSpPr>
        <p:sp>
          <p:nvSpPr>
            <p:cNvPr id="8601" name="Google Shape;8601;p8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83"/>
          <p:cNvGrpSpPr/>
          <p:nvPr/>
        </p:nvGrpSpPr>
        <p:grpSpPr>
          <a:xfrm>
            <a:off x="4179067" y="2811495"/>
            <a:ext cx="286475" cy="274390"/>
            <a:chOff x="4179067" y="2811495"/>
            <a:chExt cx="286475" cy="274390"/>
          </a:xfrm>
        </p:grpSpPr>
        <p:sp>
          <p:nvSpPr>
            <p:cNvPr id="8605" name="Google Shape;8605;p83"/>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3"/>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3"/>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3"/>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3"/>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3"/>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3"/>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3"/>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3"/>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83"/>
          <p:cNvGrpSpPr/>
          <p:nvPr/>
        </p:nvGrpSpPr>
        <p:grpSpPr>
          <a:xfrm>
            <a:off x="4686757" y="2762156"/>
            <a:ext cx="371047" cy="374199"/>
            <a:chOff x="4686757" y="2762156"/>
            <a:chExt cx="371047" cy="374199"/>
          </a:xfrm>
        </p:grpSpPr>
        <p:sp>
          <p:nvSpPr>
            <p:cNvPr id="8615" name="Google Shape;8615;p83"/>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3"/>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3"/>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3"/>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3"/>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3"/>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3"/>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83"/>
          <p:cNvGrpSpPr/>
          <p:nvPr/>
        </p:nvGrpSpPr>
        <p:grpSpPr>
          <a:xfrm>
            <a:off x="5221613" y="2784802"/>
            <a:ext cx="406567" cy="327855"/>
            <a:chOff x="5221613" y="2784802"/>
            <a:chExt cx="406567" cy="327855"/>
          </a:xfrm>
        </p:grpSpPr>
        <p:sp>
          <p:nvSpPr>
            <p:cNvPr id="8623" name="Google Shape;8623;p83"/>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3"/>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3"/>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3"/>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3"/>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3"/>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3"/>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3"/>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3"/>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3"/>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3"/>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3"/>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3"/>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3"/>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3"/>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3"/>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3"/>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3"/>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3"/>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3"/>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3"/>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3"/>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3"/>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3"/>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3"/>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3"/>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3"/>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3"/>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3"/>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3"/>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83"/>
          <p:cNvGrpSpPr/>
          <p:nvPr/>
        </p:nvGrpSpPr>
        <p:grpSpPr>
          <a:xfrm>
            <a:off x="5812586" y="2760921"/>
            <a:ext cx="303605" cy="375434"/>
            <a:chOff x="5812586" y="2760921"/>
            <a:chExt cx="303605" cy="375434"/>
          </a:xfrm>
        </p:grpSpPr>
        <p:sp>
          <p:nvSpPr>
            <p:cNvPr id="8654" name="Google Shape;8654;p83"/>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3"/>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3"/>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3"/>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3"/>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3"/>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3"/>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3"/>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3"/>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3"/>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3"/>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83"/>
          <p:cNvGrpSpPr/>
          <p:nvPr/>
        </p:nvGrpSpPr>
        <p:grpSpPr>
          <a:xfrm>
            <a:off x="6334673" y="2759633"/>
            <a:ext cx="378508" cy="378166"/>
            <a:chOff x="6334673" y="2759633"/>
            <a:chExt cx="378508" cy="378166"/>
          </a:xfrm>
        </p:grpSpPr>
        <p:sp>
          <p:nvSpPr>
            <p:cNvPr id="8666" name="Google Shape;8666;p83"/>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3"/>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3"/>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3"/>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83"/>
          <p:cNvGrpSpPr/>
          <p:nvPr/>
        </p:nvGrpSpPr>
        <p:grpSpPr>
          <a:xfrm>
            <a:off x="8012645" y="2806477"/>
            <a:ext cx="319763" cy="284505"/>
            <a:chOff x="8012645" y="2806477"/>
            <a:chExt cx="319763" cy="284505"/>
          </a:xfrm>
        </p:grpSpPr>
        <p:sp>
          <p:nvSpPr>
            <p:cNvPr id="8671" name="Google Shape;8671;p83"/>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3"/>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3"/>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3"/>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3"/>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3"/>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3"/>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3"/>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3"/>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3"/>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83"/>
          <p:cNvGrpSpPr/>
          <p:nvPr/>
        </p:nvGrpSpPr>
        <p:grpSpPr>
          <a:xfrm>
            <a:off x="2454435" y="4162138"/>
            <a:ext cx="385339" cy="388071"/>
            <a:chOff x="2454435" y="4162138"/>
            <a:chExt cx="385339" cy="388071"/>
          </a:xfrm>
        </p:grpSpPr>
        <p:sp>
          <p:nvSpPr>
            <p:cNvPr id="8682" name="Google Shape;8682;p83"/>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3"/>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3"/>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3"/>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3"/>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3"/>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3"/>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3"/>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3"/>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3"/>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3"/>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83"/>
          <p:cNvGrpSpPr/>
          <p:nvPr/>
        </p:nvGrpSpPr>
        <p:grpSpPr>
          <a:xfrm>
            <a:off x="3601939" y="4161192"/>
            <a:ext cx="275178" cy="388912"/>
            <a:chOff x="3601939" y="4161192"/>
            <a:chExt cx="275178" cy="388912"/>
          </a:xfrm>
        </p:grpSpPr>
        <p:sp>
          <p:nvSpPr>
            <p:cNvPr id="8694" name="Google Shape;8694;p83"/>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3"/>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3"/>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3"/>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3"/>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3"/>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3"/>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3"/>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3"/>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3"/>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83"/>
          <p:cNvGrpSpPr/>
          <p:nvPr/>
        </p:nvGrpSpPr>
        <p:grpSpPr>
          <a:xfrm>
            <a:off x="836023" y="3215146"/>
            <a:ext cx="375802" cy="371677"/>
            <a:chOff x="836023" y="3215146"/>
            <a:chExt cx="375802" cy="371677"/>
          </a:xfrm>
        </p:grpSpPr>
        <p:sp>
          <p:nvSpPr>
            <p:cNvPr id="8705" name="Google Shape;8705;p83"/>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3"/>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3"/>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3"/>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3"/>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3"/>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3"/>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3"/>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3"/>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3"/>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3"/>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3"/>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3"/>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3"/>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3"/>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3"/>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83"/>
          <p:cNvGrpSpPr/>
          <p:nvPr/>
        </p:nvGrpSpPr>
        <p:grpSpPr>
          <a:xfrm>
            <a:off x="1356297" y="3210890"/>
            <a:ext cx="431368" cy="380189"/>
            <a:chOff x="1356297" y="3210890"/>
            <a:chExt cx="431368" cy="380189"/>
          </a:xfrm>
        </p:grpSpPr>
        <p:sp>
          <p:nvSpPr>
            <p:cNvPr id="8722" name="Google Shape;8722;p83"/>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3"/>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3"/>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3"/>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3"/>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3"/>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3"/>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3"/>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3"/>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3"/>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3"/>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3"/>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3"/>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83"/>
          <p:cNvGrpSpPr/>
          <p:nvPr/>
        </p:nvGrpSpPr>
        <p:grpSpPr>
          <a:xfrm>
            <a:off x="1903737" y="3215540"/>
            <a:ext cx="411874" cy="370731"/>
            <a:chOff x="1903737" y="3215540"/>
            <a:chExt cx="411874" cy="370731"/>
          </a:xfrm>
        </p:grpSpPr>
        <p:sp>
          <p:nvSpPr>
            <p:cNvPr id="8736" name="Google Shape;8736;p83"/>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3"/>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3"/>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3"/>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3"/>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3"/>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3"/>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3"/>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3"/>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83"/>
          <p:cNvGrpSpPr/>
          <p:nvPr/>
        </p:nvGrpSpPr>
        <p:grpSpPr>
          <a:xfrm>
            <a:off x="2468465" y="3248854"/>
            <a:ext cx="397818" cy="304078"/>
            <a:chOff x="2468465" y="3248854"/>
            <a:chExt cx="397818" cy="304078"/>
          </a:xfrm>
        </p:grpSpPr>
        <p:sp>
          <p:nvSpPr>
            <p:cNvPr id="8746" name="Google Shape;8746;p83"/>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3"/>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3"/>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3"/>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3"/>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3"/>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83"/>
          <p:cNvGrpSpPr/>
          <p:nvPr/>
        </p:nvGrpSpPr>
        <p:grpSpPr>
          <a:xfrm>
            <a:off x="3017166" y="3216013"/>
            <a:ext cx="394376" cy="369812"/>
            <a:chOff x="3017166" y="3216013"/>
            <a:chExt cx="394376" cy="369812"/>
          </a:xfrm>
        </p:grpSpPr>
        <p:sp>
          <p:nvSpPr>
            <p:cNvPr id="8753" name="Google Shape;8753;p83"/>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3"/>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83"/>
          <p:cNvGrpSpPr/>
          <p:nvPr/>
        </p:nvGrpSpPr>
        <p:grpSpPr>
          <a:xfrm>
            <a:off x="4210043" y="3213228"/>
            <a:ext cx="199014" cy="375408"/>
            <a:chOff x="4210043" y="3213228"/>
            <a:chExt cx="199014" cy="375408"/>
          </a:xfrm>
        </p:grpSpPr>
        <p:sp>
          <p:nvSpPr>
            <p:cNvPr id="8756" name="Google Shape;8756;p83"/>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3"/>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3"/>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3"/>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3"/>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3"/>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3"/>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3"/>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3"/>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83"/>
          <p:cNvGrpSpPr/>
          <p:nvPr/>
        </p:nvGrpSpPr>
        <p:grpSpPr>
          <a:xfrm>
            <a:off x="4818146" y="3203323"/>
            <a:ext cx="77845" cy="395165"/>
            <a:chOff x="4818146" y="3203323"/>
            <a:chExt cx="77845" cy="395165"/>
          </a:xfrm>
        </p:grpSpPr>
        <p:sp>
          <p:nvSpPr>
            <p:cNvPr id="8767" name="Google Shape;8767;p83"/>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3"/>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3"/>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3"/>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3"/>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3"/>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3"/>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83"/>
          <p:cNvGrpSpPr/>
          <p:nvPr/>
        </p:nvGrpSpPr>
        <p:grpSpPr>
          <a:xfrm>
            <a:off x="5228890" y="3235428"/>
            <a:ext cx="344091" cy="332767"/>
            <a:chOff x="5228890" y="3235428"/>
            <a:chExt cx="344091" cy="332767"/>
          </a:xfrm>
        </p:grpSpPr>
        <p:sp>
          <p:nvSpPr>
            <p:cNvPr id="8776" name="Google Shape;8776;p83"/>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3"/>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3"/>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83"/>
          <p:cNvGrpSpPr/>
          <p:nvPr/>
        </p:nvGrpSpPr>
        <p:grpSpPr>
          <a:xfrm>
            <a:off x="5757913" y="3227047"/>
            <a:ext cx="388544" cy="347927"/>
            <a:chOff x="5757913" y="3227047"/>
            <a:chExt cx="388544" cy="347927"/>
          </a:xfrm>
        </p:grpSpPr>
        <p:sp>
          <p:nvSpPr>
            <p:cNvPr id="8782" name="Google Shape;8782;p83"/>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83"/>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5" name="Google Shape;8785;p83"/>
          <p:cNvGrpSpPr/>
          <p:nvPr/>
        </p:nvGrpSpPr>
        <p:grpSpPr>
          <a:xfrm>
            <a:off x="6894856" y="3227074"/>
            <a:ext cx="324938" cy="347717"/>
            <a:chOff x="6894856" y="3227074"/>
            <a:chExt cx="324938" cy="347717"/>
          </a:xfrm>
        </p:grpSpPr>
        <p:sp>
          <p:nvSpPr>
            <p:cNvPr id="8786" name="Google Shape;8786;p83"/>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3"/>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3"/>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3"/>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3"/>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3"/>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3"/>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3"/>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83"/>
          <p:cNvGrpSpPr/>
          <p:nvPr/>
        </p:nvGrpSpPr>
        <p:grpSpPr>
          <a:xfrm>
            <a:off x="7414946" y="3220873"/>
            <a:ext cx="360091" cy="360117"/>
            <a:chOff x="7414946" y="3220873"/>
            <a:chExt cx="360091" cy="360117"/>
          </a:xfrm>
        </p:grpSpPr>
        <p:sp>
          <p:nvSpPr>
            <p:cNvPr id="8802" name="Google Shape;8802;p83"/>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3"/>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3"/>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3"/>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3"/>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3"/>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3"/>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83"/>
          <p:cNvGrpSpPr/>
          <p:nvPr/>
        </p:nvGrpSpPr>
        <p:grpSpPr>
          <a:xfrm>
            <a:off x="8027227" y="3215041"/>
            <a:ext cx="231829" cy="371782"/>
            <a:chOff x="8027227" y="3215041"/>
            <a:chExt cx="231829" cy="371782"/>
          </a:xfrm>
        </p:grpSpPr>
        <p:sp>
          <p:nvSpPr>
            <p:cNvPr id="8814" name="Google Shape;8814;p83"/>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3"/>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3"/>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3"/>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3"/>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3"/>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3"/>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83"/>
          <p:cNvGrpSpPr/>
          <p:nvPr/>
        </p:nvGrpSpPr>
        <p:grpSpPr>
          <a:xfrm>
            <a:off x="4093603" y="4146138"/>
            <a:ext cx="395638" cy="420544"/>
            <a:chOff x="4093603" y="4146138"/>
            <a:chExt cx="395638" cy="420544"/>
          </a:xfrm>
        </p:grpSpPr>
        <p:sp>
          <p:nvSpPr>
            <p:cNvPr id="8825" name="Google Shape;8825;p8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83"/>
          <p:cNvGrpSpPr/>
          <p:nvPr/>
        </p:nvGrpSpPr>
        <p:grpSpPr>
          <a:xfrm>
            <a:off x="4644406" y="4162322"/>
            <a:ext cx="392065" cy="387887"/>
            <a:chOff x="4644406" y="4162322"/>
            <a:chExt cx="392065" cy="387887"/>
          </a:xfrm>
        </p:grpSpPr>
        <p:sp>
          <p:nvSpPr>
            <p:cNvPr id="8843" name="Google Shape;8843;p83"/>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3"/>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3"/>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83"/>
          <p:cNvGrpSpPr/>
          <p:nvPr/>
        </p:nvGrpSpPr>
        <p:grpSpPr>
          <a:xfrm>
            <a:off x="5728383" y="4221698"/>
            <a:ext cx="417128" cy="269162"/>
            <a:chOff x="5728383" y="4221698"/>
            <a:chExt cx="417128" cy="269162"/>
          </a:xfrm>
        </p:grpSpPr>
        <p:sp>
          <p:nvSpPr>
            <p:cNvPr id="8850" name="Google Shape;8850;p83"/>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3"/>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3"/>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3"/>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3"/>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3"/>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3"/>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83"/>
          <p:cNvGrpSpPr/>
          <p:nvPr/>
        </p:nvGrpSpPr>
        <p:grpSpPr>
          <a:xfrm>
            <a:off x="834210" y="3696905"/>
            <a:ext cx="371782" cy="342751"/>
            <a:chOff x="834210" y="3696905"/>
            <a:chExt cx="371782" cy="342751"/>
          </a:xfrm>
        </p:grpSpPr>
        <p:sp>
          <p:nvSpPr>
            <p:cNvPr id="8863" name="Google Shape;8863;p83"/>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3"/>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3"/>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3"/>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3"/>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3"/>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3"/>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3"/>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3"/>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3"/>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83"/>
          <p:cNvGrpSpPr/>
          <p:nvPr/>
        </p:nvGrpSpPr>
        <p:grpSpPr>
          <a:xfrm>
            <a:off x="1359398" y="3682271"/>
            <a:ext cx="395296" cy="371966"/>
            <a:chOff x="1359398" y="3682271"/>
            <a:chExt cx="395296" cy="371966"/>
          </a:xfrm>
        </p:grpSpPr>
        <p:sp>
          <p:nvSpPr>
            <p:cNvPr id="8876" name="Google Shape;8876;p83"/>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3"/>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3"/>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3"/>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3"/>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3"/>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3"/>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83"/>
          <p:cNvGrpSpPr/>
          <p:nvPr/>
        </p:nvGrpSpPr>
        <p:grpSpPr>
          <a:xfrm>
            <a:off x="1908099" y="3682271"/>
            <a:ext cx="395296" cy="371966"/>
            <a:chOff x="1908099" y="3682271"/>
            <a:chExt cx="395296" cy="371966"/>
          </a:xfrm>
        </p:grpSpPr>
        <p:sp>
          <p:nvSpPr>
            <p:cNvPr id="8884" name="Google Shape;8884;p83"/>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3"/>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3"/>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3"/>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3"/>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3"/>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3"/>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83"/>
          <p:cNvGrpSpPr/>
          <p:nvPr/>
        </p:nvGrpSpPr>
        <p:grpSpPr>
          <a:xfrm>
            <a:off x="2456800" y="3682271"/>
            <a:ext cx="395270" cy="371966"/>
            <a:chOff x="2456800" y="3682271"/>
            <a:chExt cx="395270" cy="371966"/>
          </a:xfrm>
        </p:grpSpPr>
        <p:sp>
          <p:nvSpPr>
            <p:cNvPr id="8892" name="Google Shape;8892;p83"/>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3"/>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3"/>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3"/>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3"/>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3"/>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3"/>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3"/>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3"/>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83"/>
          <p:cNvGrpSpPr/>
          <p:nvPr/>
        </p:nvGrpSpPr>
        <p:grpSpPr>
          <a:xfrm>
            <a:off x="3014250" y="3682271"/>
            <a:ext cx="391092" cy="371940"/>
            <a:chOff x="3014250" y="3682271"/>
            <a:chExt cx="391092" cy="371940"/>
          </a:xfrm>
        </p:grpSpPr>
        <p:sp>
          <p:nvSpPr>
            <p:cNvPr id="8902" name="Google Shape;8902;p83"/>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3"/>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3"/>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83"/>
          <p:cNvGrpSpPr/>
          <p:nvPr/>
        </p:nvGrpSpPr>
        <p:grpSpPr>
          <a:xfrm>
            <a:off x="3569125" y="3702947"/>
            <a:ext cx="388728" cy="330692"/>
            <a:chOff x="3569125" y="3702947"/>
            <a:chExt cx="388728" cy="330692"/>
          </a:xfrm>
        </p:grpSpPr>
        <p:sp>
          <p:nvSpPr>
            <p:cNvPr id="8906" name="Google Shape;8906;p83"/>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3"/>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3"/>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3"/>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83"/>
          <p:cNvGrpSpPr/>
          <p:nvPr/>
        </p:nvGrpSpPr>
        <p:grpSpPr>
          <a:xfrm>
            <a:off x="4111994" y="3682455"/>
            <a:ext cx="387992" cy="371625"/>
            <a:chOff x="4111994" y="3682455"/>
            <a:chExt cx="387992" cy="371625"/>
          </a:xfrm>
        </p:grpSpPr>
        <p:sp>
          <p:nvSpPr>
            <p:cNvPr id="8911" name="Google Shape;8911;p83"/>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3"/>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83"/>
          <p:cNvGrpSpPr/>
          <p:nvPr/>
        </p:nvGrpSpPr>
        <p:grpSpPr>
          <a:xfrm>
            <a:off x="4674908" y="3682271"/>
            <a:ext cx="371966" cy="371966"/>
            <a:chOff x="4674908" y="3682271"/>
            <a:chExt cx="371966" cy="371966"/>
          </a:xfrm>
        </p:grpSpPr>
        <p:sp>
          <p:nvSpPr>
            <p:cNvPr id="8914" name="Google Shape;8914;p83"/>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3"/>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3"/>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3"/>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83"/>
          <p:cNvGrpSpPr/>
          <p:nvPr/>
        </p:nvGrpSpPr>
        <p:grpSpPr>
          <a:xfrm>
            <a:off x="5223609" y="3731112"/>
            <a:ext cx="371782" cy="274285"/>
            <a:chOff x="5223609" y="3731112"/>
            <a:chExt cx="371782" cy="274285"/>
          </a:xfrm>
        </p:grpSpPr>
        <p:sp>
          <p:nvSpPr>
            <p:cNvPr id="8919" name="Google Shape;8919;p8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1" name="Google Shape;8921;p83"/>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2" name="Google Shape;8922;p83"/>
          <p:cNvGrpSpPr/>
          <p:nvPr/>
        </p:nvGrpSpPr>
        <p:grpSpPr>
          <a:xfrm>
            <a:off x="6319908" y="3696721"/>
            <a:ext cx="373963" cy="343119"/>
            <a:chOff x="6319908" y="3696721"/>
            <a:chExt cx="373963" cy="343119"/>
          </a:xfrm>
        </p:grpSpPr>
        <p:sp>
          <p:nvSpPr>
            <p:cNvPr id="8923" name="Google Shape;8923;p83"/>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3"/>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3"/>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3"/>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3"/>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3"/>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3"/>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3"/>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3"/>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83"/>
          <p:cNvGrpSpPr/>
          <p:nvPr/>
        </p:nvGrpSpPr>
        <p:grpSpPr>
          <a:xfrm>
            <a:off x="6871342" y="3740044"/>
            <a:ext cx="371966" cy="256420"/>
            <a:chOff x="6871342" y="3740044"/>
            <a:chExt cx="371966" cy="256420"/>
          </a:xfrm>
        </p:grpSpPr>
        <p:sp>
          <p:nvSpPr>
            <p:cNvPr id="8933" name="Google Shape;8933;p83"/>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3"/>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3"/>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3"/>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3"/>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3"/>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3"/>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3"/>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3"/>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3"/>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3"/>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3"/>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83"/>
          <p:cNvGrpSpPr/>
          <p:nvPr/>
        </p:nvGrpSpPr>
        <p:grpSpPr>
          <a:xfrm>
            <a:off x="7402362" y="3681535"/>
            <a:ext cx="402757" cy="372728"/>
            <a:chOff x="7402362" y="3681535"/>
            <a:chExt cx="402757" cy="372728"/>
          </a:xfrm>
        </p:grpSpPr>
        <p:sp>
          <p:nvSpPr>
            <p:cNvPr id="8946" name="Google Shape;8946;p83"/>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3"/>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3"/>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3"/>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3"/>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3"/>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3"/>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3"/>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3"/>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3"/>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3"/>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3"/>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3"/>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3"/>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3"/>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3"/>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83"/>
          <p:cNvGrpSpPr/>
          <p:nvPr/>
        </p:nvGrpSpPr>
        <p:grpSpPr>
          <a:xfrm>
            <a:off x="7960705" y="3736235"/>
            <a:ext cx="378902" cy="264065"/>
            <a:chOff x="7960705" y="3736235"/>
            <a:chExt cx="378902" cy="264065"/>
          </a:xfrm>
        </p:grpSpPr>
        <p:sp>
          <p:nvSpPr>
            <p:cNvPr id="8963" name="Google Shape;8963;p8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83"/>
          <p:cNvGrpSpPr/>
          <p:nvPr/>
        </p:nvGrpSpPr>
        <p:grpSpPr>
          <a:xfrm>
            <a:off x="6400828" y="4162270"/>
            <a:ext cx="166200" cy="388019"/>
            <a:chOff x="6400828" y="4162270"/>
            <a:chExt cx="166200" cy="388019"/>
          </a:xfrm>
        </p:grpSpPr>
        <p:sp>
          <p:nvSpPr>
            <p:cNvPr id="8978" name="Google Shape;8978;p83"/>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3"/>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3"/>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3"/>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3"/>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3"/>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3"/>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83"/>
          <p:cNvGrpSpPr/>
          <p:nvPr/>
        </p:nvGrpSpPr>
        <p:grpSpPr>
          <a:xfrm>
            <a:off x="6919815" y="4162270"/>
            <a:ext cx="225260" cy="388019"/>
            <a:chOff x="6919815" y="4162270"/>
            <a:chExt cx="225260" cy="388019"/>
          </a:xfrm>
        </p:grpSpPr>
        <p:sp>
          <p:nvSpPr>
            <p:cNvPr id="8986" name="Google Shape;8986;p83"/>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3"/>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3"/>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3"/>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3"/>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3"/>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3"/>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3"/>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83"/>
          <p:cNvGrpSpPr/>
          <p:nvPr/>
        </p:nvGrpSpPr>
        <p:grpSpPr>
          <a:xfrm>
            <a:off x="7385600" y="4177035"/>
            <a:ext cx="388728" cy="358383"/>
            <a:chOff x="7385600" y="4177035"/>
            <a:chExt cx="388728" cy="358383"/>
          </a:xfrm>
        </p:grpSpPr>
        <p:sp>
          <p:nvSpPr>
            <p:cNvPr id="8995" name="Google Shape;8995;p8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83"/>
          <p:cNvGrpSpPr/>
          <p:nvPr/>
        </p:nvGrpSpPr>
        <p:grpSpPr>
          <a:xfrm>
            <a:off x="3625085" y="3259862"/>
            <a:ext cx="369207" cy="258259"/>
            <a:chOff x="3625085" y="3259862"/>
            <a:chExt cx="369207" cy="258259"/>
          </a:xfrm>
        </p:grpSpPr>
        <p:sp>
          <p:nvSpPr>
            <p:cNvPr id="9003" name="Google Shape;9003;p83"/>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3"/>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3"/>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3"/>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3"/>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3"/>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3"/>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3"/>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3"/>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3"/>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3"/>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3"/>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3"/>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83"/>
          <p:cNvGrpSpPr/>
          <p:nvPr/>
        </p:nvGrpSpPr>
        <p:grpSpPr>
          <a:xfrm>
            <a:off x="6317360" y="3276808"/>
            <a:ext cx="363217" cy="248590"/>
            <a:chOff x="6317360" y="3276808"/>
            <a:chExt cx="363217" cy="248590"/>
          </a:xfrm>
        </p:grpSpPr>
        <p:sp>
          <p:nvSpPr>
            <p:cNvPr id="9017" name="Google Shape;9017;p83"/>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3"/>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3"/>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3"/>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3"/>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3"/>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3"/>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3"/>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3"/>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3"/>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3"/>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3"/>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3"/>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3"/>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3"/>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3"/>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3"/>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3"/>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3"/>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3"/>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3"/>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3"/>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3"/>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3"/>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3"/>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3"/>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3"/>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83"/>
          <p:cNvGrpSpPr/>
          <p:nvPr/>
        </p:nvGrpSpPr>
        <p:grpSpPr>
          <a:xfrm>
            <a:off x="5084391" y="4183682"/>
            <a:ext cx="504064" cy="325595"/>
            <a:chOff x="5084391" y="4183682"/>
            <a:chExt cx="504064" cy="325595"/>
          </a:xfrm>
        </p:grpSpPr>
        <p:sp>
          <p:nvSpPr>
            <p:cNvPr id="9045" name="Google Shape;9045;p8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83"/>
          <p:cNvGrpSpPr/>
          <p:nvPr/>
        </p:nvGrpSpPr>
        <p:grpSpPr>
          <a:xfrm>
            <a:off x="7947595" y="2347996"/>
            <a:ext cx="379795" cy="267165"/>
            <a:chOff x="7947595" y="2347996"/>
            <a:chExt cx="379795" cy="267165"/>
          </a:xfrm>
        </p:grpSpPr>
        <p:sp>
          <p:nvSpPr>
            <p:cNvPr id="9062" name="Google Shape;9062;p83"/>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3"/>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3"/>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3"/>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3"/>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3"/>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3"/>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3"/>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3"/>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83"/>
          <p:cNvGrpSpPr/>
          <p:nvPr/>
        </p:nvGrpSpPr>
        <p:grpSpPr>
          <a:xfrm>
            <a:off x="6400644" y="2310269"/>
            <a:ext cx="275362" cy="338784"/>
            <a:chOff x="6400644" y="2310269"/>
            <a:chExt cx="275362" cy="338784"/>
          </a:xfrm>
        </p:grpSpPr>
        <p:sp>
          <p:nvSpPr>
            <p:cNvPr id="9072" name="Google Shape;9072;p83"/>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3"/>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3"/>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3"/>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3"/>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3"/>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3"/>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3"/>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3"/>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3"/>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3"/>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3"/>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3"/>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3"/>
          <p:cNvGrpSpPr/>
          <p:nvPr/>
        </p:nvGrpSpPr>
        <p:grpSpPr>
          <a:xfrm>
            <a:off x="1342268" y="4161009"/>
            <a:ext cx="359565" cy="358094"/>
            <a:chOff x="1342268" y="4161009"/>
            <a:chExt cx="359565" cy="358094"/>
          </a:xfrm>
        </p:grpSpPr>
        <p:sp>
          <p:nvSpPr>
            <p:cNvPr id="9086" name="Google Shape;9086;p83"/>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3"/>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3"/>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3"/>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3"/>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3"/>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3"/>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3"/>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3"/>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83"/>
          <p:cNvGrpSpPr/>
          <p:nvPr/>
        </p:nvGrpSpPr>
        <p:grpSpPr>
          <a:xfrm>
            <a:off x="1913012" y="2764940"/>
            <a:ext cx="417523" cy="374252"/>
            <a:chOff x="1913012" y="2764940"/>
            <a:chExt cx="417523" cy="374252"/>
          </a:xfrm>
        </p:grpSpPr>
        <p:sp>
          <p:nvSpPr>
            <p:cNvPr id="9096" name="Google Shape;9096;p83"/>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3"/>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3"/>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3"/>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3"/>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3"/>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3"/>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3"/>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3"/>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3"/>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3"/>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3"/>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83"/>
          <p:cNvGrpSpPr/>
          <p:nvPr/>
        </p:nvGrpSpPr>
        <p:grpSpPr>
          <a:xfrm>
            <a:off x="830742" y="2763601"/>
            <a:ext cx="384734" cy="381556"/>
            <a:chOff x="830742" y="2763601"/>
            <a:chExt cx="384734" cy="381556"/>
          </a:xfrm>
        </p:grpSpPr>
        <p:sp>
          <p:nvSpPr>
            <p:cNvPr id="9109" name="Google Shape;9109;p83"/>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3"/>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3"/>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3"/>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3"/>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3"/>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3"/>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3"/>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3"/>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3"/>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3"/>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3"/>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3"/>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3"/>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3"/>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3"/>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3"/>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3"/>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3"/>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83"/>
          <p:cNvGrpSpPr/>
          <p:nvPr/>
        </p:nvGrpSpPr>
        <p:grpSpPr>
          <a:xfrm>
            <a:off x="3007498" y="4183419"/>
            <a:ext cx="375434" cy="329667"/>
            <a:chOff x="3007498" y="4183419"/>
            <a:chExt cx="375434" cy="329667"/>
          </a:xfrm>
        </p:grpSpPr>
        <p:sp>
          <p:nvSpPr>
            <p:cNvPr id="9131" name="Google Shape;9131;p8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3"/>
          <p:cNvGrpSpPr/>
          <p:nvPr/>
        </p:nvGrpSpPr>
        <p:grpSpPr>
          <a:xfrm>
            <a:off x="6919276" y="2766990"/>
            <a:ext cx="274550" cy="354728"/>
            <a:chOff x="7606826" y="2419290"/>
            <a:chExt cx="274550" cy="354728"/>
          </a:xfrm>
        </p:grpSpPr>
        <p:sp>
          <p:nvSpPr>
            <p:cNvPr id="9152" name="Google Shape;9152;p8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3"/>
          <p:cNvGrpSpPr/>
          <p:nvPr/>
        </p:nvGrpSpPr>
        <p:grpSpPr>
          <a:xfrm>
            <a:off x="7550168" y="2777003"/>
            <a:ext cx="263316" cy="354728"/>
            <a:chOff x="8062968" y="2419290"/>
            <a:chExt cx="263316" cy="354728"/>
          </a:xfrm>
        </p:grpSpPr>
        <p:sp>
          <p:nvSpPr>
            <p:cNvPr id="9168" name="Google Shape;9168;p8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5" name="Google Shape;9185;p83"/>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186" name="Google Shape;9186;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0" name="Shape 9190"/>
        <p:cNvGrpSpPr/>
        <p:nvPr/>
      </p:nvGrpSpPr>
      <p:grpSpPr>
        <a:xfrm>
          <a:off x="0" y="0"/>
          <a:ext cx="0" cy="0"/>
          <a:chOff x="0" y="0"/>
          <a:chExt cx="0" cy="0"/>
        </a:xfrm>
      </p:grpSpPr>
      <p:grpSp>
        <p:nvGrpSpPr>
          <p:cNvPr id="9191" name="Google Shape;9191;p84"/>
          <p:cNvGrpSpPr/>
          <p:nvPr/>
        </p:nvGrpSpPr>
        <p:grpSpPr>
          <a:xfrm>
            <a:off x="7075663" y="2261129"/>
            <a:ext cx="362163" cy="347098"/>
            <a:chOff x="7075663" y="2444129"/>
            <a:chExt cx="362163" cy="347098"/>
          </a:xfrm>
        </p:grpSpPr>
        <p:sp>
          <p:nvSpPr>
            <p:cNvPr id="9192" name="Google Shape;9192;p84"/>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4"/>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4"/>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4"/>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4"/>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4"/>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4"/>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4"/>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84"/>
          <p:cNvGrpSpPr/>
          <p:nvPr/>
        </p:nvGrpSpPr>
        <p:grpSpPr>
          <a:xfrm>
            <a:off x="6638175" y="2253584"/>
            <a:ext cx="372197" cy="362163"/>
            <a:chOff x="6638175" y="2436584"/>
            <a:chExt cx="372197" cy="362163"/>
          </a:xfrm>
        </p:grpSpPr>
        <p:sp>
          <p:nvSpPr>
            <p:cNvPr id="9201" name="Google Shape;9201;p84"/>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4"/>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4"/>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4"/>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4"/>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4"/>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4"/>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4"/>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4"/>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84"/>
          <p:cNvGrpSpPr/>
          <p:nvPr/>
        </p:nvGrpSpPr>
        <p:grpSpPr>
          <a:xfrm>
            <a:off x="6192906" y="2256440"/>
            <a:ext cx="371699" cy="356084"/>
            <a:chOff x="6192906" y="2439440"/>
            <a:chExt cx="371699" cy="356084"/>
          </a:xfrm>
        </p:grpSpPr>
        <p:sp>
          <p:nvSpPr>
            <p:cNvPr id="9215" name="Google Shape;9215;p84"/>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4"/>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4"/>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4"/>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4"/>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4"/>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4"/>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4"/>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84"/>
          <p:cNvGrpSpPr/>
          <p:nvPr/>
        </p:nvGrpSpPr>
        <p:grpSpPr>
          <a:xfrm>
            <a:off x="5762467" y="2253584"/>
            <a:ext cx="362163" cy="362163"/>
            <a:chOff x="5762467" y="2436584"/>
            <a:chExt cx="362163" cy="362163"/>
          </a:xfrm>
        </p:grpSpPr>
        <p:sp>
          <p:nvSpPr>
            <p:cNvPr id="9229" name="Google Shape;9229;p84"/>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4"/>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4"/>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4"/>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4"/>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4"/>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4"/>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4"/>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4"/>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4"/>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84"/>
          <p:cNvGrpSpPr/>
          <p:nvPr/>
        </p:nvGrpSpPr>
        <p:grpSpPr>
          <a:xfrm>
            <a:off x="5323721" y="2254029"/>
            <a:ext cx="362922" cy="361219"/>
            <a:chOff x="5323721" y="2437029"/>
            <a:chExt cx="362922" cy="361219"/>
          </a:xfrm>
        </p:grpSpPr>
        <p:sp>
          <p:nvSpPr>
            <p:cNvPr id="9255" name="Google Shape;9255;p84"/>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4"/>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4"/>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4"/>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4"/>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4"/>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4"/>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4"/>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4"/>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4"/>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4"/>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4"/>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84"/>
          <p:cNvGrpSpPr/>
          <p:nvPr/>
        </p:nvGrpSpPr>
        <p:grpSpPr>
          <a:xfrm>
            <a:off x="4875937" y="2285731"/>
            <a:ext cx="407122" cy="315448"/>
            <a:chOff x="4875937" y="2468731"/>
            <a:chExt cx="407122" cy="315448"/>
          </a:xfrm>
        </p:grpSpPr>
        <p:sp>
          <p:nvSpPr>
            <p:cNvPr id="9273" name="Google Shape;9273;p84"/>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4"/>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4"/>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4"/>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4"/>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4"/>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4"/>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4"/>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4"/>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4"/>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4"/>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4"/>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4"/>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4"/>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4"/>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4"/>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4"/>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84"/>
          <p:cNvGrpSpPr/>
          <p:nvPr/>
        </p:nvGrpSpPr>
        <p:grpSpPr>
          <a:xfrm>
            <a:off x="4893282" y="3621774"/>
            <a:ext cx="242114" cy="362163"/>
            <a:chOff x="4893282" y="3804774"/>
            <a:chExt cx="242114" cy="362163"/>
          </a:xfrm>
        </p:grpSpPr>
        <p:sp>
          <p:nvSpPr>
            <p:cNvPr id="9293" name="Google Shape;9293;p8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84"/>
          <p:cNvGrpSpPr/>
          <p:nvPr/>
        </p:nvGrpSpPr>
        <p:grpSpPr>
          <a:xfrm>
            <a:off x="6248162" y="3621774"/>
            <a:ext cx="231058" cy="362425"/>
            <a:chOff x="6248162" y="3804774"/>
            <a:chExt cx="231058" cy="362425"/>
          </a:xfrm>
        </p:grpSpPr>
        <p:sp>
          <p:nvSpPr>
            <p:cNvPr id="9320" name="Google Shape;9320;p8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84"/>
          <p:cNvGrpSpPr/>
          <p:nvPr/>
        </p:nvGrpSpPr>
        <p:grpSpPr>
          <a:xfrm>
            <a:off x="5346568" y="3621774"/>
            <a:ext cx="233337" cy="362163"/>
            <a:chOff x="5346568" y="3804774"/>
            <a:chExt cx="233337" cy="362163"/>
          </a:xfrm>
        </p:grpSpPr>
        <p:sp>
          <p:nvSpPr>
            <p:cNvPr id="9325" name="Google Shape;9325;p84"/>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4"/>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4"/>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4"/>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4"/>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4"/>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4"/>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4"/>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4"/>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4"/>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4"/>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4"/>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4"/>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4"/>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4"/>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4"/>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4"/>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4"/>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4"/>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84"/>
          <p:cNvGrpSpPr/>
          <p:nvPr/>
        </p:nvGrpSpPr>
        <p:grpSpPr>
          <a:xfrm>
            <a:off x="6704985" y="3622141"/>
            <a:ext cx="209967" cy="361639"/>
            <a:chOff x="6704985" y="3805141"/>
            <a:chExt cx="209967" cy="361639"/>
          </a:xfrm>
        </p:grpSpPr>
        <p:sp>
          <p:nvSpPr>
            <p:cNvPr id="9345" name="Google Shape;9345;p84"/>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4"/>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4"/>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4"/>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4"/>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4"/>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4"/>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4"/>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4"/>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4"/>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4"/>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4"/>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84"/>
          <p:cNvGrpSpPr/>
          <p:nvPr/>
        </p:nvGrpSpPr>
        <p:grpSpPr>
          <a:xfrm>
            <a:off x="7513884" y="2265269"/>
            <a:ext cx="363184" cy="338792"/>
            <a:chOff x="7513884" y="2448269"/>
            <a:chExt cx="363184" cy="338792"/>
          </a:xfrm>
        </p:grpSpPr>
        <p:sp>
          <p:nvSpPr>
            <p:cNvPr id="9358" name="Google Shape;9358;p84"/>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4"/>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4"/>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4"/>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4"/>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4"/>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84"/>
          <p:cNvGrpSpPr/>
          <p:nvPr/>
        </p:nvGrpSpPr>
        <p:grpSpPr>
          <a:xfrm>
            <a:off x="5777767" y="3621826"/>
            <a:ext cx="258699" cy="362136"/>
            <a:chOff x="5777767" y="3804826"/>
            <a:chExt cx="258699" cy="362136"/>
          </a:xfrm>
        </p:grpSpPr>
        <p:sp>
          <p:nvSpPr>
            <p:cNvPr id="9365" name="Google Shape;9365;p84"/>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4"/>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4"/>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84"/>
          <p:cNvGrpSpPr/>
          <p:nvPr/>
        </p:nvGrpSpPr>
        <p:grpSpPr>
          <a:xfrm>
            <a:off x="7953101" y="2253584"/>
            <a:ext cx="361691" cy="362163"/>
            <a:chOff x="7953101" y="2436584"/>
            <a:chExt cx="361691" cy="362163"/>
          </a:xfrm>
        </p:grpSpPr>
        <p:sp>
          <p:nvSpPr>
            <p:cNvPr id="9369" name="Google Shape;9369;p8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84"/>
          <p:cNvGrpSpPr/>
          <p:nvPr/>
        </p:nvGrpSpPr>
        <p:grpSpPr>
          <a:xfrm>
            <a:off x="4859353" y="3172130"/>
            <a:ext cx="373481" cy="362267"/>
            <a:chOff x="4859353" y="3355130"/>
            <a:chExt cx="373481" cy="362267"/>
          </a:xfrm>
        </p:grpSpPr>
        <p:sp>
          <p:nvSpPr>
            <p:cNvPr id="9379" name="Google Shape;9379;p84"/>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4"/>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4"/>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4"/>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4"/>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4"/>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4"/>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4"/>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4"/>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4"/>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4"/>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4"/>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4"/>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4"/>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84"/>
          <p:cNvGrpSpPr/>
          <p:nvPr/>
        </p:nvGrpSpPr>
        <p:grpSpPr>
          <a:xfrm>
            <a:off x="6637678" y="1317982"/>
            <a:ext cx="378721" cy="362005"/>
            <a:chOff x="6637678" y="1500982"/>
            <a:chExt cx="378721" cy="362005"/>
          </a:xfrm>
        </p:grpSpPr>
        <p:sp>
          <p:nvSpPr>
            <p:cNvPr id="9394" name="Google Shape;9394;p84"/>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4"/>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4"/>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4"/>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4"/>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4"/>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4"/>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4"/>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4"/>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4"/>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4"/>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4"/>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4"/>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4"/>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4"/>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4"/>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84"/>
          <p:cNvGrpSpPr/>
          <p:nvPr/>
        </p:nvGrpSpPr>
        <p:grpSpPr>
          <a:xfrm>
            <a:off x="5827993" y="3172496"/>
            <a:ext cx="223041" cy="362163"/>
            <a:chOff x="5827993" y="3355496"/>
            <a:chExt cx="223041" cy="362163"/>
          </a:xfrm>
        </p:grpSpPr>
        <p:sp>
          <p:nvSpPr>
            <p:cNvPr id="9411" name="Google Shape;9411;p8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84"/>
          <p:cNvGrpSpPr/>
          <p:nvPr/>
        </p:nvGrpSpPr>
        <p:grpSpPr>
          <a:xfrm>
            <a:off x="7528713" y="1317641"/>
            <a:ext cx="370520" cy="361586"/>
            <a:chOff x="7528713" y="1500641"/>
            <a:chExt cx="370520" cy="361586"/>
          </a:xfrm>
        </p:grpSpPr>
        <p:sp>
          <p:nvSpPr>
            <p:cNvPr id="9427" name="Google Shape;9427;p84"/>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4"/>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4"/>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4"/>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4"/>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84"/>
          <p:cNvGrpSpPr/>
          <p:nvPr/>
        </p:nvGrpSpPr>
        <p:grpSpPr>
          <a:xfrm>
            <a:off x="5317198" y="3172496"/>
            <a:ext cx="367429" cy="362163"/>
            <a:chOff x="5317198" y="3355496"/>
            <a:chExt cx="367429" cy="362163"/>
          </a:xfrm>
        </p:grpSpPr>
        <p:sp>
          <p:nvSpPr>
            <p:cNvPr id="9435" name="Google Shape;9435;p84"/>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4"/>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4"/>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4"/>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4"/>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4"/>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4"/>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4"/>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4"/>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4"/>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4"/>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4"/>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4"/>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4"/>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4"/>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4"/>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84"/>
          <p:cNvGrpSpPr/>
          <p:nvPr/>
        </p:nvGrpSpPr>
        <p:grpSpPr>
          <a:xfrm>
            <a:off x="5302971" y="1317563"/>
            <a:ext cx="383175" cy="362241"/>
            <a:chOff x="5302971" y="1500563"/>
            <a:chExt cx="383175" cy="362241"/>
          </a:xfrm>
        </p:grpSpPr>
        <p:sp>
          <p:nvSpPr>
            <p:cNvPr id="9452" name="Google Shape;9452;p84"/>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4"/>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84"/>
          <p:cNvGrpSpPr/>
          <p:nvPr/>
        </p:nvGrpSpPr>
        <p:grpSpPr>
          <a:xfrm>
            <a:off x="6202705" y="1342453"/>
            <a:ext cx="364180" cy="312461"/>
            <a:chOff x="6202705" y="1525453"/>
            <a:chExt cx="364180" cy="312461"/>
          </a:xfrm>
        </p:grpSpPr>
        <p:sp>
          <p:nvSpPr>
            <p:cNvPr id="9455" name="Google Shape;9455;p8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84"/>
          <p:cNvGrpSpPr/>
          <p:nvPr/>
        </p:nvGrpSpPr>
        <p:grpSpPr>
          <a:xfrm>
            <a:off x="7087217" y="1320602"/>
            <a:ext cx="362398" cy="356163"/>
            <a:chOff x="7087217" y="1503602"/>
            <a:chExt cx="362398" cy="356163"/>
          </a:xfrm>
        </p:grpSpPr>
        <p:sp>
          <p:nvSpPr>
            <p:cNvPr id="9463" name="Google Shape;9463;p84"/>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4"/>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4"/>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4"/>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4"/>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4"/>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4"/>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4"/>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4"/>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4"/>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4"/>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4"/>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4"/>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4"/>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4"/>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4"/>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4"/>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4"/>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4"/>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4"/>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4"/>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84"/>
          <p:cNvGrpSpPr/>
          <p:nvPr/>
        </p:nvGrpSpPr>
        <p:grpSpPr>
          <a:xfrm>
            <a:off x="7968952" y="1317877"/>
            <a:ext cx="378747" cy="361455"/>
            <a:chOff x="7968952" y="1500877"/>
            <a:chExt cx="378747" cy="361455"/>
          </a:xfrm>
        </p:grpSpPr>
        <p:sp>
          <p:nvSpPr>
            <p:cNvPr id="9485" name="Google Shape;9485;p84"/>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4"/>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4"/>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4"/>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4"/>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4"/>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4"/>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4"/>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4"/>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4"/>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4"/>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4"/>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4"/>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4"/>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4"/>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84"/>
          <p:cNvGrpSpPr/>
          <p:nvPr/>
        </p:nvGrpSpPr>
        <p:grpSpPr>
          <a:xfrm>
            <a:off x="5761445" y="1358723"/>
            <a:ext cx="362163" cy="279737"/>
            <a:chOff x="5761445" y="1541723"/>
            <a:chExt cx="362163" cy="279737"/>
          </a:xfrm>
        </p:grpSpPr>
        <p:sp>
          <p:nvSpPr>
            <p:cNvPr id="9501" name="Google Shape;9501;p84"/>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4"/>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4"/>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4"/>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4"/>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4"/>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84"/>
          <p:cNvGrpSpPr/>
          <p:nvPr/>
        </p:nvGrpSpPr>
        <p:grpSpPr>
          <a:xfrm>
            <a:off x="6204958" y="3172575"/>
            <a:ext cx="358390" cy="362320"/>
            <a:chOff x="6204958" y="3355575"/>
            <a:chExt cx="358390" cy="362320"/>
          </a:xfrm>
        </p:grpSpPr>
        <p:sp>
          <p:nvSpPr>
            <p:cNvPr id="9508" name="Google Shape;9508;p84"/>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4"/>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4"/>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4"/>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4"/>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4"/>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4"/>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4"/>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4"/>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4"/>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4"/>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4"/>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4"/>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4"/>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4"/>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4"/>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84"/>
          <p:cNvGrpSpPr/>
          <p:nvPr/>
        </p:nvGrpSpPr>
        <p:grpSpPr>
          <a:xfrm>
            <a:off x="4939970" y="1316855"/>
            <a:ext cx="242979" cy="362660"/>
            <a:chOff x="4939970" y="1499855"/>
            <a:chExt cx="242979" cy="362660"/>
          </a:xfrm>
        </p:grpSpPr>
        <p:sp>
          <p:nvSpPr>
            <p:cNvPr id="9525" name="Google Shape;9525;p84"/>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4"/>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4"/>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4"/>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4"/>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4"/>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84"/>
          <p:cNvGrpSpPr/>
          <p:nvPr/>
        </p:nvGrpSpPr>
        <p:grpSpPr>
          <a:xfrm>
            <a:off x="8023448" y="3172496"/>
            <a:ext cx="284322" cy="362163"/>
            <a:chOff x="8023448" y="3355496"/>
            <a:chExt cx="284322" cy="362163"/>
          </a:xfrm>
        </p:grpSpPr>
        <p:sp>
          <p:nvSpPr>
            <p:cNvPr id="9532" name="Google Shape;9532;p84"/>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4"/>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4"/>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4"/>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4"/>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4"/>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4"/>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4"/>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4"/>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84"/>
          <p:cNvGrpSpPr/>
          <p:nvPr/>
        </p:nvGrpSpPr>
        <p:grpSpPr>
          <a:xfrm>
            <a:off x="6644201" y="3172496"/>
            <a:ext cx="366695" cy="361979"/>
            <a:chOff x="6644201" y="3355496"/>
            <a:chExt cx="366695" cy="361979"/>
          </a:xfrm>
        </p:grpSpPr>
        <p:sp>
          <p:nvSpPr>
            <p:cNvPr id="9542" name="Google Shape;9542;p8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84"/>
          <p:cNvGrpSpPr/>
          <p:nvPr/>
        </p:nvGrpSpPr>
        <p:grpSpPr>
          <a:xfrm>
            <a:off x="7955145" y="1836192"/>
            <a:ext cx="365176" cy="271013"/>
            <a:chOff x="7955145" y="2019192"/>
            <a:chExt cx="365176" cy="271013"/>
          </a:xfrm>
        </p:grpSpPr>
        <p:sp>
          <p:nvSpPr>
            <p:cNvPr id="9565" name="Google Shape;9565;p8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4"/>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4"/>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84"/>
          <p:cNvGrpSpPr/>
          <p:nvPr/>
        </p:nvGrpSpPr>
        <p:grpSpPr>
          <a:xfrm>
            <a:off x="7518155" y="1826471"/>
            <a:ext cx="361927" cy="290270"/>
            <a:chOff x="7518155" y="2009471"/>
            <a:chExt cx="361927" cy="290270"/>
          </a:xfrm>
        </p:grpSpPr>
        <p:sp>
          <p:nvSpPr>
            <p:cNvPr id="9572" name="Google Shape;9572;p84"/>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4"/>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4"/>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4"/>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4"/>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4"/>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4"/>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4"/>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4"/>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4"/>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4"/>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4"/>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4"/>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84"/>
          <p:cNvGrpSpPr/>
          <p:nvPr/>
        </p:nvGrpSpPr>
        <p:grpSpPr>
          <a:xfrm>
            <a:off x="7079672" y="1808053"/>
            <a:ext cx="362163" cy="327264"/>
            <a:chOff x="7079672" y="1991053"/>
            <a:chExt cx="362163" cy="327264"/>
          </a:xfrm>
        </p:grpSpPr>
        <p:sp>
          <p:nvSpPr>
            <p:cNvPr id="9586" name="Google Shape;9586;p84"/>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4"/>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4"/>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4"/>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4"/>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4"/>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4"/>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4"/>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4"/>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4"/>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4"/>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4"/>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4"/>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4"/>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4"/>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4"/>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84"/>
          <p:cNvGrpSpPr/>
          <p:nvPr/>
        </p:nvGrpSpPr>
        <p:grpSpPr>
          <a:xfrm>
            <a:off x="6641188" y="1852514"/>
            <a:ext cx="361901" cy="238132"/>
            <a:chOff x="6641188" y="2035514"/>
            <a:chExt cx="361901" cy="238132"/>
          </a:xfrm>
        </p:grpSpPr>
        <p:sp>
          <p:nvSpPr>
            <p:cNvPr id="9603" name="Google Shape;9603;p84"/>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4"/>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4"/>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4"/>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4"/>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4"/>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4"/>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4"/>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4"/>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4"/>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4"/>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4"/>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4"/>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4"/>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4"/>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4"/>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4"/>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4"/>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4"/>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84"/>
          <p:cNvGrpSpPr/>
          <p:nvPr/>
        </p:nvGrpSpPr>
        <p:grpSpPr>
          <a:xfrm>
            <a:off x="6202443" y="1803677"/>
            <a:ext cx="362425" cy="335884"/>
            <a:chOff x="6202443" y="1986677"/>
            <a:chExt cx="362425" cy="335884"/>
          </a:xfrm>
        </p:grpSpPr>
        <p:sp>
          <p:nvSpPr>
            <p:cNvPr id="9623" name="Google Shape;9623;p84"/>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4"/>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4"/>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4"/>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4"/>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4"/>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4"/>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4"/>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4"/>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4"/>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4"/>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4"/>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4"/>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4"/>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4"/>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4"/>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4"/>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4"/>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4"/>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4"/>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84"/>
          <p:cNvGrpSpPr/>
          <p:nvPr/>
        </p:nvGrpSpPr>
        <p:grpSpPr>
          <a:xfrm>
            <a:off x="5764222" y="1833598"/>
            <a:ext cx="374293" cy="276069"/>
            <a:chOff x="5764222" y="2016598"/>
            <a:chExt cx="374293" cy="276069"/>
          </a:xfrm>
        </p:grpSpPr>
        <p:sp>
          <p:nvSpPr>
            <p:cNvPr id="9644" name="Google Shape;9644;p84"/>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4"/>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4"/>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4"/>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4"/>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4"/>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4"/>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4"/>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4"/>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4"/>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4"/>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84"/>
          <p:cNvGrpSpPr/>
          <p:nvPr/>
        </p:nvGrpSpPr>
        <p:grpSpPr>
          <a:xfrm>
            <a:off x="5325477" y="1833441"/>
            <a:ext cx="361927" cy="276515"/>
            <a:chOff x="5325477" y="2016441"/>
            <a:chExt cx="361927" cy="276515"/>
          </a:xfrm>
        </p:grpSpPr>
        <p:sp>
          <p:nvSpPr>
            <p:cNvPr id="9656" name="Google Shape;9656;p84"/>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4"/>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4"/>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4"/>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4"/>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4"/>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4"/>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4"/>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4"/>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4"/>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4"/>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4"/>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4"/>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4"/>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4"/>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4"/>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4"/>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4"/>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4"/>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4"/>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84"/>
          <p:cNvGrpSpPr/>
          <p:nvPr/>
        </p:nvGrpSpPr>
        <p:grpSpPr>
          <a:xfrm>
            <a:off x="4870671" y="1834200"/>
            <a:ext cx="364180" cy="274812"/>
            <a:chOff x="4870671" y="2017200"/>
            <a:chExt cx="364180" cy="274812"/>
          </a:xfrm>
        </p:grpSpPr>
        <p:sp>
          <p:nvSpPr>
            <p:cNvPr id="9677" name="Google Shape;9677;p84"/>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4"/>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4"/>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4"/>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4"/>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4"/>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4"/>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4"/>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4"/>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4"/>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4"/>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4"/>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4"/>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84"/>
          <p:cNvGrpSpPr/>
          <p:nvPr/>
        </p:nvGrpSpPr>
        <p:grpSpPr>
          <a:xfrm>
            <a:off x="7144726" y="3172496"/>
            <a:ext cx="260690" cy="362032"/>
            <a:chOff x="7144726" y="3355496"/>
            <a:chExt cx="260690" cy="362032"/>
          </a:xfrm>
        </p:grpSpPr>
        <p:sp>
          <p:nvSpPr>
            <p:cNvPr id="9691" name="Google Shape;9691;p8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84"/>
          <p:cNvGrpSpPr/>
          <p:nvPr/>
        </p:nvGrpSpPr>
        <p:grpSpPr>
          <a:xfrm>
            <a:off x="6705719" y="4095051"/>
            <a:ext cx="261712" cy="361770"/>
            <a:chOff x="6705719" y="4278051"/>
            <a:chExt cx="261712" cy="361770"/>
          </a:xfrm>
        </p:grpSpPr>
        <p:sp>
          <p:nvSpPr>
            <p:cNvPr id="9698" name="Google Shape;9698;p84"/>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4"/>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4"/>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4"/>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4"/>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4"/>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4"/>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4"/>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4"/>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4"/>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4"/>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4"/>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4"/>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4"/>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4"/>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84"/>
          <p:cNvGrpSpPr/>
          <p:nvPr/>
        </p:nvGrpSpPr>
        <p:grpSpPr>
          <a:xfrm>
            <a:off x="5750650" y="2708652"/>
            <a:ext cx="320216" cy="361403"/>
            <a:chOff x="5750650" y="2891652"/>
            <a:chExt cx="320216" cy="361403"/>
          </a:xfrm>
        </p:grpSpPr>
        <p:sp>
          <p:nvSpPr>
            <p:cNvPr id="9714" name="Google Shape;9714;p84"/>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4"/>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4"/>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4"/>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4"/>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4"/>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4"/>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4"/>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4"/>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4"/>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4"/>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4"/>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4"/>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4"/>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4"/>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84"/>
          <p:cNvGrpSpPr/>
          <p:nvPr/>
        </p:nvGrpSpPr>
        <p:grpSpPr>
          <a:xfrm>
            <a:off x="6658009" y="2708390"/>
            <a:ext cx="315972" cy="361927"/>
            <a:chOff x="6658009" y="2891390"/>
            <a:chExt cx="315972" cy="361927"/>
          </a:xfrm>
        </p:grpSpPr>
        <p:sp>
          <p:nvSpPr>
            <p:cNvPr id="9730" name="Google Shape;9730;p84"/>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4"/>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4"/>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4"/>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4"/>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4"/>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4"/>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84"/>
          <p:cNvGrpSpPr/>
          <p:nvPr/>
        </p:nvGrpSpPr>
        <p:grpSpPr>
          <a:xfrm>
            <a:off x="6203465" y="2708206"/>
            <a:ext cx="320478" cy="362110"/>
            <a:chOff x="6203465" y="2891206"/>
            <a:chExt cx="320478" cy="362110"/>
          </a:xfrm>
        </p:grpSpPr>
        <p:sp>
          <p:nvSpPr>
            <p:cNvPr id="9738" name="Google Shape;9738;p84"/>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4"/>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4"/>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4"/>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84"/>
          <p:cNvGrpSpPr/>
          <p:nvPr/>
        </p:nvGrpSpPr>
        <p:grpSpPr>
          <a:xfrm>
            <a:off x="7567280" y="2708259"/>
            <a:ext cx="307116" cy="362294"/>
            <a:chOff x="7567280" y="2891259"/>
            <a:chExt cx="307116" cy="362294"/>
          </a:xfrm>
        </p:grpSpPr>
        <p:sp>
          <p:nvSpPr>
            <p:cNvPr id="9744" name="Google Shape;9744;p84"/>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4"/>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4"/>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4"/>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4"/>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4"/>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4"/>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4"/>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4"/>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4"/>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4"/>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4"/>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84"/>
          <p:cNvGrpSpPr/>
          <p:nvPr/>
        </p:nvGrpSpPr>
        <p:grpSpPr>
          <a:xfrm>
            <a:off x="7112579" y="2708521"/>
            <a:ext cx="338556" cy="361534"/>
            <a:chOff x="7112579" y="2891521"/>
            <a:chExt cx="338556" cy="361534"/>
          </a:xfrm>
        </p:grpSpPr>
        <p:sp>
          <p:nvSpPr>
            <p:cNvPr id="9757" name="Google Shape;9757;p84"/>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4"/>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84"/>
          <p:cNvGrpSpPr/>
          <p:nvPr/>
        </p:nvGrpSpPr>
        <p:grpSpPr>
          <a:xfrm>
            <a:off x="7155259" y="3622036"/>
            <a:ext cx="207478" cy="361272"/>
            <a:chOff x="7155259" y="3805036"/>
            <a:chExt cx="207478" cy="361272"/>
          </a:xfrm>
        </p:grpSpPr>
        <p:sp>
          <p:nvSpPr>
            <p:cNvPr id="9760" name="Google Shape;9760;p84"/>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4"/>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4"/>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4"/>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4"/>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4"/>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4"/>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4"/>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4"/>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4"/>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4"/>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4"/>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84"/>
          <p:cNvGrpSpPr/>
          <p:nvPr/>
        </p:nvGrpSpPr>
        <p:grpSpPr>
          <a:xfrm>
            <a:off x="4915368" y="2708390"/>
            <a:ext cx="182850" cy="361927"/>
            <a:chOff x="4915368" y="2891390"/>
            <a:chExt cx="182850" cy="361927"/>
          </a:xfrm>
        </p:grpSpPr>
        <p:sp>
          <p:nvSpPr>
            <p:cNvPr id="9773" name="Google Shape;9773;p8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84"/>
          <p:cNvGrpSpPr/>
          <p:nvPr/>
        </p:nvGrpSpPr>
        <p:grpSpPr>
          <a:xfrm>
            <a:off x="8028714" y="2708652"/>
            <a:ext cx="289589" cy="361403"/>
            <a:chOff x="8028714" y="2891652"/>
            <a:chExt cx="289589" cy="361403"/>
          </a:xfrm>
        </p:grpSpPr>
        <p:sp>
          <p:nvSpPr>
            <p:cNvPr id="9785" name="Google Shape;9785;p8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84"/>
          <p:cNvGrpSpPr/>
          <p:nvPr/>
        </p:nvGrpSpPr>
        <p:grpSpPr>
          <a:xfrm>
            <a:off x="7551822" y="3621774"/>
            <a:ext cx="293335" cy="361927"/>
            <a:chOff x="7551822" y="3804774"/>
            <a:chExt cx="293335" cy="361927"/>
          </a:xfrm>
        </p:grpSpPr>
        <p:sp>
          <p:nvSpPr>
            <p:cNvPr id="9806" name="Google Shape;9806;p84"/>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4"/>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4"/>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4"/>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4"/>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4"/>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4"/>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4"/>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4"/>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4"/>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4"/>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84"/>
          <p:cNvGrpSpPr/>
          <p:nvPr/>
        </p:nvGrpSpPr>
        <p:grpSpPr>
          <a:xfrm>
            <a:off x="6263725" y="4094658"/>
            <a:ext cx="210491" cy="362163"/>
            <a:chOff x="6263725" y="4277658"/>
            <a:chExt cx="210491" cy="362163"/>
          </a:xfrm>
        </p:grpSpPr>
        <p:sp>
          <p:nvSpPr>
            <p:cNvPr id="9818" name="Google Shape;9818;p84"/>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4"/>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4"/>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4"/>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4"/>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4"/>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4"/>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4"/>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4"/>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4"/>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4"/>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4"/>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4"/>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4"/>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4"/>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84"/>
          <p:cNvGrpSpPr/>
          <p:nvPr/>
        </p:nvGrpSpPr>
        <p:grpSpPr>
          <a:xfrm>
            <a:off x="7987790" y="3621695"/>
            <a:ext cx="336303" cy="362005"/>
            <a:chOff x="7987790" y="3804695"/>
            <a:chExt cx="336303" cy="362005"/>
          </a:xfrm>
        </p:grpSpPr>
        <p:sp>
          <p:nvSpPr>
            <p:cNvPr id="9834" name="Google Shape;9834;p84"/>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4"/>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4"/>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4"/>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4"/>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4"/>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4"/>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4"/>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4"/>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4"/>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84"/>
          <p:cNvGrpSpPr/>
          <p:nvPr/>
        </p:nvGrpSpPr>
        <p:grpSpPr>
          <a:xfrm>
            <a:off x="5273444" y="2708285"/>
            <a:ext cx="371123" cy="362267"/>
            <a:chOff x="5273444" y="2891285"/>
            <a:chExt cx="371123" cy="362267"/>
          </a:xfrm>
        </p:grpSpPr>
        <p:sp>
          <p:nvSpPr>
            <p:cNvPr id="9845" name="Google Shape;9845;p84"/>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4"/>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4"/>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4"/>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4"/>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4"/>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4"/>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4"/>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4"/>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4"/>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4"/>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4"/>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4"/>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4"/>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84"/>
          <p:cNvGrpSpPr/>
          <p:nvPr/>
        </p:nvGrpSpPr>
        <p:grpSpPr>
          <a:xfrm>
            <a:off x="7630397" y="3175399"/>
            <a:ext cx="214759" cy="357030"/>
            <a:chOff x="2235125" y="238075"/>
            <a:chExt cx="3144350" cy="5227375"/>
          </a:xfrm>
        </p:grpSpPr>
        <p:sp>
          <p:nvSpPr>
            <p:cNvPr id="9860" name="Google Shape;9860;p84"/>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4"/>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4"/>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4"/>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4"/>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4"/>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4"/>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4"/>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4"/>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84"/>
          <p:cNvGrpSpPr/>
          <p:nvPr/>
        </p:nvGrpSpPr>
        <p:grpSpPr>
          <a:xfrm>
            <a:off x="2810729" y="4084107"/>
            <a:ext cx="342496" cy="351944"/>
            <a:chOff x="2810729" y="4267107"/>
            <a:chExt cx="342496" cy="351944"/>
          </a:xfrm>
        </p:grpSpPr>
        <p:sp>
          <p:nvSpPr>
            <p:cNvPr id="9870" name="Google Shape;9870;p84"/>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4"/>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4"/>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4"/>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4"/>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4"/>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4"/>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4"/>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4"/>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4"/>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4"/>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4"/>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4"/>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4"/>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4"/>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4"/>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4"/>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4"/>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4"/>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4"/>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4"/>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4"/>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4"/>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4"/>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4"/>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4"/>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4"/>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4"/>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4"/>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4"/>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84"/>
          <p:cNvGrpSpPr/>
          <p:nvPr/>
        </p:nvGrpSpPr>
        <p:grpSpPr>
          <a:xfrm>
            <a:off x="1779168" y="3622625"/>
            <a:ext cx="282381" cy="343454"/>
            <a:chOff x="1779168" y="3805625"/>
            <a:chExt cx="282381" cy="343454"/>
          </a:xfrm>
        </p:grpSpPr>
        <p:sp>
          <p:nvSpPr>
            <p:cNvPr id="9901" name="Google Shape;9901;p84"/>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4"/>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4"/>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4"/>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4"/>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4"/>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4"/>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4"/>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4"/>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4"/>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4"/>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4"/>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4"/>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4"/>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4"/>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4"/>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4"/>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4"/>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4"/>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4"/>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4"/>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4"/>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4"/>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4"/>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4"/>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4"/>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84"/>
          <p:cNvGrpSpPr/>
          <p:nvPr/>
        </p:nvGrpSpPr>
        <p:grpSpPr>
          <a:xfrm>
            <a:off x="2593522" y="2224029"/>
            <a:ext cx="391606" cy="364535"/>
            <a:chOff x="2593522" y="2407029"/>
            <a:chExt cx="391606" cy="364535"/>
          </a:xfrm>
        </p:grpSpPr>
        <p:sp>
          <p:nvSpPr>
            <p:cNvPr id="9930" name="Google Shape;9930;p84"/>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4"/>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4"/>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4"/>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4"/>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4"/>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4"/>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4"/>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4"/>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4"/>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4"/>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4"/>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4"/>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4"/>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4"/>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4"/>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4"/>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4"/>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4"/>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4"/>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4"/>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4"/>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4"/>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4"/>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4"/>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4"/>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4"/>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4"/>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4"/>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4"/>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4"/>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4"/>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4"/>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4"/>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4"/>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4"/>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4"/>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4"/>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4"/>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84"/>
          <p:cNvGrpSpPr/>
          <p:nvPr/>
        </p:nvGrpSpPr>
        <p:grpSpPr>
          <a:xfrm>
            <a:off x="3955047" y="2249242"/>
            <a:ext cx="322912" cy="334396"/>
            <a:chOff x="3955047" y="2432242"/>
            <a:chExt cx="322912" cy="334396"/>
          </a:xfrm>
        </p:grpSpPr>
        <p:sp>
          <p:nvSpPr>
            <p:cNvPr id="9970" name="Google Shape;9970;p84"/>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4"/>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4"/>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84"/>
          <p:cNvGrpSpPr/>
          <p:nvPr/>
        </p:nvGrpSpPr>
        <p:grpSpPr>
          <a:xfrm>
            <a:off x="1802465" y="1779854"/>
            <a:ext cx="265373" cy="351944"/>
            <a:chOff x="1802465" y="1962854"/>
            <a:chExt cx="265373" cy="351944"/>
          </a:xfrm>
        </p:grpSpPr>
        <p:sp>
          <p:nvSpPr>
            <p:cNvPr id="9974" name="Google Shape;9974;p84"/>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4"/>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4"/>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4"/>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4"/>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4"/>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4"/>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84"/>
          <p:cNvGrpSpPr/>
          <p:nvPr/>
        </p:nvGrpSpPr>
        <p:grpSpPr>
          <a:xfrm>
            <a:off x="3512070" y="1773222"/>
            <a:ext cx="373983" cy="363622"/>
            <a:chOff x="3512070" y="1956222"/>
            <a:chExt cx="373983" cy="363622"/>
          </a:xfrm>
        </p:grpSpPr>
        <p:sp>
          <p:nvSpPr>
            <p:cNvPr id="9982" name="Google Shape;9982;p84"/>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4"/>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4"/>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4"/>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4"/>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4"/>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4"/>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4"/>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4"/>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4"/>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4"/>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4"/>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4"/>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4"/>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4"/>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4"/>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4"/>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84"/>
          <p:cNvGrpSpPr/>
          <p:nvPr/>
        </p:nvGrpSpPr>
        <p:grpSpPr>
          <a:xfrm>
            <a:off x="842683" y="2211751"/>
            <a:ext cx="345640" cy="356660"/>
            <a:chOff x="842683" y="2394751"/>
            <a:chExt cx="345640" cy="356660"/>
          </a:xfrm>
        </p:grpSpPr>
        <p:sp>
          <p:nvSpPr>
            <p:cNvPr id="10000" name="Google Shape;10000;p84"/>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4"/>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4"/>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4"/>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4"/>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4"/>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4"/>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4"/>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4"/>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4"/>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4"/>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4"/>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4"/>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4"/>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4"/>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4"/>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84"/>
          <p:cNvGrpSpPr/>
          <p:nvPr/>
        </p:nvGrpSpPr>
        <p:grpSpPr>
          <a:xfrm>
            <a:off x="1290615" y="2216467"/>
            <a:ext cx="336836" cy="342511"/>
            <a:chOff x="1290615" y="2399467"/>
            <a:chExt cx="336836" cy="342511"/>
          </a:xfrm>
        </p:grpSpPr>
        <p:sp>
          <p:nvSpPr>
            <p:cNvPr id="10017" name="Google Shape;10017;p84"/>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4"/>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4"/>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4"/>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4"/>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4"/>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4"/>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4"/>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4"/>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4"/>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4"/>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4"/>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4"/>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4"/>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4"/>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4"/>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4"/>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4"/>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4"/>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84"/>
          <p:cNvGrpSpPr/>
          <p:nvPr/>
        </p:nvGrpSpPr>
        <p:grpSpPr>
          <a:xfrm>
            <a:off x="1748310" y="2225601"/>
            <a:ext cx="308508" cy="333378"/>
            <a:chOff x="1748310" y="2408601"/>
            <a:chExt cx="308508" cy="333378"/>
          </a:xfrm>
        </p:grpSpPr>
        <p:sp>
          <p:nvSpPr>
            <p:cNvPr id="10037" name="Google Shape;10037;p84"/>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4"/>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4"/>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4"/>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4"/>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4"/>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4"/>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4"/>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84"/>
          <p:cNvGrpSpPr/>
          <p:nvPr/>
        </p:nvGrpSpPr>
        <p:grpSpPr>
          <a:xfrm>
            <a:off x="3044614" y="2235033"/>
            <a:ext cx="376184" cy="315141"/>
            <a:chOff x="3044614" y="2418033"/>
            <a:chExt cx="376184" cy="315141"/>
          </a:xfrm>
        </p:grpSpPr>
        <p:sp>
          <p:nvSpPr>
            <p:cNvPr id="10046" name="Google Shape;10046;p84"/>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4"/>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4"/>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4"/>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4"/>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4"/>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4"/>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4"/>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4"/>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84"/>
          <p:cNvGrpSpPr/>
          <p:nvPr/>
        </p:nvGrpSpPr>
        <p:grpSpPr>
          <a:xfrm>
            <a:off x="3943638" y="3632072"/>
            <a:ext cx="357933" cy="342676"/>
            <a:chOff x="3943638" y="3815072"/>
            <a:chExt cx="357933" cy="342676"/>
          </a:xfrm>
        </p:grpSpPr>
        <p:sp>
          <p:nvSpPr>
            <p:cNvPr id="10056" name="Google Shape;10056;p8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84"/>
          <p:cNvGrpSpPr/>
          <p:nvPr/>
        </p:nvGrpSpPr>
        <p:grpSpPr>
          <a:xfrm>
            <a:off x="3508282" y="3627341"/>
            <a:ext cx="351644" cy="351959"/>
            <a:chOff x="3508282" y="3810341"/>
            <a:chExt cx="351644" cy="351959"/>
          </a:xfrm>
        </p:grpSpPr>
        <p:sp>
          <p:nvSpPr>
            <p:cNvPr id="10066" name="Google Shape;10066;p84"/>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4"/>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4"/>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4"/>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4"/>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4"/>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4"/>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4"/>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4"/>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4"/>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4"/>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4"/>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4"/>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84"/>
          <p:cNvGrpSpPr/>
          <p:nvPr/>
        </p:nvGrpSpPr>
        <p:grpSpPr>
          <a:xfrm>
            <a:off x="2224585" y="1779854"/>
            <a:ext cx="303163" cy="351809"/>
            <a:chOff x="2224585" y="1962854"/>
            <a:chExt cx="303163" cy="351809"/>
          </a:xfrm>
        </p:grpSpPr>
        <p:sp>
          <p:nvSpPr>
            <p:cNvPr id="10080" name="Google Shape;10080;p84"/>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4"/>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4"/>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4"/>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4"/>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4"/>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4"/>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4"/>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84"/>
          <p:cNvGrpSpPr/>
          <p:nvPr/>
        </p:nvGrpSpPr>
        <p:grpSpPr>
          <a:xfrm>
            <a:off x="2622794" y="1807868"/>
            <a:ext cx="389090" cy="296231"/>
            <a:chOff x="2622794" y="1990868"/>
            <a:chExt cx="389090" cy="296231"/>
          </a:xfrm>
        </p:grpSpPr>
        <p:sp>
          <p:nvSpPr>
            <p:cNvPr id="10089" name="Google Shape;10089;p84"/>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4"/>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4"/>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4"/>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4"/>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4"/>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4"/>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4"/>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4"/>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84"/>
          <p:cNvGrpSpPr/>
          <p:nvPr/>
        </p:nvGrpSpPr>
        <p:grpSpPr>
          <a:xfrm>
            <a:off x="3977326" y="1769149"/>
            <a:ext cx="327074" cy="375241"/>
            <a:chOff x="3977326" y="1952149"/>
            <a:chExt cx="327074" cy="375241"/>
          </a:xfrm>
        </p:grpSpPr>
        <p:sp>
          <p:nvSpPr>
            <p:cNvPr id="10099" name="Google Shape;10099;p84"/>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4"/>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4"/>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4"/>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4"/>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4"/>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4"/>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4"/>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4"/>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4"/>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4"/>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4"/>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4"/>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4"/>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4"/>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84"/>
          <p:cNvGrpSpPr/>
          <p:nvPr/>
        </p:nvGrpSpPr>
        <p:grpSpPr>
          <a:xfrm>
            <a:off x="1341612" y="3157055"/>
            <a:ext cx="259399" cy="370524"/>
            <a:chOff x="1341612" y="3340055"/>
            <a:chExt cx="259399" cy="370524"/>
          </a:xfrm>
        </p:grpSpPr>
        <p:sp>
          <p:nvSpPr>
            <p:cNvPr id="10117" name="Google Shape;10117;p84"/>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4"/>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4"/>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4"/>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4"/>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4"/>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4"/>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4"/>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4"/>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4"/>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4"/>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4"/>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4"/>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4"/>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4"/>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84"/>
          <p:cNvGrpSpPr/>
          <p:nvPr/>
        </p:nvGrpSpPr>
        <p:grpSpPr>
          <a:xfrm>
            <a:off x="2179892" y="3661972"/>
            <a:ext cx="351629" cy="282381"/>
            <a:chOff x="2179892" y="3844972"/>
            <a:chExt cx="351629" cy="282381"/>
          </a:xfrm>
        </p:grpSpPr>
        <p:sp>
          <p:nvSpPr>
            <p:cNvPr id="10136" name="Google Shape;10136;p84"/>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4"/>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4"/>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4"/>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4"/>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4"/>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4"/>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4"/>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4"/>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4"/>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4"/>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4"/>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4"/>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4"/>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4"/>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4"/>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84"/>
          <p:cNvGrpSpPr/>
          <p:nvPr/>
        </p:nvGrpSpPr>
        <p:grpSpPr>
          <a:xfrm>
            <a:off x="3131170" y="3633884"/>
            <a:ext cx="220051" cy="338169"/>
            <a:chOff x="3131170" y="3816884"/>
            <a:chExt cx="220051" cy="338169"/>
          </a:xfrm>
        </p:grpSpPr>
        <p:sp>
          <p:nvSpPr>
            <p:cNvPr id="10157" name="Google Shape;10157;p84"/>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4"/>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4"/>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4"/>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4"/>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4"/>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84"/>
          <p:cNvGrpSpPr/>
          <p:nvPr/>
        </p:nvGrpSpPr>
        <p:grpSpPr>
          <a:xfrm>
            <a:off x="903502" y="3176564"/>
            <a:ext cx="247990" cy="333393"/>
            <a:chOff x="903502" y="3359564"/>
            <a:chExt cx="247990" cy="333393"/>
          </a:xfrm>
        </p:grpSpPr>
        <p:sp>
          <p:nvSpPr>
            <p:cNvPr id="10167" name="Google Shape;10167;p84"/>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4"/>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4"/>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4"/>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4"/>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4"/>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4"/>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4"/>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4"/>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4"/>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4"/>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4"/>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4"/>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4"/>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4"/>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4"/>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4"/>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4"/>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84"/>
          <p:cNvGrpSpPr/>
          <p:nvPr/>
        </p:nvGrpSpPr>
        <p:grpSpPr>
          <a:xfrm>
            <a:off x="2616191" y="2707461"/>
            <a:ext cx="365793" cy="361152"/>
            <a:chOff x="2616191" y="2890461"/>
            <a:chExt cx="365793" cy="361152"/>
          </a:xfrm>
        </p:grpSpPr>
        <p:sp>
          <p:nvSpPr>
            <p:cNvPr id="10190" name="Google Shape;10190;p84"/>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4"/>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4"/>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4"/>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4"/>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4"/>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4"/>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4"/>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4"/>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84"/>
          <p:cNvGrpSpPr/>
          <p:nvPr/>
        </p:nvGrpSpPr>
        <p:grpSpPr>
          <a:xfrm>
            <a:off x="3049959" y="1762861"/>
            <a:ext cx="402940" cy="388536"/>
            <a:chOff x="3049959" y="1945861"/>
            <a:chExt cx="402940" cy="388536"/>
          </a:xfrm>
        </p:grpSpPr>
        <p:sp>
          <p:nvSpPr>
            <p:cNvPr id="10202" name="Google Shape;10202;p84"/>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4"/>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4"/>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4"/>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4"/>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4"/>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84"/>
          <p:cNvGrpSpPr/>
          <p:nvPr/>
        </p:nvGrpSpPr>
        <p:grpSpPr>
          <a:xfrm>
            <a:off x="2483025" y="4085679"/>
            <a:ext cx="202428" cy="349114"/>
            <a:chOff x="2483025" y="4268679"/>
            <a:chExt cx="202428" cy="349114"/>
          </a:xfrm>
        </p:grpSpPr>
        <p:sp>
          <p:nvSpPr>
            <p:cNvPr id="10209" name="Google Shape;10209;p84"/>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4"/>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4"/>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4"/>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4"/>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4"/>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4"/>
          <p:cNvGrpSpPr/>
          <p:nvPr/>
        </p:nvGrpSpPr>
        <p:grpSpPr>
          <a:xfrm>
            <a:off x="862507" y="2702984"/>
            <a:ext cx="329590" cy="365000"/>
            <a:chOff x="862507" y="2885984"/>
            <a:chExt cx="329590" cy="365000"/>
          </a:xfrm>
        </p:grpSpPr>
        <p:sp>
          <p:nvSpPr>
            <p:cNvPr id="10216" name="Google Shape;10216;p84"/>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4"/>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4"/>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4"/>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4"/>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4"/>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4"/>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84"/>
          <p:cNvGrpSpPr/>
          <p:nvPr/>
        </p:nvGrpSpPr>
        <p:grpSpPr>
          <a:xfrm>
            <a:off x="3082075" y="2688805"/>
            <a:ext cx="318884" cy="379807"/>
            <a:chOff x="3082075" y="2871805"/>
            <a:chExt cx="318884" cy="379807"/>
          </a:xfrm>
        </p:grpSpPr>
        <p:sp>
          <p:nvSpPr>
            <p:cNvPr id="10224" name="Google Shape;10224;p84"/>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4"/>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4"/>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4"/>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4"/>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4"/>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4"/>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4"/>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4"/>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4"/>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4"/>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4"/>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4"/>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4"/>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4"/>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4"/>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84"/>
          <p:cNvGrpSpPr/>
          <p:nvPr/>
        </p:nvGrpSpPr>
        <p:grpSpPr>
          <a:xfrm>
            <a:off x="2594780" y="1333494"/>
            <a:ext cx="410187" cy="324244"/>
            <a:chOff x="2594780" y="1516494"/>
            <a:chExt cx="410187" cy="324244"/>
          </a:xfrm>
        </p:grpSpPr>
        <p:sp>
          <p:nvSpPr>
            <p:cNvPr id="10245" name="Google Shape;10245;p84"/>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4"/>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4"/>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4"/>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4"/>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4"/>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4"/>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4"/>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4"/>
          <p:cNvGrpSpPr/>
          <p:nvPr/>
        </p:nvGrpSpPr>
        <p:grpSpPr>
          <a:xfrm>
            <a:off x="1742965" y="1319959"/>
            <a:ext cx="333692" cy="333363"/>
            <a:chOff x="1742965" y="1502959"/>
            <a:chExt cx="333692" cy="333363"/>
          </a:xfrm>
        </p:grpSpPr>
        <p:sp>
          <p:nvSpPr>
            <p:cNvPr id="10254" name="Google Shape;10254;p84"/>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4"/>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4"/>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4"/>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84"/>
          <p:cNvGrpSpPr/>
          <p:nvPr/>
        </p:nvGrpSpPr>
        <p:grpSpPr>
          <a:xfrm>
            <a:off x="3051531" y="1333809"/>
            <a:ext cx="390034" cy="296545"/>
            <a:chOff x="3051531" y="1516809"/>
            <a:chExt cx="390034" cy="296545"/>
          </a:xfrm>
        </p:grpSpPr>
        <p:sp>
          <p:nvSpPr>
            <p:cNvPr id="10259" name="Google Shape;10259;p84"/>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4"/>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4"/>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4"/>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4"/>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4"/>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4"/>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4"/>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4"/>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4"/>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4"/>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4"/>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4"/>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4"/>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4"/>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84"/>
          <p:cNvGrpSpPr/>
          <p:nvPr/>
        </p:nvGrpSpPr>
        <p:grpSpPr>
          <a:xfrm>
            <a:off x="3514900" y="1306020"/>
            <a:ext cx="354145" cy="351869"/>
            <a:chOff x="3514900" y="1489020"/>
            <a:chExt cx="354145" cy="351869"/>
          </a:xfrm>
        </p:grpSpPr>
        <p:sp>
          <p:nvSpPr>
            <p:cNvPr id="10275" name="Google Shape;10275;p84"/>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4"/>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4"/>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4"/>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4"/>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4"/>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4"/>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4"/>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4"/>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4"/>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4"/>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4"/>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4"/>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4"/>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4"/>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4"/>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4"/>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4"/>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4"/>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4"/>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4"/>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4"/>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84"/>
          <p:cNvGrpSpPr/>
          <p:nvPr/>
        </p:nvGrpSpPr>
        <p:grpSpPr>
          <a:xfrm>
            <a:off x="3066324" y="3167446"/>
            <a:ext cx="346598" cy="333183"/>
            <a:chOff x="3066324" y="3350446"/>
            <a:chExt cx="346598" cy="333183"/>
          </a:xfrm>
        </p:grpSpPr>
        <p:sp>
          <p:nvSpPr>
            <p:cNvPr id="10298" name="Google Shape;10298;p84"/>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4"/>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4"/>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4"/>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4"/>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4"/>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4"/>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4"/>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4"/>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4"/>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84"/>
          <p:cNvGrpSpPr/>
          <p:nvPr/>
        </p:nvGrpSpPr>
        <p:grpSpPr>
          <a:xfrm>
            <a:off x="1282755" y="1769089"/>
            <a:ext cx="363278" cy="363338"/>
            <a:chOff x="1282755" y="1952089"/>
            <a:chExt cx="363278" cy="363338"/>
          </a:xfrm>
        </p:grpSpPr>
        <p:sp>
          <p:nvSpPr>
            <p:cNvPr id="10309" name="Google Shape;10309;p84"/>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4"/>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4"/>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4"/>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4"/>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4"/>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4"/>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84"/>
          <p:cNvGrpSpPr/>
          <p:nvPr/>
        </p:nvGrpSpPr>
        <p:grpSpPr>
          <a:xfrm>
            <a:off x="3510094" y="2726281"/>
            <a:ext cx="355133" cy="343574"/>
            <a:chOff x="3510094" y="2909281"/>
            <a:chExt cx="355133" cy="343574"/>
          </a:xfrm>
        </p:grpSpPr>
        <p:sp>
          <p:nvSpPr>
            <p:cNvPr id="10317" name="Google Shape;10317;p84"/>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4"/>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4"/>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4"/>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4"/>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4"/>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4"/>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4"/>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4"/>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4"/>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4"/>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4"/>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4"/>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0" name="Google Shape;10330;p84"/>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1" name="Google Shape;10331;p84"/>
          <p:cNvGrpSpPr/>
          <p:nvPr/>
        </p:nvGrpSpPr>
        <p:grpSpPr>
          <a:xfrm>
            <a:off x="2163842" y="1323972"/>
            <a:ext cx="382787" cy="331566"/>
            <a:chOff x="2163842" y="1506972"/>
            <a:chExt cx="382787" cy="331566"/>
          </a:xfrm>
        </p:grpSpPr>
        <p:sp>
          <p:nvSpPr>
            <p:cNvPr id="10332" name="Google Shape;10332;p84"/>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4"/>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4"/>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4"/>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4"/>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4"/>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4"/>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4"/>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4"/>
          <p:cNvGrpSpPr/>
          <p:nvPr/>
        </p:nvGrpSpPr>
        <p:grpSpPr>
          <a:xfrm>
            <a:off x="1738877" y="3166652"/>
            <a:ext cx="357918" cy="350536"/>
            <a:chOff x="1738877" y="3349652"/>
            <a:chExt cx="357918" cy="350536"/>
          </a:xfrm>
        </p:grpSpPr>
        <p:sp>
          <p:nvSpPr>
            <p:cNvPr id="10341" name="Google Shape;10341;p84"/>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4"/>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4"/>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4"/>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4"/>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4"/>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4"/>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4"/>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4"/>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4"/>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4"/>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4"/>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4"/>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4"/>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4"/>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4"/>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4"/>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4"/>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4"/>
          <p:cNvGrpSpPr/>
          <p:nvPr/>
        </p:nvGrpSpPr>
        <p:grpSpPr>
          <a:xfrm>
            <a:off x="1971819" y="4093854"/>
            <a:ext cx="383281" cy="333947"/>
            <a:chOff x="1971819" y="4276854"/>
            <a:chExt cx="383281" cy="333947"/>
          </a:xfrm>
        </p:grpSpPr>
        <p:sp>
          <p:nvSpPr>
            <p:cNvPr id="10360" name="Google Shape;10360;p84"/>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4"/>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4"/>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4"/>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4"/>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4"/>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4"/>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4"/>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4"/>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4"/>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84"/>
          <p:cNvGrpSpPr/>
          <p:nvPr/>
        </p:nvGrpSpPr>
        <p:grpSpPr>
          <a:xfrm>
            <a:off x="1825119" y="2702819"/>
            <a:ext cx="175987" cy="361391"/>
            <a:chOff x="1825119" y="2885819"/>
            <a:chExt cx="175987" cy="361391"/>
          </a:xfrm>
        </p:grpSpPr>
        <p:sp>
          <p:nvSpPr>
            <p:cNvPr id="10371" name="Google Shape;10371;p84"/>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4"/>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4"/>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4"/>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4"/>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4"/>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4"/>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4"/>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4"/>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4"/>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84"/>
          <p:cNvGrpSpPr/>
          <p:nvPr/>
        </p:nvGrpSpPr>
        <p:grpSpPr>
          <a:xfrm>
            <a:off x="3504824" y="3222844"/>
            <a:ext cx="369896" cy="226339"/>
            <a:chOff x="3504824" y="3405844"/>
            <a:chExt cx="369896" cy="226339"/>
          </a:xfrm>
        </p:grpSpPr>
        <p:sp>
          <p:nvSpPr>
            <p:cNvPr id="10382" name="Google Shape;10382;p84"/>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4"/>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4"/>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4"/>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4"/>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4"/>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4"/>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4"/>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4"/>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4"/>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4"/>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4"/>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4"/>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4"/>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4"/>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4"/>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84"/>
          <p:cNvGrpSpPr/>
          <p:nvPr/>
        </p:nvGrpSpPr>
        <p:grpSpPr>
          <a:xfrm>
            <a:off x="1295661" y="3636594"/>
            <a:ext cx="345640" cy="342900"/>
            <a:chOff x="1295661" y="3819594"/>
            <a:chExt cx="345640" cy="342900"/>
          </a:xfrm>
        </p:grpSpPr>
        <p:sp>
          <p:nvSpPr>
            <p:cNvPr id="10399" name="Google Shape;10399;p84"/>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4"/>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4"/>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4"/>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4"/>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4"/>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4"/>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4"/>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4"/>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4"/>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4"/>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4"/>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4"/>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4"/>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4"/>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4"/>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4"/>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84"/>
          <p:cNvGrpSpPr/>
          <p:nvPr/>
        </p:nvGrpSpPr>
        <p:grpSpPr>
          <a:xfrm>
            <a:off x="3486572" y="2250470"/>
            <a:ext cx="379328" cy="281738"/>
            <a:chOff x="3486572" y="2433470"/>
            <a:chExt cx="379328" cy="281738"/>
          </a:xfrm>
        </p:grpSpPr>
        <p:sp>
          <p:nvSpPr>
            <p:cNvPr id="10417" name="Google Shape;10417;p84"/>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4"/>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4"/>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4"/>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4"/>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4"/>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4"/>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4" name="Google Shape;10424;p84"/>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5" name="Google Shape;10425;p84"/>
          <p:cNvGrpSpPr/>
          <p:nvPr/>
        </p:nvGrpSpPr>
        <p:grpSpPr>
          <a:xfrm>
            <a:off x="3997149" y="3146634"/>
            <a:ext cx="270733" cy="355762"/>
            <a:chOff x="3997149" y="3329634"/>
            <a:chExt cx="270733" cy="355762"/>
          </a:xfrm>
        </p:grpSpPr>
        <p:sp>
          <p:nvSpPr>
            <p:cNvPr id="10426" name="Google Shape;10426;p84"/>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4"/>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4"/>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4"/>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4"/>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4"/>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4"/>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4"/>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4"/>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4"/>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4"/>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4"/>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4"/>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4"/>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4"/>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4"/>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4"/>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4"/>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4"/>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4"/>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4"/>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84"/>
          <p:cNvGrpSpPr/>
          <p:nvPr/>
        </p:nvGrpSpPr>
        <p:grpSpPr>
          <a:xfrm>
            <a:off x="3954343" y="2716354"/>
            <a:ext cx="345655" cy="343529"/>
            <a:chOff x="3954343" y="2899354"/>
            <a:chExt cx="345655" cy="343529"/>
          </a:xfrm>
        </p:grpSpPr>
        <p:sp>
          <p:nvSpPr>
            <p:cNvPr id="10448" name="Google Shape;10448;p84"/>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4"/>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4"/>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4"/>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4"/>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4"/>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4"/>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4"/>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4"/>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4"/>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4"/>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4"/>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84"/>
          <p:cNvGrpSpPr/>
          <p:nvPr/>
        </p:nvGrpSpPr>
        <p:grpSpPr>
          <a:xfrm>
            <a:off x="2166043" y="3168344"/>
            <a:ext cx="369566" cy="349803"/>
            <a:chOff x="2166043" y="3351344"/>
            <a:chExt cx="369566" cy="349803"/>
          </a:xfrm>
        </p:grpSpPr>
        <p:sp>
          <p:nvSpPr>
            <p:cNvPr id="10461" name="Google Shape;10461;p84"/>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4"/>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4"/>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4"/>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4"/>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4"/>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4"/>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4"/>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4"/>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84"/>
          <p:cNvGrpSpPr/>
          <p:nvPr/>
        </p:nvGrpSpPr>
        <p:grpSpPr>
          <a:xfrm>
            <a:off x="2619649" y="3169332"/>
            <a:ext cx="365793" cy="329275"/>
            <a:chOff x="2619649" y="3352332"/>
            <a:chExt cx="365793" cy="329275"/>
          </a:xfrm>
        </p:grpSpPr>
        <p:sp>
          <p:nvSpPr>
            <p:cNvPr id="10471" name="Google Shape;10471;p84"/>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4"/>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4"/>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4"/>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4"/>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4"/>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4"/>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4"/>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4"/>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4"/>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84"/>
          <p:cNvGrpSpPr/>
          <p:nvPr/>
        </p:nvGrpSpPr>
        <p:grpSpPr>
          <a:xfrm>
            <a:off x="1296135" y="1332240"/>
            <a:ext cx="340624" cy="351944"/>
            <a:chOff x="1293760" y="1498228"/>
            <a:chExt cx="340624" cy="351944"/>
          </a:xfrm>
        </p:grpSpPr>
        <p:sp>
          <p:nvSpPr>
            <p:cNvPr id="10482" name="Google Shape;10482;p84"/>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4"/>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4"/>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4"/>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4"/>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4"/>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4"/>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4"/>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4"/>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4"/>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4"/>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4"/>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4"/>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4"/>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84"/>
          <p:cNvGrpSpPr/>
          <p:nvPr/>
        </p:nvGrpSpPr>
        <p:grpSpPr>
          <a:xfrm>
            <a:off x="849601" y="1769074"/>
            <a:ext cx="406713" cy="383745"/>
            <a:chOff x="849601" y="1952074"/>
            <a:chExt cx="406713" cy="383745"/>
          </a:xfrm>
        </p:grpSpPr>
        <p:sp>
          <p:nvSpPr>
            <p:cNvPr id="10497" name="Google Shape;10497;p84"/>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4"/>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4"/>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4"/>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4"/>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4"/>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4"/>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4"/>
          <p:cNvGrpSpPr/>
          <p:nvPr/>
        </p:nvGrpSpPr>
        <p:grpSpPr>
          <a:xfrm>
            <a:off x="2253871" y="2710365"/>
            <a:ext cx="203985" cy="355417"/>
            <a:chOff x="2253871" y="2893365"/>
            <a:chExt cx="203985" cy="355417"/>
          </a:xfrm>
        </p:grpSpPr>
        <p:sp>
          <p:nvSpPr>
            <p:cNvPr id="10505" name="Google Shape;10505;p84"/>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4"/>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4"/>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4"/>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4"/>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4"/>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4"/>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4"/>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4"/>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4"/>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4"/>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84"/>
          <p:cNvGrpSpPr/>
          <p:nvPr/>
        </p:nvGrpSpPr>
        <p:grpSpPr>
          <a:xfrm>
            <a:off x="2191541" y="2225601"/>
            <a:ext cx="308823" cy="342571"/>
            <a:chOff x="2191541" y="2408601"/>
            <a:chExt cx="308823" cy="342571"/>
          </a:xfrm>
        </p:grpSpPr>
        <p:sp>
          <p:nvSpPr>
            <p:cNvPr id="10517" name="Google Shape;10517;p84"/>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4"/>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4"/>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4"/>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4"/>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4"/>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4"/>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4"/>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4"/>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4"/>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4"/>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4"/>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4"/>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4"/>
          <p:cNvGrpSpPr/>
          <p:nvPr/>
        </p:nvGrpSpPr>
        <p:grpSpPr>
          <a:xfrm>
            <a:off x="847400" y="1320588"/>
            <a:ext cx="342496" cy="341553"/>
            <a:chOff x="847400" y="1503588"/>
            <a:chExt cx="342496" cy="341553"/>
          </a:xfrm>
        </p:grpSpPr>
        <p:sp>
          <p:nvSpPr>
            <p:cNvPr id="10531" name="Google Shape;10531;p84"/>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4"/>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4"/>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4"/>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4"/>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4"/>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4"/>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4"/>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4"/>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4"/>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4"/>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4"/>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4"/>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4"/>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4"/>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4"/>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4"/>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4"/>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4"/>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4"/>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84"/>
          <p:cNvGrpSpPr/>
          <p:nvPr/>
        </p:nvGrpSpPr>
        <p:grpSpPr>
          <a:xfrm>
            <a:off x="1329963" y="2716669"/>
            <a:ext cx="280495" cy="361077"/>
            <a:chOff x="1329963" y="2899669"/>
            <a:chExt cx="280495" cy="361077"/>
          </a:xfrm>
        </p:grpSpPr>
        <p:sp>
          <p:nvSpPr>
            <p:cNvPr id="10552" name="Google Shape;10552;p84"/>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4"/>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4"/>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4"/>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4"/>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84"/>
          <p:cNvGrpSpPr/>
          <p:nvPr/>
        </p:nvGrpSpPr>
        <p:grpSpPr>
          <a:xfrm>
            <a:off x="937429" y="3617908"/>
            <a:ext cx="195496" cy="343439"/>
            <a:chOff x="937429" y="3800908"/>
            <a:chExt cx="195496" cy="343439"/>
          </a:xfrm>
        </p:grpSpPr>
        <p:sp>
          <p:nvSpPr>
            <p:cNvPr id="10560" name="Google Shape;10560;p84"/>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4"/>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4"/>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4"/>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4"/>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4"/>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4"/>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4"/>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4"/>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4"/>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4"/>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4"/>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4"/>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84"/>
          <p:cNvGrpSpPr/>
          <p:nvPr/>
        </p:nvGrpSpPr>
        <p:grpSpPr>
          <a:xfrm>
            <a:off x="2687659" y="3627655"/>
            <a:ext cx="365164" cy="342511"/>
            <a:chOff x="2611459" y="3810655"/>
            <a:chExt cx="365164" cy="342511"/>
          </a:xfrm>
        </p:grpSpPr>
        <p:sp>
          <p:nvSpPr>
            <p:cNvPr id="10574" name="Google Shape;10574;p84"/>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4"/>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4"/>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4"/>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4"/>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4"/>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4"/>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4"/>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4"/>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4"/>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4"/>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84"/>
          <p:cNvGrpSpPr/>
          <p:nvPr/>
        </p:nvGrpSpPr>
        <p:grpSpPr>
          <a:xfrm>
            <a:off x="3952456" y="1341280"/>
            <a:ext cx="370195" cy="300154"/>
            <a:chOff x="3952456" y="1524280"/>
            <a:chExt cx="370195" cy="300154"/>
          </a:xfrm>
        </p:grpSpPr>
        <p:sp>
          <p:nvSpPr>
            <p:cNvPr id="10586" name="Google Shape;10586;p8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2" name="Google Shape;10592;p84"/>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593" name="Google Shape;10593;p84"/>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97" name="Shape 10597"/>
        <p:cNvGrpSpPr/>
        <p:nvPr/>
      </p:nvGrpSpPr>
      <p:grpSpPr>
        <a:xfrm>
          <a:off x="0" y="0"/>
          <a:ext cx="0" cy="0"/>
          <a:chOff x="0" y="0"/>
          <a:chExt cx="0" cy="0"/>
        </a:xfrm>
      </p:grpSpPr>
      <p:grpSp>
        <p:nvGrpSpPr>
          <p:cNvPr id="10598" name="Google Shape;10598;p85"/>
          <p:cNvGrpSpPr/>
          <p:nvPr/>
        </p:nvGrpSpPr>
        <p:grpSpPr>
          <a:xfrm>
            <a:off x="908482" y="1350185"/>
            <a:ext cx="257112" cy="362808"/>
            <a:chOff x="908482" y="1502585"/>
            <a:chExt cx="257112" cy="362808"/>
          </a:xfrm>
        </p:grpSpPr>
        <p:sp>
          <p:nvSpPr>
            <p:cNvPr id="10599" name="Google Shape;10599;p85"/>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5"/>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5"/>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5"/>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5"/>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5"/>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5"/>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5"/>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5"/>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5"/>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5"/>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5"/>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5"/>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5"/>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5"/>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5"/>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5"/>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5"/>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5"/>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5"/>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85"/>
          <p:cNvGrpSpPr/>
          <p:nvPr/>
        </p:nvGrpSpPr>
        <p:grpSpPr>
          <a:xfrm>
            <a:off x="1303537" y="1350316"/>
            <a:ext cx="362939" cy="362677"/>
            <a:chOff x="1303537" y="1502716"/>
            <a:chExt cx="362939" cy="362677"/>
          </a:xfrm>
        </p:grpSpPr>
        <p:sp>
          <p:nvSpPr>
            <p:cNvPr id="10620" name="Google Shape;10620;p85"/>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5"/>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5"/>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5"/>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5"/>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5"/>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5"/>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5"/>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5"/>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5"/>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5"/>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85"/>
          <p:cNvGrpSpPr/>
          <p:nvPr/>
        </p:nvGrpSpPr>
        <p:grpSpPr>
          <a:xfrm>
            <a:off x="1751901" y="1350316"/>
            <a:ext cx="362677" cy="362677"/>
            <a:chOff x="1751901" y="1502716"/>
            <a:chExt cx="362677" cy="362677"/>
          </a:xfrm>
        </p:grpSpPr>
        <p:sp>
          <p:nvSpPr>
            <p:cNvPr id="10632" name="Google Shape;10632;p85"/>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5"/>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5"/>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5"/>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5"/>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5"/>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5"/>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5"/>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5"/>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5"/>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5"/>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5"/>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5"/>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5"/>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5"/>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5"/>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5"/>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5"/>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5"/>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85"/>
          <p:cNvGrpSpPr/>
          <p:nvPr/>
        </p:nvGrpSpPr>
        <p:grpSpPr>
          <a:xfrm>
            <a:off x="3095178" y="1350316"/>
            <a:ext cx="334290" cy="362677"/>
            <a:chOff x="3095178" y="1502716"/>
            <a:chExt cx="334290" cy="362677"/>
          </a:xfrm>
        </p:grpSpPr>
        <p:sp>
          <p:nvSpPr>
            <p:cNvPr id="10652" name="Google Shape;10652;p85"/>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5"/>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5"/>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5"/>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5"/>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5"/>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5"/>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5"/>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5"/>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5"/>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5"/>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5"/>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5"/>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5"/>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5"/>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5"/>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5"/>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85"/>
          <p:cNvGrpSpPr/>
          <p:nvPr/>
        </p:nvGrpSpPr>
        <p:grpSpPr>
          <a:xfrm>
            <a:off x="3542281" y="1353205"/>
            <a:ext cx="366196" cy="357005"/>
            <a:chOff x="3542281" y="1505605"/>
            <a:chExt cx="366196" cy="357005"/>
          </a:xfrm>
        </p:grpSpPr>
        <p:sp>
          <p:nvSpPr>
            <p:cNvPr id="10670" name="Google Shape;10670;p85"/>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5"/>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5"/>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5"/>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5"/>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5"/>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5"/>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5"/>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5"/>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5"/>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5"/>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5"/>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5"/>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5"/>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5"/>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5"/>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5"/>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5"/>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5"/>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5"/>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5"/>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5"/>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5"/>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5"/>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5"/>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85"/>
          <p:cNvGrpSpPr/>
          <p:nvPr/>
        </p:nvGrpSpPr>
        <p:grpSpPr>
          <a:xfrm>
            <a:off x="1748382" y="3232397"/>
            <a:ext cx="364673" cy="340067"/>
            <a:chOff x="1748382" y="3384797"/>
            <a:chExt cx="364673" cy="340067"/>
          </a:xfrm>
        </p:grpSpPr>
        <p:sp>
          <p:nvSpPr>
            <p:cNvPr id="10696" name="Google Shape;10696;p85"/>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5"/>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5"/>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5"/>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5"/>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5"/>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5"/>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5"/>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5"/>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5"/>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5"/>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5"/>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5"/>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5"/>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5"/>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85"/>
          <p:cNvGrpSpPr/>
          <p:nvPr/>
        </p:nvGrpSpPr>
        <p:grpSpPr>
          <a:xfrm>
            <a:off x="6221064" y="3658649"/>
            <a:ext cx="364673" cy="339804"/>
            <a:chOff x="6221064" y="3811049"/>
            <a:chExt cx="364673" cy="339804"/>
          </a:xfrm>
        </p:grpSpPr>
        <p:sp>
          <p:nvSpPr>
            <p:cNvPr id="10712" name="Google Shape;10712;p85"/>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5"/>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5"/>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5"/>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5"/>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5"/>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5"/>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5"/>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5"/>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5"/>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5"/>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5"/>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5"/>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5"/>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5"/>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85"/>
          <p:cNvGrpSpPr/>
          <p:nvPr/>
        </p:nvGrpSpPr>
        <p:grpSpPr>
          <a:xfrm>
            <a:off x="2182643" y="3233920"/>
            <a:ext cx="382030" cy="320451"/>
            <a:chOff x="2182643" y="3386320"/>
            <a:chExt cx="382030" cy="320451"/>
          </a:xfrm>
        </p:grpSpPr>
        <p:sp>
          <p:nvSpPr>
            <p:cNvPr id="10728" name="Google Shape;10728;p85"/>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5"/>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5"/>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5"/>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5"/>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5"/>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5"/>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5"/>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5"/>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5"/>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5"/>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5"/>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5"/>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5"/>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5"/>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85"/>
          <p:cNvGrpSpPr/>
          <p:nvPr/>
        </p:nvGrpSpPr>
        <p:grpSpPr>
          <a:xfrm>
            <a:off x="3084386" y="3236940"/>
            <a:ext cx="353880" cy="330745"/>
            <a:chOff x="3084386" y="3389340"/>
            <a:chExt cx="353880" cy="330745"/>
          </a:xfrm>
        </p:grpSpPr>
        <p:sp>
          <p:nvSpPr>
            <p:cNvPr id="10744" name="Google Shape;10744;p85"/>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5"/>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5"/>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5"/>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5"/>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5"/>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5"/>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5"/>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5"/>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5"/>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5"/>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5"/>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85"/>
          <p:cNvGrpSpPr/>
          <p:nvPr/>
        </p:nvGrpSpPr>
        <p:grpSpPr>
          <a:xfrm>
            <a:off x="863499" y="1818506"/>
            <a:ext cx="347078" cy="364016"/>
            <a:chOff x="863499" y="1970906"/>
            <a:chExt cx="347078" cy="364016"/>
          </a:xfrm>
        </p:grpSpPr>
        <p:sp>
          <p:nvSpPr>
            <p:cNvPr id="10757" name="Google Shape;10757;p85"/>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5"/>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5"/>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5"/>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5"/>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5"/>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5"/>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5"/>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5"/>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5"/>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5"/>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5"/>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5"/>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5"/>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85"/>
          <p:cNvGrpSpPr/>
          <p:nvPr/>
        </p:nvGrpSpPr>
        <p:grpSpPr>
          <a:xfrm>
            <a:off x="1749879" y="1818506"/>
            <a:ext cx="364436" cy="364174"/>
            <a:chOff x="1749879" y="1970906"/>
            <a:chExt cx="364436" cy="364174"/>
          </a:xfrm>
        </p:grpSpPr>
        <p:sp>
          <p:nvSpPr>
            <p:cNvPr id="10772" name="Google Shape;10772;p85"/>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5"/>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5"/>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5"/>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5"/>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5"/>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5"/>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5"/>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5"/>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5"/>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5"/>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5"/>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5"/>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5"/>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85"/>
          <p:cNvGrpSpPr/>
          <p:nvPr/>
        </p:nvGrpSpPr>
        <p:grpSpPr>
          <a:xfrm>
            <a:off x="2186425" y="1823758"/>
            <a:ext cx="396106" cy="353985"/>
            <a:chOff x="2186425" y="1976158"/>
            <a:chExt cx="396106" cy="353985"/>
          </a:xfrm>
        </p:grpSpPr>
        <p:sp>
          <p:nvSpPr>
            <p:cNvPr id="10787" name="Google Shape;10787;p85"/>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5"/>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5"/>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5"/>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5"/>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5"/>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5"/>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85"/>
          <p:cNvGrpSpPr/>
          <p:nvPr/>
        </p:nvGrpSpPr>
        <p:grpSpPr>
          <a:xfrm>
            <a:off x="2659157" y="1865012"/>
            <a:ext cx="319190" cy="271240"/>
            <a:chOff x="2659157" y="2017412"/>
            <a:chExt cx="319190" cy="271240"/>
          </a:xfrm>
        </p:grpSpPr>
        <p:sp>
          <p:nvSpPr>
            <p:cNvPr id="10795" name="Google Shape;10795;p85"/>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5"/>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5"/>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5"/>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5"/>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5"/>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5"/>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5"/>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5"/>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5"/>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5"/>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5"/>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5"/>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5"/>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5"/>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5"/>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5"/>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5"/>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5"/>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5"/>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5"/>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5"/>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5"/>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5"/>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5"/>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5"/>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85"/>
          <p:cNvGrpSpPr/>
          <p:nvPr/>
        </p:nvGrpSpPr>
        <p:grpSpPr>
          <a:xfrm>
            <a:off x="3111775" y="1841116"/>
            <a:ext cx="318928" cy="319217"/>
            <a:chOff x="3111775" y="1993516"/>
            <a:chExt cx="318928" cy="319217"/>
          </a:xfrm>
        </p:grpSpPr>
        <p:sp>
          <p:nvSpPr>
            <p:cNvPr id="10822" name="Google Shape;10822;p85"/>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5"/>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5"/>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5"/>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5"/>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5"/>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5"/>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5"/>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5"/>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5"/>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5"/>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5"/>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5"/>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5"/>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5"/>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5"/>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5"/>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5"/>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5"/>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5"/>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5"/>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5"/>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5"/>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5"/>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5"/>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5"/>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5"/>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5"/>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5"/>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5"/>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5"/>
          <p:cNvGrpSpPr/>
          <p:nvPr/>
        </p:nvGrpSpPr>
        <p:grpSpPr>
          <a:xfrm>
            <a:off x="4023785" y="1818007"/>
            <a:ext cx="288807" cy="355377"/>
            <a:chOff x="4023785" y="1970407"/>
            <a:chExt cx="288807" cy="355377"/>
          </a:xfrm>
        </p:grpSpPr>
        <p:sp>
          <p:nvSpPr>
            <p:cNvPr id="10853" name="Google Shape;10853;p85"/>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5"/>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5"/>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5"/>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5"/>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5"/>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5"/>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5"/>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5"/>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5"/>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5"/>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5"/>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5"/>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5"/>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5"/>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5"/>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5"/>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5"/>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5"/>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5"/>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85"/>
          <p:cNvGrpSpPr/>
          <p:nvPr/>
        </p:nvGrpSpPr>
        <p:grpSpPr>
          <a:xfrm>
            <a:off x="3544540" y="3228563"/>
            <a:ext cx="320188" cy="319269"/>
            <a:chOff x="3544540" y="3380963"/>
            <a:chExt cx="320188" cy="319269"/>
          </a:xfrm>
        </p:grpSpPr>
        <p:sp>
          <p:nvSpPr>
            <p:cNvPr id="10874" name="Google Shape;10874;p85"/>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5"/>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5"/>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5"/>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5"/>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5"/>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5"/>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5"/>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5"/>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5"/>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5"/>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5"/>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5"/>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5"/>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5"/>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5"/>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85"/>
          <p:cNvGrpSpPr/>
          <p:nvPr/>
        </p:nvGrpSpPr>
        <p:grpSpPr>
          <a:xfrm>
            <a:off x="3944637" y="3202434"/>
            <a:ext cx="415696" cy="371605"/>
            <a:chOff x="3944637" y="3354834"/>
            <a:chExt cx="415696" cy="371605"/>
          </a:xfrm>
        </p:grpSpPr>
        <p:sp>
          <p:nvSpPr>
            <p:cNvPr id="10891" name="Google Shape;10891;p85"/>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5"/>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5"/>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5"/>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5"/>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5"/>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5"/>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5"/>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5"/>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5"/>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5"/>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5"/>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5"/>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5"/>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5"/>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5"/>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5"/>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5"/>
          <p:cNvGrpSpPr/>
          <p:nvPr/>
        </p:nvGrpSpPr>
        <p:grpSpPr>
          <a:xfrm>
            <a:off x="1314619" y="3669127"/>
            <a:ext cx="346317" cy="332136"/>
            <a:chOff x="1314619" y="3821527"/>
            <a:chExt cx="346317" cy="332136"/>
          </a:xfrm>
        </p:grpSpPr>
        <p:sp>
          <p:nvSpPr>
            <p:cNvPr id="10909" name="Google Shape;10909;p85"/>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5"/>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5"/>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5"/>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5"/>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5"/>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5"/>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5"/>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85"/>
          <p:cNvGrpSpPr/>
          <p:nvPr/>
        </p:nvGrpSpPr>
        <p:grpSpPr>
          <a:xfrm>
            <a:off x="1751139" y="3638534"/>
            <a:ext cx="386258" cy="380507"/>
            <a:chOff x="1751139" y="3790934"/>
            <a:chExt cx="386258" cy="380507"/>
          </a:xfrm>
        </p:grpSpPr>
        <p:sp>
          <p:nvSpPr>
            <p:cNvPr id="10918" name="Google Shape;10918;p85"/>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5"/>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5"/>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5"/>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5"/>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5"/>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5"/>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5"/>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5"/>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5"/>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5"/>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5"/>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5"/>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5"/>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5"/>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5"/>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5"/>
          <p:cNvGrpSpPr/>
          <p:nvPr/>
        </p:nvGrpSpPr>
        <p:grpSpPr>
          <a:xfrm>
            <a:off x="2189681" y="3669206"/>
            <a:ext cx="395607" cy="318928"/>
            <a:chOff x="2189681" y="3821606"/>
            <a:chExt cx="395607" cy="318928"/>
          </a:xfrm>
        </p:grpSpPr>
        <p:sp>
          <p:nvSpPr>
            <p:cNvPr id="10937" name="Google Shape;10937;p85"/>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5"/>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5"/>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5"/>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5"/>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5"/>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5"/>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5"/>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5"/>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5"/>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5"/>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5"/>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5"/>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5"/>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5"/>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5"/>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5"/>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5"/>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5"/>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5"/>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5"/>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5"/>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5"/>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5"/>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5"/>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5"/>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5"/>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5"/>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5"/>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5"/>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7" name="Google Shape;10967;p85"/>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8" name="Google Shape;10968;p85"/>
          <p:cNvGrpSpPr/>
          <p:nvPr/>
        </p:nvGrpSpPr>
        <p:grpSpPr>
          <a:xfrm>
            <a:off x="1277409" y="1808947"/>
            <a:ext cx="420475" cy="383055"/>
            <a:chOff x="1277409" y="1961347"/>
            <a:chExt cx="420475" cy="383055"/>
          </a:xfrm>
        </p:grpSpPr>
        <p:sp>
          <p:nvSpPr>
            <p:cNvPr id="10969" name="Google Shape;10969;p85"/>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5"/>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5"/>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5"/>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5"/>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5"/>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5"/>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5"/>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5"/>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5"/>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5"/>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5"/>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5"/>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5"/>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5"/>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5"/>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5"/>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5"/>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5"/>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5"/>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5"/>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5"/>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5"/>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5"/>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5"/>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5"/>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5"/>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85"/>
          <p:cNvGrpSpPr/>
          <p:nvPr/>
        </p:nvGrpSpPr>
        <p:grpSpPr>
          <a:xfrm>
            <a:off x="2215075" y="2280419"/>
            <a:ext cx="380008" cy="351648"/>
            <a:chOff x="2215075" y="2432819"/>
            <a:chExt cx="380008" cy="351648"/>
          </a:xfrm>
        </p:grpSpPr>
        <p:sp>
          <p:nvSpPr>
            <p:cNvPr id="10997" name="Google Shape;10997;p85"/>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5"/>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5"/>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5"/>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5"/>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5"/>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5"/>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5"/>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5"/>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5"/>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5"/>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5"/>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5"/>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5"/>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5"/>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5"/>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5"/>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5"/>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5"/>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5"/>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5"/>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5"/>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5"/>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5"/>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5"/>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5"/>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5"/>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5"/>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5"/>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5"/>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5"/>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85"/>
          <p:cNvGrpSpPr/>
          <p:nvPr/>
        </p:nvGrpSpPr>
        <p:grpSpPr>
          <a:xfrm>
            <a:off x="2661416" y="2269942"/>
            <a:ext cx="344059" cy="340671"/>
            <a:chOff x="2661416" y="2422342"/>
            <a:chExt cx="344059" cy="340671"/>
          </a:xfrm>
        </p:grpSpPr>
        <p:sp>
          <p:nvSpPr>
            <p:cNvPr id="11029" name="Google Shape;11029;p85"/>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5"/>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5"/>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5"/>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5"/>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5"/>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5"/>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5"/>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5"/>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5"/>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5"/>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5"/>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5"/>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85"/>
          <p:cNvGrpSpPr/>
          <p:nvPr/>
        </p:nvGrpSpPr>
        <p:grpSpPr>
          <a:xfrm>
            <a:off x="4066510" y="2269942"/>
            <a:ext cx="206876" cy="348470"/>
            <a:chOff x="4066510" y="2422342"/>
            <a:chExt cx="206876" cy="348470"/>
          </a:xfrm>
        </p:grpSpPr>
        <p:sp>
          <p:nvSpPr>
            <p:cNvPr id="11043" name="Google Shape;11043;p85"/>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5"/>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5"/>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5"/>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5"/>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5"/>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5"/>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5"/>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5"/>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5"/>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5"/>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5"/>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5" name="Google Shape;11055;p85"/>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6" name="Google Shape;11056;p85"/>
          <p:cNvGrpSpPr/>
          <p:nvPr/>
        </p:nvGrpSpPr>
        <p:grpSpPr>
          <a:xfrm>
            <a:off x="2617693" y="3664925"/>
            <a:ext cx="420475" cy="326491"/>
            <a:chOff x="2617693" y="3817325"/>
            <a:chExt cx="420475" cy="326491"/>
          </a:xfrm>
        </p:grpSpPr>
        <p:sp>
          <p:nvSpPr>
            <p:cNvPr id="11057" name="Google Shape;11057;p85"/>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5"/>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5"/>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5"/>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5"/>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5"/>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5"/>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5"/>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5"/>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5"/>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5"/>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5"/>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5"/>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5"/>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5"/>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5"/>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5"/>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85"/>
          <p:cNvGrpSpPr/>
          <p:nvPr/>
        </p:nvGrpSpPr>
        <p:grpSpPr>
          <a:xfrm>
            <a:off x="3545301" y="2271123"/>
            <a:ext cx="358134" cy="356637"/>
            <a:chOff x="3545301" y="2423523"/>
            <a:chExt cx="358134" cy="356637"/>
          </a:xfrm>
        </p:grpSpPr>
        <p:sp>
          <p:nvSpPr>
            <p:cNvPr id="11075" name="Google Shape;11075;p85"/>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5"/>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5"/>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5"/>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5"/>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5"/>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5"/>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5"/>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5"/>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85"/>
          <p:cNvGrpSpPr/>
          <p:nvPr/>
        </p:nvGrpSpPr>
        <p:grpSpPr>
          <a:xfrm>
            <a:off x="5766424" y="4122795"/>
            <a:ext cx="358160" cy="356926"/>
            <a:chOff x="5766424" y="4275195"/>
            <a:chExt cx="358160" cy="356926"/>
          </a:xfrm>
        </p:grpSpPr>
        <p:sp>
          <p:nvSpPr>
            <p:cNvPr id="11085" name="Google Shape;11085;p85"/>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5"/>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5"/>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5"/>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5"/>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5"/>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5"/>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5"/>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5"/>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85"/>
          <p:cNvGrpSpPr/>
          <p:nvPr/>
        </p:nvGrpSpPr>
        <p:grpSpPr>
          <a:xfrm>
            <a:off x="3531462" y="3672199"/>
            <a:ext cx="377251" cy="324232"/>
            <a:chOff x="3531462" y="3824599"/>
            <a:chExt cx="377251" cy="324232"/>
          </a:xfrm>
        </p:grpSpPr>
        <p:sp>
          <p:nvSpPr>
            <p:cNvPr id="11095" name="Google Shape;11095;p85"/>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5"/>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5"/>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5"/>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5"/>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5"/>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5"/>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5"/>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5"/>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5"/>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5"/>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85"/>
          <p:cNvGrpSpPr/>
          <p:nvPr/>
        </p:nvGrpSpPr>
        <p:grpSpPr>
          <a:xfrm>
            <a:off x="4030586" y="3652846"/>
            <a:ext cx="286523" cy="340566"/>
            <a:chOff x="4030586" y="3805246"/>
            <a:chExt cx="286523" cy="340566"/>
          </a:xfrm>
        </p:grpSpPr>
        <p:sp>
          <p:nvSpPr>
            <p:cNvPr id="11107" name="Google Shape;11107;p85"/>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5"/>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5"/>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5"/>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5"/>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5"/>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5"/>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5"/>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5"/>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5"/>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5"/>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5"/>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5"/>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85"/>
          <p:cNvGrpSpPr/>
          <p:nvPr/>
        </p:nvGrpSpPr>
        <p:grpSpPr>
          <a:xfrm>
            <a:off x="2180884" y="2736319"/>
            <a:ext cx="376752" cy="374468"/>
            <a:chOff x="2180884" y="2888719"/>
            <a:chExt cx="376752" cy="374468"/>
          </a:xfrm>
        </p:grpSpPr>
        <p:sp>
          <p:nvSpPr>
            <p:cNvPr id="11121" name="Google Shape;11121;p85"/>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5"/>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5"/>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5"/>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5"/>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5"/>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5"/>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5"/>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5"/>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5"/>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5"/>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5"/>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5"/>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5"/>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85"/>
          <p:cNvGrpSpPr/>
          <p:nvPr/>
        </p:nvGrpSpPr>
        <p:grpSpPr>
          <a:xfrm>
            <a:off x="3954432" y="2790599"/>
            <a:ext cx="378249" cy="265909"/>
            <a:chOff x="3954432" y="2942999"/>
            <a:chExt cx="378249" cy="265909"/>
          </a:xfrm>
        </p:grpSpPr>
        <p:sp>
          <p:nvSpPr>
            <p:cNvPr id="11136" name="Google Shape;11136;p85"/>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5"/>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5"/>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5"/>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5"/>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5"/>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5"/>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5"/>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5"/>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85"/>
          <p:cNvGrpSpPr/>
          <p:nvPr/>
        </p:nvGrpSpPr>
        <p:grpSpPr>
          <a:xfrm>
            <a:off x="1752137" y="4114208"/>
            <a:ext cx="378512" cy="374756"/>
            <a:chOff x="1752137" y="4266608"/>
            <a:chExt cx="378512" cy="374756"/>
          </a:xfrm>
        </p:grpSpPr>
        <p:sp>
          <p:nvSpPr>
            <p:cNvPr id="11146" name="Google Shape;11146;p85"/>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5"/>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5"/>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5"/>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5"/>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5"/>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5"/>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5"/>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5"/>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5"/>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5"/>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5"/>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5"/>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5"/>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5"/>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5"/>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5"/>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5"/>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5"/>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85"/>
          <p:cNvGrpSpPr/>
          <p:nvPr/>
        </p:nvGrpSpPr>
        <p:grpSpPr>
          <a:xfrm>
            <a:off x="3117788" y="3660146"/>
            <a:ext cx="341065" cy="341065"/>
            <a:chOff x="3117788" y="3812546"/>
            <a:chExt cx="341065" cy="341065"/>
          </a:xfrm>
        </p:grpSpPr>
        <p:sp>
          <p:nvSpPr>
            <p:cNvPr id="11168" name="Google Shape;11168;p85"/>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5"/>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5"/>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5"/>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5"/>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5"/>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85"/>
          <p:cNvGrpSpPr/>
          <p:nvPr/>
        </p:nvGrpSpPr>
        <p:grpSpPr>
          <a:xfrm>
            <a:off x="3994400" y="4147532"/>
            <a:ext cx="338281" cy="322657"/>
            <a:chOff x="3994400" y="4299932"/>
            <a:chExt cx="338281" cy="322657"/>
          </a:xfrm>
        </p:grpSpPr>
        <p:sp>
          <p:nvSpPr>
            <p:cNvPr id="11175" name="Google Shape;11175;p85"/>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5"/>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5"/>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5"/>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5"/>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5"/>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5"/>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5"/>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3" name="Google Shape;11183;p85"/>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5"/>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5" name="Google Shape;11185;p85"/>
          <p:cNvGrpSpPr/>
          <p:nvPr/>
        </p:nvGrpSpPr>
        <p:grpSpPr>
          <a:xfrm>
            <a:off x="3573426" y="1813228"/>
            <a:ext cx="302358" cy="374993"/>
            <a:chOff x="3573426" y="1965628"/>
            <a:chExt cx="302358" cy="374993"/>
          </a:xfrm>
        </p:grpSpPr>
        <p:sp>
          <p:nvSpPr>
            <p:cNvPr id="11186" name="Google Shape;11186;p85"/>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5"/>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5"/>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5"/>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5"/>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5"/>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5"/>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5"/>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5"/>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5"/>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5"/>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5"/>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5"/>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5"/>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5"/>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5"/>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5"/>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5"/>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5"/>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5"/>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5"/>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5"/>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5"/>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5"/>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5"/>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5"/>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5"/>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5"/>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5"/>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5"/>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5"/>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5"/>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5"/>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5"/>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5"/>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5"/>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5"/>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5"/>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5"/>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5"/>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5"/>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5"/>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5"/>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5"/>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5"/>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5"/>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5"/>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85"/>
          <p:cNvGrpSpPr/>
          <p:nvPr/>
        </p:nvGrpSpPr>
        <p:grpSpPr>
          <a:xfrm>
            <a:off x="3513632" y="2756172"/>
            <a:ext cx="355876" cy="331007"/>
            <a:chOff x="3513632" y="2908572"/>
            <a:chExt cx="355876" cy="331007"/>
          </a:xfrm>
        </p:grpSpPr>
        <p:sp>
          <p:nvSpPr>
            <p:cNvPr id="11234" name="Google Shape;11234;p85"/>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5"/>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5"/>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5"/>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5"/>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5"/>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5"/>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5"/>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5"/>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5"/>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5"/>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5"/>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5"/>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5"/>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5"/>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5"/>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85"/>
          <p:cNvGrpSpPr/>
          <p:nvPr/>
        </p:nvGrpSpPr>
        <p:grpSpPr>
          <a:xfrm>
            <a:off x="2694083" y="2736030"/>
            <a:ext cx="235762" cy="374756"/>
            <a:chOff x="2694083" y="2888430"/>
            <a:chExt cx="235762" cy="374756"/>
          </a:xfrm>
        </p:grpSpPr>
        <p:sp>
          <p:nvSpPr>
            <p:cNvPr id="11251" name="Google Shape;11251;p85"/>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5"/>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5"/>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5"/>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5"/>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5"/>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5"/>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5"/>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5"/>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85"/>
          <p:cNvGrpSpPr/>
          <p:nvPr/>
        </p:nvGrpSpPr>
        <p:grpSpPr>
          <a:xfrm>
            <a:off x="871534" y="4148188"/>
            <a:ext cx="357661" cy="311155"/>
            <a:chOff x="871534" y="4300588"/>
            <a:chExt cx="357661" cy="311155"/>
          </a:xfrm>
        </p:grpSpPr>
        <p:sp>
          <p:nvSpPr>
            <p:cNvPr id="11261" name="Google Shape;11261;p85"/>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5"/>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5"/>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5"/>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5"/>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5"/>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5"/>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5"/>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5"/>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5"/>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5"/>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5"/>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5"/>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5"/>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5"/>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5"/>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5"/>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5"/>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5"/>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5"/>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5"/>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85"/>
          <p:cNvGrpSpPr/>
          <p:nvPr/>
        </p:nvGrpSpPr>
        <p:grpSpPr>
          <a:xfrm>
            <a:off x="916019" y="3669206"/>
            <a:ext cx="250100" cy="336785"/>
            <a:chOff x="916019" y="3821606"/>
            <a:chExt cx="250100" cy="336785"/>
          </a:xfrm>
        </p:grpSpPr>
        <p:sp>
          <p:nvSpPr>
            <p:cNvPr id="11283" name="Google Shape;11283;p85"/>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5"/>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5"/>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5"/>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5"/>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5"/>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5"/>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5"/>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5"/>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5"/>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5"/>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5"/>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5"/>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85"/>
          <p:cNvGrpSpPr/>
          <p:nvPr/>
        </p:nvGrpSpPr>
        <p:grpSpPr>
          <a:xfrm>
            <a:off x="849686" y="2757170"/>
            <a:ext cx="374730" cy="332504"/>
            <a:chOff x="849686" y="2909570"/>
            <a:chExt cx="374730" cy="332504"/>
          </a:xfrm>
        </p:grpSpPr>
        <p:sp>
          <p:nvSpPr>
            <p:cNvPr id="11297" name="Google Shape;11297;p85"/>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5"/>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5"/>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5"/>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5"/>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5"/>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5"/>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5"/>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5"/>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5"/>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5"/>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85"/>
          <p:cNvGrpSpPr/>
          <p:nvPr/>
        </p:nvGrpSpPr>
        <p:grpSpPr>
          <a:xfrm>
            <a:off x="1735567" y="2267841"/>
            <a:ext cx="417718" cy="372866"/>
            <a:chOff x="1735567" y="2420241"/>
            <a:chExt cx="417718" cy="372866"/>
          </a:xfrm>
        </p:grpSpPr>
        <p:sp>
          <p:nvSpPr>
            <p:cNvPr id="11309" name="Google Shape;11309;p85"/>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5"/>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5"/>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5"/>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5"/>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5"/>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5"/>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5"/>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5"/>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5"/>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5"/>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5"/>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85"/>
          <p:cNvGrpSpPr/>
          <p:nvPr/>
        </p:nvGrpSpPr>
        <p:grpSpPr>
          <a:xfrm>
            <a:off x="3599318" y="4147190"/>
            <a:ext cx="251098" cy="309028"/>
            <a:chOff x="3599318" y="4299590"/>
            <a:chExt cx="251098" cy="309028"/>
          </a:xfrm>
        </p:grpSpPr>
        <p:sp>
          <p:nvSpPr>
            <p:cNvPr id="11322" name="Google Shape;11322;p85"/>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5"/>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5"/>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5"/>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5"/>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5"/>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85"/>
          <p:cNvGrpSpPr/>
          <p:nvPr/>
        </p:nvGrpSpPr>
        <p:grpSpPr>
          <a:xfrm>
            <a:off x="3105998" y="2280840"/>
            <a:ext cx="345818" cy="345056"/>
            <a:chOff x="3105998" y="2433240"/>
            <a:chExt cx="345818" cy="345056"/>
          </a:xfrm>
        </p:grpSpPr>
        <p:sp>
          <p:nvSpPr>
            <p:cNvPr id="11329" name="Google Shape;11329;p85"/>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5"/>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5"/>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5"/>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5"/>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5"/>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5"/>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5"/>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5"/>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5"/>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5"/>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85"/>
          <p:cNvGrpSpPr/>
          <p:nvPr/>
        </p:nvGrpSpPr>
        <p:grpSpPr>
          <a:xfrm>
            <a:off x="1737326" y="2748373"/>
            <a:ext cx="374730" cy="350361"/>
            <a:chOff x="1737326" y="2900773"/>
            <a:chExt cx="374730" cy="350361"/>
          </a:xfrm>
        </p:grpSpPr>
        <p:sp>
          <p:nvSpPr>
            <p:cNvPr id="11341" name="Google Shape;11341;p85"/>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5"/>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5"/>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5"/>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5"/>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5"/>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5"/>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5"/>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5"/>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5"/>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5"/>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5"/>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5"/>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5"/>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5"/>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5"/>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5"/>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85"/>
          <p:cNvGrpSpPr/>
          <p:nvPr/>
        </p:nvGrpSpPr>
        <p:grpSpPr>
          <a:xfrm>
            <a:off x="4000676" y="1426996"/>
            <a:ext cx="327226" cy="211603"/>
            <a:chOff x="4000676" y="1579396"/>
            <a:chExt cx="327226" cy="211603"/>
          </a:xfrm>
        </p:grpSpPr>
        <p:sp>
          <p:nvSpPr>
            <p:cNvPr id="11359" name="Google Shape;11359;p85"/>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5"/>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5"/>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5"/>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5"/>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5"/>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5"/>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5"/>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5"/>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5"/>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5"/>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5"/>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5"/>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5"/>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5"/>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5"/>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85"/>
          <p:cNvGrpSpPr/>
          <p:nvPr/>
        </p:nvGrpSpPr>
        <p:grpSpPr>
          <a:xfrm>
            <a:off x="2635523" y="1363184"/>
            <a:ext cx="371054" cy="336469"/>
            <a:chOff x="2635523" y="1515584"/>
            <a:chExt cx="371054" cy="336469"/>
          </a:xfrm>
        </p:grpSpPr>
        <p:sp>
          <p:nvSpPr>
            <p:cNvPr id="11376" name="Google Shape;11376;p85"/>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5"/>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5"/>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5"/>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5"/>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5"/>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5"/>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85"/>
          <p:cNvGrpSpPr/>
          <p:nvPr/>
        </p:nvGrpSpPr>
        <p:grpSpPr>
          <a:xfrm>
            <a:off x="2231907" y="1368331"/>
            <a:ext cx="311627" cy="326569"/>
            <a:chOff x="2231907" y="1520731"/>
            <a:chExt cx="311627" cy="326569"/>
          </a:xfrm>
        </p:grpSpPr>
        <p:sp>
          <p:nvSpPr>
            <p:cNvPr id="11384" name="Google Shape;11384;p85"/>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5"/>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5"/>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5"/>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5"/>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5"/>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5"/>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5"/>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5"/>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5"/>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85"/>
          <p:cNvGrpSpPr/>
          <p:nvPr/>
        </p:nvGrpSpPr>
        <p:grpSpPr>
          <a:xfrm>
            <a:off x="1340249" y="4149133"/>
            <a:ext cx="311890" cy="304695"/>
            <a:chOff x="1340249" y="4301533"/>
            <a:chExt cx="311890" cy="304695"/>
          </a:xfrm>
        </p:grpSpPr>
        <p:sp>
          <p:nvSpPr>
            <p:cNvPr id="11395" name="Google Shape;11395;p85"/>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5"/>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5"/>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5"/>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5"/>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5"/>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5"/>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5"/>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5"/>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5"/>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5"/>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5"/>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5"/>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5"/>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85"/>
          <p:cNvGrpSpPr/>
          <p:nvPr/>
        </p:nvGrpSpPr>
        <p:grpSpPr>
          <a:xfrm>
            <a:off x="1330690" y="3224624"/>
            <a:ext cx="306874" cy="332268"/>
            <a:chOff x="1330690" y="3377024"/>
            <a:chExt cx="306874" cy="332268"/>
          </a:xfrm>
        </p:grpSpPr>
        <p:sp>
          <p:nvSpPr>
            <p:cNvPr id="11410" name="Google Shape;11410;p85"/>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5"/>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5"/>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5"/>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5"/>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5"/>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5"/>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5"/>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5"/>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5"/>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5"/>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85"/>
          <p:cNvGrpSpPr/>
          <p:nvPr/>
        </p:nvGrpSpPr>
        <p:grpSpPr>
          <a:xfrm>
            <a:off x="2650597" y="3229377"/>
            <a:ext cx="341511" cy="324994"/>
            <a:chOff x="2650597" y="3381777"/>
            <a:chExt cx="341511" cy="324994"/>
          </a:xfrm>
        </p:grpSpPr>
        <p:sp>
          <p:nvSpPr>
            <p:cNvPr id="11430" name="Google Shape;11430;p85"/>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5"/>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5"/>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5"/>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5"/>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5"/>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5"/>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5"/>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5"/>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5"/>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5"/>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5"/>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5"/>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5"/>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5"/>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5"/>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5"/>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5"/>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5"/>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5"/>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5"/>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5"/>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5"/>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5"/>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5"/>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5"/>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5"/>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5"/>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5"/>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5"/>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5"/>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5"/>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5"/>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5"/>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5"/>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85"/>
          <p:cNvGrpSpPr/>
          <p:nvPr/>
        </p:nvGrpSpPr>
        <p:grpSpPr>
          <a:xfrm>
            <a:off x="1295502" y="2284962"/>
            <a:ext cx="402645" cy="323917"/>
            <a:chOff x="1295502" y="2437362"/>
            <a:chExt cx="402645" cy="323917"/>
          </a:xfrm>
        </p:grpSpPr>
        <p:sp>
          <p:nvSpPr>
            <p:cNvPr id="11466" name="Google Shape;11466;p85"/>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5"/>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5"/>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5"/>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5"/>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5"/>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5"/>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5"/>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5"/>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5"/>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5"/>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5"/>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5"/>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5"/>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5"/>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5"/>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85"/>
          <p:cNvGrpSpPr/>
          <p:nvPr/>
        </p:nvGrpSpPr>
        <p:grpSpPr>
          <a:xfrm>
            <a:off x="882590" y="2285960"/>
            <a:ext cx="337310" cy="337047"/>
            <a:chOff x="882590" y="2438360"/>
            <a:chExt cx="337310" cy="337047"/>
          </a:xfrm>
        </p:grpSpPr>
        <p:sp>
          <p:nvSpPr>
            <p:cNvPr id="11483" name="Google Shape;11483;p85"/>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5"/>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5"/>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5"/>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5"/>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5"/>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5"/>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5"/>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5"/>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5"/>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5"/>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5"/>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5"/>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5"/>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5"/>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5"/>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5"/>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5"/>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5"/>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5"/>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5"/>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5"/>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5"/>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5"/>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85"/>
          <p:cNvGrpSpPr/>
          <p:nvPr/>
        </p:nvGrpSpPr>
        <p:grpSpPr>
          <a:xfrm>
            <a:off x="4885060" y="1366388"/>
            <a:ext cx="385786" cy="342588"/>
            <a:chOff x="4885060" y="1518788"/>
            <a:chExt cx="385786" cy="342588"/>
          </a:xfrm>
        </p:grpSpPr>
        <p:sp>
          <p:nvSpPr>
            <p:cNvPr id="11508" name="Google Shape;11508;p85"/>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5"/>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5"/>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5"/>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5"/>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5"/>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5"/>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5"/>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5"/>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5"/>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5"/>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5"/>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5"/>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5"/>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5"/>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5"/>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5"/>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5"/>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5"/>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85"/>
          <p:cNvGrpSpPr/>
          <p:nvPr/>
        </p:nvGrpSpPr>
        <p:grpSpPr>
          <a:xfrm>
            <a:off x="5394478" y="1362133"/>
            <a:ext cx="249076" cy="351096"/>
            <a:chOff x="5394478" y="1514533"/>
            <a:chExt cx="249076" cy="351096"/>
          </a:xfrm>
        </p:grpSpPr>
        <p:sp>
          <p:nvSpPr>
            <p:cNvPr id="11528" name="Google Shape;11528;p85"/>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5"/>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5"/>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5"/>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5"/>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5"/>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5"/>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5"/>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5"/>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5"/>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5"/>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5"/>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5"/>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5"/>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5"/>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5"/>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5"/>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5"/>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5"/>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5"/>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85"/>
          <p:cNvGrpSpPr/>
          <p:nvPr/>
        </p:nvGrpSpPr>
        <p:grpSpPr>
          <a:xfrm>
            <a:off x="5782259" y="1359612"/>
            <a:ext cx="356138" cy="356138"/>
            <a:chOff x="5782259" y="1512012"/>
            <a:chExt cx="356138" cy="356138"/>
          </a:xfrm>
        </p:grpSpPr>
        <p:sp>
          <p:nvSpPr>
            <p:cNvPr id="11549" name="Google Shape;11549;p85"/>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5"/>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5"/>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5"/>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5"/>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5"/>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5"/>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5"/>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5"/>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5"/>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5"/>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85"/>
          <p:cNvGrpSpPr/>
          <p:nvPr/>
        </p:nvGrpSpPr>
        <p:grpSpPr>
          <a:xfrm>
            <a:off x="6229598" y="1365652"/>
            <a:ext cx="343560" cy="343822"/>
            <a:chOff x="6229598" y="1518052"/>
            <a:chExt cx="343560" cy="343822"/>
          </a:xfrm>
        </p:grpSpPr>
        <p:sp>
          <p:nvSpPr>
            <p:cNvPr id="11561" name="Google Shape;11561;p85"/>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5"/>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5"/>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5"/>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5"/>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5"/>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5"/>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5"/>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5"/>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5"/>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5"/>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5"/>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5"/>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5"/>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5"/>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5"/>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5"/>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5"/>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5"/>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85"/>
          <p:cNvGrpSpPr/>
          <p:nvPr/>
        </p:nvGrpSpPr>
        <p:grpSpPr>
          <a:xfrm>
            <a:off x="870773" y="3205585"/>
            <a:ext cx="342824" cy="351228"/>
            <a:chOff x="870773" y="3357985"/>
            <a:chExt cx="342824" cy="351228"/>
          </a:xfrm>
        </p:grpSpPr>
        <p:sp>
          <p:nvSpPr>
            <p:cNvPr id="11581" name="Google Shape;11581;p85"/>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5"/>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5"/>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5"/>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5"/>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5"/>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5"/>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5"/>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5"/>
          <p:cNvGrpSpPr/>
          <p:nvPr/>
        </p:nvGrpSpPr>
        <p:grpSpPr>
          <a:xfrm>
            <a:off x="2743084" y="4147190"/>
            <a:ext cx="159372" cy="308896"/>
            <a:chOff x="2743084" y="4299590"/>
            <a:chExt cx="159372" cy="308896"/>
          </a:xfrm>
        </p:grpSpPr>
        <p:sp>
          <p:nvSpPr>
            <p:cNvPr id="11590" name="Google Shape;11590;p85"/>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5"/>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5"/>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5"/>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5"/>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5"/>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5"/>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5"/>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5"/>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5"/>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5"/>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5"/>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5"/>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5"/>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5"/>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85"/>
          <p:cNvGrpSpPr/>
          <p:nvPr/>
        </p:nvGrpSpPr>
        <p:grpSpPr>
          <a:xfrm>
            <a:off x="1293506" y="2787316"/>
            <a:ext cx="374730" cy="272211"/>
            <a:chOff x="1293506" y="2939716"/>
            <a:chExt cx="374730" cy="272211"/>
          </a:xfrm>
        </p:grpSpPr>
        <p:sp>
          <p:nvSpPr>
            <p:cNvPr id="11606" name="Google Shape;11606;p85"/>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5"/>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5"/>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5"/>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5"/>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5"/>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5"/>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5"/>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5"/>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5"/>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5"/>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5"/>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5"/>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5"/>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5"/>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5"/>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5"/>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5"/>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5"/>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5"/>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5"/>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5"/>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5"/>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5"/>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5"/>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5"/>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5"/>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5"/>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5"/>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5"/>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85"/>
          <p:cNvGrpSpPr/>
          <p:nvPr/>
        </p:nvGrpSpPr>
        <p:grpSpPr>
          <a:xfrm>
            <a:off x="6669900" y="1353074"/>
            <a:ext cx="345083" cy="369216"/>
            <a:chOff x="6669900" y="1505474"/>
            <a:chExt cx="345083" cy="369216"/>
          </a:xfrm>
        </p:grpSpPr>
        <p:sp>
          <p:nvSpPr>
            <p:cNvPr id="11637" name="Google Shape;11637;p85"/>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5"/>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5"/>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5"/>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5"/>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5"/>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5"/>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5"/>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5"/>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5"/>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5"/>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5"/>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5"/>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5"/>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5"/>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5"/>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5"/>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5"/>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5"/>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5"/>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5"/>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5"/>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85"/>
          <p:cNvGrpSpPr/>
          <p:nvPr/>
        </p:nvGrpSpPr>
        <p:grpSpPr>
          <a:xfrm>
            <a:off x="7117003" y="1365600"/>
            <a:ext cx="333003" cy="344085"/>
            <a:chOff x="7117003" y="1518000"/>
            <a:chExt cx="333003" cy="344085"/>
          </a:xfrm>
        </p:grpSpPr>
        <p:sp>
          <p:nvSpPr>
            <p:cNvPr id="11660" name="Google Shape;11660;p85"/>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5"/>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5"/>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5"/>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5"/>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5"/>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5"/>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5"/>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5"/>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5"/>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5"/>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5"/>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5"/>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5"/>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5"/>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5"/>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5"/>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5"/>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5"/>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5"/>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5"/>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5"/>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5"/>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5"/>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5"/>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5"/>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5"/>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5"/>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5"/>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5"/>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5"/>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5"/>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5"/>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5"/>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5"/>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5"/>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5"/>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5"/>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85"/>
          <p:cNvGrpSpPr/>
          <p:nvPr/>
        </p:nvGrpSpPr>
        <p:grpSpPr>
          <a:xfrm>
            <a:off x="2200238" y="4136765"/>
            <a:ext cx="374756" cy="329300"/>
            <a:chOff x="2200238" y="4289165"/>
            <a:chExt cx="374756" cy="329300"/>
          </a:xfrm>
        </p:grpSpPr>
        <p:sp>
          <p:nvSpPr>
            <p:cNvPr id="11699" name="Google Shape;11699;p85"/>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5"/>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5"/>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5"/>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5"/>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5"/>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5"/>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5"/>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5"/>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5"/>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5"/>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5"/>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5"/>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5"/>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5"/>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5"/>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5"/>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5"/>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5"/>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5"/>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5"/>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5"/>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85"/>
          <p:cNvGrpSpPr/>
          <p:nvPr/>
        </p:nvGrpSpPr>
        <p:grpSpPr>
          <a:xfrm>
            <a:off x="7556043" y="1347559"/>
            <a:ext cx="337283" cy="380192"/>
            <a:chOff x="7556043" y="1499959"/>
            <a:chExt cx="337283" cy="380192"/>
          </a:xfrm>
        </p:grpSpPr>
        <p:sp>
          <p:nvSpPr>
            <p:cNvPr id="11722" name="Google Shape;11722;p85"/>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5"/>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5"/>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5"/>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5"/>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5"/>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5"/>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5"/>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5"/>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5"/>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5"/>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5"/>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5"/>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5"/>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85"/>
          <p:cNvGrpSpPr/>
          <p:nvPr/>
        </p:nvGrpSpPr>
        <p:grpSpPr>
          <a:xfrm>
            <a:off x="4864446" y="3187807"/>
            <a:ext cx="395607" cy="387414"/>
            <a:chOff x="4864446" y="3340207"/>
            <a:chExt cx="395607" cy="387414"/>
          </a:xfrm>
        </p:grpSpPr>
        <p:sp>
          <p:nvSpPr>
            <p:cNvPr id="11737" name="Google Shape;11737;p85"/>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5"/>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5"/>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5"/>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5"/>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5"/>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5"/>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5"/>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5"/>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5"/>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5"/>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5"/>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5"/>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5"/>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5"/>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5"/>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5"/>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5"/>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5"/>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5"/>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5"/>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5"/>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5"/>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5"/>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5"/>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85"/>
          <p:cNvGrpSpPr/>
          <p:nvPr/>
        </p:nvGrpSpPr>
        <p:grpSpPr>
          <a:xfrm>
            <a:off x="3130367" y="4172085"/>
            <a:ext cx="297342" cy="258871"/>
            <a:chOff x="3130367" y="4324485"/>
            <a:chExt cx="297342" cy="258871"/>
          </a:xfrm>
        </p:grpSpPr>
        <p:sp>
          <p:nvSpPr>
            <p:cNvPr id="11763" name="Google Shape;11763;p85"/>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5"/>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5"/>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5"/>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5"/>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5"/>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5"/>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5"/>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5"/>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5"/>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5"/>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5"/>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5"/>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5"/>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5"/>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5"/>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5"/>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5"/>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5"/>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5"/>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5"/>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5"/>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5"/>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85"/>
          <p:cNvGrpSpPr/>
          <p:nvPr/>
        </p:nvGrpSpPr>
        <p:grpSpPr>
          <a:xfrm>
            <a:off x="5302988" y="3237439"/>
            <a:ext cx="394609" cy="286523"/>
            <a:chOff x="5302988" y="3389839"/>
            <a:chExt cx="394609" cy="286523"/>
          </a:xfrm>
        </p:grpSpPr>
        <p:sp>
          <p:nvSpPr>
            <p:cNvPr id="11787" name="Google Shape;11787;p85"/>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5"/>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5"/>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5"/>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5"/>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5"/>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5"/>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5"/>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5"/>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5"/>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5"/>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5"/>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5"/>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5"/>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5"/>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5"/>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5"/>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5"/>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5"/>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5"/>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5"/>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5"/>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5"/>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5"/>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5"/>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5"/>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5"/>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5"/>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5"/>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5"/>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5"/>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5"/>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5"/>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0" name="Google Shape;11820;p85"/>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1" name="Google Shape;11821;p85"/>
          <p:cNvGrpSpPr/>
          <p:nvPr/>
        </p:nvGrpSpPr>
        <p:grpSpPr>
          <a:xfrm>
            <a:off x="3060752" y="2751209"/>
            <a:ext cx="390565" cy="359578"/>
            <a:chOff x="3060752" y="2903609"/>
            <a:chExt cx="390565" cy="359578"/>
          </a:xfrm>
        </p:grpSpPr>
        <p:sp>
          <p:nvSpPr>
            <p:cNvPr id="11822" name="Google Shape;11822;p8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5"/>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5"/>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5"/>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5"/>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5"/>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5"/>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5"/>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5"/>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5"/>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5"/>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5"/>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5"/>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5"/>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5"/>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5"/>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5"/>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5"/>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5"/>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5"/>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5"/>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5"/>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5"/>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5"/>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5"/>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5"/>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5"/>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5"/>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5"/>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5"/>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5"/>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85"/>
          <p:cNvGrpSpPr/>
          <p:nvPr/>
        </p:nvGrpSpPr>
        <p:grpSpPr>
          <a:xfrm>
            <a:off x="5741031" y="3233657"/>
            <a:ext cx="394609" cy="294585"/>
            <a:chOff x="5741031" y="3386057"/>
            <a:chExt cx="394609" cy="294585"/>
          </a:xfrm>
        </p:grpSpPr>
        <p:sp>
          <p:nvSpPr>
            <p:cNvPr id="11857" name="Google Shape;11857;p85"/>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5"/>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5"/>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5"/>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5"/>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5"/>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5"/>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5"/>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5"/>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5"/>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5"/>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5"/>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5"/>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5"/>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5"/>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5"/>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5"/>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5"/>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5"/>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5"/>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5"/>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5"/>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5"/>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5"/>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5"/>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5"/>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5"/>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5"/>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5"/>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5"/>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7" name="Google Shape;11887;p85"/>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8" name="Google Shape;11888;p85"/>
          <p:cNvGrpSpPr/>
          <p:nvPr/>
        </p:nvGrpSpPr>
        <p:grpSpPr>
          <a:xfrm>
            <a:off x="6179074" y="3216326"/>
            <a:ext cx="394609" cy="328749"/>
            <a:chOff x="6179074" y="3368726"/>
            <a:chExt cx="394609" cy="328749"/>
          </a:xfrm>
        </p:grpSpPr>
        <p:sp>
          <p:nvSpPr>
            <p:cNvPr id="11889" name="Google Shape;11889;p85"/>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5"/>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5"/>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5"/>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5"/>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5"/>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5"/>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5"/>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5"/>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5"/>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5"/>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5"/>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5"/>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5"/>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5"/>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5"/>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5"/>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5"/>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5"/>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5"/>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5"/>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5"/>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5"/>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5"/>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5"/>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5"/>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5"/>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5"/>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5"/>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5"/>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5"/>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5"/>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5"/>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5"/>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5"/>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5"/>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5"/>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5"/>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5"/>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5"/>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5"/>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5"/>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5"/>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5"/>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5"/>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5"/>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5"/>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5"/>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5"/>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5"/>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5"/>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5"/>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5"/>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5"/>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5"/>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5"/>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5"/>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5"/>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5"/>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5"/>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5"/>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5"/>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5"/>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5"/>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5"/>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5"/>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5"/>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5"/>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5"/>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5"/>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5"/>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5"/>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5"/>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5"/>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5"/>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5"/>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5"/>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5"/>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5"/>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5"/>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5"/>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5"/>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5"/>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85"/>
          <p:cNvGrpSpPr/>
          <p:nvPr/>
        </p:nvGrpSpPr>
        <p:grpSpPr>
          <a:xfrm>
            <a:off x="7054924" y="3215328"/>
            <a:ext cx="394583" cy="331007"/>
            <a:chOff x="7054924" y="3367728"/>
            <a:chExt cx="394583" cy="331007"/>
          </a:xfrm>
        </p:grpSpPr>
        <p:sp>
          <p:nvSpPr>
            <p:cNvPr id="11973" name="Google Shape;11973;p85"/>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5"/>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5"/>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5"/>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5"/>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5"/>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5"/>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5"/>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5"/>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5"/>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5"/>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5"/>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5"/>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5"/>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5"/>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85"/>
          <p:cNvGrpSpPr/>
          <p:nvPr/>
        </p:nvGrpSpPr>
        <p:grpSpPr>
          <a:xfrm>
            <a:off x="7492967" y="3209025"/>
            <a:ext cx="394583" cy="343586"/>
            <a:chOff x="7492967" y="3361425"/>
            <a:chExt cx="394583" cy="343586"/>
          </a:xfrm>
        </p:grpSpPr>
        <p:sp>
          <p:nvSpPr>
            <p:cNvPr id="11989" name="Google Shape;11989;p85"/>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5"/>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5"/>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5"/>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5"/>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5"/>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5"/>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5"/>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5"/>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5"/>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5"/>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5"/>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5"/>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5"/>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5"/>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5"/>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5"/>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5"/>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5"/>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5"/>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5"/>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5"/>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5"/>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85"/>
          <p:cNvGrpSpPr/>
          <p:nvPr/>
        </p:nvGrpSpPr>
        <p:grpSpPr>
          <a:xfrm>
            <a:off x="7935527" y="3200754"/>
            <a:ext cx="385287" cy="360156"/>
            <a:chOff x="7935527" y="3353154"/>
            <a:chExt cx="385287" cy="360156"/>
          </a:xfrm>
        </p:grpSpPr>
        <p:sp>
          <p:nvSpPr>
            <p:cNvPr id="12013" name="Google Shape;12013;p85"/>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5"/>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5"/>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5"/>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5"/>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5"/>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5"/>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5"/>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5"/>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5"/>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5"/>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5"/>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85"/>
          <p:cNvGrpSpPr/>
          <p:nvPr/>
        </p:nvGrpSpPr>
        <p:grpSpPr>
          <a:xfrm>
            <a:off x="5319821" y="1833842"/>
            <a:ext cx="348103" cy="348103"/>
            <a:chOff x="5319821" y="1986242"/>
            <a:chExt cx="348103" cy="348103"/>
          </a:xfrm>
        </p:grpSpPr>
        <p:sp>
          <p:nvSpPr>
            <p:cNvPr id="12026" name="Google Shape;12026;p8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5"/>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5"/>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5"/>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5"/>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5"/>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85"/>
          <p:cNvGrpSpPr/>
          <p:nvPr/>
        </p:nvGrpSpPr>
        <p:grpSpPr>
          <a:xfrm>
            <a:off x="5765926" y="1824283"/>
            <a:ext cx="348339" cy="348103"/>
            <a:chOff x="5765926" y="1976683"/>
            <a:chExt cx="348339" cy="348103"/>
          </a:xfrm>
        </p:grpSpPr>
        <p:sp>
          <p:nvSpPr>
            <p:cNvPr id="12064" name="Google Shape;12064;p85"/>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5"/>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5"/>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5"/>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5"/>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5"/>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5"/>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5"/>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5"/>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5"/>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5"/>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5"/>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5"/>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5"/>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85"/>
          <p:cNvGrpSpPr/>
          <p:nvPr/>
        </p:nvGrpSpPr>
        <p:grpSpPr>
          <a:xfrm>
            <a:off x="6191390" y="1829089"/>
            <a:ext cx="389068" cy="347787"/>
            <a:chOff x="6191390" y="1981489"/>
            <a:chExt cx="389068" cy="347787"/>
          </a:xfrm>
        </p:grpSpPr>
        <p:sp>
          <p:nvSpPr>
            <p:cNvPr id="12079" name="Google Shape;12079;p85"/>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5"/>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5"/>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5"/>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5"/>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5"/>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5"/>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85"/>
          <p:cNvGrpSpPr/>
          <p:nvPr/>
        </p:nvGrpSpPr>
        <p:grpSpPr>
          <a:xfrm>
            <a:off x="6657846" y="1855191"/>
            <a:ext cx="348103" cy="295714"/>
            <a:chOff x="6657846" y="2007591"/>
            <a:chExt cx="348103" cy="295714"/>
          </a:xfrm>
        </p:grpSpPr>
        <p:sp>
          <p:nvSpPr>
            <p:cNvPr id="12087" name="Google Shape;12087;p85"/>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5"/>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5"/>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5"/>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5"/>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5"/>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5"/>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5"/>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5"/>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5"/>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5"/>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5"/>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5"/>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5"/>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5"/>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5"/>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5"/>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5"/>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5"/>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5"/>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5"/>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5"/>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5"/>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5"/>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5"/>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5"/>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85"/>
          <p:cNvGrpSpPr/>
          <p:nvPr/>
        </p:nvGrpSpPr>
        <p:grpSpPr>
          <a:xfrm>
            <a:off x="7104188" y="1819504"/>
            <a:ext cx="347341" cy="348103"/>
            <a:chOff x="7104188" y="1971904"/>
            <a:chExt cx="347341" cy="348103"/>
          </a:xfrm>
        </p:grpSpPr>
        <p:sp>
          <p:nvSpPr>
            <p:cNvPr id="12114" name="Google Shape;12114;p85"/>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5"/>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5"/>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5"/>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5"/>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5"/>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5"/>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5"/>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5"/>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5"/>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5"/>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5"/>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5"/>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5"/>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5"/>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5"/>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5"/>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5"/>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5"/>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5"/>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5"/>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5"/>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5"/>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5"/>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5"/>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5"/>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5"/>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5"/>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5"/>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5"/>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85"/>
          <p:cNvGrpSpPr/>
          <p:nvPr/>
        </p:nvGrpSpPr>
        <p:grpSpPr>
          <a:xfrm>
            <a:off x="7551264" y="1819504"/>
            <a:ext cx="344321" cy="348155"/>
            <a:chOff x="7551264" y="1971904"/>
            <a:chExt cx="344321" cy="348155"/>
          </a:xfrm>
        </p:grpSpPr>
        <p:sp>
          <p:nvSpPr>
            <p:cNvPr id="12145" name="Google Shape;12145;p85"/>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5"/>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5"/>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5"/>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5"/>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5"/>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5"/>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5"/>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5"/>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5"/>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5"/>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5"/>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5"/>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5"/>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5"/>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5"/>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5"/>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5"/>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5"/>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85"/>
          <p:cNvGrpSpPr/>
          <p:nvPr/>
        </p:nvGrpSpPr>
        <p:grpSpPr>
          <a:xfrm>
            <a:off x="7992826" y="1365390"/>
            <a:ext cx="317431" cy="344584"/>
            <a:chOff x="7992826" y="1517790"/>
            <a:chExt cx="317431" cy="344584"/>
          </a:xfrm>
        </p:grpSpPr>
        <p:sp>
          <p:nvSpPr>
            <p:cNvPr id="12165" name="Google Shape;12165;p85"/>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5"/>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5"/>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5"/>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5"/>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5"/>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5"/>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5"/>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5"/>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5"/>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5"/>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5"/>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5"/>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5"/>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5"/>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5"/>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5"/>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85"/>
          <p:cNvGrpSpPr/>
          <p:nvPr/>
        </p:nvGrpSpPr>
        <p:grpSpPr>
          <a:xfrm>
            <a:off x="7992065" y="1819504"/>
            <a:ext cx="351621" cy="348103"/>
            <a:chOff x="7992065" y="1971904"/>
            <a:chExt cx="351621" cy="348103"/>
          </a:xfrm>
        </p:grpSpPr>
        <p:sp>
          <p:nvSpPr>
            <p:cNvPr id="12183" name="Google Shape;12183;p85"/>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5"/>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5"/>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5"/>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5"/>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5"/>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5"/>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5"/>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5"/>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5"/>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5"/>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5"/>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5"/>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5"/>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5"/>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85"/>
          <p:cNvGrpSpPr/>
          <p:nvPr/>
        </p:nvGrpSpPr>
        <p:grpSpPr>
          <a:xfrm>
            <a:off x="4911189" y="3641055"/>
            <a:ext cx="296580" cy="364935"/>
            <a:chOff x="4911189" y="3793455"/>
            <a:chExt cx="296580" cy="364935"/>
          </a:xfrm>
        </p:grpSpPr>
        <p:sp>
          <p:nvSpPr>
            <p:cNvPr id="12199" name="Google Shape;12199;p85"/>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5"/>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5"/>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5"/>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5"/>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5"/>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5"/>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5"/>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5"/>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5"/>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5"/>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5"/>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5"/>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5"/>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5"/>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5"/>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5"/>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5"/>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5"/>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5"/>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85"/>
          <p:cNvGrpSpPr/>
          <p:nvPr/>
        </p:nvGrpSpPr>
        <p:grpSpPr>
          <a:xfrm>
            <a:off x="5341433" y="3640871"/>
            <a:ext cx="330272" cy="329117"/>
            <a:chOff x="5341433" y="3793271"/>
            <a:chExt cx="330272" cy="329117"/>
          </a:xfrm>
        </p:grpSpPr>
        <p:sp>
          <p:nvSpPr>
            <p:cNvPr id="12220" name="Google Shape;12220;p85"/>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5"/>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5"/>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5"/>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5"/>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5"/>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5"/>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5"/>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5"/>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5"/>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5"/>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5"/>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5"/>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5"/>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5"/>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5"/>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85"/>
          <p:cNvGrpSpPr/>
          <p:nvPr/>
        </p:nvGrpSpPr>
        <p:grpSpPr>
          <a:xfrm>
            <a:off x="5744051" y="3613850"/>
            <a:ext cx="428511" cy="383186"/>
            <a:chOff x="5744051" y="3766250"/>
            <a:chExt cx="428511" cy="383186"/>
          </a:xfrm>
        </p:grpSpPr>
        <p:sp>
          <p:nvSpPr>
            <p:cNvPr id="12237" name="Google Shape;12237;p85"/>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5"/>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5"/>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5"/>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5"/>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5"/>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5"/>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5"/>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5"/>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5"/>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5"/>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5"/>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5"/>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5"/>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5"/>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5"/>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5"/>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5"/>
          <p:cNvGrpSpPr/>
          <p:nvPr/>
        </p:nvGrpSpPr>
        <p:grpSpPr>
          <a:xfrm>
            <a:off x="6678697" y="3640924"/>
            <a:ext cx="342824" cy="328985"/>
            <a:chOff x="6678697" y="3793324"/>
            <a:chExt cx="342824" cy="328985"/>
          </a:xfrm>
        </p:grpSpPr>
        <p:sp>
          <p:nvSpPr>
            <p:cNvPr id="12255" name="Google Shape;12255;p85"/>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5"/>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5"/>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5"/>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5"/>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5"/>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5"/>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5"/>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85"/>
          <p:cNvGrpSpPr/>
          <p:nvPr/>
        </p:nvGrpSpPr>
        <p:grpSpPr>
          <a:xfrm>
            <a:off x="7101903" y="3609622"/>
            <a:ext cx="398627" cy="392088"/>
            <a:chOff x="7101903" y="3762022"/>
            <a:chExt cx="398627" cy="392088"/>
          </a:xfrm>
        </p:grpSpPr>
        <p:sp>
          <p:nvSpPr>
            <p:cNvPr id="12264" name="Google Shape;12264;p85"/>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5"/>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5"/>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5"/>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5"/>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5"/>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5"/>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5"/>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5"/>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5"/>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5"/>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5"/>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5"/>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5"/>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5"/>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5"/>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85"/>
          <p:cNvGrpSpPr/>
          <p:nvPr/>
        </p:nvGrpSpPr>
        <p:grpSpPr>
          <a:xfrm>
            <a:off x="7541469" y="3641055"/>
            <a:ext cx="407897" cy="328985"/>
            <a:chOff x="7541469" y="3793455"/>
            <a:chExt cx="407897" cy="328985"/>
          </a:xfrm>
        </p:grpSpPr>
        <p:sp>
          <p:nvSpPr>
            <p:cNvPr id="12283" name="Google Shape;12283;p85"/>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5"/>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5"/>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5"/>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5"/>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5"/>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5"/>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5"/>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5"/>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5"/>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5"/>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5"/>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5"/>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5"/>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5"/>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5"/>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5"/>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5"/>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5"/>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5"/>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5"/>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5"/>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5"/>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5"/>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5"/>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5"/>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5"/>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5"/>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5"/>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5"/>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85"/>
          <p:cNvGrpSpPr/>
          <p:nvPr/>
        </p:nvGrpSpPr>
        <p:grpSpPr>
          <a:xfrm>
            <a:off x="5310288" y="2803912"/>
            <a:ext cx="432292" cy="264412"/>
            <a:chOff x="5310288" y="2956312"/>
            <a:chExt cx="432292" cy="264412"/>
          </a:xfrm>
        </p:grpSpPr>
        <p:sp>
          <p:nvSpPr>
            <p:cNvPr id="12314" name="Google Shape;12314;p85"/>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5"/>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5"/>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5"/>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5"/>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5"/>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5"/>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5"/>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5"/>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5"/>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5"/>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5"/>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5"/>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5"/>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5"/>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5"/>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5"/>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5"/>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5"/>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5"/>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5"/>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5"/>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5"/>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5"/>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5"/>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5"/>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5"/>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85"/>
          <p:cNvGrpSpPr/>
          <p:nvPr/>
        </p:nvGrpSpPr>
        <p:grpSpPr>
          <a:xfrm>
            <a:off x="4879047" y="2279920"/>
            <a:ext cx="398075" cy="340303"/>
            <a:chOff x="4879047" y="2432320"/>
            <a:chExt cx="398075" cy="340303"/>
          </a:xfrm>
        </p:grpSpPr>
        <p:sp>
          <p:nvSpPr>
            <p:cNvPr id="12342" name="Google Shape;12342;p85"/>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5"/>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5"/>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5"/>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5"/>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5"/>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5"/>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5"/>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5"/>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5"/>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5"/>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5"/>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5"/>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5"/>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5"/>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5"/>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5"/>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5"/>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5"/>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5"/>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5"/>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5"/>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5"/>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5"/>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5"/>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5"/>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85"/>
          <p:cNvGrpSpPr/>
          <p:nvPr/>
        </p:nvGrpSpPr>
        <p:grpSpPr>
          <a:xfrm>
            <a:off x="5388701" y="2241423"/>
            <a:ext cx="280982" cy="395896"/>
            <a:chOff x="5388701" y="2393823"/>
            <a:chExt cx="280982" cy="395896"/>
          </a:xfrm>
        </p:grpSpPr>
        <p:sp>
          <p:nvSpPr>
            <p:cNvPr id="12369" name="Google Shape;12369;p85"/>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5"/>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5"/>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5"/>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5"/>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5"/>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5"/>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5"/>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5"/>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5"/>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5"/>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5"/>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5"/>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5"/>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5"/>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5"/>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5"/>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5"/>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5"/>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5"/>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5"/>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5"/>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5"/>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5"/>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5"/>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5"/>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5"/>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5"/>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5"/>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5"/>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85"/>
          <p:cNvGrpSpPr/>
          <p:nvPr/>
        </p:nvGrpSpPr>
        <p:grpSpPr>
          <a:xfrm>
            <a:off x="5743289" y="2286722"/>
            <a:ext cx="444871" cy="316407"/>
            <a:chOff x="5743289" y="2439122"/>
            <a:chExt cx="444871" cy="316407"/>
          </a:xfrm>
        </p:grpSpPr>
        <p:sp>
          <p:nvSpPr>
            <p:cNvPr id="12400" name="Google Shape;12400;p85"/>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5"/>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5"/>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5"/>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5"/>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5"/>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5"/>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5"/>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5"/>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5"/>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5"/>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5"/>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5"/>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5"/>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5"/>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5"/>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5"/>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5"/>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5"/>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5"/>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5"/>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5"/>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5"/>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5"/>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5"/>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5"/>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5"/>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5"/>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5"/>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85"/>
          <p:cNvGrpSpPr/>
          <p:nvPr/>
        </p:nvGrpSpPr>
        <p:grpSpPr>
          <a:xfrm>
            <a:off x="6230360" y="2280183"/>
            <a:ext cx="351359" cy="363412"/>
            <a:chOff x="6230360" y="2432583"/>
            <a:chExt cx="351359" cy="363412"/>
          </a:xfrm>
        </p:grpSpPr>
        <p:sp>
          <p:nvSpPr>
            <p:cNvPr id="12430" name="Google Shape;12430;p85"/>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5"/>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5"/>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5"/>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5"/>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5"/>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5"/>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5"/>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5"/>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5"/>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5"/>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5"/>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5"/>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5"/>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5"/>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5"/>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5"/>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5"/>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5"/>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5"/>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5"/>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85"/>
          <p:cNvGrpSpPr/>
          <p:nvPr/>
        </p:nvGrpSpPr>
        <p:grpSpPr>
          <a:xfrm>
            <a:off x="6633976" y="2307152"/>
            <a:ext cx="387781" cy="286680"/>
            <a:chOff x="6633976" y="2459552"/>
            <a:chExt cx="387781" cy="286680"/>
          </a:xfrm>
        </p:grpSpPr>
        <p:sp>
          <p:nvSpPr>
            <p:cNvPr id="12452" name="Google Shape;12452;p85"/>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5"/>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5"/>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5"/>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5"/>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5"/>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5"/>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85"/>
          <p:cNvGrpSpPr/>
          <p:nvPr/>
        </p:nvGrpSpPr>
        <p:grpSpPr>
          <a:xfrm>
            <a:off x="7091110" y="2276165"/>
            <a:ext cx="376989" cy="348864"/>
            <a:chOff x="7091110" y="2428565"/>
            <a:chExt cx="376989" cy="348864"/>
          </a:xfrm>
        </p:grpSpPr>
        <p:sp>
          <p:nvSpPr>
            <p:cNvPr id="12460" name="Google Shape;12460;p85"/>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5"/>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5"/>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5"/>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5"/>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5"/>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5"/>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5"/>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5"/>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5"/>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5"/>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5"/>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5"/>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5"/>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5"/>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5"/>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5"/>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5"/>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5"/>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5"/>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5"/>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5"/>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5"/>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5"/>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5"/>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5"/>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5"/>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5"/>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5"/>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5"/>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5"/>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85"/>
          <p:cNvGrpSpPr/>
          <p:nvPr/>
        </p:nvGrpSpPr>
        <p:grpSpPr>
          <a:xfrm>
            <a:off x="7536427" y="2262825"/>
            <a:ext cx="369715" cy="375492"/>
            <a:chOff x="7536427" y="2415225"/>
            <a:chExt cx="369715" cy="375492"/>
          </a:xfrm>
        </p:grpSpPr>
        <p:sp>
          <p:nvSpPr>
            <p:cNvPr id="12492" name="Google Shape;12492;p85"/>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5"/>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5"/>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5"/>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5"/>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5"/>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5"/>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5"/>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5"/>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5"/>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5"/>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5"/>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5"/>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5"/>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5"/>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5"/>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5"/>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5"/>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5"/>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5"/>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5"/>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5"/>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5"/>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5"/>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5"/>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5"/>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5"/>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5"/>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5"/>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5"/>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5"/>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5"/>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5"/>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5"/>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5"/>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5"/>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5"/>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5"/>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85"/>
          <p:cNvGrpSpPr/>
          <p:nvPr/>
        </p:nvGrpSpPr>
        <p:grpSpPr>
          <a:xfrm>
            <a:off x="7980773" y="2276402"/>
            <a:ext cx="353381" cy="358160"/>
            <a:chOff x="7980773" y="2428802"/>
            <a:chExt cx="353381" cy="358160"/>
          </a:xfrm>
        </p:grpSpPr>
        <p:sp>
          <p:nvSpPr>
            <p:cNvPr id="12531" name="Google Shape;12531;p85"/>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5"/>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5"/>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5"/>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5"/>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5"/>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5"/>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5"/>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5"/>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5"/>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5"/>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5"/>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5"/>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5"/>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5"/>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5"/>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5"/>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5"/>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5"/>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5"/>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5"/>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5"/>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5"/>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5"/>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5"/>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5"/>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5"/>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5"/>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5"/>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5"/>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85"/>
          <p:cNvGrpSpPr/>
          <p:nvPr/>
        </p:nvGrpSpPr>
        <p:grpSpPr>
          <a:xfrm>
            <a:off x="4886058" y="4138840"/>
            <a:ext cx="346343" cy="343953"/>
            <a:chOff x="4886058" y="4291240"/>
            <a:chExt cx="346343" cy="343953"/>
          </a:xfrm>
        </p:grpSpPr>
        <p:sp>
          <p:nvSpPr>
            <p:cNvPr id="12562" name="Google Shape;12562;p85"/>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5"/>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5"/>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5"/>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5"/>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5"/>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5"/>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5"/>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5"/>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5"/>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5"/>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5"/>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5"/>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85"/>
          <p:cNvGrpSpPr/>
          <p:nvPr/>
        </p:nvGrpSpPr>
        <p:grpSpPr>
          <a:xfrm>
            <a:off x="5344216" y="4138656"/>
            <a:ext cx="304616" cy="343560"/>
            <a:chOff x="5344216" y="4291056"/>
            <a:chExt cx="304616" cy="343560"/>
          </a:xfrm>
        </p:grpSpPr>
        <p:sp>
          <p:nvSpPr>
            <p:cNvPr id="12576" name="Google Shape;12576;p85"/>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5"/>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5"/>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5"/>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5"/>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5"/>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5"/>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5"/>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5"/>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5"/>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5"/>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85"/>
          <p:cNvGrpSpPr/>
          <p:nvPr/>
        </p:nvGrpSpPr>
        <p:grpSpPr>
          <a:xfrm>
            <a:off x="6279999" y="4112022"/>
            <a:ext cx="204093" cy="343743"/>
            <a:chOff x="6271562" y="4290872"/>
            <a:chExt cx="204093" cy="343743"/>
          </a:xfrm>
        </p:grpSpPr>
        <p:sp>
          <p:nvSpPr>
            <p:cNvPr id="12588" name="Google Shape;12588;p85"/>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5"/>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5"/>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5"/>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5"/>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5"/>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5"/>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5"/>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5"/>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5"/>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5"/>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5"/>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5"/>
          <p:cNvGrpSpPr/>
          <p:nvPr/>
        </p:nvGrpSpPr>
        <p:grpSpPr>
          <a:xfrm>
            <a:off x="6639491" y="4176838"/>
            <a:ext cx="344085" cy="267195"/>
            <a:chOff x="6639491" y="4329238"/>
            <a:chExt cx="344085" cy="267195"/>
          </a:xfrm>
        </p:grpSpPr>
        <p:sp>
          <p:nvSpPr>
            <p:cNvPr id="12601" name="Google Shape;12601;p85"/>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5"/>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5"/>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5"/>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5"/>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5"/>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5"/>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5"/>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5"/>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5"/>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5"/>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5"/>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5"/>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5"/>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5"/>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5"/>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5"/>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5"/>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85"/>
          <p:cNvGrpSpPr/>
          <p:nvPr/>
        </p:nvGrpSpPr>
        <p:grpSpPr>
          <a:xfrm>
            <a:off x="7133336" y="4138656"/>
            <a:ext cx="232979" cy="343560"/>
            <a:chOff x="7133336" y="4291056"/>
            <a:chExt cx="232979" cy="343560"/>
          </a:xfrm>
        </p:grpSpPr>
        <p:sp>
          <p:nvSpPr>
            <p:cNvPr id="12620" name="Google Shape;12620;p85"/>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5"/>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5"/>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5"/>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5"/>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5"/>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5"/>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5"/>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5"/>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5"/>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5"/>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5"/>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5"/>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5"/>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5"/>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5"/>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5"/>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85"/>
          <p:cNvGrpSpPr/>
          <p:nvPr/>
        </p:nvGrpSpPr>
        <p:grpSpPr>
          <a:xfrm>
            <a:off x="7571379" y="4138656"/>
            <a:ext cx="232979" cy="343560"/>
            <a:chOff x="7571379" y="4291056"/>
            <a:chExt cx="232979" cy="343560"/>
          </a:xfrm>
        </p:grpSpPr>
        <p:sp>
          <p:nvSpPr>
            <p:cNvPr id="12638" name="Google Shape;12638;p85"/>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5"/>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5"/>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5"/>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5"/>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5"/>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5"/>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5"/>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5"/>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5"/>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5"/>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5"/>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5"/>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5"/>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5"/>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5"/>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85"/>
          <p:cNvGrpSpPr/>
          <p:nvPr/>
        </p:nvGrpSpPr>
        <p:grpSpPr>
          <a:xfrm>
            <a:off x="6666381" y="3195475"/>
            <a:ext cx="295819" cy="370712"/>
            <a:chOff x="6666381" y="3347875"/>
            <a:chExt cx="295819" cy="370712"/>
          </a:xfrm>
        </p:grpSpPr>
        <p:sp>
          <p:nvSpPr>
            <p:cNvPr id="12655" name="Google Shape;12655;p85"/>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5"/>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5"/>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5"/>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5"/>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5"/>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5"/>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5"/>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5"/>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5"/>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5"/>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5"/>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5"/>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5"/>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5"/>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5"/>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5"/>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5"/>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5"/>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5"/>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5"/>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5"/>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5"/>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5"/>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5"/>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5"/>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5"/>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5"/>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5"/>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5"/>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5"/>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5"/>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5"/>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5"/>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5"/>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5"/>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5"/>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5"/>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5"/>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5"/>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85"/>
          <p:cNvGrpSpPr/>
          <p:nvPr/>
        </p:nvGrpSpPr>
        <p:grpSpPr>
          <a:xfrm>
            <a:off x="4877760" y="2735059"/>
            <a:ext cx="389567" cy="390329"/>
            <a:chOff x="4877760" y="2887459"/>
            <a:chExt cx="389567" cy="390329"/>
          </a:xfrm>
        </p:grpSpPr>
        <p:sp>
          <p:nvSpPr>
            <p:cNvPr id="12696" name="Google Shape;12696;p85"/>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5"/>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5"/>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5"/>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5"/>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5"/>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5"/>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5"/>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5"/>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5"/>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5"/>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5"/>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5"/>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5"/>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5"/>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5"/>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5"/>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5"/>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5"/>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5"/>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5"/>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5"/>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5"/>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5"/>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5"/>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5"/>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5"/>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5"/>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5"/>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5"/>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5"/>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5"/>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5"/>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5"/>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5"/>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5"/>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5"/>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5"/>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5"/>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5"/>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5"/>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5"/>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5"/>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5"/>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0" name="Google Shape;12740;p85"/>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5"/>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5"/>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5"/>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5"/>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5" name="Google Shape;12745;p85"/>
          <p:cNvGrpSpPr/>
          <p:nvPr/>
        </p:nvGrpSpPr>
        <p:grpSpPr>
          <a:xfrm>
            <a:off x="5779239" y="2735295"/>
            <a:ext cx="314411" cy="389830"/>
            <a:chOff x="5779239" y="2887695"/>
            <a:chExt cx="314411" cy="389830"/>
          </a:xfrm>
        </p:grpSpPr>
        <p:sp>
          <p:nvSpPr>
            <p:cNvPr id="12746" name="Google Shape;12746;p85"/>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5"/>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5"/>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5"/>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5"/>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5"/>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5"/>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5"/>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5"/>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5"/>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5"/>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5"/>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5"/>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5"/>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5"/>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5"/>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5"/>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5"/>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5"/>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5"/>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5"/>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5"/>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5"/>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5"/>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5"/>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5"/>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5"/>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5"/>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5"/>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5"/>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5"/>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5"/>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5"/>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5"/>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5"/>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5"/>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5"/>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5"/>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5"/>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5"/>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5"/>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5"/>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5"/>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5"/>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85"/>
          <p:cNvGrpSpPr/>
          <p:nvPr/>
        </p:nvGrpSpPr>
        <p:grpSpPr>
          <a:xfrm>
            <a:off x="6190130" y="2788577"/>
            <a:ext cx="389830" cy="283004"/>
            <a:chOff x="6190130" y="2940977"/>
            <a:chExt cx="389830" cy="283004"/>
          </a:xfrm>
        </p:grpSpPr>
        <p:sp>
          <p:nvSpPr>
            <p:cNvPr id="12791" name="Google Shape;12791;p85"/>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5"/>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5"/>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5"/>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5"/>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5"/>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5"/>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5"/>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5"/>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5"/>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5"/>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5"/>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5"/>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5"/>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5"/>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5"/>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5"/>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5"/>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5"/>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5"/>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5"/>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5"/>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5"/>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5"/>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5"/>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5"/>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5"/>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5"/>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5"/>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5"/>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85"/>
          <p:cNvGrpSpPr/>
          <p:nvPr/>
        </p:nvGrpSpPr>
        <p:grpSpPr>
          <a:xfrm>
            <a:off x="6633976" y="2747874"/>
            <a:ext cx="389803" cy="364673"/>
            <a:chOff x="6633976" y="2900274"/>
            <a:chExt cx="389803" cy="364673"/>
          </a:xfrm>
        </p:grpSpPr>
        <p:sp>
          <p:nvSpPr>
            <p:cNvPr id="12822" name="Google Shape;12822;p85"/>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5"/>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5"/>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5"/>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5"/>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5"/>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5"/>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5"/>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5"/>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5"/>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5"/>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5"/>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5"/>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5"/>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5"/>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5"/>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5"/>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85"/>
          <p:cNvGrpSpPr/>
          <p:nvPr/>
        </p:nvGrpSpPr>
        <p:grpSpPr>
          <a:xfrm>
            <a:off x="7517835" y="2733037"/>
            <a:ext cx="364935" cy="382529"/>
            <a:chOff x="7517835" y="2885437"/>
            <a:chExt cx="364935" cy="382529"/>
          </a:xfrm>
        </p:grpSpPr>
        <p:sp>
          <p:nvSpPr>
            <p:cNvPr id="12840" name="Google Shape;12840;p85"/>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5"/>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5"/>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5"/>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5"/>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5"/>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5"/>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5"/>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5"/>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5"/>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5"/>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5"/>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5"/>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5"/>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5"/>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5"/>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5"/>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5"/>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5"/>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5"/>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5"/>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5"/>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5"/>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5"/>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5"/>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5"/>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5"/>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5"/>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5"/>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5"/>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5"/>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5"/>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5"/>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5"/>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5"/>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5"/>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5"/>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85"/>
          <p:cNvGrpSpPr/>
          <p:nvPr/>
        </p:nvGrpSpPr>
        <p:grpSpPr>
          <a:xfrm>
            <a:off x="7087591" y="2734744"/>
            <a:ext cx="358160" cy="385602"/>
            <a:chOff x="7087591" y="2887144"/>
            <a:chExt cx="358160" cy="385602"/>
          </a:xfrm>
        </p:grpSpPr>
        <p:sp>
          <p:nvSpPr>
            <p:cNvPr id="12878" name="Google Shape;12878;p85"/>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5"/>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5"/>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5"/>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5"/>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5"/>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5"/>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5"/>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5"/>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5"/>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5"/>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5"/>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5"/>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5"/>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5"/>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5"/>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5"/>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5"/>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5"/>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5"/>
          <p:cNvGrpSpPr/>
          <p:nvPr/>
        </p:nvGrpSpPr>
        <p:grpSpPr>
          <a:xfrm>
            <a:off x="7951362" y="2733037"/>
            <a:ext cx="382529" cy="382529"/>
            <a:chOff x="7951362" y="2885437"/>
            <a:chExt cx="382529" cy="382529"/>
          </a:xfrm>
        </p:grpSpPr>
        <p:sp>
          <p:nvSpPr>
            <p:cNvPr id="12898" name="Google Shape;12898;p85"/>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5"/>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5"/>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5"/>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5"/>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5"/>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5"/>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5"/>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5"/>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5"/>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5"/>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5"/>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5"/>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5"/>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5"/>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5"/>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5"/>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5"/>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5"/>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5"/>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5"/>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5"/>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5"/>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5"/>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5"/>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5"/>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5"/>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5"/>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5"/>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5"/>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5"/>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5"/>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5"/>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5"/>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5"/>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5"/>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5"/>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5"/>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5"/>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5"/>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5"/>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5"/>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5"/>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5"/>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5"/>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5"/>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5"/>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5"/>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5"/>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85"/>
          <p:cNvGrpSpPr/>
          <p:nvPr/>
        </p:nvGrpSpPr>
        <p:grpSpPr>
          <a:xfrm>
            <a:off x="8054406" y="3662089"/>
            <a:ext cx="276964" cy="336601"/>
            <a:chOff x="8054406" y="3814489"/>
            <a:chExt cx="276964" cy="336601"/>
          </a:xfrm>
        </p:grpSpPr>
        <p:sp>
          <p:nvSpPr>
            <p:cNvPr id="12948" name="Google Shape;12948;p85"/>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5"/>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5"/>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5"/>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5"/>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5"/>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5"/>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5"/>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5"/>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85"/>
          <p:cNvGrpSpPr/>
          <p:nvPr/>
        </p:nvGrpSpPr>
        <p:grpSpPr>
          <a:xfrm>
            <a:off x="7936787" y="4142674"/>
            <a:ext cx="378249" cy="335524"/>
            <a:chOff x="7936787" y="4295074"/>
            <a:chExt cx="378249" cy="335524"/>
          </a:xfrm>
        </p:grpSpPr>
        <p:sp>
          <p:nvSpPr>
            <p:cNvPr id="12958" name="Google Shape;12958;p85"/>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5"/>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5"/>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5"/>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5"/>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5"/>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5"/>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5"/>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5"/>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5"/>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5"/>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5"/>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5"/>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5"/>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5"/>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5"/>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85"/>
          <p:cNvGrpSpPr/>
          <p:nvPr/>
        </p:nvGrpSpPr>
        <p:grpSpPr>
          <a:xfrm>
            <a:off x="4886058" y="1813490"/>
            <a:ext cx="388569" cy="388307"/>
            <a:chOff x="4886058" y="1965890"/>
            <a:chExt cx="388569" cy="388307"/>
          </a:xfrm>
        </p:grpSpPr>
        <p:sp>
          <p:nvSpPr>
            <p:cNvPr id="12975" name="Google Shape;12975;p85"/>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5"/>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5"/>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5"/>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5"/>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5"/>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5"/>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5"/>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5"/>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5"/>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5"/>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6" name="Google Shape;12986;p85"/>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987" name="Google Shape;12987;p85"/>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91" name="Shape 12991"/>
        <p:cNvGrpSpPr/>
        <p:nvPr/>
      </p:nvGrpSpPr>
      <p:grpSpPr>
        <a:xfrm>
          <a:off x="0" y="0"/>
          <a:ext cx="0" cy="0"/>
          <a:chOff x="0" y="0"/>
          <a:chExt cx="0" cy="0"/>
        </a:xfrm>
      </p:grpSpPr>
      <p:grpSp>
        <p:nvGrpSpPr>
          <p:cNvPr id="12992" name="Google Shape;12992;p86"/>
          <p:cNvGrpSpPr/>
          <p:nvPr/>
        </p:nvGrpSpPr>
        <p:grpSpPr>
          <a:xfrm>
            <a:off x="1765162" y="3194389"/>
            <a:ext cx="292801" cy="359258"/>
            <a:chOff x="1765162" y="3346789"/>
            <a:chExt cx="292801" cy="359258"/>
          </a:xfrm>
        </p:grpSpPr>
        <p:sp>
          <p:nvSpPr>
            <p:cNvPr id="12993" name="Google Shape;12993;p86"/>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6"/>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6"/>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6"/>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6"/>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6"/>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6"/>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6"/>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6"/>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6"/>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6"/>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6"/>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6"/>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6"/>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6"/>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6"/>
          <p:cNvGrpSpPr/>
          <p:nvPr/>
        </p:nvGrpSpPr>
        <p:grpSpPr>
          <a:xfrm>
            <a:off x="3077632" y="2292604"/>
            <a:ext cx="358996" cy="296309"/>
            <a:chOff x="3077632" y="2445004"/>
            <a:chExt cx="358996" cy="296309"/>
          </a:xfrm>
        </p:grpSpPr>
        <p:sp>
          <p:nvSpPr>
            <p:cNvPr id="13009" name="Google Shape;13009;p86"/>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6"/>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6"/>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6"/>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6"/>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6"/>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6"/>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6"/>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6"/>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6"/>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6"/>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6"/>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6"/>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6"/>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6"/>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6"/>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6"/>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6"/>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6"/>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6"/>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6"/>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6"/>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6"/>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6"/>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6"/>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6"/>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86"/>
          <p:cNvGrpSpPr/>
          <p:nvPr/>
        </p:nvGrpSpPr>
        <p:grpSpPr>
          <a:xfrm>
            <a:off x="2635237" y="2279380"/>
            <a:ext cx="359232" cy="323018"/>
            <a:chOff x="2635237" y="2431780"/>
            <a:chExt cx="359232" cy="323018"/>
          </a:xfrm>
        </p:grpSpPr>
        <p:sp>
          <p:nvSpPr>
            <p:cNvPr id="13036" name="Google Shape;13036;p86"/>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6"/>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6"/>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6"/>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6"/>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6"/>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6"/>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6"/>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6"/>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6"/>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6"/>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6"/>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6"/>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6"/>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6"/>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86"/>
          <p:cNvGrpSpPr/>
          <p:nvPr/>
        </p:nvGrpSpPr>
        <p:grpSpPr>
          <a:xfrm>
            <a:off x="4011651" y="3615732"/>
            <a:ext cx="373189" cy="358944"/>
            <a:chOff x="4011651" y="3768132"/>
            <a:chExt cx="373189" cy="358944"/>
          </a:xfrm>
        </p:grpSpPr>
        <p:sp>
          <p:nvSpPr>
            <p:cNvPr id="13052" name="Google Shape;13052;p86"/>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6"/>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6"/>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6"/>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6"/>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6"/>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6"/>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6"/>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6"/>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6"/>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86"/>
          <p:cNvGrpSpPr/>
          <p:nvPr/>
        </p:nvGrpSpPr>
        <p:grpSpPr>
          <a:xfrm>
            <a:off x="2189568" y="1809203"/>
            <a:ext cx="364993" cy="359049"/>
            <a:chOff x="2189568" y="1961603"/>
            <a:chExt cx="364993" cy="359049"/>
          </a:xfrm>
        </p:grpSpPr>
        <p:sp>
          <p:nvSpPr>
            <p:cNvPr id="13063" name="Google Shape;13063;p86"/>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6"/>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6"/>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6"/>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6"/>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6"/>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6"/>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6"/>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6"/>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6"/>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6"/>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6"/>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6"/>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6"/>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6"/>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6"/>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86"/>
          <p:cNvGrpSpPr/>
          <p:nvPr/>
        </p:nvGrpSpPr>
        <p:grpSpPr>
          <a:xfrm>
            <a:off x="2193077" y="2267571"/>
            <a:ext cx="378426" cy="346323"/>
            <a:chOff x="2193077" y="2419971"/>
            <a:chExt cx="378426" cy="346323"/>
          </a:xfrm>
        </p:grpSpPr>
        <p:sp>
          <p:nvSpPr>
            <p:cNvPr id="13080" name="Google Shape;13080;p86"/>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6"/>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6"/>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6"/>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6"/>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6"/>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6"/>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6"/>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6"/>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6"/>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6"/>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6"/>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6"/>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6"/>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6"/>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6"/>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6"/>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6"/>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6"/>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6"/>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6"/>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86"/>
          <p:cNvGrpSpPr/>
          <p:nvPr/>
        </p:nvGrpSpPr>
        <p:grpSpPr>
          <a:xfrm>
            <a:off x="861622" y="2729370"/>
            <a:ext cx="276802" cy="367140"/>
            <a:chOff x="861622" y="2881770"/>
            <a:chExt cx="276802" cy="367140"/>
          </a:xfrm>
        </p:grpSpPr>
        <p:sp>
          <p:nvSpPr>
            <p:cNvPr id="13102" name="Google Shape;13102;p86"/>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6"/>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6"/>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6"/>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6"/>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6"/>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6"/>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6"/>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6"/>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6"/>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6"/>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6"/>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6"/>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6"/>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6"/>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6"/>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6"/>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6"/>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6"/>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6"/>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6"/>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6"/>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86"/>
          <p:cNvGrpSpPr/>
          <p:nvPr/>
        </p:nvGrpSpPr>
        <p:grpSpPr>
          <a:xfrm>
            <a:off x="3968184" y="2729291"/>
            <a:ext cx="369444" cy="367140"/>
            <a:chOff x="3968184" y="2881691"/>
            <a:chExt cx="369444" cy="367140"/>
          </a:xfrm>
        </p:grpSpPr>
        <p:sp>
          <p:nvSpPr>
            <p:cNvPr id="13125" name="Google Shape;13125;p86"/>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6"/>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6"/>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6"/>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6"/>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6"/>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6"/>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6"/>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6"/>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6"/>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6"/>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6"/>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6"/>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6"/>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6"/>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6"/>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6"/>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6"/>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6"/>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6"/>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6"/>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6"/>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6"/>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6"/>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86"/>
          <p:cNvGrpSpPr/>
          <p:nvPr/>
        </p:nvGrpSpPr>
        <p:grpSpPr>
          <a:xfrm>
            <a:off x="3513796" y="2729684"/>
            <a:ext cx="371487" cy="366826"/>
            <a:chOff x="3513796" y="2882084"/>
            <a:chExt cx="371487" cy="366826"/>
          </a:xfrm>
        </p:grpSpPr>
        <p:sp>
          <p:nvSpPr>
            <p:cNvPr id="13150" name="Google Shape;13150;p86"/>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6"/>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6"/>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6"/>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6"/>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6"/>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6"/>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6"/>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6"/>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6"/>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6"/>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6"/>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6"/>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6"/>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6"/>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6"/>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6"/>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6"/>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6"/>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6"/>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6"/>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6"/>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6"/>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6"/>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6"/>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6"/>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6"/>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6"/>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6"/>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6"/>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6"/>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6"/>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6"/>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6"/>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6"/>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6"/>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6"/>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6"/>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6"/>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6"/>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6"/>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6"/>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6"/>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6"/>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6"/>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6"/>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6"/>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6"/>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6"/>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86"/>
          <p:cNvGrpSpPr/>
          <p:nvPr/>
        </p:nvGrpSpPr>
        <p:grpSpPr>
          <a:xfrm>
            <a:off x="873615" y="1347875"/>
            <a:ext cx="335011" cy="359232"/>
            <a:chOff x="873615" y="1500275"/>
            <a:chExt cx="335011" cy="359232"/>
          </a:xfrm>
        </p:grpSpPr>
        <p:sp>
          <p:nvSpPr>
            <p:cNvPr id="13200" name="Google Shape;13200;p86"/>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6"/>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6"/>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6"/>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6"/>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6"/>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6"/>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6"/>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6"/>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6"/>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6"/>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86"/>
          <p:cNvGrpSpPr/>
          <p:nvPr/>
        </p:nvGrpSpPr>
        <p:grpSpPr>
          <a:xfrm>
            <a:off x="2202058" y="3194337"/>
            <a:ext cx="337158" cy="359311"/>
            <a:chOff x="2202058" y="3346737"/>
            <a:chExt cx="337158" cy="359311"/>
          </a:xfrm>
        </p:grpSpPr>
        <p:sp>
          <p:nvSpPr>
            <p:cNvPr id="13212" name="Google Shape;13212;p86"/>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6"/>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6"/>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6"/>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6"/>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6"/>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6"/>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6"/>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6"/>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86"/>
          <p:cNvGrpSpPr/>
          <p:nvPr/>
        </p:nvGrpSpPr>
        <p:grpSpPr>
          <a:xfrm>
            <a:off x="2223059" y="3665772"/>
            <a:ext cx="359232" cy="306050"/>
            <a:chOff x="2223059" y="3818172"/>
            <a:chExt cx="359232" cy="306050"/>
          </a:xfrm>
        </p:grpSpPr>
        <p:sp>
          <p:nvSpPr>
            <p:cNvPr id="13222" name="Google Shape;13222;p86"/>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6"/>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6"/>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6"/>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6"/>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6"/>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6"/>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6"/>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6"/>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6"/>
          <p:cNvGrpSpPr/>
          <p:nvPr/>
        </p:nvGrpSpPr>
        <p:grpSpPr>
          <a:xfrm>
            <a:off x="1725989" y="1839420"/>
            <a:ext cx="378426" cy="298509"/>
            <a:chOff x="1725989" y="1991820"/>
            <a:chExt cx="378426" cy="298509"/>
          </a:xfrm>
        </p:grpSpPr>
        <p:sp>
          <p:nvSpPr>
            <p:cNvPr id="13232" name="Google Shape;13232;p86"/>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6"/>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6"/>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6"/>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6"/>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6"/>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6"/>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6"/>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6"/>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6"/>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6"/>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6"/>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86"/>
          <p:cNvGrpSpPr/>
          <p:nvPr/>
        </p:nvGrpSpPr>
        <p:grpSpPr>
          <a:xfrm>
            <a:off x="1768409" y="3639351"/>
            <a:ext cx="367978" cy="359075"/>
            <a:chOff x="1768409" y="3791751"/>
            <a:chExt cx="367978" cy="359075"/>
          </a:xfrm>
        </p:grpSpPr>
        <p:sp>
          <p:nvSpPr>
            <p:cNvPr id="13245" name="Google Shape;13245;p86"/>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6"/>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6"/>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6"/>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6"/>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6"/>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6"/>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6"/>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6"/>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6"/>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6"/>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6"/>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6"/>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86"/>
          <p:cNvGrpSpPr/>
          <p:nvPr/>
        </p:nvGrpSpPr>
        <p:grpSpPr>
          <a:xfrm>
            <a:off x="2668963" y="3638906"/>
            <a:ext cx="358735" cy="359311"/>
            <a:chOff x="2668963" y="3791306"/>
            <a:chExt cx="358735" cy="359311"/>
          </a:xfrm>
        </p:grpSpPr>
        <p:sp>
          <p:nvSpPr>
            <p:cNvPr id="13259" name="Google Shape;13259;p86"/>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6"/>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6"/>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6"/>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6"/>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6"/>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6"/>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6"/>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6"/>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6"/>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6"/>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6"/>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6"/>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6"/>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6"/>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6"/>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86"/>
          <p:cNvGrpSpPr/>
          <p:nvPr/>
        </p:nvGrpSpPr>
        <p:grpSpPr>
          <a:xfrm>
            <a:off x="849682" y="1842798"/>
            <a:ext cx="363893" cy="291727"/>
            <a:chOff x="849682" y="1995198"/>
            <a:chExt cx="363893" cy="291727"/>
          </a:xfrm>
        </p:grpSpPr>
        <p:sp>
          <p:nvSpPr>
            <p:cNvPr id="13276" name="Google Shape;13276;p86"/>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6"/>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6"/>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6"/>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6"/>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6"/>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6"/>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6"/>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6"/>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6"/>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6"/>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6"/>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6"/>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6"/>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6"/>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6"/>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6"/>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6"/>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86"/>
          <p:cNvGrpSpPr/>
          <p:nvPr/>
        </p:nvGrpSpPr>
        <p:grpSpPr>
          <a:xfrm>
            <a:off x="3065430" y="1837666"/>
            <a:ext cx="378190" cy="302044"/>
            <a:chOff x="3065430" y="1990066"/>
            <a:chExt cx="378190" cy="302044"/>
          </a:xfrm>
        </p:grpSpPr>
        <p:sp>
          <p:nvSpPr>
            <p:cNvPr id="13295" name="Google Shape;13295;p86"/>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6"/>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6"/>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6"/>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6"/>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6"/>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6"/>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6"/>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6"/>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6"/>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6"/>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86"/>
          <p:cNvGrpSpPr/>
          <p:nvPr/>
        </p:nvGrpSpPr>
        <p:grpSpPr>
          <a:xfrm>
            <a:off x="3568234" y="3639010"/>
            <a:ext cx="347501" cy="359284"/>
            <a:chOff x="3568234" y="3791410"/>
            <a:chExt cx="347501" cy="359284"/>
          </a:xfrm>
        </p:grpSpPr>
        <p:sp>
          <p:nvSpPr>
            <p:cNvPr id="13307" name="Google Shape;13307;p86"/>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6"/>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6"/>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6"/>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6"/>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6"/>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6"/>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6"/>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6"/>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6"/>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6"/>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86"/>
          <p:cNvGrpSpPr/>
          <p:nvPr/>
        </p:nvGrpSpPr>
        <p:grpSpPr>
          <a:xfrm>
            <a:off x="1759925" y="1348687"/>
            <a:ext cx="347004" cy="358420"/>
            <a:chOff x="1759925" y="1501087"/>
            <a:chExt cx="347004" cy="358420"/>
          </a:xfrm>
        </p:grpSpPr>
        <p:sp>
          <p:nvSpPr>
            <p:cNvPr id="13319" name="Google Shape;13319;p86"/>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6"/>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6"/>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6"/>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6"/>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6"/>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6"/>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6"/>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6"/>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6"/>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6"/>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6"/>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6"/>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6"/>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6"/>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6"/>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6"/>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6"/>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6"/>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6"/>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6"/>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6"/>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6"/>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6"/>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6"/>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6"/>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6"/>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86"/>
          <p:cNvGrpSpPr/>
          <p:nvPr/>
        </p:nvGrpSpPr>
        <p:grpSpPr>
          <a:xfrm>
            <a:off x="3519295" y="2261260"/>
            <a:ext cx="360227" cy="359311"/>
            <a:chOff x="3519295" y="2413660"/>
            <a:chExt cx="360227" cy="359311"/>
          </a:xfrm>
        </p:grpSpPr>
        <p:sp>
          <p:nvSpPr>
            <p:cNvPr id="13347" name="Google Shape;13347;p86"/>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6"/>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6"/>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6"/>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6"/>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6"/>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6"/>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6"/>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6"/>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6"/>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6"/>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6"/>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6"/>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6"/>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6"/>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6"/>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6"/>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6"/>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6"/>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6"/>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6"/>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6"/>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6"/>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6"/>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6"/>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6"/>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6"/>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6"/>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6"/>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6"/>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6"/>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6"/>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6"/>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6"/>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6"/>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86"/>
          <p:cNvGrpSpPr/>
          <p:nvPr/>
        </p:nvGrpSpPr>
        <p:grpSpPr>
          <a:xfrm>
            <a:off x="1330255" y="3693318"/>
            <a:ext cx="358996" cy="250774"/>
            <a:chOff x="1330255" y="3845718"/>
            <a:chExt cx="358996" cy="250774"/>
          </a:xfrm>
        </p:grpSpPr>
        <p:sp>
          <p:nvSpPr>
            <p:cNvPr id="13383" name="Google Shape;13383;p86"/>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6"/>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6"/>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6"/>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6"/>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6"/>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6"/>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6"/>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6"/>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6"/>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86"/>
          <p:cNvGrpSpPr/>
          <p:nvPr/>
        </p:nvGrpSpPr>
        <p:grpSpPr>
          <a:xfrm>
            <a:off x="3115103" y="3638984"/>
            <a:ext cx="373424" cy="359311"/>
            <a:chOff x="3115103" y="3791384"/>
            <a:chExt cx="373424" cy="359311"/>
          </a:xfrm>
        </p:grpSpPr>
        <p:sp>
          <p:nvSpPr>
            <p:cNvPr id="13394" name="Google Shape;13394;p86"/>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6"/>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6"/>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6"/>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6"/>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6"/>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6"/>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6"/>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6"/>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6"/>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6"/>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6"/>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6"/>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6"/>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8" name="Google Shape;13408;p86"/>
          <p:cNvGrpSpPr/>
          <p:nvPr/>
        </p:nvGrpSpPr>
        <p:grpSpPr>
          <a:xfrm>
            <a:off x="883853" y="3640241"/>
            <a:ext cx="378190" cy="357059"/>
            <a:chOff x="883853" y="3792641"/>
            <a:chExt cx="378190" cy="357059"/>
          </a:xfrm>
        </p:grpSpPr>
        <p:sp>
          <p:nvSpPr>
            <p:cNvPr id="13409" name="Google Shape;13409;p86"/>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6"/>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6"/>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6"/>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6"/>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6"/>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6"/>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6"/>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6"/>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6"/>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6"/>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6"/>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6"/>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6"/>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6"/>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6"/>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6"/>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6"/>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6"/>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6"/>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6"/>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6"/>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6"/>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6"/>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6"/>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6"/>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5" name="Google Shape;13435;p86"/>
          <p:cNvGrpSpPr/>
          <p:nvPr/>
        </p:nvGrpSpPr>
        <p:grpSpPr>
          <a:xfrm>
            <a:off x="3934196" y="2332405"/>
            <a:ext cx="401207" cy="214036"/>
            <a:chOff x="3934196" y="2484805"/>
            <a:chExt cx="401207" cy="214036"/>
          </a:xfrm>
        </p:grpSpPr>
        <p:sp>
          <p:nvSpPr>
            <p:cNvPr id="13436" name="Google Shape;13436;p86"/>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6"/>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6"/>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6"/>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6"/>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86"/>
          <p:cNvGrpSpPr/>
          <p:nvPr/>
        </p:nvGrpSpPr>
        <p:grpSpPr>
          <a:xfrm>
            <a:off x="3999894" y="1347797"/>
            <a:ext cx="342474" cy="359232"/>
            <a:chOff x="3999894" y="1500197"/>
            <a:chExt cx="342474" cy="359232"/>
          </a:xfrm>
        </p:grpSpPr>
        <p:sp>
          <p:nvSpPr>
            <p:cNvPr id="13442" name="Google Shape;13442;p86"/>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6"/>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6"/>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6"/>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6"/>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6"/>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6"/>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6"/>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6"/>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6"/>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86"/>
          <p:cNvGrpSpPr/>
          <p:nvPr/>
        </p:nvGrpSpPr>
        <p:grpSpPr>
          <a:xfrm>
            <a:off x="2233795" y="2729762"/>
            <a:ext cx="232601" cy="366747"/>
            <a:chOff x="2233795" y="2882162"/>
            <a:chExt cx="232601" cy="366747"/>
          </a:xfrm>
        </p:grpSpPr>
        <p:sp>
          <p:nvSpPr>
            <p:cNvPr id="13453" name="Google Shape;13453;p86"/>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6"/>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6"/>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6"/>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6"/>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6"/>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6"/>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6"/>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6"/>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6"/>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6"/>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6"/>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6"/>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6"/>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6"/>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6"/>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6"/>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6"/>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86"/>
          <p:cNvGrpSpPr/>
          <p:nvPr/>
        </p:nvGrpSpPr>
        <p:grpSpPr>
          <a:xfrm>
            <a:off x="3523772" y="3252022"/>
            <a:ext cx="362008" cy="244175"/>
            <a:chOff x="3523772" y="3404422"/>
            <a:chExt cx="362008" cy="244175"/>
          </a:xfrm>
        </p:grpSpPr>
        <p:sp>
          <p:nvSpPr>
            <p:cNvPr id="13472" name="Google Shape;13472;p86"/>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6"/>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6"/>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6"/>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6"/>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6"/>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6"/>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6"/>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6"/>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6"/>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6"/>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6"/>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6"/>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6"/>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6"/>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7" name="Google Shape;13487;p86"/>
          <p:cNvGrpSpPr/>
          <p:nvPr/>
        </p:nvGrpSpPr>
        <p:grpSpPr>
          <a:xfrm>
            <a:off x="3531026" y="1824914"/>
            <a:ext cx="359232" cy="327836"/>
            <a:chOff x="3531026" y="1977314"/>
            <a:chExt cx="359232" cy="327836"/>
          </a:xfrm>
        </p:grpSpPr>
        <p:sp>
          <p:nvSpPr>
            <p:cNvPr id="13488" name="Google Shape;13488;p86"/>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6"/>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6"/>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6"/>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6"/>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6"/>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6"/>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6"/>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6"/>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6"/>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8" name="Google Shape;13498;p86"/>
          <p:cNvGrpSpPr/>
          <p:nvPr/>
        </p:nvGrpSpPr>
        <p:grpSpPr>
          <a:xfrm>
            <a:off x="3123351" y="1347875"/>
            <a:ext cx="296781" cy="359232"/>
            <a:chOff x="3123351" y="1500275"/>
            <a:chExt cx="296781" cy="359232"/>
          </a:xfrm>
        </p:grpSpPr>
        <p:sp>
          <p:nvSpPr>
            <p:cNvPr id="13499" name="Google Shape;13499;p86"/>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6"/>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6"/>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6"/>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6"/>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6"/>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6"/>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6"/>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6"/>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6"/>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6"/>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86"/>
          <p:cNvGrpSpPr/>
          <p:nvPr/>
        </p:nvGrpSpPr>
        <p:grpSpPr>
          <a:xfrm>
            <a:off x="2659458" y="1347875"/>
            <a:ext cx="332261" cy="359232"/>
            <a:chOff x="2659458" y="1500275"/>
            <a:chExt cx="332261" cy="359232"/>
          </a:xfrm>
        </p:grpSpPr>
        <p:sp>
          <p:nvSpPr>
            <p:cNvPr id="13511" name="Google Shape;13511;p86"/>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6"/>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6"/>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6"/>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6"/>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6"/>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6"/>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6"/>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6"/>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6"/>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6"/>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6"/>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6"/>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6"/>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6"/>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6"/>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6"/>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6"/>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6"/>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6"/>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86"/>
          <p:cNvGrpSpPr/>
          <p:nvPr/>
        </p:nvGrpSpPr>
        <p:grpSpPr>
          <a:xfrm>
            <a:off x="1750184" y="2261130"/>
            <a:ext cx="359730" cy="359441"/>
            <a:chOff x="1750184" y="2413530"/>
            <a:chExt cx="359730" cy="359441"/>
          </a:xfrm>
        </p:grpSpPr>
        <p:sp>
          <p:nvSpPr>
            <p:cNvPr id="13532" name="Google Shape;13532;p86"/>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6"/>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6"/>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6"/>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6"/>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6"/>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6"/>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6"/>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6"/>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6"/>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6"/>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86"/>
          <p:cNvGrpSpPr/>
          <p:nvPr/>
        </p:nvGrpSpPr>
        <p:grpSpPr>
          <a:xfrm>
            <a:off x="2230050" y="1347823"/>
            <a:ext cx="316524" cy="359284"/>
            <a:chOff x="2230050" y="1500223"/>
            <a:chExt cx="316524" cy="359284"/>
          </a:xfrm>
        </p:grpSpPr>
        <p:sp>
          <p:nvSpPr>
            <p:cNvPr id="13544" name="Google Shape;13544;p86"/>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6"/>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6"/>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6"/>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6"/>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6"/>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6"/>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6"/>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6"/>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6"/>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6"/>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6"/>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6"/>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6"/>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6"/>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6"/>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6"/>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6"/>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6"/>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6"/>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86"/>
          <p:cNvGrpSpPr/>
          <p:nvPr/>
        </p:nvGrpSpPr>
        <p:grpSpPr>
          <a:xfrm>
            <a:off x="2690042" y="4110367"/>
            <a:ext cx="359389" cy="359232"/>
            <a:chOff x="2690042" y="4262767"/>
            <a:chExt cx="359389" cy="359232"/>
          </a:xfrm>
        </p:grpSpPr>
        <p:sp>
          <p:nvSpPr>
            <p:cNvPr id="13565" name="Google Shape;13565;p86"/>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6"/>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6"/>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6"/>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6"/>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6"/>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6"/>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2" name="Google Shape;13572;p86"/>
          <p:cNvGrpSpPr/>
          <p:nvPr/>
        </p:nvGrpSpPr>
        <p:grpSpPr>
          <a:xfrm>
            <a:off x="2689440" y="2729762"/>
            <a:ext cx="222337" cy="366721"/>
            <a:chOff x="2689440" y="2882162"/>
            <a:chExt cx="222337" cy="366721"/>
          </a:xfrm>
        </p:grpSpPr>
        <p:sp>
          <p:nvSpPr>
            <p:cNvPr id="13573" name="Google Shape;13573;p86"/>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6"/>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6"/>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6"/>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6"/>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6"/>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6"/>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6"/>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6"/>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2" name="Google Shape;13582;p86"/>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3" name="Google Shape;13583;p86"/>
          <p:cNvGrpSpPr/>
          <p:nvPr/>
        </p:nvGrpSpPr>
        <p:grpSpPr>
          <a:xfrm>
            <a:off x="2637986" y="1827742"/>
            <a:ext cx="359232" cy="322023"/>
            <a:chOff x="2637986" y="1980142"/>
            <a:chExt cx="359232" cy="322023"/>
          </a:xfrm>
        </p:grpSpPr>
        <p:sp>
          <p:nvSpPr>
            <p:cNvPr id="13584" name="Google Shape;13584;p86"/>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6"/>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6"/>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6"/>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6"/>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6"/>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6"/>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6"/>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6"/>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6"/>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6"/>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6"/>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6"/>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6"/>
          <p:cNvGrpSpPr/>
          <p:nvPr/>
        </p:nvGrpSpPr>
        <p:grpSpPr>
          <a:xfrm>
            <a:off x="1306531" y="3194572"/>
            <a:ext cx="323018" cy="359075"/>
            <a:chOff x="1306531" y="3346972"/>
            <a:chExt cx="323018" cy="359075"/>
          </a:xfrm>
        </p:grpSpPr>
        <p:sp>
          <p:nvSpPr>
            <p:cNvPr id="13598" name="Google Shape;13598;p86"/>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6"/>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6"/>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6"/>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6"/>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6"/>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6"/>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6"/>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6"/>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86"/>
          <p:cNvGrpSpPr/>
          <p:nvPr/>
        </p:nvGrpSpPr>
        <p:grpSpPr>
          <a:xfrm>
            <a:off x="1308024" y="2261575"/>
            <a:ext cx="360253" cy="357111"/>
            <a:chOff x="1308024" y="2413975"/>
            <a:chExt cx="360253" cy="357111"/>
          </a:xfrm>
        </p:grpSpPr>
        <p:sp>
          <p:nvSpPr>
            <p:cNvPr id="13608" name="Google Shape;13608;p86"/>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6"/>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6"/>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6"/>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6"/>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6"/>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6"/>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6"/>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6"/>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6"/>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6"/>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6"/>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6"/>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6"/>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6"/>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6"/>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6"/>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6"/>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6"/>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6"/>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6"/>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6"/>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6"/>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6"/>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6"/>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6"/>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6"/>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6"/>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6"/>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6"/>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8" name="Google Shape;13638;p86"/>
          <p:cNvGrpSpPr/>
          <p:nvPr/>
        </p:nvGrpSpPr>
        <p:grpSpPr>
          <a:xfrm>
            <a:off x="1298519" y="1817922"/>
            <a:ext cx="378452" cy="341321"/>
            <a:chOff x="1298519" y="1970322"/>
            <a:chExt cx="378452" cy="341321"/>
          </a:xfrm>
        </p:grpSpPr>
        <p:sp>
          <p:nvSpPr>
            <p:cNvPr id="13639" name="Google Shape;13639;p86"/>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6"/>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6"/>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6"/>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6"/>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6"/>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6"/>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6"/>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6"/>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6"/>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6"/>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6"/>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6"/>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6"/>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6"/>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6"/>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6"/>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6"/>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6"/>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6"/>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86"/>
          <p:cNvGrpSpPr/>
          <p:nvPr/>
        </p:nvGrpSpPr>
        <p:grpSpPr>
          <a:xfrm>
            <a:off x="3114815" y="3194468"/>
            <a:ext cx="283217" cy="359180"/>
            <a:chOff x="3114815" y="3346868"/>
            <a:chExt cx="283217" cy="359180"/>
          </a:xfrm>
        </p:grpSpPr>
        <p:sp>
          <p:nvSpPr>
            <p:cNvPr id="13660" name="Google Shape;13660;p86"/>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6"/>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6"/>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6"/>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6"/>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6"/>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6"/>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6"/>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6"/>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6"/>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6"/>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6"/>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6"/>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3" name="Google Shape;13673;p86"/>
          <p:cNvGrpSpPr/>
          <p:nvPr/>
        </p:nvGrpSpPr>
        <p:grpSpPr>
          <a:xfrm>
            <a:off x="3973186" y="3200831"/>
            <a:ext cx="378661" cy="346558"/>
            <a:chOff x="3973186" y="3353231"/>
            <a:chExt cx="378661" cy="346558"/>
          </a:xfrm>
        </p:grpSpPr>
        <p:sp>
          <p:nvSpPr>
            <p:cNvPr id="13674" name="Google Shape;13674;p86"/>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6"/>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6"/>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6"/>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6"/>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6"/>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6"/>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6"/>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6"/>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6"/>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6"/>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6"/>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6"/>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6"/>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6"/>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6"/>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6"/>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6"/>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86"/>
          <p:cNvGrpSpPr/>
          <p:nvPr/>
        </p:nvGrpSpPr>
        <p:grpSpPr>
          <a:xfrm>
            <a:off x="2152857" y="4110602"/>
            <a:ext cx="373241" cy="359127"/>
            <a:chOff x="2152857" y="4263002"/>
            <a:chExt cx="373241" cy="359127"/>
          </a:xfrm>
        </p:grpSpPr>
        <p:sp>
          <p:nvSpPr>
            <p:cNvPr id="13693" name="Google Shape;13693;p86"/>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6"/>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6"/>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6"/>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6"/>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6"/>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6"/>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6"/>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86"/>
          <p:cNvGrpSpPr/>
          <p:nvPr/>
        </p:nvGrpSpPr>
        <p:grpSpPr>
          <a:xfrm>
            <a:off x="859632" y="3194572"/>
            <a:ext cx="303537" cy="359127"/>
            <a:chOff x="859632" y="3346972"/>
            <a:chExt cx="303537" cy="359127"/>
          </a:xfrm>
        </p:grpSpPr>
        <p:sp>
          <p:nvSpPr>
            <p:cNvPr id="13702" name="Google Shape;13702;p8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7" name="Google Shape;13707;p86"/>
          <p:cNvGrpSpPr/>
          <p:nvPr/>
        </p:nvGrpSpPr>
        <p:grpSpPr>
          <a:xfrm>
            <a:off x="1767911" y="2729841"/>
            <a:ext cx="265306" cy="366799"/>
            <a:chOff x="1767911" y="2882241"/>
            <a:chExt cx="265306" cy="366799"/>
          </a:xfrm>
        </p:grpSpPr>
        <p:sp>
          <p:nvSpPr>
            <p:cNvPr id="13708" name="Google Shape;13708;p86"/>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6"/>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6"/>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6"/>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6"/>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6"/>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6"/>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6"/>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6"/>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6"/>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6"/>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6"/>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6"/>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86"/>
          <p:cNvGrpSpPr/>
          <p:nvPr/>
        </p:nvGrpSpPr>
        <p:grpSpPr>
          <a:xfrm>
            <a:off x="1332009" y="1347535"/>
            <a:ext cx="331895" cy="359311"/>
            <a:chOff x="1332009" y="1499935"/>
            <a:chExt cx="331895" cy="359311"/>
          </a:xfrm>
        </p:grpSpPr>
        <p:sp>
          <p:nvSpPr>
            <p:cNvPr id="13724" name="Google Shape;13724;p86"/>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6"/>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6"/>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6"/>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6"/>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6"/>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6"/>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6"/>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6"/>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6"/>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6"/>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6"/>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6"/>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6"/>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6"/>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6"/>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6"/>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86"/>
          <p:cNvGrpSpPr/>
          <p:nvPr/>
        </p:nvGrpSpPr>
        <p:grpSpPr>
          <a:xfrm>
            <a:off x="2663464" y="3194415"/>
            <a:ext cx="289528" cy="359232"/>
            <a:chOff x="2663464" y="3346815"/>
            <a:chExt cx="289528" cy="359232"/>
          </a:xfrm>
        </p:grpSpPr>
        <p:sp>
          <p:nvSpPr>
            <p:cNvPr id="13742" name="Google Shape;13742;p86"/>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6"/>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6"/>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6"/>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6"/>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6"/>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6"/>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6"/>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6"/>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6"/>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6"/>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6"/>
          <p:cNvGrpSpPr/>
          <p:nvPr/>
        </p:nvGrpSpPr>
        <p:grpSpPr>
          <a:xfrm>
            <a:off x="1315775" y="2729527"/>
            <a:ext cx="269051" cy="366983"/>
            <a:chOff x="1315775" y="2881927"/>
            <a:chExt cx="269051" cy="366983"/>
          </a:xfrm>
        </p:grpSpPr>
        <p:sp>
          <p:nvSpPr>
            <p:cNvPr id="13754" name="Google Shape;13754;p86"/>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6"/>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6"/>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6"/>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6"/>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6"/>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6"/>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6"/>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6"/>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6"/>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6"/>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6"/>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6"/>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6"/>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6"/>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86"/>
          <p:cNvGrpSpPr/>
          <p:nvPr/>
        </p:nvGrpSpPr>
        <p:grpSpPr>
          <a:xfrm>
            <a:off x="3977427" y="1827742"/>
            <a:ext cx="359232" cy="322023"/>
            <a:chOff x="3977427" y="1980142"/>
            <a:chExt cx="359232" cy="322023"/>
          </a:xfrm>
        </p:grpSpPr>
        <p:sp>
          <p:nvSpPr>
            <p:cNvPr id="13770" name="Google Shape;13770;p86"/>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6"/>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6"/>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6"/>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6"/>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6"/>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6"/>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6"/>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6"/>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6"/>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86"/>
          <p:cNvGrpSpPr/>
          <p:nvPr/>
        </p:nvGrpSpPr>
        <p:grpSpPr>
          <a:xfrm>
            <a:off x="865628" y="2261208"/>
            <a:ext cx="361720" cy="359180"/>
            <a:chOff x="865628" y="2413608"/>
            <a:chExt cx="361720" cy="359180"/>
          </a:xfrm>
        </p:grpSpPr>
        <p:sp>
          <p:nvSpPr>
            <p:cNvPr id="13781" name="Google Shape;13781;p86"/>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6"/>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6"/>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6"/>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6"/>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6"/>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6"/>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6"/>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6"/>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6"/>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6"/>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6"/>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6"/>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4" name="Google Shape;13794;p86"/>
          <p:cNvGrpSpPr/>
          <p:nvPr/>
        </p:nvGrpSpPr>
        <p:grpSpPr>
          <a:xfrm>
            <a:off x="3117093" y="2729527"/>
            <a:ext cx="268815" cy="366983"/>
            <a:chOff x="3117093" y="2881927"/>
            <a:chExt cx="268815" cy="366983"/>
          </a:xfrm>
        </p:grpSpPr>
        <p:sp>
          <p:nvSpPr>
            <p:cNvPr id="13795" name="Google Shape;13795;p86"/>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6"/>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6"/>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6"/>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6"/>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6"/>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6"/>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6"/>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6"/>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6"/>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6"/>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6"/>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6"/>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6"/>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6"/>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86"/>
          <p:cNvGrpSpPr/>
          <p:nvPr/>
        </p:nvGrpSpPr>
        <p:grpSpPr>
          <a:xfrm>
            <a:off x="3534508" y="1355600"/>
            <a:ext cx="368502" cy="343521"/>
            <a:chOff x="3534508" y="1508000"/>
            <a:chExt cx="368502" cy="343521"/>
          </a:xfrm>
        </p:grpSpPr>
        <p:sp>
          <p:nvSpPr>
            <p:cNvPr id="13811" name="Google Shape;13811;p86"/>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6"/>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6"/>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6"/>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6"/>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6"/>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6"/>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6"/>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6"/>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6"/>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6"/>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6"/>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6"/>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6"/>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6"/>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86"/>
          <p:cNvGrpSpPr/>
          <p:nvPr/>
        </p:nvGrpSpPr>
        <p:grpSpPr>
          <a:xfrm>
            <a:off x="7147436" y="1350599"/>
            <a:ext cx="279054" cy="354754"/>
            <a:chOff x="7147436" y="1502999"/>
            <a:chExt cx="279054" cy="354754"/>
          </a:xfrm>
        </p:grpSpPr>
        <p:sp>
          <p:nvSpPr>
            <p:cNvPr id="13827" name="Google Shape;13827;p8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86"/>
          <p:cNvGrpSpPr/>
          <p:nvPr/>
        </p:nvGrpSpPr>
        <p:grpSpPr>
          <a:xfrm>
            <a:off x="7603081" y="1820672"/>
            <a:ext cx="276802" cy="354807"/>
            <a:chOff x="7603081" y="1973072"/>
            <a:chExt cx="276802" cy="354807"/>
          </a:xfrm>
        </p:grpSpPr>
        <p:sp>
          <p:nvSpPr>
            <p:cNvPr id="13844" name="Google Shape;13844;p8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6"/>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6"/>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6"/>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6"/>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6"/>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6"/>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6"/>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6"/>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86"/>
          <p:cNvGrpSpPr/>
          <p:nvPr/>
        </p:nvGrpSpPr>
        <p:grpSpPr>
          <a:xfrm>
            <a:off x="6696792" y="1350599"/>
            <a:ext cx="276802" cy="354754"/>
            <a:chOff x="6696792" y="1502999"/>
            <a:chExt cx="276802" cy="354754"/>
          </a:xfrm>
        </p:grpSpPr>
        <p:sp>
          <p:nvSpPr>
            <p:cNvPr id="13859" name="Google Shape;13859;p86"/>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6"/>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6"/>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6"/>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6"/>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6"/>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6"/>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6"/>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6"/>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6"/>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6"/>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6"/>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6"/>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6"/>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6"/>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4" name="Google Shape;13874;p86"/>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5" name="Google Shape;13875;p86"/>
          <p:cNvGrpSpPr/>
          <p:nvPr/>
        </p:nvGrpSpPr>
        <p:grpSpPr>
          <a:xfrm>
            <a:off x="6223393" y="1350599"/>
            <a:ext cx="320295" cy="354754"/>
            <a:chOff x="6223393" y="1502999"/>
            <a:chExt cx="320295" cy="354754"/>
          </a:xfrm>
        </p:grpSpPr>
        <p:sp>
          <p:nvSpPr>
            <p:cNvPr id="13876" name="Google Shape;13876;p86"/>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6"/>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6"/>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6"/>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6"/>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6"/>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6"/>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6"/>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6"/>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6"/>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6"/>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6"/>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6"/>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6"/>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6"/>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6"/>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6"/>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6"/>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6"/>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6"/>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6"/>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6"/>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6"/>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86"/>
          <p:cNvGrpSpPr/>
          <p:nvPr/>
        </p:nvGrpSpPr>
        <p:grpSpPr>
          <a:xfrm>
            <a:off x="5310611" y="1350572"/>
            <a:ext cx="339515" cy="354781"/>
            <a:chOff x="5310611" y="1502972"/>
            <a:chExt cx="339515" cy="354781"/>
          </a:xfrm>
        </p:grpSpPr>
        <p:sp>
          <p:nvSpPr>
            <p:cNvPr id="13900" name="Google Shape;13900;p8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6"/>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6"/>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6"/>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6"/>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6"/>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6"/>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6"/>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6"/>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86"/>
          <p:cNvGrpSpPr/>
          <p:nvPr/>
        </p:nvGrpSpPr>
        <p:grpSpPr>
          <a:xfrm>
            <a:off x="6253637" y="3637701"/>
            <a:ext cx="274550" cy="354833"/>
            <a:chOff x="6253637" y="3790101"/>
            <a:chExt cx="274550" cy="354833"/>
          </a:xfrm>
        </p:grpSpPr>
        <p:sp>
          <p:nvSpPr>
            <p:cNvPr id="13917" name="Google Shape;13917;p86"/>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6"/>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6"/>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6"/>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6"/>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6"/>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6"/>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6"/>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6"/>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6"/>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6"/>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6"/>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6"/>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6"/>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6"/>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6"/>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6"/>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86"/>
          <p:cNvGrpSpPr/>
          <p:nvPr/>
        </p:nvGrpSpPr>
        <p:grpSpPr>
          <a:xfrm>
            <a:off x="5802731" y="3637780"/>
            <a:ext cx="274576" cy="354754"/>
            <a:chOff x="5802731" y="3790180"/>
            <a:chExt cx="274576" cy="354754"/>
          </a:xfrm>
        </p:grpSpPr>
        <p:sp>
          <p:nvSpPr>
            <p:cNvPr id="13935" name="Google Shape;13935;p86"/>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6"/>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6"/>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6"/>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6"/>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6"/>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6"/>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6"/>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6"/>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6"/>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6"/>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6"/>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6"/>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6"/>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6"/>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6"/>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6"/>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6"/>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6"/>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6"/>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6"/>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6"/>
          <p:cNvGrpSpPr/>
          <p:nvPr/>
        </p:nvGrpSpPr>
        <p:grpSpPr>
          <a:xfrm>
            <a:off x="5352088" y="3637806"/>
            <a:ext cx="274550" cy="354728"/>
            <a:chOff x="5352088" y="3790206"/>
            <a:chExt cx="274550" cy="354728"/>
          </a:xfrm>
        </p:grpSpPr>
        <p:sp>
          <p:nvSpPr>
            <p:cNvPr id="13957" name="Google Shape;13957;p86"/>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6"/>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6"/>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6"/>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6"/>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6"/>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6"/>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6"/>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6"/>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6"/>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6"/>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6"/>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6"/>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6"/>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6"/>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6"/>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6"/>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6"/>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6"/>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6"/>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6"/>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6"/>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6"/>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6"/>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86"/>
          <p:cNvGrpSpPr/>
          <p:nvPr/>
        </p:nvGrpSpPr>
        <p:grpSpPr>
          <a:xfrm>
            <a:off x="4901706" y="3637675"/>
            <a:ext cx="274550" cy="354859"/>
            <a:chOff x="4901706" y="3790075"/>
            <a:chExt cx="274550" cy="354859"/>
          </a:xfrm>
        </p:grpSpPr>
        <p:sp>
          <p:nvSpPr>
            <p:cNvPr id="13982" name="Google Shape;13982;p86"/>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6"/>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6"/>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6"/>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6"/>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6"/>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6"/>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6"/>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6"/>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6"/>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6"/>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6"/>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6"/>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6"/>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6"/>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6"/>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6"/>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86"/>
          <p:cNvGrpSpPr/>
          <p:nvPr/>
        </p:nvGrpSpPr>
        <p:grpSpPr>
          <a:xfrm>
            <a:off x="8052704" y="1350808"/>
            <a:ext cx="275073" cy="354545"/>
            <a:chOff x="8052704" y="1503208"/>
            <a:chExt cx="275073" cy="354545"/>
          </a:xfrm>
        </p:grpSpPr>
        <p:sp>
          <p:nvSpPr>
            <p:cNvPr id="14000" name="Google Shape;14000;p86"/>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6"/>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6"/>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6"/>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6"/>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6"/>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6"/>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6"/>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6"/>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6"/>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6"/>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6"/>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6"/>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6"/>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6"/>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6"/>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6"/>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86"/>
          <p:cNvGrpSpPr/>
          <p:nvPr/>
        </p:nvGrpSpPr>
        <p:grpSpPr>
          <a:xfrm>
            <a:off x="5794745" y="1350599"/>
            <a:ext cx="274550" cy="354754"/>
            <a:chOff x="5794745" y="1502999"/>
            <a:chExt cx="274550" cy="354754"/>
          </a:xfrm>
        </p:grpSpPr>
        <p:sp>
          <p:nvSpPr>
            <p:cNvPr id="14018" name="Google Shape;14018;p86"/>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6"/>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6"/>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6"/>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6"/>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6"/>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6"/>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6"/>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6"/>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6"/>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6"/>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6"/>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6"/>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6"/>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6"/>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6"/>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6"/>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6"/>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6"/>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6"/>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6"/>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6"/>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6"/>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1" name="Google Shape;14041;p86"/>
          <p:cNvGrpSpPr/>
          <p:nvPr/>
        </p:nvGrpSpPr>
        <p:grpSpPr>
          <a:xfrm>
            <a:off x="4896940" y="1350599"/>
            <a:ext cx="263316" cy="354754"/>
            <a:chOff x="4896940" y="1502999"/>
            <a:chExt cx="263316" cy="354754"/>
          </a:xfrm>
        </p:grpSpPr>
        <p:sp>
          <p:nvSpPr>
            <p:cNvPr id="14042" name="Google Shape;14042;p8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6"/>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6"/>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6"/>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6"/>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6"/>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6"/>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6"/>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6"/>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86"/>
          <p:cNvGrpSpPr/>
          <p:nvPr/>
        </p:nvGrpSpPr>
        <p:grpSpPr>
          <a:xfrm>
            <a:off x="6255392" y="4115682"/>
            <a:ext cx="274550" cy="354728"/>
            <a:chOff x="6255392" y="4268082"/>
            <a:chExt cx="274550" cy="354728"/>
          </a:xfrm>
        </p:grpSpPr>
        <p:sp>
          <p:nvSpPr>
            <p:cNvPr id="14064" name="Google Shape;14064;p86"/>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6"/>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6"/>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6"/>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6"/>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6"/>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6"/>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6"/>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6"/>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6"/>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6"/>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6"/>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6"/>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6"/>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6"/>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6"/>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6"/>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6"/>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6"/>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6"/>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86"/>
          <p:cNvGrpSpPr/>
          <p:nvPr/>
        </p:nvGrpSpPr>
        <p:grpSpPr>
          <a:xfrm>
            <a:off x="7604076" y="3637675"/>
            <a:ext cx="275807" cy="354859"/>
            <a:chOff x="7604076" y="3790075"/>
            <a:chExt cx="275807" cy="354859"/>
          </a:xfrm>
        </p:grpSpPr>
        <p:sp>
          <p:nvSpPr>
            <p:cNvPr id="14085" name="Google Shape;14085;p86"/>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6"/>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6"/>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6"/>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6"/>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6"/>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6"/>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6"/>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6"/>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6"/>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6"/>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6"/>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6"/>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6"/>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6"/>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6"/>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6"/>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6"/>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6"/>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6"/>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6"/>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6"/>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7" name="Google Shape;14107;p86"/>
          <p:cNvGrpSpPr/>
          <p:nvPr/>
        </p:nvGrpSpPr>
        <p:grpSpPr>
          <a:xfrm>
            <a:off x="7154427" y="3637806"/>
            <a:ext cx="274550" cy="354493"/>
            <a:chOff x="7154427" y="3790206"/>
            <a:chExt cx="274550" cy="354493"/>
          </a:xfrm>
        </p:grpSpPr>
        <p:sp>
          <p:nvSpPr>
            <p:cNvPr id="14108" name="Google Shape;14108;p86"/>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6"/>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6"/>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6"/>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6"/>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6"/>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6"/>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6"/>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6"/>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6"/>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6"/>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6"/>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6"/>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6"/>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6"/>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6"/>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6"/>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6"/>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6"/>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6"/>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86"/>
          <p:cNvGrpSpPr/>
          <p:nvPr/>
        </p:nvGrpSpPr>
        <p:grpSpPr>
          <a:xfrm>
            <a:off x="8054458" y="1820750"/>
            <a:ext cx="274576" cy="354728"/>
            <a:chOff x="8054458" y="1973150"/>
            <a:chExt cx="274576" cy="354728"/>
          </a:xfrm>
        </p:grpSpPr>
        <p:sp>
          <p:nvSpPr>
            <p:cNvPr id="14129" name="Google Shape;14129;p86"/>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6"/>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6"/>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6"/>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6"/>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6"/>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6"/>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6"/>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6"/>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6"/>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6"/>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6"/>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6"/>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6"/>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6"/>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6"/>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6"/>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6"/>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6"/>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6"/>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6"/>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6"/>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86"/>
          <p:cNvGrpSpPr/>
          <p:nvPr/>
        </p:nvGrpSpPr>
        <p:grpSpPr>
          <a:xfrm>
            <a:off x="7153930" y="1820750"/>
            <a:ext cx="274812" cy="354728"/>
            <a:chOff x="7153930" y="1973150"/>
            <a:chExt cx="274812" cy="354728"/>
          </a:xfrm>
        </p:grpSpPr>
        <p:sp>
          <p:nvSpPr>
            <p:cNvPr id="14152" name="Google Shape;14152;p86"/>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6"/>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6"/>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6"/>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6"/>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6"/>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6"/>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6"/>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6"/>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6"/>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6"/>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6"/>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6"/>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6"/>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6"/>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6"/>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6"/>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6"/>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6"/>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1" name="Google Shape;14171;p86"/>
          <p:cNvGrpSpPr/>
          <p:nvPr/>
        </p:nvGrpSpPr>
        <p:grpSpPr>
          <a:xfrm>
            <a:off x="6703522" y="1820698"/>
            <a:ext cx="274812" cy="354781"/>
            <a:chOff x="6703522" y="1973098"/>
            <a:chExt cx="274812" cy="354781"/>
          </a:xfrm>
        </p:grpSpPr>
        <p:sp>
          <p:nvSpPr>
            <p:cNvPr id="14172" name="Google Shape;14172;p86"/>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6"/>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6"/>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6"/>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6"/>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6"/>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6"/>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6"/>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6"/>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6"/>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6"/>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6"/>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6"/>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6"/>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6"/>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6"/>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6"/>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6"/>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6"/>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6"/>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6"/>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6"/>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6"/>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6"/>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6"/>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86"/>
          <p:cNvGrpSpPr/>
          <p:nvPr/>
        </p:nvGrpSpPr>
        <p:grpSpPr>
          <a:xfrm>
            <a:off x="6253375" y="1820750"/>
            <a:ext cx="274812" cy="354728"/>
            <a:chOff x="6253375" y="1973150"/>
            <a:chExt cx="274812" cy="354728"/>
          </a:xfrm>
        </p:grpSpPr>
        <p:sp>
          <p:nvSpPr>
            <p:cNvPr id="14198" name="Google Shape;14198;p8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6"/>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6"/>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6"/>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6"/>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6"/>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6"/>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6"/>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6"/>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6"/>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6"/>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6"/>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6"/>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6"/>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6"/>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6"/>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6"/>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6"/>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6"/>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6"/>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6"/>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6"/>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6"/>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6" name="Google Shape;14236;p86"/>
          <p:cNvGrpSpPr/>
          <p:nvPr/>
        </p:nvGrpSpPr>
        <p:grpSpPr>
          <a:xfrm>
            <a:off x="5802496" y="1820750"/>
            <a:ext cx="275309" cy="354728"/>
            <a:chOff x="5802496" y="1973150"/>
            <a:chExt cx="275309" cy="354728"/>
          </a:xfrm>
        </p:grpSpPr>
        <p:sp>
          <p:nvSpPr>
            <p:cNvPr id="14237" name="Google Shape;14237;p86"/>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6"/>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6"/>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6"/>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6"/>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6"/>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6"/>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6"/>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6"/>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6"/>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6"/>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6"/>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6"/>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6"/>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6"/>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6"/>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6"/>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6"/>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6"/>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6"/>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6"/>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6"/>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6"/>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6"/>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6"/>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6"/>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86"/>
          <p:cNvGrpSpPr/>
          <p:nvPr/>
        </p:nvGrpSpPr>
        <p:grpSpPr>
          <a:xfrm>
            <a:off x="5353083" y="1820750"/>
            <a:ext cx="274576" cy="354728"/>
            <a:chOff x="5353083" y="1973150"/>
            <a:chExt cx="274576" cy="354728"/>
          </a:xfrm>
        </p:grpSpPr>
        <p:sp>
          <p:nvSpPr>
            <p:cNvPr id="14264" name="Google Shape;14264;p86"/>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6"/>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6"/>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6"/>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6"/>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6"/>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6"/>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6"/>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6"/>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6"/>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6"/>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6"/>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6"/>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6"/>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6"/>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6"/>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6"/>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6"/>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6"/>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6"/>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6"/>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5" name="Google Shape;14285;p86"/>
          <p:cNvGrpSpPr/>
          <p:nvPr/>
        </p:nvGrpSpPr>
        <p:grpSpPr>
          <a:xfrm>
            <a:off x="4902701" y="1820750"/>
            <a:ext cx="274812" cy="354728"/>
            <a:chOff x="4902701" y="1973150"/>
            <a:chExt cx="274812" cy="354728"/>
          </a:xfrm>
        </p:grpSpPr>
        <p:sp>
          <p:nvSpPr>
            <p:cNvPr id="14286" name="Google Shape;14286;p86"/>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6"/>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6"/>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6"/>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6"/>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6"/>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6"/>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6"/>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6"/>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6"/>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6"/>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6"/>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6"/>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6"/>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6"/>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6"/>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6"/>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6"/>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6"/>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6"/>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6"/>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6"/>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6"/>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6"/>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6"/>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86"/>
          <p:cNvGrpSpPr/>
          <p:nvPr/>
        </p:nvGrpSpPr>
        <p:grpSpPr>
          <a:xfrm>
            <a:off x="4902701" y="2727589"/>
            <a:ext cx="272560" cy="354676"/>
            <a:chOff x="4902701" y="2879989"/>
            <a:chExt cx="272560" cy="354676"/>
          </a:xfrm>
        </p:grpSpPr>
        <p:sp>
          <p:nvSpPr>
            <p:cNvPr id="14312" name="Google Shape;14312;p86"/>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6"/>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6"/>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6"/>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6"/>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6"/>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6"/>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6"/>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6"/>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6"/>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6"/>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6"/>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6"/>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6"/>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6"/>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6"/>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6"/>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6"/>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6"/>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6"/>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6"/>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6"/>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6"/>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6"/>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86"/>
          <p:cNvGrpSpPr/>
          <p:nvPr/>
        </p:nvGrpSpPr>
        <p:grpSpPr>
          <a:xfrm>
            <a:off x="5803988" y="4115682"/>
            <a:ext cx="274550" cy="354728"/>
            <a:chOff x="5803988" y="4268082"/>
            <a:chExt cx="274550" cy="354728"/>
          </a:xfrm>
        </p:grpSpPr>
        <p:sp>
          <p:nvSpPr>
            <p:cNvPr id="14337" name="Google Shape;14337;p86"/>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6"/>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6"/>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6"/>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6"/>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6"/>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6"/>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6"/>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6"/>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6"/>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6"/>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6"/>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6"/>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6"/>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6"/>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6"/>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6"/>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6"/>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6"/>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6"/>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6"/>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6"/>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86"/>
          <p:cNvGrpSpPr/>
          <p:nvPr/>
        </p:nvGrpSpPr>
        <p:grpSpPr>
          <a:xfrm>
            <a:off x="5352349" y="4115682"/>
            <a:ext cx="274550" cy="354728"/>
            <a:chOff x="5352349" y="4268082"/>
            <a:chExt cx="274550" cy="354728"/>
          </a:xfrm>
        </p:grpSpPr>
        <p:sp>
          <p:nvSpPr>
            <p:cNvPr id="14360" name="Google Shape;14360;p86"/>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6"/>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6"/>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6"/>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6"/>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6"/>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6"/>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6"/>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6"/>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6"/>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6"/>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6"/>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6"/>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6"/>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6"/>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6"/>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6"/>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6"/>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6"/>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6"/>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6"/>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6"/>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86"/>
          <p:cNvGrpSpPr/>
          <p:nvPr/>
        </p:nvGrpSpPr>
        <p:grpSpPr>
          <a:xfrm>
            <a:off x="7606826" y="2266890"/>
            <a:ext cx="274550" cy="354728"/>
            <a:chOff x="7606826" y="2419290"/>
            <a:chExt cx="274550" cy="354728"/>
          </a:xfrm>
        </p:grpSpPr>
        <p:sp>
          <p:nvSpPr>
            <p:cNvPr id="14383" name="Google Shape;14383;p8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86"/>
          <p:cNvGrpSpPr/>
          <p:nvPr/>
        </p:nvGrpSpPr>
        <p:grpSpPr>
          <a:xfrm>
            <a:off x="7156182" y="2266890"/>
            <a:ext cx="274550" cy="354728"/>
            <a:chOff x="7156182" y="2419290"/>
            <a:chExt cx="274550" cy="354728"/>
          </a:xfrm>
        </p:grpSpPr>
        <p:sp>
          <p:nvSpPr>
            <p:cNvPr id="14399" name="Google Shape;14399;p86"/>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6"/>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6"/>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6"/>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6"/>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6"/>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6"/>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6"/>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6"/>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6"/>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6"/>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6"/>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6"/>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6"/>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6"/>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86"/>
          <p:cNvGrpSpPr/>
          <p:nvPr/>
        </p:nvGrpSpPr>
        <p:grpSpPr>
          <a:xfrm>
            <a:off x="6705276" y="2266890"/>
            <a:ext cx="274812" cy="354728"/>
            <a:chOff x="6705276" y="2419290"/>
            <a:chExt cx="274812" cy="354728"/>
          </a:xfrm>
        </p:grpSpPr>
        <p:sp>
          <p:nvSpPr>
            <p:cNvPr id="14415" name="Google Shape;14415;p8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6"/>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6"/>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6"/>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6"/>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6"/>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6"/>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6"/>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6"/>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6"/>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6"/>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6"/>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6"/>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6"/>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6"/>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86"/>
          <p:cNvGrpSpPr/>
          <p:nvPr/>
        </p:nvGrpSpPr>
        <p:grpSpPr>
          <a:xfrm>
            <a:off x="4902936" y="2266890"/>
            <a:ext cx="274576" cy="354728"/>
            <a:chOff x="4902936" y="2419290"/>
            <a:chExt cx="274576" cy="354728"/>
          </a:xfrm>
        </p:grpSpPr>
        <p:sp>
          <p:nvSpPr>
            <p:cNvPr id="14444" name="Google Shape;14444;p86"/>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6"/>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6"/>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6"/>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6"/>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6"/>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6"/>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6"/>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6"/>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6"/>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6"/>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6"/>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6"/>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6"/>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6"/>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6"/>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6"/>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6"/>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6"/>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6"/>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4" name="Google Shape;14464;p86"/>
          <p:cNvGrpSpPr/>
          <p:nvPr/>
        </p:nvGrpSpPr>
        <p:grpSpPr>
          <a:xfrm>
            <a:off x="7608056" y="3193394"/>
            <a:ext cx="270334" cy="354754"/>
            <a:chOff x="7608056" y="3345794"/>
            <a:chExt cx="270334" cy="354754"/>
          </a:xfrm>
        </p:grpSpPr>
        <p:sp>
          <p:nvSpPr>
            <p:cNvPr id="14465" name="Google Shape;14465;p86"/>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6"/>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6"/>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6"/>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6"/>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6"/>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6"/>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6"/>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6"/>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6"/>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6"/>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6"/>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6"/>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6"/>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6"/>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6"/>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6"/>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6"/>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6"/>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86"/>
          <p:cNvGrpSpPr/>
          <p:nvPr/>
        </p:nvGrpSpPr>
        <p:grpSpPr>
          <a:xfrm>
            <a:off x="6712765" y="4115682"/>
            <a:ext cx="263316" cy="354728"/>
            <a:chOff x="6712765" y="4268082"/>
            <a:chExt cx="263316" cy="354728"/>
          </a:xfrm>
        </p:grpSpPr>
        <p:sp>
          <p:nvSpPr>
            <p:cNvPr id="14485" name="Google Shape;14485;p86"/>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6"/>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6"/>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6"/>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6"/>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6"/>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6"/>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6"/>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6"/>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6"/>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6"/>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6"/>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6"/>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6"/>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6"/>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6"/>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86"/>
          <p:cNvGrpSpPr/>
          <p:nvPr/>
        </p:nvGrpSpPr>
        <p:grpSpPr>
          <a:xfrm>
            <a:off x="5359341" y="2266759"/>
            <a:ext cx="262819" cy="354859"/>
            <a:chOff x="5359341" y="2419159"/>
            <a:chExt cx="262819" cy="354859"/>
          </a:xfrm>
        </p:grpSpPr>
        <p:sp>
          <p:nvSpPr>
            <p:cNvPr id="14502" name="Google Shape;14502;p86"/>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6"/>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6"/>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6"/>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6"/>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6"/>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6"/>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6"/>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6"/>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6"/>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6"/>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6"/>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6"/>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6"/>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6"/>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6"/>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6"/>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6"/>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6"/>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6"/>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6"/>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3" name="Google Shape;14523;p86"/>
          <p:cNvGrpSpPr/>
          <p:nvPr/>
        </p:nvGrpSpPr>
        <p:grpSpPr>
          <a:xfrm>
            <a:off x="6709282" y="3637806"/>
            <a:ext cx="263316" cy="354493"/>
            <a:chOff x="6709282" y="3790206"/>
            <a:chExt cx="263316" cy="354493"/>
          </a:xfrm>
        </p:grpSpPr>
        <p:sp>
          <p:nvSpPr>
            <p:cNvPr id="14524" name="Google Shape;14524;p86"/>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6"/>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6"/>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6"/>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6"/>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6"/>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6"/>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6"/>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6"/>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6"/>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6"/>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6"/>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6"/>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6"/>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6"/>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6"/>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86"/>
          <p:cNvGrpSpPr/>
          <p:nvPr/>
        </p:nvGrpSpPr>
        <p:grpSpPr>
          <a:xfrm>
            <a:off x="6260629" y="2266890"/>
            <a:ext cx="263055" cy="354493"/>
            <a:chOff x="6260629" y="2419290"/>
            <a:chExt cx="263055" cy="354493"/>
          </a:xfrm>
        </p:grpSpPr>
        <p:sp>
          <p:nvSpPr>
            <p:cNvPr id="14541" name="Google Shape;14541;p86"/>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6"/>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6"/>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6"/>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6"/>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6"/>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6"/>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6"/>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6"/>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6"/>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6"/>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6"/>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6"/>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6"/>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6"/>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86"/>
          <p:cNvGrpSpPr/>
          <p:nvPr/>
        </p:nvGrpSpPr>
        <p:grpSpPr>
          <a:xfrm>
            <a:off x="6260864" y="2727511"/>
            <a:ext cx="263343" cy="354754"/>
            <a:chOff x="6260864" y="2879911"/>
            <a:chExt cx="263343" cy="354754"/>
          </a:xfrm>
        </p:grpSpPr>
        <p:sp>
          <p:nvSpPr>
            <p:cNvPr id="14557" name="Google Shape;14557;p86"/>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6"/>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6"/>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6"/>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6"/>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6"/>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6"/>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6"/>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6"/>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6"/>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6"/>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6"/>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6"/>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6"/>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6"/>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6"/>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6"/>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6"/>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5" name="Google Shape;14575;p86"/>
          <p:cNvGrpSpPr/>
          <p:nvPr/>
        </p:nvGrpSpPr>
        <p:grpSpPr>
          <a:xfrm>
            <a:off x="8062968" y="2266890"/>
            <a:ext cx="263316" cy="354728"/>
            <a:chOff x="8062968" y="2419290"/>
            <a:chExt cx="263316" cy="354728"/>
          </a:xfrm>
        </p:grpSpPr>
        <p:sp>
          <p:nvSpPr>
            <p:cNvPr id="14576" name="Google Shape;14576;p8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86"/>
          <p:cNvGrpSpPr/>
          <p:nvPr/>
        </p:nvGrpSpPr>
        <p:grpSpPr>
          <a:xfrm>
            <a:off x="5809723" y="2266890"/>
            <a:ext cx="263316" cy="354728"/>
            <a:chOff x="5809723" y="2419290"/>
            <a:chExt cx="263316" cy="354728"/>
          </a:xfrm>
        </p:grpSpPr>
        <p:sp>
          <p:nvSpPr>
            <p:cNvPr id="14594" name="Google Shape;14594;p86"/>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6"/>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6"/>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6"/>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6"/>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6"/>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6"/>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6"/>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6"/>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6"/>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6"/>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6"/>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6"/>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6"/>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6"/>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6"/>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6"/>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86"/>
          <p:cNvGrpSpPr/>
          <p:nvPr/>
        </p:nvGrpSpPr>
        <p:grpSpPr>
          <a:xfrm>
            <a:off x="7606826" y="1350599"/>
            <a:ext cx="263552" cy="354754"/>
            <a:chOff x="7606826" y="1502999"/>
            <a:chExt cx="263552" cy="354754"/>
          </a:xfrm>
        </p:grpSpPr>
        <p:sp>
          <p:nvSpPr>
            <p:cNvPr id="14612" name="Google Shape;14612;p86"/>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6"/>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6"/>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6"/>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6"/>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6"/>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6"/>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6"/>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6"/>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6"/>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6"/>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6"/>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6"/>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6"/>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6"/>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6"/>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6"/>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6"/>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86"/>
          <p:cNvGrpSpPr/>
          <p:nvPr/>
        </p:nvGrpSpPr>
        <p:grpSpPr>
          <a:xfrm>
            <a:off x="8060455" y="3637675"/>
            <a:ext cx="264076" cy="354623"/>
            <a:chOff x="8060455" y="3790075"/>
            <a:chExt cx="264076" cy="354623"/>
          </a:xfrm>
        </p:grpSpPr>
        <p:sp>
          <p:nvSpPr>
            <p:cNvPr id="14631" name="Google Shape;14631;p86"/>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6"/>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6"/>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6"/>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6"/>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6"/>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6"/>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6"/>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6"/>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6"/>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6"/>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6"/>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6"/>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6"/>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6"/>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6"/>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6"/>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6"/>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6"/>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6"/>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6"/>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6"/>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6"/>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4" name="Google Shape;14654;p86"/>
          <p:cNvGrpSpPr/>
          <p:nvPr/>
        </p:nvGrpSpPr>
        <p:grpSpPr>
          <a:xfrm>
            <a:off x="7614550" y="2727511"/>
            <a:ext cx="263316" cy="354754"/>
            <a:chOff x="7614550" y="2879911"/>
            <a:chExt cx="263316" cy="354754"/>
          </a:xfrm>
        </p:grpSpPr>
        <p:sp>
          <p:nvSpPr>
            <p:cNvPr id="14655" name="Google Shape;14655;p86"/>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6"/>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6"/>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6"/>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6"/>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6"/>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6"/>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6"/>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6"/>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6"/>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6"/>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6"/>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6"/>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6"/>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6"/>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6"/>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6"/>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6"/>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6"/>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86"/>
          <p:cNvGrpSpPr/>
          <p:nvPr/>
        </p:nvGrpSpPr>
        <p:grpSpPr>
          <a:xfrm>
            <a:off x="4900684" y="4115787"/>
            <a:ext cx="274576" cy="354623"/>
            <a:chOff x="4900684" y="4268187"/>
            <a:chExt cx="274576" cy="354623"/>
          </a:xfrm>
        </p:grpSpPr>
        <p:sp>
          <p:nvSpPr>
            <p:cNvPr id="14675" name="Google Shape;14675;p86"/>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6"/>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6"/>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6"/>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6"/>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6"/>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6"/>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6"/>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6"/>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6"/>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6"/>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6"/>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6"/>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6"/>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6"/>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86"/>
          <p:cNvGrpSpPr/>
          <p:nvPr/>
        </p:nvGrpSpPr>
        <p:grpSpPr>
          <a:xfrm>
            <a:off x="7161654" y="3193394"/>
            <a:ext cx="263343" cy="354754"/>
            <a:chOff x="7161654" y="3345794"/>
            <a:chExt cx="263343" cy="354754"/>
          </a:xfrm>
        </p:grpSpPr>
        <p:sp>
          <p:nvSpPr>
            <p:cNvPr id="14691" name="Google Shape;14691;p86"/>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6"/>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6"/>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6"/>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6"/>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6"/>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6"/>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6"/>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6"/>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6"/>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6"/>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6"/>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6"/>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6"/>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6"/>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6"/>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6"/>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6"/>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6"/>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86"/>
          <p:cNvGrpSpPr/>
          <p:nvPr/>
        </p:nvGrpSpPr>
        <p:grpSpPr>
          <a:xfrm>
            <a:off x="6711770" y="3193394"/>
            <a:ext cx="263081" cy="354754"/>
            <a:chOff x="6711770" y="3345794"/>
            <a:chExt cx="263081" cy="354754"/>
          </a:xfrm>
        </p:grpSpPr>
        <p:sp>
          <p:nvSpPr>
            <p:cNvPr id="14711" name="Google Shape;14711;p86"/>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6"/>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6"/>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6"/>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6"/>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6"/>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6"/>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6"/>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6"/>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6"/>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6"/>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6"/>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6"/>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6"/>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6"/>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6"/>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6"/>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86"/>
          <p:cNvGrpSpPr/>
          <p:nvPr/>
        </p:nvGrpSpPr>
        <p:grpSpPr>
          <a:xfrm>
            <a:off x="7163409" y="2727851"/>
            <a:ext cx="263316" cy="354414"/>
            <a:chOff x="7163409" y="2880251"/>
            <a:chExt cx="263316" cy="354414"/>
          </a:xfrm>
        </p:grpSpPr>
        <p:sp>
          <p:nvSpPr>
            <p:cNvPr id="14729" name="Google Shape;14729;p86"/>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6"/>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6"/>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6"/>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6"/>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6"/>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6"/>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6"/>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6"/>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6"/>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6"/>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6"/>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86"/>
          <p:cNvGrpSpPr/>
          <p:nvPr/>
        </p:nvGrpSpPr>
        <p:grpSpPr>
          <a:xfrm>
            <a:off x="6712032" y="2727772"/>
            <a:ext cx="263316" cy="354493"/>
            <a:chOff x="6712032" y="2880172"/>
            <a:chExt cx="263316" cy="354493"/>
          </a:xfrm>
        </p:grpSpPr>
        <p:sp>
          <p:nvSpPr>
            <p:cNvPr id="14742" name="Google Shape;14742;p8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6"/>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6"/>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6"/>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6"/>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6"/>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6"/>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6"/>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6"/>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6"/>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86"/>
          <p:cNvGrpSpPr/>
          <p:nvPr/>
        </p:nvGrpSpPr>
        <p:grpSpPr>
          <a:xfrm>
            <a:off x="6261624" y="3193394"/>
            <a:ext cx="263316" cy="354754"/>
            <a:chOff x="6261624" y="3345794"/>
            <a:chExt cx="263316" cy="354754"/>
          </a:xfrm>
        </p:grpSpPr>
        <p:sp>
          <p:nvSpPr>
            <p:cNvPr id="14764" name="Google Shape;14764;p86"/>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6"/>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6"/>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6"/>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6"/>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6"/>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6"/>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6"/>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6"/>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6"/>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6"/>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6"/>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6"/>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6"/>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6"/>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6"/>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6"/>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6"/>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6"/>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6"/>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6"/>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6"/>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6"/>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6"/>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6"/>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6"/>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6"/>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6"/>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2" name="Google Shape;14792;p86"/>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3" name="Google Shape;14793;p86"/>
          <p:cNvGrpSpPr/>
          <p:nvPr/>
        </p:nvGrpSpPr>
        <p:grpSpPr>
          <a:xfrm>
            <a:off x="5811739" y="3193394"/>
            <a:ext cx="263316" cy="354754"/>
            <a:chOff x="5811739" y="3345794"/>
            <a:chExt cx="263316" cy="354754"/>
          </a:xfrm>
        </p:grpSpPr>
        <p:sp>
          <p:nvSpPr>
            <p:cNvPr id="14794" name="Google Shape;14794;p86"/>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6"/>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6"/>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6"/>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6"/>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6"/>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6"/>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6"/>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6"/>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6"/>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6"/>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6"/>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6"/>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6"/>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6"/>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6"/>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6"/>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6"/>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6"/>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6"/>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6"/>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86"/>
          <p:cNvGrpSpPr/>
          <p:nvPr/>
        </p:nvGrpSpPr>
        <p:grpSpPr>
          <a:xfrm>
            <a:off x="5363818" y="3193394"/>
            <a:ext cx="259074" cy="354493"/>
            <a:chOff x="5363818" y="3345794"/>
            <a:chExt cx="259074" cy="354493"/>
          </a:xfrm>
        </p:grpSpPr>
        <p:sp>
          <p:nvSpPr>
            <p:cNvPr id="14816" name="Google Shape;14816;p86"/>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6"/>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6"/>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6"/>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6"/>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6"/>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6"/>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6"/>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6"/>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6"/>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6"/>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6"/>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6"/>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6"/>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6"/>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6"/>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6"/>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6"/>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6"/>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6"/>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6"/>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6"/>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6"/>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6"/>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6"/>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6"/>
          <p:cNvGrpSpPr/>
          <p:nvPr/>
        </p:nvGrpSpPr>
        <p:grpSpPr>
          <a:xfrm>
            <a:off x="4912939" y="3193263"/>
            <a:ext cx="261326" cy="354885"/>
            <a:chOff x="4912939" y="3345663"/>
            <a:chExt cx="261326" cy="354885"/>
          </a:xfrm>
        </p:grpSpPr>
        <p:sp>
          <p:nvSpPr>
            <p:cNvPr id="14842" name="Google Shape;14842;p86"/>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6"/>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6"/>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6"/>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6"/>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6"/>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6"/>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6"/>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6"/>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6"/>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6"/>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6"/>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6"/>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6"/>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6"/>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6"/>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6"/>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6"/>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6"/>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6"/>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6"/>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86"/>
          <p:cNvGrpSpPr/>
          <p:nvPr/>
        </p:nvGrpSpPr>
        <p:grpSpPr>
          <a:xfrm>
            <a:off x="5809723" y="2727511"/>
            <a:ext cx="263081" cy="355016"/>
            <a:chOff x="5809723" y="2879911"/>
            <a:chExt cx="263081" cy="355016"/>
          </a:xfrm>
        </p:grpSpPr>
        <p:sp>
          <p:nvSpPr>
            <p:cNvPr id="14864" name="Google Shape;14864;p86"/>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6"/>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6"/>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6"/>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6"/>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6"/>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6"/>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6"/>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6"/>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6"/>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6"/>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6"/>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6"/>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6"/>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6"/>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6"/>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6"/>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6"/>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6"/>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6"/>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6"/>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6"/>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86"/>
          <p:cNvGrpSpPr/>
          <p:nvPr/>
        </p:nvGrpSpPr>
        <p:grpSpPr>
          <a:xfrm>
            <a:off x="7616069" y="4115656"/>
            <a:ext cx="263316" cy="354754"/>
            <a:chOff x="7616069" y="4268056"/>
            <a:chExt cx="263316" cy="354754"/>
          </a:xfrm>
        </p:grpSpPr>
        <p:sp>
          <p:nvSpPr>
            <p:cNvPr id="14887" name="Google Shape;14887;p86"/>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6"/>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6"/>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6"/>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6"/>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6"/>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6"/>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6"/>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6"/>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6"/>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6"/>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6"/>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6"/>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6"/>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6"/>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6"/>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6"/>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6"/>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6"/>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6"/>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6"/>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8" name="Google Shape;14908;p86"/>
          <p:cNvGrpSpPr/>
          <p:nvPr/>
        </p:nvGrpSpPr>
        <p:grpSpPr>
          <a:xfrm>
            <a:off x="7164404" y="4115918"/>
            <a:ext cx="263316" cy="354493"/>
            <a:chOff x="7164404" y="4268318"/>
            <a:chExt cx="263316" cy="354493"/>
          </a:xfrm>
        </p:grpSpPr>
        <p:sp>
          <p:nvSpPr>
            <p:cNvPr id="14909" name="Google Shape;14909;p86"/>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6"/>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6"/>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6"/>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6"/>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6"/>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6"/>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6"/>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6"/>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6"/>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6"/>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6"/>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6"/>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6"/>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6"/>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6"/>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86"/>
          <p:cNvGrpSpPr/>
          <p:nvPr/>
        </p:nvGrpSpPr>
        <p:grpSpPr>
          <a:xfrm>
            <a:off x="5358346" y="2727511"/>
            <a:ext cx="263316" cy="354754"/>
            <a:chOff x="5358346" y="2879911"/>
            <a:chExt cx="263316" cy="354754"/>
          </a:xfrm>
        </p:grpSpPr>
        <p:sp>
          <p:nvSpPr>
            <p:cNvPr id="14926" name="Google Shape;14926;p86"/>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6"/>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6"/>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6"/>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6"/>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6"/>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6"/>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6"/>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6"/>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6"/>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6"/>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6"/>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6"/>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6"/>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6"/>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6"/>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6"/>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6"/>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6"/>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6"/>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6"/>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7" name="Google Shape;14947;p86"/>
          <p:cNvGrpSpPr/>
          <p:nvPr/>
        </p:nvGrpSpPr>
        <p:grpSpPr>
          <a:xfrm>
            <a:off x="8061450" y="3193342"/>
            <a:ext cx="263316" cy="354807"/>
            <a:chOff x="8061450" y="3345742"/>
            <a:chExt cx="263316" cy="354807"/>
          </a:xfrm>
        </p:grpSpPr>
        <p:sp>
          <p:nvSpPr>
            <p:cNvPr id="14948" name="Google Shape;14948;p86"/>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6"/>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6"/>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6"/>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6"/>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6"/>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6"/>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6"/>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6"/>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6"/>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6"/>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6"/>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6"/>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6"/>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6"/>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6"/>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86"/>
          <p:cNvGrpSpPr/>
          <p:nvPr/>
        </p:nvGrpSpPr>
        <p:grpSpPr>
          <a:xfrm>
            <a:off x="8065953" y="2727511"/>
            <a:ext cx="263081" cy="354754"/>
            <a:chOff x="8065953" y="2879911"/>
            <a:chExt cx="263081" cy="354754"/>
          </a:xfrm>
        </p:grpSpPr>
        <p:sp>
          <p:nvSpPr>
            <p:cNvPr id="14965" name="Google Shape;14965;p86"/>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6"/>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6"/>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6"/>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6"/>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6"/>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6"/>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6"/>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6"/>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6"/>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6"/>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6"/>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6"/>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6"/>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6"/>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6"/>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1" name="Google Shape;14981;p86"/>
          <p:cNvGrpSpPr/>
          <p:nvPr/>
        </p:nvGrpSpPr>
        <p:grpSpPr>
          <a:xfrm>
            <a:off x="8064199" y="4115918"/>
            <a:ext cx="270308" cy="354493"/>
            <a:chOff x="8064199" y="4268318"/>
            <a:chExt cx="270308" cy="354493"/>
          </a:xfrm>
        </p:grpSpPr>
        <p:sp>
          <p:nvSpPr>
            <p:cNvPr id="14982" name="Google Shape;14982;p86"/>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6"/>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6"/>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6"/>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6"/>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6"/>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6"/>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6"/>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6"/>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6"/>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6"/>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6"/>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6"/>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6"/>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6"/>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6"/>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0" name="Google Shape;15000;p86"/>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5001" name="Google Shape;15001;p86"/>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05" name="Shape 15005"/>
        <p:cNvGrpSpPr/>
        <p:nvPr/>
      </p:nvGrpSpPr>
      <p:grpSpPr>
        <a:xfrm>
          <a:off x="0" y="0"/>
          <a:ext cx="0" cy="0"/>
          <a:chOff x="0" y="0"/>
          <a:chExt cx="0" cy="0"/>
        </a:xfrm>
      </p:grpSpPr>
      <p:grpSp>
        <p:nvGrpSpPr>
          <p:cNvPr id="15006" name="Google Shape;15006;p87"/>
          <p:cNvGrpSpPr/>
          <p:nvPr/>
        </p:nvGrpSpPr>
        <p:grpSpPr>
          <a:xfrm>
            <a:off x="3511608" y="3163570"/>
            <a:ext cx="381482" cy="366926"/>
            <a:chOff x="3511608" y="3348218"/>
            <a:chExt cx="381482" cy="366926"/>
          </a:xfrm>
        </p:grpSpPr>
        <p:sp>
          <p:nvSpPr>
            <p:cNvPr id="15007" name="Google Shape;15007;p87"/>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7"/>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7"/>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7"/>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7"/>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7"/>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7"/>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7"/>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7"/>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7"/>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7"/>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7"/>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7"/>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7"/>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87"/>
          <p:cNvGrpSpPr/>
          <p:nvPr/>
        </p:nvGrpSpPr>
        <p:grpSpPr>
          <a:xfrm>
            <a:off x="1849816" y="3622692"/>
            <a:ext cx="163616" cy="366665"/>
            <a:chOff x="1849816" y="3807339"/>
            <a:chExt cx="163616" cy="366665"/>
          </a:xfrm>
        </p:grpSpPr>
        <p:sp>
          <p:nvSpPr>
            <p:cNvPr id="15022" name="Google Shape;15022;p87"/>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7"/>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7"/>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7"/>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7"/>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7"/>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7"/>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7"/>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7"/>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7"/>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7"/>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7"/>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7"/>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7"/>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87"/>
          <p:cNvGrpSpPr/>
          <p:nvPr/>
        </p:nvGrpSpPr>
        <p:grpSpPr>
          <a:xfrm>
            <a:off x="2274757" y="3622666"/>
            <a:ext cx="202292" cy="366430"/>
            <a:chOff x="2274757" y="3807313"/>
            <a:chExt cx="202292" cy="366430"/>
          </a:xfrm>
        </p:grpSpPr>
        <p:sp>
          <p:nvSpPr>
            <p:cNvPr id="15037" name="Google Shape;15037;p87"/>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7"/>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7"/>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7"/>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7"/>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7"/>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7"/>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7"/>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7"/>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7"/>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7" name="Google Shape;15047;p87"/>
          <p:cNvGrpSpPr/>
          <p:nvPr/>
        </p:nvGrpSpPr>
        <p:grpSpPr>
          <a:xfrm>
            <a:off x="3972716" y="3163570"/>
            <a:ext cx="366404" cy="366665"/>
            <a:chOff x="3972716" y="3348218"/>
            <a:chExt cx="366404" cy="366665"/>
          </a:xfrm>
        </p:grpSpPr>
        <p:sp>
          <p:nvSpPr>
            <p:cNvPr id="15048" name="Google Shape;15048;p87"/>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7"/>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7"/>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7"/>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7"/>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7"/>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7"/>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7"/>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7"/>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7"/>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7"/>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7"/>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87"/>
          <p:cNvGrpSpPr/>
          <p:nvPr/>
        </p:nvGrpSpPr>
        <p:grpSpPr>
          <a:xfrm>
            <a:off x="866528" y="3163701"/>
            <a:ext cx="317405" cy="366534"/>
            <a:chOff x="866528" y="3348348"/>
            <a:chExt cx="317405" cy="366534"/>
          </a:xfrm>
        </p:grpSpPr>
        <p:sp>
          <p:nvSpPr>
            <p:cNvPr id="15061" name="Google Shape;15061;p87"/>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7"/>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7"/>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7"/>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7"/>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7"/>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7"/>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7"/>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87"/>
          <p:cNvGrpSpPr/>
          <p:nvPr/>
        </p:nvGrpSpPr>
        <p:grpSpPr>
          <a:xfrm>
            <a:off x="1316818" y="3163648"/>
            <a:ext cx="310872" cy="366848"/>
            <a:chOff x="1316818" y="3348296"/>
            <a:chExt cx="310872" cy="366848"/>
          </a:xfrm>
        </p:grpSpPr>
        <p:sp>
          <p:nvSpPr>
            <p:cNvPr id="15070" name="Google Shape;15070;p87"/>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7"/>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7"/>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7"/>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7"/>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7"/>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7"/>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7"/>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7"/>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7"/>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7"/>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7"/>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7"/>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7"/>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7"/>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7"/>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7"/>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7"/>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7"/>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7"/>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7"/>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7"/>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7"/>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7"/>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87"/>
          <p:cNvGrpSpPr/>
          <p:nvPr/>
        </p:nvGrpSpPr>
        <p:grpSpPr>
          <a:xfrm>
            <a:off x="3105248" y="3163596"/>
            <a:ext cx="305620" cy="366430"/>
            <a:chOff x="3105248" y="3348244"/>
            <a:chExt cx="305620" cy="366430"/>
          </a:xfrm>
        </p:grpSpPr>
        <p:sp>
          <p:nvSpPr>
            <p:cNvPr id="15095" name="Google Shape;15095;p87"/>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7"/>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7"/>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7"/>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7"/>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7"/>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7"/>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87"/>
          <p:cNvGrpSpPr/>
          <p:nvPr/>
        </p:nvGrpSpPr>
        <p:grpSpPr>
          <a:xfrm>
            <a:off x="2661988" y="3163570"/>
            <a:ext cx="304078" cy="366665"/>
            <a:chOff x="2661988" y="3348218"/>
            <a:chExt cx="304078" cy="366665"/>
          </a:xfrm>
        </p:grpSpPr>
        <p:sp>
          <p:nvSpPr>
            <p:cNvPr id="15103" name="Google Shape;15103;p87"/>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7"/>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7"/>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7"/>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7"/>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7"/>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7"/>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7"/>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7"/>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7"/>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7"/>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7"/>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7"/>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7"/>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7"/>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7"/>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7"/>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7"/>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7"/>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87"/>
          <p:cNvGrpSpPr/>
          <p:nvPr/>
        </p:nvGrpSpPr>
        <p:grpSpPr>
          <a:xfrm>
            <a:off x="2212927" y="3164249"/>
            <a:ext cx="307606" cy="366482"/>
            <a:chOff x="2212927" y="3348897"/>
            <a:chExt cx="307606" cy="366482"/>
          </a:xfrm>
        </p:grpSpPr>
        <p:sp>
          <p:nvSpPr>
            <p:cNvPr id="15123" name="Google Shape;15123;p87"/>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7"/>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7"/>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7"/>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7"/>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7"/>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7"/>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7"/>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7"/>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7"/>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87"/>
          <p:cNvGrpSpPr/>
          <p:nvPr/>
        </p:nvGrpSpPr>
        <p:grpSpPr>
          <a:xfrm>
            <a:off x="1764389" y="3163570"/>
            <a:ext cx="310114" cy="366665"/>
            <a:chOff x="1764389" y="3348218"/>
            <a:chExt cx="310114" cy="366665"/>
          </a:xfrm>
        </p:grpSpPr>
        <p:sp>
          <p:nvSpPr>
            <p:cNvPr id="15134" name="Google Shape;15134;p87"/>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7"/>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7"/>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7"/>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7"/>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7"/>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7"/>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7"/>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7"/>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7"/>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7"/>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7"/>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7"/>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7"/>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7"/>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7"/>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7"/>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7"/>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7"/>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7"/>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87"/>
          <p:cNvGrpSpPr/>
          <p:nvPr/>
        </p:nvGrpSpPr>
        <p:grpSpPr>
          <a:xfrm>
            <a:off x="2777572" y="3622640"/>
            <a:ext cx="81716" cy="366717"/>
            <a:chOff x="2777572" y="3807287"/>
            <a:chExt cx="81716" cy="366717"/>
          </a:xfrm>
        </p:grpSpPr>
        <p:sp>
          <p:nvSpPr>
            <p:cNvPr id="15155" name="Google Shape;15155;p87"/>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7"/>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7"/>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7"/>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7"/>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7"/>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7"/>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7"/>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7"/>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7"/>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7"/>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6" name="Google Shape;15166;p87"/>
          <p:cNvGrpSpPr/>
          <p:nvPr/>
        </p:nvGrpSpPr>
        <p:grpSpPr>
          <a:xfrm>
            <a:off x="3934014" y="4145133"/>
            <a:ext cx="366665" cy="256334"/>
            <a:chOff x="3934014" y="4329780"/>
            <a:chExt cx="366665" cy="256334"/>
          </a:xfrm>
        </p:grpSpPr>
        <p:sp>
          <p:nvSpPr>
            <p:cNvPr id="15167" name="Google Shape;15167;p87"/>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7"/>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7"/>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7"/>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7"/>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7"/>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7"/>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7"/>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7"/>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7"/>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7"/>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7"/>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7"/>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87"/>
          <p:cNvGrpSpPr/>
          <p:nvPr/>
        </p:nvGrpSpPr>
        <p:grpSpPr>
          <a:xfrm>
            <a:off x="947670" y="3622692"/>
            <a:ext cx="194295" cy="366404"/>
            <a:chOff x="947670" y="3807339"/>
            <a:chExt cx="194295" cy="366404"/>
          </a:xfrm>
        </p:grpSpPr>
        <p:sp>
          <p:nvSpPr>
            <p:cNvPr id="15181" name="Google Shape;15181;p87"/>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7"/>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7"/>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7"/>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7"/>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7"/>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7"/>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7"/>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7"/>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7"/>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87"/>
          <p:cNvGrpSpPr/>
          <p:nvPr/>
        </p:nvGrpSpPr>
        <p:grpSpPr>
          <a:xfrm>
            <a:off x="3420379" y="4101910"/>
            <a:ext cx="368939" cy="342283"/>
            <a:chOff x="3420379" y="4286557"/>
            <a:chExt cx="368939" cy="342283"/>
          </a:xfrm>
        </p:grpSpPr>
        <p:sp>
          <p:nvSpPr>
            <p:cNvPr id="15192" name="Google Shape;15192;p87"/>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7"/>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7"/>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7"/>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7"/>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7"/>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7"/>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7"/>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7"/>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7"/>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7"/>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7"/>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7"/>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7"/>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7"/>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7"/>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87"/>
          <p:cNvGrpSpPr/>
          <p:nvPr/>
        </p:nvGrpSpPr>
        <p:grpSpPr>
          <a:xfrm>
            <a:off x="3965190" y="3657605"/>
            <a:ext cx="369801" cy="296813"/>
            <a:chOff x="3965190" y="3842252"/>
            <a:chExt cx="369801" cy="296813"/>
          </a:xfrm>
        </p:grpSpPr>
        <p:sp>
          <p:nvSpPr>
            <p:cNvPr id="15209" name="Google Shape;15209;p87"/>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7"/>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7"/>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7"/>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7"/>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7"/>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7"/>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7"/>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7"/>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7"/>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7"/>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7"/>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7"/>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7"/>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7"/>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7"/>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7"/>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7"/>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7"/>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87"/>
          <p:cNvGrpSpPr/>
          <p:nvPr/>
        </p:nvGrpSpPr>
        <p:grpSpPr>
          <a:xfrm>
            <a:off x="3506590" y="3649164"/>
            <a:ext cx="396796" cy="313407"/>
            <a:chOff x="3506590" y="3833812"/>
            <a:chExt cx="396796" cy="313407"/>
          </a:xfrm>
        </p:grpSpPr>
        <p:sp>
          <p:nvSpPr>
            <p:cNvPr id="15231" name="Google Shape;15231;p87"/>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7"/>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7"/>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87"/>
          <p:cNvGrpSpPr/>
          <p:nvPr/>
        </p:nvGrpSpPr>
        <p:grpSpPr>
          <a:xfrm>
            <a:off x="2769288" y="1780716"/>
            <a:ext cx="104556" cy="366665"/>
            <a:chOff x="2769288" y="1965364"/>
            <a:chExt cx="104556" cy="366665"/>
          </a:xfrm>
        </p:grpSpPr>
        <p:sp>
          <p:nvSpPr>
            <p:cNvPr id="15235" name="Google Shape;15235;p87"/>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7"/>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7"/>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7"/>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7"/>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7"/>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7"/>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7"/>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7"/>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7"/>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7"/>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7"/>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7" name="Google Shape;15247;p87"/>
          <p:cNvGrpSpPr/>
          <p:nvPr/>
        </p:nvGrpSpPr>
        <p:grpSpPr>
          <a:xfrm>
            <a:off x="3966679" y="1826213"/>
            <a:ext cx="367162" cy="275698"/>
            <a:chOff x="3966679" y="2010861"/>
            <a:chExt cx="367162" cy="275698"/>
          </a:xfrm>
        </p:grpSpPr>
        <p:sp>
          <p:nvSpPr>
            <p:cNvPr id="15248" name="Google Shape;15248;p87"/>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7"/>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7"/>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7"/>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87"/>
          <p:cNvGrpSpPr/>
          <p:nvPr/>
        </p:nvGrpSpPr>
        <p:grpSpPr>
          <a:xfrm>
            <a:off x="1752577" y="1840847"/>
            <a:ext cx="366404" cy="246220"/>
            <a:chOff x="1752577" y="2025495"/>
            <a:chExt cx="366404" cy="246220"/>
          </a:xfrm>
        </p:grpSpPr>
        <p:sp>
          <p:nvSpPr>
            <p:cNvPr id="15253" name="Google Shape;15253;p87"/>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7"/>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7"/>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7"/>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7"/>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7"/>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7"/>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7"/>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7"/>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7"/>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7"/>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7"/>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7"/>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7"/>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7"/>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7"/>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87"/>
          <p:cNvGrpSpPr/>
          <p:nvPr/>
        </p:nvGrpSpPr>
        <p:grpSpPr>
          <a:xfrm>
            <a:off x="1309553" y="1884933"/>
            <a:ext cx="366404" cy="158363"/>
            <a:chOff x="1309553" y="2069580"/>
            <a:chExt cx="366404" cy="158363"/>
          </a:xfrm>
        </p:grpSpPr>
        <p:sp>
          <p:nvSpPr>
            <p:cNvPr id="15270" name="Google Shape;15270;p87"/>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7"/>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7"/>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7"/>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7"/>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7"/>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7"/>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7"/>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7"/>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7"/>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7"/>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7"/>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7"/>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7"/>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7"/>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7"/>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7"/>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7"/>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7"/>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7"/>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7"/>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7"/>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7"/>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7"/>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87"/>
          <p:cNvGrpSpPr/>
          <p:nvPr/>
        </p:nvGrpSpPr>
        <p:grpSpPr>
          <a:xfrm>
            <a:off x="866528" y="1904114"/>
            <a:ext cx="366639" cy="119635"/>
            <a:chOff x="866528" y="2088762"/>
            <a:chExt cx="366639" cy="119635"/>
          </a:xfrm>
        </p:grpSpPr>
        <p:sp>
          <p:nvSpPr>
            <p:cNvPr id="15297" name="Google Shape;15297;p87"/>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7"/>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7"/>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7"/>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7"/>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7"/>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7"/>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7"/>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7"/>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7"/>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7"/>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7"/>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7"/>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7"/>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87"/>
          <p:cNvGrpSpPr/>
          <p:nvPr/>
        </p:nvGrpSpPr>
        <p:grpSpPr>
          <a:xfrm>
            <a:off x="2329269" y="1780664"/>
            <a:ext cx="98807" cy="366273"/>
            <a:chOff x="2329269" y="1965312"/>
            <a:chExt cx="98807" cy="366273"/>
          </a:xfrm>
        </p:grpSpPr>
        <p:sp>
          <p:nvSpPr>
            <p:cNvPr id="15312" name="Google Shape;15312;p87"/>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7"/>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7"/>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87"/>
          <p:cNvGrpSpPr/>
          <p:nvPr/>
        </p:nvGrpSpPr>
        <p:grpSpPr>
          <a:xfrm>
            <a:off x="3208053" y="1780324"/>
            <a:ext cx="112344" cy="366926"/>
            <a:chOff x="3208053" y="1964972"/>
            <a:chExt cx="112344" cy="366926"/>
          </a:xfrm>
        </p:grpSpPr>
        <p:sp>
          <p:nvSpPr>
            <p:cNvPr id="15316" name="Google Shape;15316;p87"/>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7"/>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7"/>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7"/>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7"/>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7"/>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87"/>
          <p:cNvGrpSpPr/>
          <p:nvPr/>
        </p:nvGrpSpPr>
        <p:grpSpPr>
          <a:xfrm>
            <a:off x="3225379" y="3622692"/>
            <a:ext cx="72413" cy="366404"/>
            <a:chOff x="3225379" y="3807339"/>
            <a:chExt cx="72413" cy="366404"/>
          </a:xfrm>
        </p:grpSpPr>
        <p:sp>
          <p:nvSpPr>
            <p:cNvPr id="15323" name="Google Shape;15323;p87"/>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7"/>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7"/>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7"/>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7"/>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7"/>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7"/>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7"/>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87"/>
          <p:cNvGrpSpPr/>
          <p:nvPr/>
        </p:nvGrpSpPr>
        <p:grpSpPr>
          <a:xfrm>
            <a:off x="3523916" y="1826448"/>
            <a:ext cx="366665" cy="275201"/>
            <a:chOff x="3523916" y="2011096"/>
            <a:chExt cx="366665" cy="275201"/>
          </a:xfrm>
        </p:grpSpPr>
        <p:sp>
          <p:nvSpPr>
            <p:cNvPr id="15332" name="Google Shape;15332;p87"/>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7"/>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7"/>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7"/>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7"/>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7"/>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7"/>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7"/>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7"/>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7"/>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7"/>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7"/>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7"/>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7"/>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7"/>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7"/>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7"/>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7"/>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7"/>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7"/>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2" name="Google Shape;15352;p87"/>
          <p:cNvGrpSpPr/>
          <p:nvPr/>
        </p:nvGrpSpPr>
        <p:grpSpPr>
          <a:xfrm>
            <a:off x="1742777" y="1315349"/>
            <a:ext cx="393791" cy="366744"/>
            <a:chOff x="1742777" y="1499997"/>
            <a:chExt cx="393791" cy="366744"/>
          </a:xfrm>
        </p:grpSpPr>
        <p:sp>
          <p:nvSpPr>
            <p:cNvPr id="15353" name="Google Shape;15353;p87"/>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7"/>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7"/>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7"/>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7"/>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7"/>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7"/>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7"/>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7"/>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7"/>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7"/>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7"/>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7"/>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7"/>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87"/>
          <p:cNvGrpSpPr/>
          <p:nvPr/>
        </p:nvGrpSpPr>
        <p:grpSpPr>
          <a:xfrm>
            <a:off x="4014449" y="1315349"/>
            <a:ext cx="319914" cy="366639"/>
            <a:chOff x="4014449" y="1499997"/>
            <a:chExt cx="319914" cy="366639"/>
          </a:xfrm>
        </p:grpSpPr>
        <p:sp>
          <p:nvSpPr>
            <p:cNvPr id="15368" name="Google Shape;15368;p87"/>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7"/>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7"/>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7"/>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7"/>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3" name="Google Shape;15373;p87"/>
          <p:cNvGrpSpPr/>
          <p:nvPr/>
        </p:nvGrpSpPr>
        <p:grpSpPr>
          <a:xfrm>
            <a:off x="866267" y="1406813"/>
            <a:ext cx="367397" cy="183711"/>
            <a:chOff x="866267" y="1591460"/>
            <a:chExt cx="367397" cy="183711"/>
          </a:xfrm>
        </p:grpSpPr>
        <p:sp>
          <p:nvSpPr>
            <p:cNvPr id="15374" name="Google Shape;15374;p87"/>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7"/>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7"/>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7"/>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7"/>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7"/>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7"/>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7"/>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7"/>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7"/>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7"/>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7"/>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7"/>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7"/>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7"/>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7"/>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7"/>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7"/>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87"/>
          <p:cNvGrpSpPr/>
          <p:nvPr/>
        </p:nvGrpSpPr>
        <p:grpSpPr>
          <a:xfrm>
            <a:off x="3117843" y="1315244"/>
            <a:ext cx="327440" cy="366744"/>
            <a:chOff x="3117843" y="1499892"/>
            <a:chExt cx="327440" cy="366744"/>
          </a:xfrm>
        </p:grpSpPr>
        <p:sp>
          <p:nvSpPr>
            <p:cNvPr id="15393" name="Google Shape;15393;p87"/>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7"/>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7"/>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7"/>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7"/>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7"/>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7"/>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87"/>
          <p:cNvGrpSpPr/>
          <p:nvPr/>
        </p:nvGrpSpPr>
        <p:grpSpPr>
          <a:xfrm>
            <a:off x="2667005" y="1315349"/>
            <a:ext cx="336770" cy="366639"/>
            <a:chOff x="2667005" y="1499997"/>
            <a:chExt cx="336770" cy="366639"/>
          </a:xfrm>
        </p:grpSpPr>
        <p:sp>
          <p:nvSpPr>
            <p:cNvPr id="15401" name="Google Shape;15401;p87"/>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7"/>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7"/>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7"/>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7"/>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7"/>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7"/>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7"/>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7"/>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7"/>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7"/>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7"/>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7"/>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7"/>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7"/>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7"/>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7"/>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7"/>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7"/>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87"/>
          <p:cNvGrpSpPr/>
          <p:nvPr/>
        </p:nvGrpSpPr>
        <p:grpSpPr>
          <a:xfrm>
            <a:off x="3564866" y="1315349"/>
            <a:ext cx="326473" cy="366639"/>
            <a:chOff x="3564866" y="1499997"/>
            <a:chExt cx="326473" cy="366639"/>
          </a:xfrm>
        </p:grpSpPr>
        <p:sp>
          <p:nvSpPr>
            <p:cNvPr id="15421" name="Google Shape;15421;p87"/>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7"/>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7"/>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7"/>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7"/>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7"/>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7"/>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7"/>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7"/>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0" name="Google Shape;15430;p87"/>
          <p:cNvGrpSpPr/>
          <p:nvPr/>
        </p:nvGrpSpPr>
        <p:grpSpPr>
          <a:xfrm>
            <a:off x="1314074" y="1315349"/>
            <a:ext cx="364392" cy="366639"/>
            <a:chOff x="1314074" y="1499997"/>
            <a:chExt cx="364392" cy="366639"/>
          </a:xfrm>
        </p:grpSpPr>
        <p:sp>
          <p:nvSpPr>
            <p:cNvPr id="15431" name="Google Shape;15431;p87"/>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7"/>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7"/>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7"/>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7"/>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7"/>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7"/>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7"/>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7"/>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7"/>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7"/>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7"/>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87"/>
          <p:cNvGrpSpPr/>
          <p:nvPr/>
        </p:nvGrpSpPr>
        <p:grpSpPr>
          <a:xfrm>
            <a:off x="2220479" y="1315349"/>
            <a:ext cx="337005" cy="366639"/>
            <a:chOff x="2220479" y="1499997"/>
            <a:chExt cx="337005" cy="366639"/>
          </a:xfrm>
        </p:grpSpPr>
        <p:sp>
          <p:nvSpPr>
            <p:cNvPr id="15444" name="Google Shape;15444;p87"/>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7"/>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7"/>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7"/>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7"/>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7"/>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7"/>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7"/>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7"/>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7"/>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7"/>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87"/>
          <p:cNvGrpSpPr/>
          <p:nvPr/>
        </p:nvGrpSpPr>
        <p:grpSpPr>
          <a:xfrm>
            <a:off x="4105155" y="2241328"/>
            <a:ext cx="87230" cy="366430"/>
            <a:chOff x="4105155" y="2425976"/>
            <a:chExt cx="87230" cy="366430"/>
          </a:xfrm>
        </p:grpSpPr>
        <p:sp>
          <p:nvSpPr>
            <p:cNvPr id="15456" name="Google Shape;15456;p87"/>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7"/>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7"/>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7"/>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7"/>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7"/>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87"/>
          <p:cNvGrpSpPr/>
          <p:nvPr/>
        </p:nvGrpSpPr>
        <p:grpSpPr>
          <a:xfrm>
            <a:off x="1808109" y="2241354"/>
            <a:ext cx="267884" cy="366639"/>
            <a:chOff x="1808109" y="2426002"/>
            <a:chExt cx="267884" cy="366639"/>
          </a:xfrm>
        </p:grpSpPr>
        <p:sp>
          <p:nvSpPr>
            <p:cNvPr id="15463" name="Google Shape;15463;p87"/>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7"/>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7"/>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7"/>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7"/>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7"/>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7"/>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7"/>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7"/>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7"/>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7"/>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7"/>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7"/>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7"/>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7"/>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7"/>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7"/>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7"/>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7"/>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7"/>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7"/>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87"/>
          <p:cNvGrpSpPr/>
          <p:nvPr/>
        </p:nvGrpSpPr>
        <p:grpSpPr>
          <a:xfrm>
            <a:off x="3603568" y="2241354"/>
            <a:ext cx="207597" cy="366639"/>
            <a:chOff x="3603568" y="2426002"/>
            <a:chExt cx="207597" cy="366639"/>
          </a:xfrm>
        </p:grpSpPr>
        <p:sp>
          <p:nvSpPr>
            <p:cNvPr id="15485" name="Google Shape;15485;p87"/>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7"/>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7"/>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7"/>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7"/>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7"/>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87"/>
          <p:cNvGrpSpPr/>
          <p:nvPr/>
        </p:nvGrpSpPr>
        <p:grpSpPr>
          <a:xfrm>
            <a:off x="2246115" y="2241354"/>
            <a:ext cx="274417" cy="366404"/>
            <a:chOff x="2246115" y="2426002"/>
            <a:chExt cx="274417" cy="366404"/>
          </a:xfrm>
        </p:grpSpPr>
        <p:sp>
          <p:nvSpPr>
            <p:cNvPr id="15492" name="Google Shape;15492;p87"/>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7"/>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7"/>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7"/>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7"/>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7"/>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7"/>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7"/>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87"/>
          <p:cNvGrpSpPr/>
          <p:nvPr/>
        </p:nvGrpSpPr>
        <p:grpSpPr>
          <a:xfrm>
            <a:off x="2696666" y="2241354"/>
            <a:ext cx="256099" cy="366639"/>
            <a:chOff x="2696666" y="2426002"/>
            <a:chExt cx="256099" cy="366639"/>
          </a:xfrm>
        </p:grpSpPr>
        <p:sp>
          <p:nvSpPr>
            <p:cNvPr id="15501" name="Google Shape;15501;p87"/>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7"/>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7"/>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7"/>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7"/>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7"/>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7" name="Google Shape;15507;p87"/>
          <p:cNvGrpSpPr/>
          <p:nvPr/>
        </p:nvGrpSpPr>
        <p:grpSpPr>
          <a:xfrm>
            <a:off x="3149072" y="2241354"/>
            <a:ext cx="225863" cy="366430"/>
            <a:chOff x="3149072" y="2426002"/>
            <a:chExt cx="225863" cy="366430"/>
          </a:xfrm>
        </p:grpSpPr>
        <p:sp>
          <p:nvSpPr>
            <p:cNvPr id="15508" name="Google Shape;15508;p87"/>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7"/>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7"/>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7"/>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7"/>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7"/>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7"/>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7"/>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7"/>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7"/>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7"/>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9" name="Google Shape;15519;p87"/>
          <p:cNvGrpSpPr/>
          <p:nvPr/>
        </p:nvGrpSpPr>
        <p:grpSpPr>
          <a:xfrm>
            <a:off x="1361556" y="2241276"/>
            <a:ext cx="283224" cy="366482"/>
            <a:chOff x="1361556" y="2425923"/>
            <a:chExt cx="283224" cy="366482"/>
          </a:xfrm>
        </p:grpSpPr>
        <p:sp>
          <p:nvSpPr>
            <p:cNvPr id="15520" name="Google Shape;15520;p87"/>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7"/>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7"/>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7"/>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7"/>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7"/>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7"/>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7"/>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7"/>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7"/>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7"/>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7"/>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7"/>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7"/>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7"/>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7"/>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7"/>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7"/>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7"/>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7"/>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0" name="Google Shape;15540;p87"/>
          <p:cNvGrpSpPr/>
          <p:nvPr/>
        </p:nvGrpSpPr>
        <p:grpSpPr>
          <a:xfrm>
            <a:off x="3973735" y="2706408"/>
            <a:ext cx="361883" cy="366979"/>
            <a:chOff x="3973735" y="2891056"/>
            <a:chExt cx="361883" cy="366979"/>
          </a:xfrm>
        </p:grpSpPr>
        <p:sp>
          <p:nvSpPr>
            <p:cNvPr id="15541" name="Google Shape;15541;p87"/>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7"/>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7"/>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7"/>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7"/>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7"/>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7"/>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7"/>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7"/>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7"/>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7"/>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7"/>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7"/>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7"/>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7"/>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87"/>
          <p:cNvGrpSpPr/>
          <p:nvPr/>
        </p:nvGrpSpPr>
        <p:grpSpPr>
          <a:xfrm>
            <a:off x="3527941" y="2732096"/>
            <a:ext cx="366665" cy="315654"/>
            <a:chOff x="3527941" y="2916744"/>
            <a:chExt cx="366665" cy="315654"/>
          </a:xfrm>
        </p:grpSpPr>
        <p:sp>
          <p:nvSpPr>
            <p:cNvPr id="15559" name="Google Shape;15559;p87"/>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7"/>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7"/>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7"/>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7"/>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7"/>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7"/>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7"/>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7"/>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7"/>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7"/>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7"/>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7"/>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7"/>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7"/>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7"/>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7"/>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7"/>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7"/>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7"/>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7"/>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7"/>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7"/>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7"/>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7"/>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7"/>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7"/>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7"/>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7"/>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7"/>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87"/>
          <p:cNvGrpSpPr/>
          <p:nvPr/>
        </p:nvGrpSpPr>
        <p:grpSpPr>
          <a:xfrm>
            <a:off x="2640873" y="2706983"/>
            <a:ext cx="366404" cy="366404"/>
            <a:chOff x="2640873" y="2891631"/>
            <a:chExt cx="366404" cy="366404"/>
          </a:xfrm>
        </p:grpSpPr>
        <p:sp>
          <p:nvSpPr>
            <p:cNvPr id="15590" name="Google Shape;15590;p87"/>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7"/>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7"/>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7"/>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7"/>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7"/>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7"/>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7"/>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7"/>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7"/>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7"/>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7"/>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7"/>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7"/>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4" name="Google Shape;15604;p87"/>
          <p:cNvGrpSpPr/>
          <p:nvPr/>
        </p:nvGrpSpPr>
        <p:grpSpPr>
          <a:xfrm>
            <a:off x="2197091" y="2753473"/>
            <a:ext cx="366665" cy="273189"/>
            <a:chOff x="2197091" y="2938120"/>
            <a:chExt cx="366665" cy="273189"/>
          </a:xfrm>
        </p:grpSpPr>
        <p:sp>
          <p:nvSpPr>
            <p:cNvPr id="15605" name="Google Shape;15605;p87"/>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7"/>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7"/>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7"/>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7"/>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7"/>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7"/>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7"/>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7"/>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7"/>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7"/>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7"/>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7"/>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7"/>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7"/>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7"/>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7"/>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7"/>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7"/>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7"/>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7"/>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7"/>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87"/>
          <p:cNvGrpSpPr/>
          <p:nvPr/>
        </p:nvGrpSpPr>
        <p:grpSpPr>
          <a:xfrm>
            <a:off x="1753570" y="2707479"/>
            <a:ext cx="366665" cy="365202"/>
            <a:chOff x="1753570" y="2892127"/>
            <a:chExt cx="366665" cy="365202"/>
          </a:xfrm>
        </p:grpSpPr>
        <p:sp>
          <p:nvSpPr>
            <p:cNvPr id="15630" name="Google Shape;15630;p87"/>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7"/>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7"/>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7"/>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7"/>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7"/>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7"/>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7"/>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7"/>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7"/>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7"/>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7"/>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7"/>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7"/>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7"/>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7"/>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7"/>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7"/>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8" name="Google Shape;15648;p87"/>
          <p:cNvGrpSpPr/>
          <p:nvPr/>
        </p:nvGrpSpPr>
        <p:grpSpPr>
          <a:xfrm>
            <a:off x="1303751" y="3622692"/>
            <a:ext cx="367684" cy="366561"/>
            <a:chOff x="1303751" y="3807339"/>
            <a:chExt cx="367684" cy="366561"/>
          </a:xfrm>
        </p:grpSpPr>
        <p:sp>
          <p:nvSpPr>
            <p:cNvPr id="15649" name="Google Shape;15649;p87"/>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7"/>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7"/>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7"/>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7"/>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7"/>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7"/>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7"/>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7"/>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7"/>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7"/>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7"/>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7"/>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7"/>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7"/>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7"/>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7"/>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7"/>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7"/>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7"/>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7"/>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7"/>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7"/>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7"/>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7"/>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7"/>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7"/>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7"/>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7"/>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7"/>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7"/>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7"/>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7"/>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7"/>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7"/>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7"/>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7"/>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7"/>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7"/>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7"/>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7"/>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0" name="Google Shape;15690;p87"/>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1" name="Google Shape;15691;p87"/>
          <p:cNvGrpSpPr/>
          <p:nvPr/>
        </p:nvGrpSpPr>
        <p:grpSpPr>
          <a:xfrm>
            <a:off x="1310049" y="2706774"/>
            <a:ext cx="384749" cy="366613"/>
            <a:chOff x="1310049" y="2891421"/>
            <a:chExt cx="384749" cy="366613"/>
          </a:xfrm>
        </p:grpSpPr>
        <p:sp>
          <p:nvSpPr>
            <p:cNvPr id="15692" name="Google Shape;15692;p87"/>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7"/>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7"/>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7"/>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7"/>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7"/>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7"/>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7"/>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7"/>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7"/>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7"/>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7"/>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7"/>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7"/>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6" name="Google Shape;15706;p87"/>
          <p:cNvGrpSpPr/>
          <p:nvPr/>
        </p:nvGrpSpPr>
        <p:grpSpPr>
          <a:xfrm>
            <a:off x="849673" y="2706695"/>
            <a:ext cx="383468" cy="366665"/>
            <a:chOff x="849673" y="2891343"/>
            <a:chExt cx="383468" cy="366665"/>
          </a:xfrm>
        </p:grpSpPr>
        <p:sp>
          <p:nvSpPr>
            <p:cNvPr id="15707" name="Google Shape;15707;p8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87"/>
          <p:cNvGrpSpPr/>
          <p:nvPr/>
        </p:nvGrpSpPr>
        <p:grpSpPr>
          <a:xfrm>
            <a:off x="920257" y="2241354"/>
            <a:ext cx="278024" cy="366508"/>
            <a:chOff x="920257" y="2426002"/>
            <a:chExt cx="278024" cy="366508"/>
          </a:xfrm>
        </p:grpSpPr>
        <p:sp>
          <p:nvSpPr>
            <p:cNvPr id="15720" name="Google Shape;15720;p87"/>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7"/>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7"/>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7"/>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7"/>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7"/>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7"/>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7"/>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7"/>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7"/>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7"/>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7"/>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7"/>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87"/>
          <p:cNvGrpSpPr/>
          <p:nvPr/>
        </p:nvGrpSpPr>
        <p:grpSpPr>
          <a:xfrm>
            <a:off x="866528" y="4089836"/>
            <a:ext cx="349810" cy="366665"/>
            <a:chOff x="866528" y="4274484"/>
            <a:chExt cx="349810" cy="366665"/>
          </a:xfrm>
        </p:grpSpPr>
        <p:sp>
          <p:nvSpPr>
            <p:cNvPr id="15734" name="Google Shape;15734;p87"/>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7"/>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7"/>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7"/>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7"/>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7"/>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7"/>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7"/>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7"/>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7"/>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7"/>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5" name="Google Shape;15745;p87"/>
          <p:cNvGrpSpPr/>
          <p:nvPr/>
        </p:nvGrpSpPr>
        <p:grpSpPr>
          <a:xfrm>
            <a:off x="1388708" y="4089836"/>
            <a:ext cx="330210" cy="366665"/>
            <a:chOff x="1388708" y="4274484"/>
            <a:chExt cx="330210" cy="366665"/>
          </a:xfrm>
        </p:grpSpPr>
        <p:sp>
          <p:nvSpPr>
            <p:cNvPr id="15746" name="Google Shape;15746;p87"/>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7"/>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7"/>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7"/>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7"/>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7"/>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7"/>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7"/>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7"/>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7"/>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7"/>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7"/>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7"/>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7"/>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7"/>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7"/>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7"/>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7"/>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7"/>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7"/>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87"/>
          <p:cNvGrpSpPr/>
          <p:nvPr/>
        </p:nvGrpSpPr>
        <p:grpSpPr>
          <a:xfrm>
            <a:off x="1874694" y="4108678"/>
            <a:ext cx="375446" cy="328982"/>
            <a:chOff x="1874694" y="4293326"/>
            <a:chExt cx="375446" cy="328982"/>
          </a:xfrm>
        </p:grpSpPr>
        <p:sp>
          <p:nvSpPr>
            <p:cNvPr id="15767" name="Google Shape;15767;p87"/>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7"/>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7"/>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7"/>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7"/>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7"/>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7"/>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7"/>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7"/>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7"/>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7"/>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7"/>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7"/>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7"/>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7"/>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7"/>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7"/>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7"/>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7"/>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7"/>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7"/>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7"/>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9" name="Google Shape;15789;p87"/>
          <p:cNvGrpSpPr/>
          <p:nvPr/>
        </p:nvGrpSpPr>
        <p:grpSpPr>
          <a:xfrm>
            <a:off x="2396116" y="4108443"/>
            <a:ext cx="366665" cy="329714"/>
            <a:chOff x="2396116" y="4293090"/>
            <a:chExt cx="366665" cy="329714"/>
          </a:xfrm>
        </p:grpSpPr>
        <p:sp>
          <p:nvSpPr>
            <p:cNvPr id="15790" name="Google Shape;15790;p87"/>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7"/>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7"/>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7"/>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7"/>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7"/>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7"/>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7"/>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7"/>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7"/>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7"/>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7"/>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7"/>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3" name="Google Shape;15803;p87"/>
          <p:cNvGrpSpPr/>
          <p:nvPr/>
        </p:nvGrpSpPr>
        <p:grpSpPr>
          <a:xfrm>
            <a:off x="2908757" y="4105176"/>
            <a:ext cx="367162" cy="336116"/>
            <a:chOff x="2908757" y="4289824"/>
            <a:chExt cx="367162" cy="336116"/>
          </a:xfrm>
        </p:grpSpPr>
        <p:sp>
          <p:nvSpPr>
            <p:cNvPr id="15804" name="Google Shape;15804;p87"/>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7"/>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7"/>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7"/>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7"/>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7"/>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7"/>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7"/>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7"/>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7"/>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7"/>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7"/>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7"/>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7"/>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7"/>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7"/>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7"/>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7"/>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7"/>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7"/>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7"/>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7"/>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7"/>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7"/>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7"/>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7"/>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7"/>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1" name="Google Shape;15831;p87"/>
          <p:cNvGrpSpPr/>
          <p:nvPr/>
        </p:nvGrpSpPr>
        <p:grpSpPr>
          <a:xfrm>
            <a:off x="3082408" y="2734892"/>
            <a:ext cx="368651" cy="310350"/>
            <a:chOff x="3082408" y="2919540"/>
            <a:chExt cx="368651" cy="310350"/>
          </a:xfrm>
        </p:grpSpPr>
        <p:sp>
          <p:nvSpPr>
            <p:cNvPr id="15832" name="Google Shape;15832;p87"/>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7"/>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7"/>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7"/>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7"/>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7"/>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7"/>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7"/>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7"/>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7"/>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7"/>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7"/>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87"/>
          <p:cNvGrpSpPr/>
          <p:nvPr/>
        </p:nvGrpSpPr>
        <p:grpSpPr>
          <a:xfrm>
            <a:off x="7069130" y="2240152"/>
            <a:ext cx="366169" cy="360498"/>
            <a:chOff x="7069130" y="2424800"/>
            <a:chExt cx="366169" cy="360498"/>
          </a:xfrm>
        </p:grpSpPr>
        <p:sp>
          <p:nvSpPr>
            <p:cNvPr id="15845" name="Google Shape;15845;p87"/>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7"/>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7"/>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7"/>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7"/>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7"/>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7"/>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7"/>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7"/>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7"/>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7"/>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7"/>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7"/>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7"/>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7"/>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7"/>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7"/>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7"/>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7"/>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7"/>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5" name="Google Shape;15865;p87"/>
          <p:cNvGrpSpPr/>
          <p:nvPr/>
        </p:nvGrpSpPr>
        <p:grpSpPr>
          <a:xfrm>
            <a:off x="4885655" y="2240073"/>
            <a:ext cx="281473" cy="360629"/>
            <a:chOff x="4885655" y="2424721"/>
            <a:chExt cx="281473" cy="360629"/>
          </a:xfrm>
        </p:grpSpPr>
        <p:sp>
          <p:nvSpPr>
            <p:cNvPr id="15866" name="Google Shape;15866;p87"/>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7"/>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7"/>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7"/>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7"/>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7"/>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7"/>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7"/>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7"/>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7"/>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7"/>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7" name="Google Shape;15877;p87"/>
          <p:cNvGrpSpPr/>
          <p:nvPr/>
        </p:nvGrpSpPr>
        <p:grpSpPr>
          <a:xfrm>
            <a:off x="6625609" y="2262129"/>
            <a:ext cx="364130" cy="316726"/>
            <a:chOff x="6625609" y="2446777"/>
            <a:chExt cx="364130" cy="316726"/>
          </a:xfrm>
        </p:grpSpPr>
        <p:sp>
          <p:nvSpPr>
            <p:cNvPr id="15878" name="Google Shape;15878;p87"/>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7"/>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7"/>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7"/>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7"/>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7"/>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7"/>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7"/>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7"/>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7"/>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7"/>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7"/>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0" name="Google Shape;15890;p87"/>
          <p:cNvGrpSpPr/>
          <p:nvPr/>
        </p:nvGrpSpPr>
        <p:grpSpPr>
          <a:xfrm>
            <a:off x="5757644" y="1827703"/>
            <a:ext cx="360628" cy="298825"/>
            <a:chOff x="5757644" y="2012350"/>
            <a:chExt cx="360628" cy="298825"/>
          </a:xfrm>
        </p:grpSpPr>
        <p:sp>
          <p:nvSpPr>
            <p:cNvPr id="15891" name="Google Shape;15891;p87"/>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7"/>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7"/>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7"/>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7"/>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7"/>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7"/>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7"/>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7"/>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7"/>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7"/>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7"/>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7"/>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7"/>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7"/>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7"/>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7"/>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7"/>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7"/>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7"/>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7"/>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7"/>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87"/>
          <p:cNvGrpSpPr/>
          <p:nvPr/>
        </p:nvGrpSpPr>
        <p:grpSpPr>
          <a:xfrm>
            <a:off x="5317625" y="1798826"/>
            <a:ext cx="360628" cy="356839"/>
            <a:chOff x="5317625" y="1983474"/>
            <a:chExt cx="360628" cy="356839"/>
          </a:xfrm>
        </p:grpSpPr>
        <p:sp>
          <p:nvSpPr>
            <p:cNvPr id="15914" name="Google Shape;15914;p87"/>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7"/>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7"/>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7"/>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7"/>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7"/>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7"/>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7"/>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7"/>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7"/>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7"/>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7"/>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7"/>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7"/>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7"/>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7"/>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7"/>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7"/>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7"/>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87"/>
          <p:cNvGrpSpPr/>
          <p:nvPr/>
        </p:nvGrpSpPr>
        <p:grpSpPr>
          <a:xfrm>
            <a:off x="6181827" y="2279037"/>
            <a:ext cx="360629" cy="282989"/>
            <a:chOff x="6181827" y="2463685"/>
            <a:chExt cx="360629" cy="282989"/>
          </a:xfrm>
        </p:grpSpPr>
        <p:sp>
          <p:nvSpPr>
            <p:cNvPr id="15934" name="Google Shape;15934;p87"/>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7"/>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7"/>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7"/>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7"/>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7"/>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7"/>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7"/>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7"/>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7"/>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7"/>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5" name="Google Shape;15945;p87"/>
          <p:cNvGrpSpPr/>
          <p:nvPr/>
        </p:nvGrpSpPr>
        <p:grpSpPr>
          <a:xfrm>
            <a:off x="5346292" y="3156044"/>
            <a:ext cx="291247" cy="360629"/>
            <a:chOff x="5346292" y="3340691"/>
            <a:chExt cx="291247" cy="360628"/>
          </a:xfrm>
        </p:grpSpPr>
        <p:sp>
          <p:nvSpPr>
            <p:cNvPr id="15946" name="Google Shape;15946;p87"/>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7"/>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7"/>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7"/>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7"/>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7"/>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7"/>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7"/>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7"/>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7"/>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7"/>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7"/>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7"/>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7"/>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7"/>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7"/>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7"/>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7"/>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7"/>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7"/>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7"/>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7"/>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7"/>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7"/>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7"/>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1" name="Google Shape;15971;p87"/>
          <p:cNvGrpSpPr/>
          <p:nvPr/>
        </p:nvGrpSpPr>
        <p:grpSpPr>
          <a:xfrm>
            <a:off x="7969264" y="1797049"/>
            <a:ext cx="337763" cy="360393"/>
            <a:chOff x="7969264" y="1981697"/>
            <a:chExt cx="337763" cy="360393"/>
          </a:xfrm>
        </p:grpSpPr>
        <p:sp>
          <p:nvSpPr>
            <p:cNvPr id="15972" name="Google Shape;15972;p87"/>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7"/>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7"/>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7"/>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7"/>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7"/>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7"/>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7"/>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7"/>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7"/>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7"/>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7"/>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7"/>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7"/>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7"/>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7"/>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7"/>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7"/>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0" name="Google Shape;15990;p87"/>
          <p:cNvGrpSpPr/>
          <p:nvPr/>
        </p:nvGrpSpPr>
        <p:grpSpPr>
          <a:xfrm>
            <a:off x="5736032" y="2245352"/>
            <a:ext cx="360890" cy="350332"/>
            <a:chOff x="5736032" y="2430000"/>
            <a:chExt cx="360890" cy="350332"/>
          </a:xfrm>
        </p:grpSpPr>
        <p:sp>
          <p:nvSpPr>
            <p:cNvPr id="15991" name="Google Shape;15991;p87"/>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7"/>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7"/>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7"/>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7"/>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7"/>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7"/>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7"/>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7"/>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7"/>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7"/>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7"/>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7"/>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7"/>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7"/>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7"/>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7"/>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87"/>
          <p:cNvGrpSpPr/>
          <p:nvPr/>
        </p:nvGrpSpPr>
        <p:grpSpPr>
          <a:xfrm>
            <a:off x="4877867" y="1811344"/>
            <a:ext cx="360628" cy="331778"/>
            <a:chOff x="4877867" y="1995991"/>
            <a:chExt cx="360628" cy="331778"/>
          </a:xfrm>
        </p:grpSpPr>
        <p:sp>
          <p:nvSpPr>
            <p:cNvPr id="16009" name="Google Shape;16009;p87"/>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7"/>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7"/>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7"/>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7"/>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7"/>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7"/>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7"/>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7"/>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7"/>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7"/>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7"/>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7"/>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7"/>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87"/>
          <p:cNvGrpSpPr/>
          <p:nvPr/>
        </p:nvGrpSpPr>
        <p:grpSpPr>
          <a:xfrm>
            <a:off x="7050889" y="2728856"/>
            <a:ext cx="363529" cy="339513"/>
            <a:chOff x="7050889" y="2913503"/>
            <a:chExt cx="363529" cy="339513"/>
          </a:xfrm>
        </p:grpSpPr>
        <p:sp>
          <p:nvSpPr>
            <p:cNvPr id="16024" name="Google Shape;16024;p87"/>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7"/>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7"/>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7"/>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7"/>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7"/>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7"/>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7"/>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7"/>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3" name="Google Shape;16033;p87"/>
          <p:cNvGrpSpPr/>
          <p:nvPr/>
        </p:nvGrpSpPr>
        <p:grpSpPr>
          <a:xfrm>
            <a:off x="7510900" y="1796814"/>
            <a:ext cx="372937" cy="360629"/>
            <a:chOff x="7510900" y="1981462"/>
            <a:chExt cx="372937" cy="360629"/>
          </a:xfrm>
        </p:grpSpPr>
        <p:sp>
          <p:nvSpPr>
            <p:cNvPr id="16034" name="Google Shape;16034;p87"/>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7"/>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7"/>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7"/>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7"/>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7"/>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7"/>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7"/>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7"/>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7"/>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7"/>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7"/>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7"/>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7"/>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7"/>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7"/>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0" name="Google Shape;16050;p87"/>
          <p:cNvGrpSpPr/>
          <p:nvPr/>
        </p:nvGrpSpPr>
        <p:grpSpPr>
          <a:xfrm>
            <a:off x="6599476" y="2733612"/>
            <a:ext cx="360629" cy="329975"/>
            <a:chOff x="6599476" y="2918260"/>
            <a:chExt cx="360629" cy="329975"/>
          </a:xfrm>
        </p:grpSpPr>
        <p:sp>
          <p:nvSpPr>
            <p:cNvPr id="16051" name="Google Shape;16051;p87"/>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7"/>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7"/>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7"/>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7"/>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7"/>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7"/>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7"/>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7"/>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7"/>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7"/>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7"/>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7"/>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7"/>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7"/>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7"/>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7"/>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7"/>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7"/>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7"/>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7"/>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7"/>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7"/>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7"/>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7"/>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87"/>
          <p:cNvGrpSpPr/>
          <p:nvPr/>
        </p:nvGrpSpPr>
        <p:grpSpPr>
          <a:xfrm>
            <a:off x="5290499" y="2296886"/>
            <a:ext cx="360628" cy="247292"/>
            <a:chOff x="5290499" y="2481533"/>
            <a:chExt cx="360628" cy="247292"/>
          </a:xfrm>
        </p:grpSpPr>
        <p:sp>
          <p:nvSpPr>
            <p:cNvPr id="16077" name="Google Shape;16077;p87"/>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7"/>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7"/>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7"/>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7"/>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7"/>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7"/>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7"/>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7"/>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7"/>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7"/>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7"/>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7"/>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7"/>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7"/>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7"/>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7"/>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7"/>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7"/>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7"/>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7"/>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7"/>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7"/>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7"/>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7"/>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7"/>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7"/>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87"/>
          <p:cNvGrpSpPr/>
          <p:nvPr/>
        </p:nvGrpSpPr>
        <p:grpSpPr>
          <a:xfrm>
            <a:off x="6201923" y="1796866"/>
            <a:ext cx="351325" cy="360576"/>
            <a:chOff x="6201923" y="1981514"/>
            <a:chExt cx="351325" cy="360576"/>
          </a:xfrm>
        </p:grpSpPr>
        <p:sp>
          <p:nvSpPr>
            <p:cNvPr id="16105" name="Google Shape;16105;p87"/>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7"/>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7"/>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7"/>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7"/>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7"/>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7"/>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87"/>
          <p:cNvGrpSpPr/>
          <p:nvPr/>
        </p:nvGrpSpPr>
        <p:grpSpPr>
          <a:xfrm>
            <a:off x="4894461" y="3156044"/>
            <a:ext cx="312884" cy="360785"/>
            <a:chOff x="4894461" y="3340691"/>
            <a:chExt cx="312884" cy="360785"/>
          </a:xfrm>
        </p:grpSpPr>
        <p:sp>
          <p:nvSpPr>
            <p:cNvPr id="16113" name="Google Shape;16113;p87"/>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7"/>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7"/>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7"/>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7"/>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7"/>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7"/>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7"/>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7"/>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7"/>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7"/>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7"/>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7"/>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7"/>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87"/>
          <p:cNvGrpSpPr/>
          <p:nvPr/>
        </p:nvGrpSpPr>
        <p:grpSpPr>
          <a:xfrm>
            <a:off x="5339237" y="1316603"/>
            <a:ext cx="245541" cy="360628"/>
            <a:chOff x="5339237" y="1501251"/>
            <a:chExt cx="245541" cy="360628"/>
          </a:xfrm>
        </p:grpSpPr>
        <p:sp>
          <p:nvSpPr>
            <p:cNvPr id="16130" name="Google Shape;16130;p87"/>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7"/>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7"/>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7"/>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7"/>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7"/>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7"/>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7"/>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7"/>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7"/>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7"/>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7"/>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7"/>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7"/>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7"/>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7"/>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7"/>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7"/>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7"/>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7"/>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7"/>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7"/>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7"/>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7"/>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7"/>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7"/>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7"/>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7"/>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7"/>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7"/>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7"/>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7"/>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7"/>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7"/>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7"/>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7"/>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7"/>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7"/>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7"/>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7"/>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87"/>
          <p:cNvGrpSpPr/>
          <p:nvPr/>
        </p:nvGrpSpPr>
        <p:grpSpPr>
          <a:xfrm>
            <a:off x="7959464" y="2289568"/>
            <a:ext cx="370428" cy="261926"/>
            <a:chOff x="7959464" y="2474216"/>
            <a:chExt cx="370428" cy="261926"/>
          </a:xfrm>
        </p:grpSpPr>
        <p:sp>
          <p:nvSpPr>
            <p:cNvPr id="16173" name="Google Shape;16173;p87"/>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7"/>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7"/>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7"/>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7"/>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7"/>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7"/>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7"/>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7"/>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7"/>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7"/>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7"/>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5" name="Google Shape;16185;p87"/>
          <p:cNvGrpSpPr/>
          <p:nvPr/>
        </p:nvGrpSpPr>
        <p:grpSpPr>
          <a:xfrm>
            <a:off x="7518687" y="2273262"/>
            <a:ext cx="360629" cy="294461"/>
            <a:chOff x="7518687" y="2457909"/>
            <a:chExt cx="360629" cy="294461"/>
          </a:xfrm>
        </p:grpSpPr>
        <p:sp>
          <p:nvSpPr>
            <p:cNvPr id="16186" name="Google Shape;16186;p87"/>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7"/>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7"/>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7"/>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7"/>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7"/>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7"/>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7"/>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7"/>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7"/>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7"/>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7"/>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7"/>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7"/>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7"/>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7"/>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7"/>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7"/>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7"/>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5" name="Google Shape;16205;p87"/>
          <p:cNvGrpSpPr/>
          <p:nvPr/>
        </p:nvGrpSpPr>
        <p:grpSpPr>
          <a:xfrm>
            <a:off x="7086220" y="1796919"/>
            <a:ext cx="343799" cy="360524"/>
            <a:chOff x="7086220" y="1981566"/>
            <a:chExt cx="343799" cy="360524"/>
          </a:xfrm>
        </p:grpSpPr>
        <p:sp>
          <p:nvSpPr>
            <p:cNvPr id="16206" name="Google Shape;16206;p87"/>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7"/>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7"/>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7"/>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7"/>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7"/>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7"/>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7"/>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7"/>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7"/>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7"/>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7"/>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7"/>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7"/>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7"/>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7"/>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87"/>
          <p:cNvGrpSpPr/>
          <p:nvPr/>
        </p:nvGrpSpPr>
        <p:grpSpPr>
          <a:xfrm>
            <a:off x="6141112" y="2742915"/>
            <a:ext cx="368416" cy="311369"/>
            <a:chOff x="6141112" y="2927563"/>
            <a:chExt cx="368416" cy="311369"/>
          </a:xfrm>
        </p:grpSpPr>
        <p:sp>
          <p:nvSpPr>
            <p:cNvPr id="16223" name="Google Shape;16223;p87"/>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7"/>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7"/>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7"/>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7"/>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7"/>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7"/>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0" name="Google Shape;16230;p87"/>
          <p:cNvGrpSpPr/>
          <p:nvPr/>
        </p:nvGrpSpPr>
        <p:grpSpPr>
          <a:xfrm>
            <a:off x="7520699" y="2718298"/>
            <a:ext cx="335489" cy="360629"/>
            <a:chOff x="7520699" y="2902946"/>
            <a:chExt cx="335489" cy="360629"/>
          </a:xfrm>
        </p:grpSpPr>
        <p:sp>
          <p:nvSpPr>
            <p:cNvPr id="16231" name="Google Shape;16231;p87"/>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7"/>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7"/>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7"/>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7"/>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7"/>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7"/>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7"/>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7"/>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7"/>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7"/>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7"/>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7"/>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7"/>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7"/>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6" name="Google Shape;16246;p87"/>
          <p:cNvGrpSpPr/>
          <p:nvPr/>
        </p:nvGrpSpPr>
        <p:grpSpPr>
          <a:xfrm>
            <a:off x="7988340" y="2718298"/>
            <a:ext cx="308886" cy="360628"/>
            <a:chOff x="7988340" y="2902946"/>
            <a:chExt cx="308886" cy="360628"/>
          </a:xfrm>
        </p:grpSpPr>
        <p:sp>
          <p:nvSpPr>
            <p:cNvPr id="16247" name="Google Shape;16247;p87"/>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7"/>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7"/>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7"/>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7"/>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7"/>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7"/>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7"/>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7"/>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7"/>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7"/>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7"/>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7"/>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7"/>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7"/>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7"/>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7"/>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7"/>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7"/>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7"/>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7"/>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7"/>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7"/>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0" name="Google Shape;16270;p87"/>
          <p:cNvGrpSpPr/>
          <p:nvPr/>
        </p:nvGrpSpPr>
        <p:grpSpPr>
          <a:xfrm>
            <a:off x="5690039" y="2718351"/>
            <a:ext cx="362902" cy="360498"/>
            <a:chOff x="5690039" y="2902998"/>
            <a:chExt cx="362902" cy="360498"/>
          </a:xfrm>
        </p:grpSpPr>
        <p:sp>
          <p:nvSpPr>
            <p:cNvPr id="16271" name="Google Shape;16271;p87"/>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7"/>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7"/>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7"/>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7"/>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7"/>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7"/>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8" name="Google Shape;16278;p87"/>
          <p:cNvGrpSpPr/>
          <p:nvPr/>
        </p:nvGrpSpPr>
        <p:grpSpPr>
          <a:xfrm>
            <a:off x="4871935" y="1316342"/>
            <a:ext cx="258503" cy="360890"/>
            <a:chOff x="4871935" y="1500990"/>
            <a:chExt cx="258503" cy="360890"/>
          </a:xfrm>
        </p:grpSpPr>
        <p:sp>
          <p:nvSpPr>
            <p:cNvPr id="16279" name="Google Shape;16279;p87"/>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7"/>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7"/>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7"/>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7"/>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7"/>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7"/>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7"/>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7"/>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7"/>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93" name="Google Shape;16293;p87"/>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4" name="Google Shape;16294;p87"/>
          <p:cNvGrpSpPr/>
          <p:nvPr/>
        </p:nvGrpSpPr>
        <p:grpSpPr>
          <a:xfrm>
            <a:off x="6265764" y="1316603"/>
            <a:ext cx="234983" cy="360628"/>
            <a:chOff x="6265764" y="1501251"/>
            <a:chExt cx="234983" cy="360628"/>
          </a:xfrm>
        </p:grpSpPr>
        <p:sp>
          <p:nvSpPr>
            <p:cNvPr id="16295" name="Google Shape;16295;p87"/>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7"/>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7"/>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7"/>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7"/>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7"/>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7"/>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7"/>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7"/>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7"/>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7" name="Google Shape;16307;p87"/>
          <p:cNvGrpSpPr/>
          <p:nvPr/>
        </p:nvGrpSpPr>
        <p:grpSpPr>
          <a:xfrm>
            <a:off x="6193639" y="3217351"/>
            <a:ext cx="360628" cy="238250"/>
            <a:chOff x="6193639" y="3401998"/>
            <a:chExt cx="360628" cy="238250"/>
          </a:xfrm>
        </p:grpSpPr>
        <p:sp>
          <p:nvSpPr>
            <p:cNvPr id="16308" name="Google Shape;16308;p87"/>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7"/>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7"/>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7"/>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7"/>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7"/>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7"/>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7"/>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7"/>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7"/>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7"/>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87"/>
          <p:cNvGrpSpPr/>
          <p:nvPr/>
        </p:nvGrpSpPr>
        <p:grpSpPr>
          <a:xfrm>
            <a:off x="5801625" y="1316603"/>
            <a:ext cx="246037" cy="360629"/>
            <a:chOff x="5801625" y="1501251"/>
            <a:chExt cx="246037" cy="360629"/>
          </a:xfrm>
        </p:grpSpPr>
        <p:sp>
          <p:nvSpPr>
            <p:cNvPr id="16320" name="Google Shape;16320;p87"/>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7"/>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7"/>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7"/>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7"/>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7"/>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7"/>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7"/>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7"/>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7"/>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7"/>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7"/>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7"/>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7"/>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7"/>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7"/>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7"/>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7"/>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7"/>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9" name="Google Shape;16339;p87"/>
          <p:cNvGrpSpPr/>
          <p:nvPr/>
        </p:nvGrpSpPr>
        <p:grpSpPr>
          <a:xfrm>
            <a:off x="6641680" y="1796814"/>
            <a:ext cx="352083" cy="360864"/>
            <a:chOff x="6641680" y="1981462"/>
            <a:chExt cx="352083" cy="360864"/>
          </a:xfrm>
        </p:grpSpPr>
        <p:sp>
          <p:nvSpPr>
            <p:cNvPr id="16340" name="Google Shape;16340;p87"/>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7"/>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7"/>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7"/>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7"/>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7"/>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7"/>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7"/>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7"/>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7"/>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7"/>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7"/>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7"/>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7"/>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7"/>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7"/>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7"/>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7"/>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7"/>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7"/>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7"/>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7"/>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7"/>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7"/>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7"/>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7"/>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7"/>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7"/>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87"/>
          <p:cNvGrpSpPr/>
          <p:nvPr/>
        </p:nvGrpSpPr>
        <p:grpSpPr>
          <a:xfrm>
            <a:off x="7205332" y="1316603"/>
            <a:ext cx="198032" cy="360629"/>
            <a:chOff x="7205332" y="1501251"/>
            <a:chExt cx="198032" cy="360629"/>
          </a:xfrm>
        </p:grpSpPr>
        <p:sp>
          <p:nvSpPr>
            <p:cNvPr id="16369" name="Google Shape;16369;p87"/>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7"/>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7"/>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7"/>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7"/>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7"/>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7"/>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7"/>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7"/>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7"/>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7"/>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7"/>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7"/>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7"/>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7"/>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7"/>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7"/>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7"/>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7"/>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7"/>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87"/>
          <p:cNvGrpSpPr/>
          <p:nvPr/>
        </p:nvGrpSpPr>
        <p:grpSpPr>
          <a:xfrm>
            <a:off x="7688313" y="1316603"/>
            <a:ext cx="153058" cy="360628"/>
            <a:chOff x="7688313" y="1501251"/>
            <a:chExt cx="153058" cy="360628"/>
          </a:xfrm>
        </p:grpSpPr>
        <p:sp>
          <p:nvSpPr>
            <p:cNvPr id="16390" name="Google Shape;16390;p87"/>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7"/>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7"/>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7"/>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7"/>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7"/>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7"/>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7"/>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7"/>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7"/>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7"/>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7"/>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7"/>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7"/>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7"/>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7"/>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87"/>
          <p:cNvGrpSpPr/>
          <p:nvPr/>
        </p:nvGrpSpPr>
        <p:grpSpPr>
          <a:xfrm>
            <a:off x="8150179" y="1316603"/>
            <a:ext cx="150811" cy="360628"/>
            <a:chOff x="8150179" y="1501251"/>
            <a:chExt cx="150811" cy="360628"/>
          </a:xfrm>
        </p:grpSpPr>
        <p:sp>
          <p:nvSpPr>
            <p:cNvPr id="16407" name="Google Shape;16407;p87"/>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7"/>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7"/>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7"/>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7"/>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7"/>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7"/>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7"/>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7"/>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6" name="Google Shape;16416;p87"/>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7" name="Google Shape;16417;p87"/>
          <p:cNvGrpSpPr/>
          <p:nvPr/>
        </p:nvGrpSpPr>
        <p:grpSpPr>
          <a:xfrm>
            <a:off x="4877867" y="2718298"/>
            <a:ext cx="170149" cy="360629"/>
            <a:chOff x="4877867" y="2902946"/>
            <a:chExt cx="170149" cy="360629"/>
          </a:xfrm>
        </p:grpSpPr>
        <p:sp>
          <p:nvSpPr>
            <p:cNvPr id="16418" name="Google Shape;16418;p87"/>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7"/>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7"/>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7"/>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7"/>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7"/>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7"/>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7"/>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7"/>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7"/>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7"/>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7"/>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7"/>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87"/>
          <p:cNvGrpSpPr/>
          <p:nvPr/>
        </p:nvGrpSpPr>
        <p:grpSpPr>
          <a:xfrm>
            <a:off x="6741689" y="1316028"/>
            <a:ext cx="207962" cy="361203"/>
            <a:chOff x="6741689" y="1500676"/>
            <a:chExt cx="207962" cy="361203"/>
          </a:xfrm>
        </p:grpSpPr>
        <p:sp>
          <p:nvSpPr>
            <p:cNvPr id="16432" name="Google Shape;16432;p87"/>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7"/>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7"/>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7"/>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7"/>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7"/>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7"/>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7"/>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7"/>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7"/>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7"/>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7"/>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7"/>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7"/>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7"/>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7"/>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7"/>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7"/>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7"/>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87"/>
          <p:cNvGrpSpPr/>
          <p:nvPr/>
        </p:nvGrpSpPr>
        <p:grpSpPr>
          <a:xfrm>
            <a:off x="5752627" y="3245757"/>
            <a:ext cx="360628" cy="181464"/>
            <a:chOff x="5752627" y="3430404"/>
            <a:chExt cx="360628" cy="181464"/>
          </a:xfrm>
        </p:grpSpPr>
        <p:sp>
          <p:nvSpPr>
            <p:cNvPr id="16452" name="Google Shape;16452;p87"/>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7"/>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7"/>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7"/>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7"/>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7"/>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7"/>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7"/>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7"/>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7"/>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7"/>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7"/>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7"/>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7"/>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7"/>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7"/>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7"/>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7"/>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7"/>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7"/>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7"/>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7"/>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7"/>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7"/>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7"/>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7"/>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7"/>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7"/>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0" name="Google Shape;16480;p87"/>
          <p:cNvGrpSpPr/>
          <p:nvPr/>
        </p:nvGrpSpPr>
        <p:grpSpPr>
          <a:xfrm>
            <a:off x="5235700" y="2718351"/>
            <a:ext cx="361909" cy="360759"/>
            <a:chOff x="5235700" y="2902998"/>
            <a:chExt cx="361909" cy="360759"/>
          </a:xfrm>
        </p:grpSpPr>
        <p:sp>
          <p:nvSpPr>
            <p:cNvPr id="16481" name="Google Shape;16481;p87"/>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7"/>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7"/>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7"/>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7"/>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7"/>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7"/>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87"/>
          <p:cNvGrpSpPr/>
          <p:nvPr/>
        </p:nvGrpSpPr>
        <p:grpSpPr>
          <a:xfrm>
            <a:off x="6634912" y="3210321"/>
            <a:ext cx="360367" cy="252309"/>
            <a:chOff x="6634912" y="3394969"/>
            <a:chExt cx="360367" cy="252309"/>
          </a:xfrm>
        </p:grpSpPr>
        <p:sp>
          <p:nvSpPr>
            <p:cNvPr id="16489" name="Google Shape;16489;p87"/>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7"/>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7"/>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7"/>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7"/>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7"/>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7"/>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7"/>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7"/>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7"/>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7"/>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7"/>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7"/>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2" name="Google Shape;16502;p87"/>
          <p:cNvGrpSpPr/>
          <p:nvPr/>
        </p:nvGrpSpPr>
        <p:grpSpPr>
          <a:xfrm>
            <a:off x="7059330" y="3156148"/>
            <a:ext cx="377170" cy="360655"/>
            <a:chOff x="7059330" y="3340796"/>
            <a:chExt cx="377170" cy="360655"/>
          </a:xfrm>
        </p:grpSpPr>
        <p:sp>
          <p:nvSpPr>
            <p:cNvPr id="16503" name="Google Shape;16503;p87"/>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7"/>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7"/>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7"/>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7"/>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7"/>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7"/>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7"/>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7"/>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7"/>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7"/>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7"/>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87"/>
          <p:cNvGrpSpPr/>
          <p:nvPr/>
        </p:nvGrpSpPr>
        <p:grpSpPr>
          <a:xfrm>
            <a:off x="7957948" y="3190983"/>
            <a:ext cx="360629" cy="291012"/>
            <a:chOff x="7957948" y="3375631"/>
            <a:chExt cx="360629" cy="291012"/>
          </a:xfrm>
        </p:grpSpPr>
        <p:sp>
          <p:nvSpPr>
            <p:cNvPr id="16516" name="Google Shape;16516;p87"/>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7"/>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7"/>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7"/>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7"/>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7"/>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7"/>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7"/>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7"/>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7"/>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7"/>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7"/>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7"/>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7"/>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7"/>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7"/>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7"/>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7"/>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87"/>
          <p:cNvGrpSpPr/>
          <p:nvPr/>
        </p:nvGrpSpPr>
        <p:grpSpPr>
          <a:xfrm>
            <a:off x="6198656" y="3683241"/>
            <a:ext cx="347562" cy="227954"/>
            <a:chOff x="6198656" y="3867888"/>
            <a:chExt cx="347562" cy="227954"/>
          </a:xfrm>
        </p:grpSpPr>
        <p:sp>
          <p:nvSpPr>
            <p:cNvPr id="16535" name="Google Shape;16535;p87"/>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7"/>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7"/>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7"/>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7"/>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7"/>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7"/>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7"/>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7"/>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7"/>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7"/>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6" name="Google Shape;16546;p87"/>
          <p:cNvGrpSpPr/>
          <p:nvPr/>
        </p:nvGrpSpPr>
        <p:grpSpPr>
          <a:xfrm>
            <a:off x="5706895" y="3634504"/>
            <a:ext cx="349392" cy="325454"/>
            <a:chOff x="5706895" y="3819151"/>
            <a:chExt cx="349392" cy="325454"/>
          </a:xfrm>
        </p:grpSpPr>
        <p:sp>
          <p:nvSpPr>
            <p:cNvPr id="16547" name="Google Shape;16547;p87"/>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7"/>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7"/>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7"/>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7"/>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7"/>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7"/>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7"/>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7"/>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7"/>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7"/>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7"/>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7"/>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7"/>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7"/>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87"/>
          <p:cNvGrpSpPr/>
          <p:nvPr/>
        </p:nvGrpSpPr>
        <p:grpSpPr>
          <a:xfrm>
            <a:off x="7648618" y="3156096"/>
            <a:ext cx="97265" cy="360393"/>
            <a:chOff x="7648618" y="3340744"/>
            <a:chExt cx="97265" cy="360393"/>
          </a:xfrm>
        </p:grpSpPr>
        <p:sp>
          <p:nvSpPr>
            <p:cNvPr id="16563" name="Google Shape;16563;p87"/>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7"/>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7"/>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87"/>
          <p:cNvGrpSpPr/>
          <p:nvPr/>
        </p:nvGrpSpPr>
        <p:grpSpPr>
          <a:xfrm>
            <a:off x="7164356" y="3606019"/>
            <a:ext cx="385507" cy="382501"/>
            <a:chOff x="7164356" y="3790667"/>
            <a:chExt cx="385507" cy="382501"/>
          </a:xfrm>
        </p:grpSpPr>
        <p:sp>
          <p:nvSpPr>
            <p:cNvPr id="16567" name="Google Shape;16567;p87"/>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7"/>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7"/>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7"/>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7"/>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7"/>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7"/>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7"/>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7"/>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7"/>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7"/>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7"/>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7"/>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7"/>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7"/>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7"/>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7"/>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7"/>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7"/>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7"/>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7"/>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7"/>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7"/>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7"/>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87"/>
          <p:cNvGrpSpPr/>
          <p:nvPr/>
        </p:nvGrpSpPr>
        <p:grpSpPr>
          <a:xfrm>
            <a:off x="6670400" y="3641821"/>
            <a:ext cx="387911" cy="310846"/>
            <a:chOff x="6670400" y="3826468"/>
            <a:chExt cx="387911" cy="310846"/>
          </a:xfrm>
        </p:grpSpPr>
        <p:sp>
          <p:nvSpPr>
            <p:cNvPr id="16592" name="Google Shape;16592;p87"/>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7"/>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7"/>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7"/>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7"/>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7"/>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7"/>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7"/>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7"/>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7"/>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7"/>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7"/>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7"/>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7"/>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7"/>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7"/>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7"/>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7"/>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0" name="Google Shape;16610;p87"/>
          <p:cNvGrpSpPr/>
          <p:nvPr/>
        </p:nvGrpSpPr>
        <p:grpSpPr>
          <a:xfrm>
            <a:off x="7662181" y="3618798"/>
            <a:ext cx="302823" cy="360498"/>
            <a:chOff x="7662181" y="3803446"/>
            <a:chExt cx="302823" cy="360498"/>
          </a:xfrm>
        </p:grpSpPr>
        <p:sp>
          <p:nvSpPr>
            <p:cNvPr id="16611" name="Google Shape;16611;p87"/>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7"/>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7"/>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7"/>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7"/>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7"/>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7"/>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7"/>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7"/>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7"/>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1" name="Google Shape;16621;p87"/>
          <p:cNvGrpSpPr/>
          <p:nvPr/>
        </p:nvGrpSpPr>
        <p:grpSpPr>
          <a:xfrm>
            <a:off x="5206562" y="3619347"/>
            <a:ext cx="363895" cy="355663"/>
            <a:chOff x="5206562" y="3803994"/>
            <a:chExt cx="363895" cy="355663"/>
          </a:xfrm>
        </p:grpSpPr>
        <p:sp>
          <p:nvSpPr>
            <p:cNvPr id="16622" name="Google Shape;16622;p87"/>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7"/>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7"/>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7"/>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7"/>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7"/>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7"/>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7"/>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7"/>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7"/>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7"/>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7"/>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7"/>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7"/>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6" name="Google Shape;16636;p87"/>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6637" name="Google Shape;16637;p87"/>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41" name="Shape 16641"/>
        <p:cNvGrpSpPr/>
        <p:nvPr/>
      </p:nvGrpSpPr>
      <p:grpSpPr>
        <a:xfrm>
          <a:off x="0" y="0"/>
          <a:ext cx="0" cy="0"/>
          <a:chOff x="0" y="0"/>
          <a:chExt cx="0" cy="0"/>
        </a:xfrm>
      </p:grpSpPr>
      <p:grpSp>
        <p:nvGrpSpPr>
          <p:cNvPr id="16642" name="Google Shape;16642;p88"/>
          <p:cNvGrpSpPr/>
          <p:nvPr/>
        </p:nvGrpSpPr>
        <p:grpSpPr>
          <a:xfrm>
            <a:off x="4682526" y="1512217"/>
            <a:ext cx="369948" cy="370132"/>
            <a:chOff x="4682526" y="1512217"/>
            <a:chExt cx="369948" cy="370132"/>
          </a:xfrm>
        </p:grpSpPr>
        <p:sp>
          <p:nvSpPr>
            <p:cNvPr id="16643" name="Google Shape;16643;p88"/>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8"/>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8"/>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8"/>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8"/>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8"/>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8"/>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8"/>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8"/>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8"/>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8"/>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8"/>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8"/>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8"/>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8"/>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88"/>
          <p:cNvGrpSpPr/>
          <p:nvPr/>
        </p:nvGrpSpPr>
        <p:grpSpPr>
          <a:xfrm>
            <a:off x="3592433" y="1980212"/>
            <a:ext cx="381542" cy="370079"/>
            <a:chOff x="3592433" y="1980212"/>
            <a:chExt cx="381542" cy="370079"/>
          </a:xfrm>
        </p:grpSpPr>
        <p:sp>
          <p:nvSpPr>
            <p:cNvPr id="16659" name="Google Shape;16659;p88"/>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8"/>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8"/>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8"/>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8"/>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8"/>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8"/>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8"/>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8"/>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8"/>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8"/>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8"/>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88"/>
          <p:cNvGrpSpPr/>
          <p:nvPr/>
        </p:nvGrpSpPr>
        <p:grpSpPr>
          <a:xfrm>
            <a:off x="1398582" y="2973490"/>
            <a:ext cx="371391" cy="235126"/>
            <a:chOff x="1398582" y="2973490"/>
            <a:chExt cx="371391" cy="235126"/>
          </a:xfrm>
        </p:grpSpPr>
        <p:sp>
          <p:nvSpPr>
            <p:cNvPr id="16672" name="Google Shape;16672;p88"/>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8"/>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8"/>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8"/>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8"/>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8"/>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8"/>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8"/>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8"/>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8"/>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8"/>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8"/>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8"/>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8"/>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8"/>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88"/>
          <p:cNvGrpSpPr/>
          <p:nvPr/>
        </p:nvGrpSpPr>
        <p:grpSpPr>
          <a:xfrm>
            <a:off x="850795" y="1512217"/>
            <a:ext cx="370132" cy="370132"/>
            <a:chOff x="850795" y="1512217"/>
            <a:chExt cx="370132" cy="370132"/>
          </a:xfrm>
        </p:grpSpPr>
        <p:sp>
          <p:nvSpPr>
            <p:cNvPr id="16688" name="Google Shape;16688;p88"/>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8"/>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8"/>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8"/>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8"/>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8"/>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8"/>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8"/>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8"/>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8"/>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8"/>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8"/>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8"/>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8"/>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8"/>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8"/>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8"/>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8"/>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6" name="Google Shape;16706;p88"/>
          <p:cNvGrpSpPr/>
          <p:nvPr/>
        </p:nvGrpSpPr>
        <p:grpSpPr>
          <a:xfrm>
            <a:off x="8038497" y="2906079"/>
            <a:ext cx="236568" cy="370105"/>
            <a:chOff x="8038497" y="2906079"/>
            <a:chExt cx="236568" cy="370105"/>
          </a:xfrm>
        </p:grpSpPr>
        <p:sp>
          <p:nvSpPr>
            <p:cNvPr id="16707" name="Google Shape;16707;p88"/>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8"/>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8"/>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8"/>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8"/>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8"/>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8"/>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4" name="Google Shape;16714;p88"/>
          <p:cNvGrpSpPr/>
          <p:nvPr/>
        </p:nvGrpSpPr>
        <p:grpSpPr>
          <a:xfrm>
            <a:off x="6324130" y="1566303"/>
            <a:ext cx="370630" cy="261802"/>
            <a:chOff x="6324130" y="1566303"/>
            <a:chExt cx="370630" cy="261802"/>
          </a:xfrm>
        </p:grpSpPr>
        <p:sp>
          <p:nvSpPr>
            <p:cNvPr id="16715" name="Google Shape;16715;p88"/>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8"/>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8"/>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8"/>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8"/>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8"/>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8"/>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8"/>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8"/>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8"/>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8"/>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8"/>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8"/>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8"/>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8"/>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8"/>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8"/>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2" name="Google Shape;16732;p88"/>
          <p:cNvGrpSpPr/>
          <p:nvPr/>
        </p:nvGrpSpPr>
        <p:grpSpPr>
          <a:xfrm>
            <a:off x="5232280" y="2026587"/>
            <a:ext cx="370840" cy="353213"/>
            <a:chOff x="5232280" y="2026587"/>
            <a:chExt cx="370840" cy="353213"/>
          </a:xfrm>
        </p:grpSpPr>
        <p:sp>
          <p:nvSpPr>
            <p:cNvPr id="16733" name="Google Shape;16733;p88"/>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8"/>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8"/>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8"/>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8"/>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8"/>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8"/>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8"/>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8"/>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8"/>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88"/>
          <p:cNvGrpSpPr/>
          <p:nvPr/>
        </p:nvGrpSpPr>
        <p:grpSpPr>
          <a:xfrm>
            <a:off x="7968961" y="2435329"/>
            <a:ext cx="379548" cy="365331"/>
            <a:chOff x="7968961" y="2435329"/>
            <a:chExt cx="379548" cy="365331"/>
          </a:xfrm>
        </p:grpSpPr>
        <p:sp>
          <p:nvSpPr>
            <p:cNvPr id="16744" name="Google Shape;16744;p88"/>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8"/>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8"/>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8"/>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8"/>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8"/>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88"/>
          <p:cNvGrpSpPr/>
          <p:nvPr/>
        </p:nvGrpSpPr>
        <p:grpSpPr>
          <a:xfrm>
            <a:off x="4136679" y="2115323"/>
            <a:ext cx="373305" cy="223217"/>
            <a:chOff x="4136679" y="2115323"/>
            <a:chExt cx="373305" cy="223217"/>
          </a:xfrm>
        </p:grpSpPr>
        <p:sp>
          <p:nvSpPr>
            <p:cNvPr id="16751" name="Google Shape;16751;p88"/>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8"/>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8"/>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8"/>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8"/>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8"/>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8"/>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8"/>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8"/>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8"/>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88"/>
          <p:cNvGrpSpPr/>
          <p:nvPr/>
        </p:nvGrpSpPr>
        <p:grpSpPr>
          <a:xfrm>
            <a:off x="7423823" y="2464077"/>
            <a:ext cx="372046" cy="307730"/>
            <a:chOff x="7423823" y="2464077"/>
            <a:chExt cx="372046" cy="307730"/>
          </a:xfrm>
        </p:grpSpPr>
        <p:sp>
          <p:nvSpPr>
            <p:cNvPr id="16762" name="Google Shape;16762;p88"/>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8"/>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8"/>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8"/>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8"/>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8"/>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8"/>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8"/>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8"/>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8"/>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8"/>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8"/>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8"/>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5" name="Google Shape;16775;p88"/>
          <p:cNvGrpSpPr/>
          <p:nvPr/>
        </p:nvGrpSpPr>
        <p:grpSpPr>
          <a:xfrm>
            <a:off x="3882511" y="3365156"/>
            <a:ext cx="295061" cy="370263"/>
            <a:chOff x="3882511" y="3365156"/>
            <a:chExt cx="295061" cy="370263"/>
          </a:xfrm>
        </p:grpSpPr>
        <p:sp>
          <p:nvSpPr>
            <p:cNvPr id="16776" name="Google Shape;16776;p88"/>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8"/>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8"/>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8"/>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8"/>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1" name="Google Shape;16781;p88"/>
          <p:cNvGrpSpPr/>
          <p:nvPr/>
        </p:nvGrpSpPr>
        <p:grpSpPr>
          <a:xfrm>
            <a:off x="5229788" y="1512217"/>
            <a:ext cx="370132" cy="370132"/>
            <a:chOff x="5229788" y="1512217"/>
            <a:chExt cx="370132" cy="370132"/>
          </a:xfrm>
        </p:grpSpPr>
        <p:sp>
          <p:nvSpPr>
            <p:cNvPr id="16782" name="Google Shape;16782;p88"/>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8"/>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8"/>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8"/>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8"/>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8"/>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8"/>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8"/>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8"/>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8"/>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8"/>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8"/>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8"/>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8"/>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8"/>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8"/>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8"/>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9" name="Google Shape;16799;p88"/>
          <p:cNvGrpSpPr/>
          <p:nvPr/>
        </p:nvGrpSpPr>
        <p:grpSpPr>
          <a:xfrm>
            <a:off x="6041869" y="3365392"/>
            <a:ext cx="373882" cy="370053"/>
            <a:chOff x="6041869" y="3365392"/>
            <a:chExt cx="373882" cy="370053"/>
          </a:xfrm>
        </p:grpSpPr>
        <p:sp>
          <p:nvSpPr>
            <p:cNvPr id="16800" name="Google Shape;16800;p88"/>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8"/>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8"/>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8"/>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8"/>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8"/>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8"/>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8"/>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8"/>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8"/>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88"/>
          <p:cNvGrpSpPr/>
          <p:nvPr/>
        </p:nvGrpSpPr>
        <p:grpSpPr>
          <a:xfrm>
            <a:off x="4684309" y="2087493"/>
            <a:ext cx="374748" cy="279140"/>
            <a:chOff x="4684309" y="2087493"/>
            <a:chExt cx="374748" cy="279140"/>
          </a:xfrm>
        </p:grpSpPr>
        <p:sp>
          <p:nvSpPr>
            <p:cNvPr id="16811" name="Google Shape;16811;p88"/>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8"/>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8"/>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8"/>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8"/>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8"/>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8"/>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8"/>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8"/>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8"/>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8"/>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8"/>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3" name="Google Shape;16823;p88"/>
          <p:cNvGrpSpPr/>
          <p:nvPr/>
        </p:nvGrpSpPr>
        <p:grpSpPr>
          <a:xfrm>
            <a:off x="7521110" y="2906131"/>
            <a:ext cx="175400" cy="370053"/>
            <a:chOff x="7521110" y="2906131"/>
            <a:chExt cx="175400" cy="370053"/>
          </a:xfrm>
        </p:grpSpPr>
        <p:sp>
          <p:nvSpPr>
            <p:cNvPr id="16824" name="Google Shape;16824;p88"/>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8"/>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8"/>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8"/>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8"/>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8"/>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8"/>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8"/>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8"/>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3" name="Google Shape;16833;p88"/>
          <p:cNvGrpSpPr/>
          <p:nvPr/>
        </p:nvGrpSpPr>
        <p:grpSpPr>
          <a:xfrm>
            <a:off x="3586925" y="1523286"/>
            <a:ext cx="371023" cy="347915"/>
            <a:chOff x="3586925" y="1523286"/>
            <a:chExt cx="371023" cy="347915"/>
          </a:xfrm>
        </p:grpSpPr>
        <p:sp>
          <p:nvSpPr>
            <p:cNvPr id="16834" name="Google Shape;16834;p88"/>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8"/>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8"/>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8"/>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8"/>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8"/>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8"/>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8"/>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8"/>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8"/>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8"/>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8"/>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8"/>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8"/>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8"/>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8"/>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8"/>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8"/>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8"/>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3" name="Google Shape;16853;p88"/>
          <p:cNvGrpSpPr/>
          <p:nvPr/>
        </p:nvGrpSpPr>
        <p:grpSpPr>
          <a:xfrm>
            <a:off x="6876009" y="2475461"/>
            <a:ext cx="370158" cy="285120"/>
            <a:chOff x="6876009" y="2475461"/>
            <a:chExt cx="370158" cy="285120"/>
          </a:xfrm>
        </p:grpSpPr>
        <p:sp>
          <p:nvSpPr>
            <p:cNvPr id="16854" name="Google Shape;16854;p88"/>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8"/>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8"/>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8"/>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8"/>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8"/>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8"/>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8"/>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8"/>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3" name="Google Shape;16863;p88"/>
          <p:cNvGrpSpPr/>
          <p:nvPr/>
        </p:nvGrpSpPr>
        <p:grpSpPr>
          <a:xfrm>
            <a:off x="6328222" y="2445847"/>
            <a:ext cx="370158" cy="344269"/>
            <a:chOff x="6328222" y="2445847"/>
            <a:chExt cx="370158" cy="344269"/>
          </a:xfrm>
        </p:grpSpPr>
        <p:sp>
          <p:nvSpPr>
            <p:cNvPr id="16864" name="Google Shape;16864;p88"/>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8"/>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8"/>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8"/>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8"/>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8"/>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8"/>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8"/>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2" name="Google Shape;16872;p88"/>
          <p:cNvGrpSpPr/>
          <p:nvPr/>
        </p:nvGrpSpPr>
        <p:grpSpPr>
          <a:xfrm>
            <a:off x="5249540" y="2432942"/>
            <a:ext cx="351639" cy="370184"/>
            <a:chOff x="5249540" y="2432942"/>
            <a:chExt cx="351639" cy="370184"/>
          </a:xfrm>
        </p:grpSpPr>
        <p:sp>
          <p:nvSpPr>
            <p:cNvPr id="16873" name="Google Shape;16873;p88"/>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8"/>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8"/>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8"/>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8"/>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8"/>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8"/>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0" name="Google Shape;16880;p88"/>
          <p:cNvGrpSpPr/>
          <p:nvPr/>
        </p:nvGrpSpPr>
        <p:grpSpPr>
          <a:xfrm>
            <a:off x="4137047" y="2482176"/>
            <a:ext cx="371102" cy="271585"/>
            <a:chOff x="4137047" y="2482176"/>
            <a:chExt cx="371102" cy="271585"/>
          </a:xfrm>
        </p:grpSpPr>
        <p:sp>
          <p:nvSpPr>
            <p:cNvPr id="16881" name="Google Shape;16881;p88"/>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8"/>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8"/>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8"/>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8"/>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8"/>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8"/>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8"/>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8"/>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8"/>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8"/>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88"/>
          <p:cNvGrpSpPr/>
          <p:nvPr/>
        </p:nvGrpSpPr>
        <p:grpSpPr>
          <a:xfrm>
            <a:off x="4686434" y="2432916"/>
            <a:ext cx="367377" cy="370079"/>
            <a:chOff x="4686434" y="2432916"/>
            <a:chExt cx="367377" cy="370079"/>
          </a:xfrm>
        </p:grpSpPr>
        <p:sp>
          <p:nvSpPr>
            <p:cNvPr id="16893" name="Google Shape;16893;p88"/>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8"/>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8"/>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8"/>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8"/>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8"/>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8"/>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8"/>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8"/>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8"/>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8"/>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4" name="Google Shape;16904;p88"/>
          <p:cNvGrpSpPr/>
          <p:nvPr/>
        </p:nvGrpSpPr>
        <p:grpSpPr>
          <a:xfrm>
            <a:off x="6328222" y="2056306"/>
            <a:ext cx="372099" cy="293986"/>
            <a:chOff x="6328222" y="2056306"/>
            <a:chExt cx="372099" cy="293986"/>
          </a:xfrm>
        </p:grpSpPr>
        <p:sp>
          <p:nvSpPr>
            <p:cNvPr id="16905" name="Google Shape;16905;p88"/>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8"/>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8"/>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8"/>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8"/>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8"/>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8"/>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8"/>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8"/>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4" name="Google Shape;16914;p88"/>
          <p:cNvGrpSpPr/>
          <p:nvPr/>
        </p:nvGrpSpPr>
        <p:grpSpPr>
          <a:xfrm>
            <a:off x="5789327" y="2432968"/>
            <a:ext cx="352531" cy="370132"/>
            <a:chOff x="5789327" y="2432968"/>
            <a:chExt cx="352531" cy="370132"/>
          </a:xfrm>
        </p:grpSpPr>
        <p:sp>
          <p:nvSpPr>
            <p:cNvPr id="16915" name="Google Shape;16915;p88"/>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8"/>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8"/>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8"/>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8"/>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8"/>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8"/>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8"/>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8"/>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8"/>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5" name="Google Shape;16925;p88"/>
          <p:cNvGrpSpPr/>
          <p:nvPr/>
        </p:nvGrpSpPr>
        <p:grpSpPr>
          <a:xfrm>
            <a:off x="874612" y="1980134"/>
            <a:ext cx="322314" cy="370158"/>
            <a:chOff x="874612" y="1980134"/>
            <a:chExt cx="322314" cy="370158"/>
          </a:xfrm>
        </p:grpSpPr>
        <p:sp>
          <p:nvSpPr>
            <p:cNvPr id="16926" name="Google Shape;16926;p88"/>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8"/>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8"/>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8"/>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8"/>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8"/>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8"/>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8"/>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8"/>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8"/>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8"/>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8"/>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8"/>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8"/>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8"/>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8"/>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8"/>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3" name="Google Shape;16943;p88"/>
          <p:cNvGrpSpPr/>
          <p:nvPr/>
        </p:nvGrpSpPr>
        <p:grpSpPr>
          <a:xfrm>
            <a:off x="3039662" y="2514780"/>
            <a:ext cx="374223" cy="329764"/>
            <a:chOff x="3039662" y="2514780"/>
            <a:chExt cx="374223" cy="329764"/>
          </a:xfrm>
        </p:grpSpPr>
        <p:sp>
          <p:nvSpPr>
            <p:cNvPr id="16944" name="Google Shape;16944;p88"/>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8"/>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8"/>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8"/>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8"/>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8"/>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8"/>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8"/>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8"/>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8"/>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8"/>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8"/>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8"/>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8"/>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8"/>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8"/>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8"/>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8"/>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2" name="Google Shape;16962;p88"/>
          <p:cNvGrpSpPr/>
          <p:nvPr/>
        </p:nvGrpSpPr>
        <p:grpSpPr>
          <a:xfrm>
            <a:off x="1946369" y="2563122"/>
            <a:ext cx="374066" cy="233395"/>
            <a:chOff x="1946369" y="2563122"/>
            <a:chExt cx="374066" cy="233395"/>
          </a:xfrm>
        </p:grpSpPr>
        <p:sp>
          <p:nvSpPr>
            <p:cNvPr id="16963" name="Google Shape;16963;p88"/>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8"/>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8"/>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8"/>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8"/>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8"/>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8"/>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8"/>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1" name="Google Shape;16971;p88"/>
          <p:cNvGrpSpPr/>
          <p:nvPr/>
        </p:nvGrpSpPr>
        <p:grpSpPr>
          <a:xfrm>
            <a:off x="4135263" y="2906184"/>
            <a:ext cx="374040" cy="370184"/>
            <a:chOff x="4135263" y="2906184"/>
            <a:chExt cx="374040" cy="370184"/>
          </a:xfrm>
        </p:grpSpPr>
        <p:sp>
          <p:nvSpPr>
            <p:cNvPr id="16972" name="Google Shape;16972;p88"/>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8"/>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8"/>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5" name="Google Shape;16975;p88"/>
          <p:cNvGrpSpPr/>
          <p:nvPr/>
        </p:nvGrpSpPr>
        <p:grpSpPr>
          <a:xfrm>
            <a:off x="4683601" y="2906184"/>
            <a:ext cx="372676" cy="370184"/>
            <a:chOff x="4683601" y="2906184"/>
            <a:chExt cx="372676" cy="370184"/>
          </a:xfrm>
        </p:grpSpPr>
        <p:sp>
          <p:nvSpPr>
            <p:cNvPr id="16976" name="Google Shape;16976;p88"/>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8"/>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8"/>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8"/>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8"/>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8"/>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2" name="Google Shape;16982;p88"/>
          <p:cNvGrpSpPr/>
          <p:nvPr/>
        </p:nvGrpSpPr>
        <p:grpSpPr>
          <a:xfrm>
            <a:off x="870808" y="2906053"/>
            <a:ext cx="329134" cy="370132"/>
            <a:chOff x="870808" y="2906053"/>
            <a:chExt cx="329134" cy="370132"/>
          </a:xfrm>
        </p:grpSpPr>
        <p:sp>
          <p:nvSpPr>
            <p:cNvPr id="16983" name="Google Shape;16983;p88"/>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8"/>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8"/>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8"/>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8"/>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8"/>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8"/>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8"/>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8"/>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8"/>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8"/>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8"/>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8"/>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8"/>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8"/>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8"/>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8"/>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8"/>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8"/>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2" name="Google Shape;17002;p88"/>
          <p:cNvGrpSpPr/>
          <p:nvPr/>
        </p:nvGrpSpPr>
        <p:grpSpPr>
          <a:xfrm>
            <a:off x="1943878" y="2909069"/>
            <a:ext cx="374774" cy="364282"/>
            <a:chOff x="1943878" y="2909069"/>
            <a:chExt cx="374774" cy="364282"/>
          </a:xfrm>
        </p:grpSpPr>
        <p:sp>
          <p:nvSpPr>
            <p:cNvPr id="17003" name="Google Shape;17003;p88"/>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8"/>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8"/>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8"/>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8"/>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8"/>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8"/>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8"/>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8"/>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8"/>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8"/>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8"/>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8"/>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8"/>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8"/>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8"/>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8"/>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8"/>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8"/>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8"/>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8"/>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4" name="Google Shape;17024;p88"/>
          <p:cNvGrpSpPr/>
          <p:nvPr/>
        </p:nvGrpSpPr>
        <p:grpSpPr>
          <a:xfrm>
            <a:off x="1128072" y="3365261"/>
            <a:ext cx="328872" cy="370158"/>
            <a:chOff x="1128072" y="3365261"/>
            <a:chExt cx="328872" cy="370158"/>
          </a:xfrm>
        </p:grpSpPr>
        <p:sp>
          <p:nvSpPr>
            <p:cNvPr id="17025" name="Google Shape;17025;p88"/>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8"/>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8"/>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8"/>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8"/>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8"/>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8"/>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8"/>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8"/>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8"/>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8"/>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8"/>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8"/>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8"/>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8"/>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8"/>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8"/>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8"/>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8"/>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8"/>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8"/>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8"/>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8"/>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8"/>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8"/>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8"/>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8"/>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8"/>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8"/>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8"/>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8"/>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8"/>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8"/>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8"/>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8"/>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8"/>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8"/>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8"/>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8"/>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8"/>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8"/>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8"/>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8"/>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8"/>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88"/>
          <p:cNvGrpSpPr/>
          <p:nvPr/>
        </p:nvGrpSpPr>
        <p:grpSpPr>
          <a:xfrm>
            <a:off x="5776868" y="1515181"/>
            <a:ext cx="370866" cy="364151"/>
            <a:chOff x="5776868" y="1515181"/>
            <a:chExt cx="370866" cy="364151"/>
          </a:xfrm>
        </p:grpSpPr>
        <p:sp>
          <p:nvSpPr>
            <p:cNvPr id="17070" name="Google Shape;17070;p88"/>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8"/>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8"/>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8"/>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8"/>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8"/>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8"/>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8"/>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8"/>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8"/>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8"/>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8"/>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8"/>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8"/>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8"/>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8"/>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8"/>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88"/>
          <p:cNvGrpSpPr/>
          <p:nvPr/>
        </p:nvGrpSpPr>
        <p:grpSpPr>
          <a:xfrm>
            <a:off x="3577849" y="2432942"/>
            <a:ext cx="393660" cy="370079"/>
            <a:chOff x="3577849" y="2432942"/>
            <a:chExt cx="393660" cy="370079"/>
          </a:xfrm>
        </p:grpSpPr>
        <p:sp>
          <p:nvSpPr>
            <p:cNvPr id="17088" name="Google Shape;17088;p88"/>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8"/>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8"/>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8"/>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8"/>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8"/>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8"/>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8"/>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8"/>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8"/>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8" name="Google Shape;17098;p88"/>
          <p:cNvGrpSpPr/>
          <p:nvPr/>
        </p:nvGrpSpPr>
        <p:grpSpPr>
          <a:xfrm>
            <a:off x="2493999" y="2927037"/>
            <a:ext cx="370132" cy="328164"/>
            <a:chOff x="2493999" y="2927037"/>
            <a:chExt cx="370132" cy="328164"/>
          </a:xfrm>
        </p:grpSpPr>
        <p:sp>
          <p:nvSpPr>
            <p:cNvPr id="17099" name="Google Shape;17099;p88"/>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8"/>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8"/>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8"/>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8"/>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8"/>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8"/>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8"/>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8"/>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8"/>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8"/>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8"/>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1" name="Google Shape;17111;p88"/>
          <p:cNvGrpSpPr/>
          <p:nvPr/>
        </p:nvGrpSpPr>
        <p:grpSpPr>
          <a:xfrm>
            <a:off x="3589417" y="2950696"/>
            <a:ext cx="370315" cy="281028"/>
            <a:chOff x="3589417" y="2950696"/>
            <a:chExt cx="370315" cy="281028"/>
          </a:xfrm>
        </p:grpSpPr>
        <p:sp>
          <p:nvSpPr>
            <p:cNvPr id="17112" name="Google Shape;17112;p88"/>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8"/>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8"/>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8"/>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8"/>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8"/>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8"/>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8"/>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8"/>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8"/>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8"/>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8"/>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8"/>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8"/>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8"/>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8"/>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8"/>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8"/>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8"/>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8"/>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2" name="Google Shape;17132;p88"/>
          <p:cNvGrpSpPr/>
          <p:nvPr/>
        </p:nvGrpSpPr>
        <p:grpSpPr>
          <a:xfrm>
            <a:off x="3032711" y="2911718"/>
            <a:ext cx="396125" cy="359062"/>
            <a:chOff x="3032711" y="2911718"/>
            <a:chExt cx="396125" cy="359062"/>
          </a:xfrm>
        </p:grpSpPr>
        <p:sp>
          <p:nvSpPr>
            <p:cNvPr id="17133" name="Google Shape;17133;p88"/>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8"/>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8"/>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8"/>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8"/>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8"/>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8"/>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8"/>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8"/>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8"/>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8"/>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8"/>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5" name="Google Shape;17145;p88"/>
          <p:cNvGrpSpPr/>
          <p:nvPr/>
        </p:nvGrpSpPr>
        <p:grpSpPr>
          <a:xfrm>
            <a:off x="7417764" y="1513397"/>
            <a:ext cx="373174" cy="367692"/>
            <a:chOff x="7417764" y="1513397"/>
            <a:chExt cx="373174" cy="367692"/>
          </a:xfrm>
        </p:grpSpPr>
        <p:sp>
          <p:nvSpPr>
            <p:cNvPr id="17146" name="Google Shape;17146;p88"/>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8"/>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8"/>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8"/>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8"/>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8"/>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8"/>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8"/>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8"/>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8"/>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8"/>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8"/>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8"/>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8"/>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8"/>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8"/>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8"/>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8"/>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8"/>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5" name="Google Shape;17165;p88"/>
          <p:cNvGrpSpPr/>
          <p:nvPr/>
        </p:nvGrpSpPr>
        <p:grpSpPr>
          <a:xfrm>
            <a:off x="6871944" y="1514368"/>
            <a:ext cx="370132" cy="365672"/>
            <a:chOff x="6871944" y="1514368"/>
            <a:chExt cx="370132" cy="365672"/>
          </a:xfrm>
        </p:grpSpPr>
        <p:sp>
          <p:nvSpPr>
            <p:cNvPr id="17166" name="Google Shape;17166;p88"/>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8"/>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8"/>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8"/>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8"/>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8"/>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8"/>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8"/>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8"/>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8"/>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8"/>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8"/>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8"/>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8"/>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8"/>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8"/>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8"/>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8"/>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4" name="Google Shape;17184;p88"/>
          <p:cNvGrpSpPr/>
          <p:nvPr/>
        </p:nvGrpSpPr>
        <p:grpSpPr>
          <a:xfrm>
            <a:off x="6561931" y="3365261"/>
            <a:ext cx="400375" cy="370184"/>
            <a:chOff x="6561931" y="3365261"/>
            <a:chExt cx="400375" cy="370184"/>
          </a:xfrm>
        </p:grpSpPr>
        <p:sp>
          <p:nvSpPr>
            <p:cNvPr id="17185" name="Google Shape;17185;p88"/>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8"/>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8"/>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8"/>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8"/>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8"/>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8"/>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8"/>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8"/>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8"/>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8"/>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8"/>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7" name="Google Shape;17197;p88"/>
          <p:cNvGrpSpPr/>
          <p:nvPr/>
        </p:nvGrpSpPr>
        <p:grpSpPr>
          <a:xfrm>
            <a:off x="1942120" y="1985852"/>
            <a:ext cx="378315" cy="358695"/>
            <a:chOff x="1942120" y="1985852"/>
            <a:chExt cx="378315" cy="358695"/>
          </a:xfrm>
        </p:grpSpPr>
        <p:sp>
          <p:nvSpPr>
            <p:cNvPr id="17198" name="Google Shape;17198;p88"/>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8"/>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8"/>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8"/>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8"/>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8"/>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8"/>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8"/>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8"/>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8"/>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8"/>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8"/>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8"/>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8"/>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8"/>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8"/>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8"/>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8"/>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8"/>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8"/>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88"/>
          <p:cNvGrpSpPr/>
          <p:nvPr/>
        </p:nvGrpSpPr>
        <p:grpSpPr>
          <a:xfrm>
            <a:off x="1401415" y="2429218"/>
            <a:ext cx="364282" cy="374197"/>
            <a:chOff x="1401415" y="2429218"/>
            <a:chExt cx="364282" cy="374197"/>
          </a:xfrm>
        </p:grpSpPr>
        <p:sp>
          <p:nvSpPr>
            <p:cNvPr id="17219" name="Google Shape;17219;p88"/>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8"/>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8"/>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8"/>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8"/>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8"/>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8"/>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8"/>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8"/>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8"/>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8"/>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8"/>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8"/>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8"/>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8"/>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88"/>
          <p:cNvGrpSpPr/>
          <p:nvPr/>
        </p:nvGrpSpPr>
        <p:grpSpPr>
          <a:xfrm>
            <a:off x="7110427" y="3365261"/>
            <a:ext cx="400401" cy="370184"/>
            <a:chOff x="7110427" y="3365261"/>
            <a:chExt cx="400401" cy="370184"/>
          </a:xfrm>
        </p:grpSpPr>
        <p:sp>
          <p:nvSpPr>
            <p:cNvPr id="17235" name="Google Shape;17235;p88"/>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8"/>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8"/>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8"/>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8"/>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8"/>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8"/>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2" name="Google Shape;17242;p88"/>
          <p:cNvGrpSpPr/>
          <p:nvPr/>
        </p:nvGrpSpPr>
        <p:grpSpPr>
          <a:xfrm>
            <a:off x="7658949" y="3363137"/>
            <a:ext cx="400375" cy="370132"/>
            <a:chOff x="7658949" y="3363137"/>
            <a:chExt cx="400375" cy="370132"/>
          </a:xfrm>
        </p:grpSpPr>
        <p:sp>
          <p:nvSpPr>
            <p:cNvPr id="17243" name="Google Shape;17243;p88"/>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8"/>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8"/>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8"/>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8"/>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8" name="Google Shape;17248;p88"/>
          <p:cNvGrpSpPr/>
          <p:nvPr/>
        </p:nvGrpSpPr>
        <p:grpSpPr>
          <a:xfrm>
            <a:off x="3304481" y="3379389"/>
            <a:ext cx="356623" cy="370105"/>
            <a:chOff x="3307156" y="3365314"/>
            <a:chExt cx="356623" cy="370105"/>
          </a:xfrm>
        </p:grpSpPr>
        <p:sp>
          <p:nvSpPr>
            <p:cNvPr id="17249" name="Google Shape;17249;p88"/>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8"/>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8"/>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8"/>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8"/>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8"/>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8"/>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8"/>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8"/>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8"/>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8"/>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8"/>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8"/>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8"/>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8"/>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4" name="Google Shape;17264;p88"/>
          <p:cNvGrpSpPr/>
          <p:nvPr/>
        </p:nvGrpSpPr>
        <p:grpSpPr>
          <a:xfrm>
            <a:off x="7422407" y="1980107"/>
            <a:ext cx="372807" cy="370079"/>
            <a:chOff x="7422407" y="1980107"/>
            <a:chExt cx="372807" cy="370079"/>
          </a:xfrm>
        </p:grpSpPr>
        <p:sp>
          <p:nvSpPr>
            <p:cNvPr id="17265" name="Google Shape;17265;p88"/>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8"/>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8"/>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8"/>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8"/>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8"/>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8"/>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8"/>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8"/>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8"/>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8"/>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8"/>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8"/>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88"/>
          <p:cNvGrpSpPr/>
          <p:nvPr/>
        </p:nvGrpSpPr>
        <p:grpSpPr>
          <a:xfrm>
            <a:off x="6916141" y="2906184"/>
            <a:ext cx="289737" cy="370394"/>
            <a:chOff x="6916141" y="2906184"/>
            <a:chExt cx="289737" cy="370394"/>
          </a:xfrm>
        </p:grpSpPr>
        <p:sp>
          <p:nvSpPr>
            <p:cNvPr id="17279" name="Google Shape;17279;p88"/>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8"/>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8"/>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8"/>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8"/>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8"/>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8"/>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8"/>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8"/>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8"/>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8"/>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8"/>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8"/>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8"/>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8"/>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8"/>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8"/>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8"/>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8"/>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8"/>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8"/>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0" name="Google Shape;17300;p88"/>
          <p:cNvGrpSpPr/>
          <p:nvPr/>
        </p:nvGrpSpPr>
        <p:grpSpPr>
          <a:xfrm>
            <a:off x="7970194" y="2013577"/>
            <a:ext cx="372676" cy="331731"/>
            <a:chOff x="7970194" y="2013577"/>
            <a:chExt cx="372676" cy="331731"/>
          </a:xfrm>
        </p:grpSpPr>
        <p:sp>
          <p:nvSpPr>
            <p:cNvPr id="17301" name="Google Shape;17301;p88"/>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8"/>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8"/>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8"/>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8"/>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8"/>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8"/>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8"/>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8"/>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8"/>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1" name="Google Shape;17311;p88"/>
          <p:cNvGrpSpPr/>
          <p:nvPr/>
        </p:nvGrpSpPr>
        <p:grpSpPr>
          <a:xfrm>
            <a:off x="1416733" y="1512190"/>
            <a:ext cx="332964" cy="370158"/>
            <a:chOff x="1416733" y="1512190"/>
            <a:chExt cx="332964" cy="370158"/>
          </a:xfrm>
        </p:grpSpPr>
        <p:sp>
          <p:nvSpPr>
            <p:cNvPr id="17312" name="Google Shape;17312;p88"/>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8"/>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8"/>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8"/>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8"/>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8"/>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8"/>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8"/>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8"/>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8"/>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8"/>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8"/>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8"/>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8"/>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8"/>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8"/>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8"/>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8"/>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8"/>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1" name="Google Shape;17331;p88"/>
          <p:cNvGrpSpPr/>
          <p:nvPr/>
        </p:nvGrpSpPr>
        <p:grpSpPr>
          <a:xfrm>
            <a:off x="5246366" y="2906105"/>
            <a:ext cx="342852" cy="370079"/>
            <a:chOff x="5246366" y="2906105"/>
            <a:chExt cx="342852" cy="370079"/>
          </a:xfrm>
        </p:grpSpPr>
        <p:sp>
          <p:nvSpPr>
            <p:cNvPr id="17332" name="Google Shape;17332;p88"/>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8"/>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8"/>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8"/>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8"/>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8"/>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8" name="Google Shape;17338;p88"/>
          <p:cNvGrpSpPr/>
          <p:nvPr/>
        </p:nvGrpSpPr>
        <p:grpSpPr>
          <a:xfrm>
            <a:off x="849667" y="2434883"/>
            <a:ext cx="371259" cy="366249"/>
            <a:chOff x="849667" y="2434883"/>
            <a:chExt cx="371259" cy="366249"/>
          </a:xfrm>
        </p:grpSpPr>
        <p:sp>
          <p:nvSpPr>
            <p:cNvPr id="17339" name="Google Shape;17339;p88"/>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8"/>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8"/>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8"/>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8"/>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8"/>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8"/>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8"/>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8"/>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8"/>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8"/>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8"/>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8"/>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2" name="Google Shape;17352;p88"/>
          <p:cNvGrpSpPr/>
          <p:nvPr/>
        </p:nvGrpSpPr>
        <p:grpSpPr>
          <a:xfrm>
            <a:off x="4417026" y="3365366"/>
            <a:ext cx="332728" cy="370053"/>
            <a:chOff x="4417026" y="3365366"/>
            <a:chExt cx="332728" cy="370053"/>
          </a:xfrm>
        </p:grpSpPr>
        <p:sp>
          <p:nvSpPr>
            <p:cNvPr id="17353" name="Google Shape;17353;p88"/>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8"/>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8"/>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8"/>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8"/>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8"/>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8"/>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8"/>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8"/>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8"/>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8"/>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8"/>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8"/>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8"/>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8"/>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8"/>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8"/>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8"/>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1" name="Google Shape;17371;p88"/>
          <p:cNvGrpSpPr/>
          <p:nvPr/>
        </p:nvGrpSpPr>
        <p:grpSpPr>
          <a:xfrm>
            <a:off x="2497068" y="1980186"/>
            <a:ext cx="363994" cy="370105"/>
            <a:chOff x="2497068" y="1980186"/>
            <a:chExt cx="363994" cy="370105"/>
          </a:xfrm>
        </p:grpSpPr>
        <p:sp>
          <p:nvSpPr>
            <p:cNvPr id="17372" name="Google Shape;17372;p88"/>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8"/>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8"/>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8"/>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8"/>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8"/>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8"/>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8"/>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8"/>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8"/>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8"/>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8"/>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8"/>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8"/>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8"/>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8"/>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8"/>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8"/>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8"/>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8"/>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8"/>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88"/>
          <p:cNvGrpSpPr/>
          <p:nvPr/>
        </p:nvGrpSpPr>
        <p:grpSpPr>
          <a:xfrm>
            <a:off x="5820278" y="2906158"/>
            <a:ext cx="294904" cy="370027"/>
            <a:chOff x="5820278" y="2906158"/>
            <a:chExt cx="294904" cy="370027"/>
          </a:xfrm>
        </p:grpSpPr>
        <p:sp>
          <p:nvSpPr>
            <p:cNvPr id="17394" name="Google Shape;17394;p88"/>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8"/>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8"/>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8"/>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8"/>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8"/>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8"/>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88"/>
          <p:cNvGrpSpPr/>
          <p:nvPr/>
        </p:nvGrpSpPr>
        <p:grpSpPr>
          <a:xfrm>
            <a:off x="4946819" y="3383229"/>
            <a:ext cx="370132" cy="334223"/>
            <a:chOff x="4946819" y="3383229"/>
            <a:chExt cx="370132" cy="334223"/>
          </a:xfrm>
        </p:grpSpPr>
        <p:sp>
          <p:nvSpPr>
            <p:cNvPr id="17402" name="Google Shape;17402;p88"/>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8"/>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8"/>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8"/>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8"/>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8"/>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8"/>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8"/>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8"/>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1" name="Google Shape;17411;p88"/>
          <p:cNvGrpSpPr/>
          <p:nvPr/>
        </p:nvGrpSpPr>
        <p:grpSpPr>
          <a:xfrm>
            <a:off x="3038403" y="1539234"/>
            <a:ext cx="375482" cy="316072"/>
            <a:chOff x="3038403" y="1539234"/>
            <a:chExt cx="375482" cy="316072"/>
          </a:xfrm>
        </p:grpSpPr>
        <p:sp>
          <p:nvSpPr>
            <p:cNvPr id="17412" name="Google Shape;17412;p8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13" name="Google Shape;17413;p88"/>
            <p:cNvGrpSpPr/>
            <p:nvPr/>
          </p:nvGrpSpPr>
          <p:grpSpPr>
            <a:xfrm>
              <a:off x="3038403" y="1539234"/>
              <a:ext cx="375482" cy="316072"/>
              <a:chOff x="3038403" y="1539234"/>
              <a:chExt cx="375482" cy="316072"/>
            </a:xfrm>
          </p:grpSpPr>
          <p:sp>
            <p:nvSpPr>
              <p:cNvPr id="17414" name="Google Shape;17414;p88"/>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8"/>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8"/>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8"/>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8"/>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8"/>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8"/>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8"/>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8"/>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23" name="Google Shape;17423;p88"/>
          <p:cNvGrpSpPr/>
          <p:nvPr/>
        </p:nvGrpSpPr>
        <p:grpSpPr>
          <a:xfrm>
            <a:off x="6332865" y="2906131"/>
            <a:ext cx="360846" cy="370184"/>
            <a:chOff x="6332865" y="2906131"/>
            <a:chExt cx="360846" cy="370184"/>
          </a:xfrm>
        </p:grpSpPr>
        <p:sp>
          <p:nvSpPr>
            <p:cNvPr id="17424" name="Google Shape;17424;p88"/>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8"/>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8"/>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8"/>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8"/>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8"/>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8"/>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8"/>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8"/>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8"/>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8"/>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5" name="Google Shape;17435;p88"/>
          <p:cNvGrpSpPr/>
          <p:nvPr/>
        </p:nvGrpSpPr>
        <p:grpSpPr>
          <a:xfrm>
            <a:off x="4135079" y="1518066"/>
            <a:ext cx="370132" cy="358223"/>
            <a:chOff x="4135079" y="1518066"/>
            <a:chExt cx="370132" cy="358223"/>
          </a:xfrm>
        </p:grpSpPr>
        <p:sp>
          <p:nvSpPr>
            <p:cNvPr id="17436" name="Google Shape;17436;p88"/>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8"/>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8"/>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8"/>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8"/>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8"/>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8"/>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8"/>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8"/>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8"/>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8"/>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8"/>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8"/>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8"/>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8"/>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8"/>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8"/>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8"/>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8"/>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5" name="Google Shape;17455;p88"/>
          <p:cNvGrpSpPr/>
          <p:nvPr/>
        </p:nvGrpSpPr>
        <p:grpSpPr>
          <a:xfrm>
            <a:off x="6878869" y="1980134"/>
            <a:ext cx="361240" cy="370158"/>
            <a:chOff x="6878869" y="1980134"/>
            <a:chExt cx="361240" cy="370158"/>
          </a:xfrm>
        </p:grpSpPr>
        <p:sp>
          <p:nvSpPr>
            <p:cNvPr id="17456" name="Google Shape;17456;p88"/>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8"/>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8"/>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8"/>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8"/>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8"/>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8"/>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8"/>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8"/>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8"/>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8"/>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8"/>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8"/>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9" name="Google Shape;17469;p88"/>
          <p:cNvGrpSpPr/>
          <p:nvPr/>
        </p:nvGrpSpPr>
        <p:grpSpPr>
          <a:xfrm>
            <a:off x="2493999" y="2550033"/>
            <a:ext cx="370132" cy="259467"/>
            <a:chOff x="2493999" y="2550033"/>
            <a:chExt cx="370132" cy="259467"/>
          </a:xfrm>
        </p:grpSpPr>
        <p:sp>
          <p:nvSpPr>
            <p:cNvPr id="17470" name="Google Shape;17470;p88"/>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8"/>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8"/>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8"/>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8"/>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8"/>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8"/>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8"/>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8"/>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8"/>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8"/>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8"/>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8"/>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8"/>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8"/>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8"/>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8"/>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8"/>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8"/>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9" name="Google Shape;17489;p88"/>
          <p:cNvGrpSpPr/>
          <p:nvPr/>
        </p:nvGrpSpPr>
        <p:grpSpPr>
          <a:xfrm>
            <a:off x="1699703" y="3365261"/>
            <a:ext cx="281054" cy="370158"/>
            <a:chOff x="1699703" y="3365261"/>
            <a:chExt cx="281054" cy="370158"/>
          </a:xfrm>
        </p:grpSpPr>
        <p:sp>
          <p:nvSpPr>
            <p:cNvPr id="17490" name="Google Shape;17490;p88"/>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8"/>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8"/>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8"/>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8"/>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8"/>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8"/>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8"/>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8"/>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8"/>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8"/>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8"/>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8"/>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3" name="Google Shape;17503;p88"/>
          <p:cNvGrpSpPr/>
          <p:nvPr/>
        </p:nvGrpSpPr>
        <p:grpSpPr>
          <a:xfrm>
            <a:off x="7966810" y="1519430"/>
            <a:ext cx="369974" cy="355626"/>
            <a:chOff x="7966810" y="1519430"/>
            <a:chExt cx="369974" cy="355626"/>
          </a:xfrm>
        </p:grpSpPr>
        <p:sp>
          <p:nvSpPr>
            <p:cNvPr id="17504" name="Google Shape;17504;p88"/>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8"/>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8"/>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8"/>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8"/>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8"/>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8"/>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8"/>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8"/>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8"/>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8"/>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8"/>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8"/>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8"/>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8"/>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8"/>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0" name="Google Shape;17520;p88"/>
          <p:cNvGrpSpPr/>
          <p:nvPr/>
        </p:nvGrpSpPr>
        <p:grpSpPr>
          <a:xfrm>
            <a:off x="2792628" y="3365340"/>
            <a:ext cx="290445" cy="370079"/>
            <a:chOff x="2792628" y="3365340"/>
            <a:chExt cx="290445" cy="370079"/>
          </a:xfrm>
        </p:grpSpPr>
        <p:sp>
          <p:nvSpPr>
            <p:cNvPr id="17521" name="Google Shape;17521;p88"/>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8"/>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8"/>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8"/>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8"/>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8"/>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8"/>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8"/>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8"/>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8"/>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8"/>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8"/>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8"/>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8"/>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88"/>
          <p:cNvGrpSpPr/>
          <p:nvPr/>
        </p:nvGrpSpPr>
        <p:grpSpPr>
          <a:xfrm>
            <a:off x="1389585" y="1988317"/>
            <a:ext cx="388125" cy="353790"/>
            <a:chOff x="1389585" y="1988317"/>
            <a:chExt cx="388125" cy="353790"/>
          </a:xfrm>
        </p:grpSpPr>
        <p:sp>
          <p:nvSpPr>
            <p:cNvPr id="17536" name="Google Shape;17536;p88"/>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8"/>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8"/>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8"/>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8"/>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8"/>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8"/>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8"/>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8"/>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8"/>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8"/>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8"/>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8"/>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8"/>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8"/>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8"/>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8"/>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8"/>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8"/>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8"/>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8"/>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8"/>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8" name="Google Shape;17558;p88"/>
          <p:cNvGrpSpPr/>
          <p:nvPr/>
        </p:nvGrpSpPr>
        <p:grpSpPr>
          <a:xfrm>
            <a:off x="2492924" y="1512190"/>
            <a:ext cx="370158" cy="370158"/>
            <a:chOff x="2492924" y="1512190"/>
            <a:chExt cx="370158" cy="370158"/>
          </a:xfrm>
        </p:grpSpPr>
        <p:sp>
          <p:nvSpPr>
            <p:cNvPr id="17559" name="Google Shape;17559;p88"/>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8"/>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8"/>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8"/>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8"/>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8"/>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8"/>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8"/>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8"/>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8"/>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8"/>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8"/>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8"/>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8"/>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8"/>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8"/>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8"/>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8"/>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8"/>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8"/>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8"/>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8"/>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1" name="Google Shape;17581;p88"/>
          <p:cNvGrpSpPr/>
          <p:nvPr/>
        </p:nvGrpSpPr>
        <p:grpSpPr>
          <a:xfrm>
            <a:off x="1933569" y="1512243"/>
            <a:ext cx="393975" cy="370105"/>
            <a:chOff x="1933569" y="1512243"/>
            <a:chExt cx="393975" cy="370105"/>
          </a:xfrm>
        </p:grpSpPr>
        <p:sp>
          <p:nvSpPr>
            <p:cNvPr id="17582" name="Google Shape;17582;p88"/>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8"/>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8"/>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8"/>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8"/>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8"/>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8"/>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8"/>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8"/>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8"/>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8"/>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8"/>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8"/>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8"/>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8"/>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8"/>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8"/>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8"/>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8"/>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8"/>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8"/>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8"/>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8"/>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8"/>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8"/>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8"/>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8"/>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8"/>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0" name="Google Shape;17610;p88"/>
          <p:cNvGrpSpPr/>
          <p:nvPr/>
        </p:nvGrpSpPr>
        <p:grpSpPr>
          <a:xfrm>
            <a:off x="2236106" y="3365392"/>
            <a:ext cx="306471" cy="370000"/>
            <a:chOff x="2236106" y="3365392"/>
            <a:chExt cx="306471" cy="370000"/>
          </a:xfrm>
        </p:grpSpPr>
        <p:sp>
          <p:nvSpPr>
            <p:cNvPr id="17611" name="Google Shape;17611;p88"/>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8"/>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8"/>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8"/>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8"/>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8"/>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8"/>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8"/>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8"/>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8"/>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8"/>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8"/>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8"/>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8"/>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5" name="Google Shape;17625;p88"/>
          <p:cNvGrpSpPr/>
          <p:nvPr/>
        </p:nvGrpSpPr>
        <p:grpSpPr>
          <a:xfrm>
            <a:off x="5492823" y="3385563"/>
            <a:ext cx="375325" cy="329606"/>
            <a:chOff x="5492823" y="3385563"/>
            <a:chExt cx="375325" cy="329606"/>
          </a:xfrm>
        </p:grpSpPr>
        <p:sp>
          <p:nvSpPr>
            <p:cNvPr id="17626" name="Google Shape;17626;p88"/>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8"/>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8"/>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8"/>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8"/>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8"/>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8"/>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8"/>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8"/>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8"/>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8"/>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8"/>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8"/>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8"/>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8"/>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8"/>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8"/>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8"/>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8"/>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8"/>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6" name="Google Shape;17646;p88"/>
          <p:cNvGrpSpPr/>
          <p:nvPr/>
        </p:nvGrpSpPr>
        <p:grpSpPr>
          <a:xfrm>
            <a:off x="3041787" y="2001118"/>
            <a:ext cx="370158" cy="328164"/>
            <a:chOff x="3041787" y="2001118"/>
            <a:chExt cx="370158" cy="328164"/>
          </a:xfrm>
        </p:grpSpPr>
        <p:sp>
          <p:nvSpPr>
            <p:cNvPr id="17647" name="Google Shape;17647;p88"/>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8"/>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8"/>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8"/>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8"/>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8"/>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8"/>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8"/>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8"/>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8"/>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8"/>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8"/>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8"/>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8"/>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8"/>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8"/>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8"/>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8"/>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5" name="Google Shape;17665;p88"/>
          <p:cNvGrpSpPr/>
          <p:nvPr/>
        </p:nvGrpSpPr>
        <p:grpSpPr>
          <a:xfrm>
            <a:off x="5779884" y="2039125"/>
            <a:ext cx="372309" cy="328216"/>
            <a:chOff x="5779884" y="2039125"/>
            <a:chExt cx="372309" cy="328216"/>
          </a:xfrm>
        </p:grpSpPr>
        <p:sp>
          <p:nvSpPr>
            <p:cNvPr id="17666" name="Google Shape;17666;p8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8"/>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8"/>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8"/>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8"/>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8"/>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8"/>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8"/>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8"/>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8"/>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9" name="Google Shape;17679;p88"/>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83" name="Shape 17683"/>
        <p:cNvGrpSpPr/>
        <p:nvPr/>
      </p:nvGrpSpPr>
      <p:grpSpPr>
        <a:xfrm>
          <a:off x="0" y="0"/>
          <a:ext cx="0" cy="0"/>
          <a:chOff x="0" y="0"/>
          <a:chExt cx="0" cy="0"/>
        </a:xfrm>
      </p:grpSpPr>
      <p:grpSp>
        <p:nvGrpSpPr>
          <p:cNvPr id="17684" name="Google Shape;17684;p89"/>
          <p:cNvGrpSpPr/>
          <p:nvPr/>
        </p:nvGrpSpPr>
        <p:grpSpPr>
          <a:xfrm>
            <a:off x="878066" y="1981993"/>
            <a:ext cx="354610" cy="372358"/>
            <a:chOff x="878066" y="1981993"/>
            <a:chExt cx="354610" cy="372358"/>
          </a:xfrm>
        </p:grpSpPr>
        <p:sp>
          <p:nvSpPr>
            <p:cNvPr id="17685" name="Google Shape;17685;p89"/>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9"/>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9"/>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9"/>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9"/>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9"/>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9"/>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9"/>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9"/>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9"/>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9"/>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9"/>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9"/>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9"/>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9" name="Google Shape;17699;p89"/>
          <p:cNvGrpSpPr/>
          <p:nvPr/>
        </p:nvGrpSpPr>
        <p:grpSpPr>
          <a:xfrm>
            <a:off x="1345794" y="1982386"/>
            <a:ext cx="371650" cy="371624"/>
            <a:chOff x="1345794" y="1982386"/>
            <a:chExt cx="371650" cy="371624"/>
          </a:xfrm>
        </p:grpSpPr>
        <p:sp>
          <p:nvSpPr>
            <p:cNvPr id="17700" name="Google Shape;17700;p89"/>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9"/>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9"/>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9"/>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9"/>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9"/>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9"/>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9"/>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9"/>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9"/>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9"/>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9"/>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9"/>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9"/>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9"/>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9"/>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9"/>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9"/>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9"/>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9"/>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9"/>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9"/>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9"/>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9"/>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9"/>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9"/>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9"/>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9"/>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9"/>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9"/>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9"/>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9"/>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9"/>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9"/>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9"/>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9"/>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9"/>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7" name="Google Shape;17737;p89"/>
          <p:cNvGrpSpPr/>
          <p:nvPr/>
        </p:nvGrpSpPr>
        <p:grpSpPr>
          <a:xfrm>
            <a:off x="1821465" y="1981993"/>
            <a:ext cx="372410" cy="372410"/>
            <a:chOff x="1821465" y="1981993"/>
            <a:chExt cx="372410" cy="372410"/>
          </a:xfrm>
        </p:grpSpPr>
        <p:sp>
          <p:nvSpPr>
            <p:cNvPr id="17738" name="Google Shape;17738;p89"/>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9"/>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9"/>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9"/>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9"/>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9"/>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9"/>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9"/>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9"/>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9"/>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9"/>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9"/>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9"/>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9"/>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89"/>
          <p:cNvGrpSpPr/>
          <p:nvPr/>
        </p:nvGrpSpPr>
        <p:grpSpPr>
          <a:xfrm>
            <a:off x="2276348" y="1981809"/>
            <a:ext cx="415901" cy="372699"/>
            <a:chOff x="2276348" y="1981809"/>
            <a:chExt cx="415901" cy="372699"/>
          </a:xfrm>
        </p:grpSpPr>
        <p:sp>
          <p:nvSpPr>
            <p:cNvPr id="17753" name="Google Shape;17753;p89"/>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9"/>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9"/>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9"/>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9"/>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9"/>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9"/>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0" name="Google Shape;17760;p89"/>
          <p:cNvGrpSpPr/>
          <p:nvPr/>
        </p:nvGrpSpPr>
        <p:grpSpPr>
          <a:xfrm>
            <a:off x="2774354" y="2009990"/>
            <a:ext cx="372017" cy="316310"/>
            <a:chOff x="2774354" y="2009990"/>
            <a:chExt cx="372017" cy="316310"/>
          </a:xfrm>
        </p:grpSpPr>
        <p:sp>
          <p:nvSpPr>
            <p:cNvPr id="17761" name="Google Shape;17761;p89"/>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9"/>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9"/>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9"/>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9"/>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9"/>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9"/>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9"/>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9"/>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9"/>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9"/>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9"/>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9"/>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9"/>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9"/>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9"/>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9"/>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9"/>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9"/>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9"/>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9"/>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9"/>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9"/>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9"/>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9"/>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9"/>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7" name="Google Shape;17787;p89"/>
          <p:cNvGrpSpPr/>
          <p:nvPr/>
        </p:nvGrpSpPr>
        <p:grpSpPr>
          <a:xfrm>
            <a:off x="3722682" y="1981993"/>
            <a:ext cx="375818" cy="372043"/>
            <a:chOff x="3722682" y="1981993"/>
            <a:chExt cx="375818" cy="372043"/>
          </a:xfrm>
        </p:grpSpPr>
        <p:sp>
          <p:nvSpPr>
            <p:cNvPr id="17788" name="Google Shape;17788;p89"/>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9"/>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9"/>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9"/>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9"/>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9"/>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9"/>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9"/>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9"/>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9"/>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9"/>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9"/>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9"/>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9"/>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9"/>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3" name="Google Shape;17803;p89"/>
          <p:cNvGrpSpPr/>
          <p:nvPr/>
        </p:nvGrpSpPr>
        <p:grpSpPr>
          <a:xfrm>
            <a:off x="4201394" y="1981809"/>
            <a:ext cx="373538" cy="372305"/>
            <a:chOff x="4201394" y="1981809"/>
            <a:chExt cx="373538" cy="372305"/>
          </a:xfrm>
        </p:grpSpPr>
        <p:sp>
          <p:nvSpPr>
            <p:cNvPr id="17804" name="Google Shape;17804;p89"/>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9"/>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9"/>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9"/>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9"/>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9"/>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9"/>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9"/>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9"/>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9"/>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9"/>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9"/>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9"/>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9"/>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9"/>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9"/>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0" name="Google Shape;17820;p89"/>
          <p:cNvGrpSpPr/>
          <p:nvPr/>
        </p:nvGrpSpPr>
        <p:grpSpPr>
          <a:xfrm>
            <a:off x="4659658" y="1500266"/>
            <a:ext cx="422743" cy="377784"/>
            <a:chOff x="4659658" y="1500266"/>
            <a:chExt cx="422743" cy="377784"/>
          </a:xfrm>
        </p:grpSpPr>
        <p:sp>
          <p:nvSpPr>
            <p:cNvPr id="17821" name="Google Shape;17821;p89"/>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9"/>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9"/>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9"/>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9"/>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9"/>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9"/>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9"/>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9"/>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9"/>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9"/>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9"/>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9"/>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9"/>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9"/>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9"/>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9"/>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89"/>
          <p:cNvGrpSpPr/>
          <p:nvPr/>
        </p:nvGrpSpPr>
        <p:grpSpPr>
          <a:xfrm>
            <a:off x="5211406" y="1513504"/>
            <a:ext cx="260394" cy="351202"/>
            <a:chOff x="5211406" y="1513504"/>
            <a:chExt cx="260394" cy="351202"/>
          </a:xfrm>
        </p:grpSpPr>
        <p:sp>
          <p:nvSpPr>
            <p:cNvPr id="17839" name="Google Shape;17839;p89"/>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9"/>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9"/>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9"/>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9"/>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9"/>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9"/>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9"/>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9"/>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9"/>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9"/>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9"/>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9"/>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2" name="Google Shape;17852;p89"/>
          <p:cNvGrpSpPr/>
          <p:nvPr/>
        </p:nvGrpSpPr>
        <p:grpSpPr>
          <a:xfrm>
            <a:off x="5632602" y="1513216"/>
            <a:ext cx="366722" cy="351779"/>
            <a:chOff x="5632602" y="1513216"/>
            <a:chExt cx="366722" cy="351779"/>
          </a:xfrm>
        </p:grpSpPr>
        <p:sp>
          <p:nvSpPr>
            <p:cNvPr id="17853" name="Google Shape;17853;p89"/>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9"/>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9"/>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9"/>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9"/>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9"/>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9"/>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9"/>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1" name="Google Shape;17861;p89"/>
          <p:cNvGrpSpPr/>
          <p:nvPr/>
        </p:nvGrpSpPr>
        <p:grpSpPr>
          <a:xfrm>
            <a:off x="6089372" y="1527136"/>
            <a:ext cx="401902" cy="323965"/>
            <a:chOff x="6089372" y="1527136"/>
            <a:chExt cx="401902" cy="323965"/>
          </a:xfrm>
        </p:grpSpPr>
        <p:sp>
          <p:nvSpPr>
            <p:cNvPr id="17862" name="Google Shape;17862;p89"/>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9"/>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9"/>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9"/>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9"/>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9"/>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9"/>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9"/>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9"/>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9"/>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9"/>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9"/>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9"/>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9"/>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9"/>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9"/>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9"/>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9"/>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9"/>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9"/>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9"/>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9"/>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9"/>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9"/>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9"/>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9"/>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9"/>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9"/>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9"/>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9"/>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2" name="Google Shape;17892;p89"/>
          <p:cNvGrpSpPr/>
          <p:nvPr/>
        </p:nvGrpSpPr>
        <p:grpSpPr>
          <a:xfrm>
            <a:off x="6579435" y="1527897"/>
            <a:ext cx="370103" cy="322445"/>
            <a:chOff x="6579435" y="1527897"/>
            <a:chExt cx="370103" cy="322445"/>
          </a:xfrm>
        </p:grpSpPr>
        <p:sp>
          <p:nvSpPr>
            <p:cNvPr id="17893" name="Google Shape;17893;p89"/>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9"/>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9"/>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9"/>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9"/>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9"/>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9"/>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9"/>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9"/>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9"/>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9"/>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9"/>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9"/>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9"/>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9"/>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9"/>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9"/>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9"/>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9"/>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9"/>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9"/>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4" name="Google Shape;17914;p89"/>
          <p:cNvGrpSpPr/>
          <p:nvPr/>
        </p:nvGrpSpPr>
        <p:grpSpPr>
          <a:xfrm>
            <a:off x="6988887" y="1538854"/>
            <a:ext cx="499920" cy="300136"/>
            <a:chOff x="6988887" y="1538854"/>
            <a:chExt cx="499920" cy="300136"/>
          </a:xfrm>
        </p:grpSpPr>
        <p:sp>
          <p:nvSpPr>
            <p:cNvPr id="17915" name="Google Shape;17915;p89"/>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9"/>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9"/>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9"/>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9"/>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9"/>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9"/>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9"/>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9"/>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9"/>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9"/>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9"/>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9"/>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8" name="Google Shape;17928;p89"/>
          <p:cNvGrpSpPr/>
          <p:nvPr/>
        </p:nvGrpSpPr>
        <p:grpSpPr>
          <a:xfrm>
            <a:off x="8050359" y="1520687"/>
            <a:ext cx="279321" cy="336837"/>
            <a:chOff x="8050359" y="1520687"/>
            <a:chExt cx="279321" cy="336837"/>
          </a:xfrm>
        </p:grpSpPr>
        <p:sp>
          <p:nvSpPr>
            <p:cNvPr id="17929" name="Google Shape;17929;p89"/>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9"/>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9"/>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9"/>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9"/>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9"/>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9"/>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9"/>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9"/>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9"/>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9"/>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9"/>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9"/>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2" name="Google Shape;17942;p89"/>
          <p:cNvGrpSpPr/>
          <p:nvPr/>
        </p:nvGrpSpPr>
        <p:grpSpPr>
          <a:xfrm>
            <a:off x="6093907" y="2461832"/>
            <a:ext cx="364441" cy="339091"/>
            <a:chOff x="6093907" y="2461832"/>
            <a:chExt cx="364441" cy="339091"/>
          </a:xfrm>
        </p:grpSpPr>
        <p:sp>
          <p:nvSpPr>
            <p:cNvPr id="17943" name="Google Shape;17943;p89"/>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9"/>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9"/>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9"/>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9"/>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9"/>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9"/>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9"/>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9"/>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9"/>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3" name="Google Shape;17953;p89"/>
          <p:cNvGrpSpPr/>
          <p:nvPr/>
        </p:nvGrpSpPr>
        <p:grpSpPr>
          <a:xfrm>
            <a:off x="4676331" y="1980866"/>
            <a:ext cx="377680" cy="377680"/>
            <a:chOff x="4676331" y="1980866"/>
            <a:chExt cx="377680" cy="377680"/>
          </a:xfrm>
        </p:grpSpPr>
        <p:sp>
          <p:nvSpPr>
            <p:cNvPr id="17954" name="Google Shape;17954;p89"/>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9"/>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9"/>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9"/>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9"/>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9"/>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9"/>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9"/>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9"/>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9"/>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9"/>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9"/>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9"/>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9"/>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9"/>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9"/>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9"/>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9"/>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9"/>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3" name="Google Shape;17973;p89"/>
          <p:cNvGrpSpPr/>
          <p:nvPr/>
        </p:nvGrpSpPr>
        <p:grpSpPr>
          <a:xfrm>
            <a:off x="7526242" y="1522968"/>
            <a:ext cx="357651" cy="332275"/>
            <a:chOff x="7526242" y="1522968"/>
            <a:chExt cx="357651" cy="332275"/>
          </a:xfrm>
        </p:grpSpPr>
        <p:sp>
          <p:nvSpPr>
            <p:cNvPr id="17974" name="Google Shape;17974;p89"/>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9"/>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9"/>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9"/>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9"/>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9"/>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9"/>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9"/>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9"/>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9"/>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9"/>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9"/>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9"/>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9"/>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9"/>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9"/>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0" name="Google Shape;17990;p89"/>
          <p:cNvGrpSpPr/>
          <p:nvPr/>
        </p:nvGrpSpPr>
        <p:grpSpPr>
          <a:xfrm>
            <a:off x="3250786" y="1982386"/>
            <a:ext cx="371650" cy="371624"/>
            <a:chOff x="3250786" y="1982386"/>
            <a:chExt cx="371650" cy="371624"/>
          </a:xfrm>
        </p:grpSpPr>
        <p:sp>
          <p:nvSpPr>
            <p:cNvPr id="17991" name="Google Shape;17991;p89"/>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9"/>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9"/>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9"/>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9"/>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9"/>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9"/>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9"/>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9"/>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9"/>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9"/>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9"/>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9"/>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9"/>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9"/>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9"/>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9"/>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9"/>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9"/>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9"/>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9"/>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9"/>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9"/>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9"/>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9"/>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9"/>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9"/>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9"/>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9"/>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9"/>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1" name="Google Shape;18021;p89"/>
          <p:cNvGrpSpPr/>
          <p:nvPr/>
        </p:nvGrpSpPr>
        <p:grpSpPr>
          <a:xfrm>
            <a:off x="1342386" y="2916322"/>
            <a:ext cx="373538" cy="331515"/>
            <a:chOff x="1342386" y="2916322"/>
            <a:chExt cx="373538" cy="331515"/>
          </a:xfrm>
        </p:grpSpPr>
        <p:sp>
          <p:nvSpPr>
            <p:cNvPr id="18022" name="Google Shape;18022;p89"/>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9"/>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9"/>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9"/>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9"/>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9"/>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9"/>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9"/>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9"/>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9"/>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9"/>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3" name="Google Shape;18033;p89"/>
          <p:cNvGrpSpPr/>
          <p:nvPr/>
        </p:nvGrpSpPr>
        <p:grpSpPr>
          <a:xfrm>
            <a:off x="2294122" y="2946600"/>
            <a:ext cx="373931" cy="271351"/>
            <a:chOff x="2294122" y="2946600"/>
            <a:chExt cx="373931" cy="271351"/>
          </a:xfrm>
        </p:grpSpPr>
        <p:sp>
          <p:nvSpPr>
            <p:cNvPr id="18034" name="Google Shape;18034;p89"/>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9"/>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9"/>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9"/>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9"/>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9"/>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9"/>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9"/>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9"/>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9"/>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9"/>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9"/>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9"/>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9"/>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9"/>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9"/>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9"/>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9"/>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9"/>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9"/>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9"/>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9"/>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9"/>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9"/>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9"/>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9"/>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9"/>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9"/>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9"/>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9"/>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4" name="Google Shape;18064;p89"/>
          <p:cNvGrpSpPr/>
          <p:nvPr/>
        </p:nvGrpSpPr>
        <p:grpSpPr>
          <a:xfrm>
            <a:off x="2769819" y="2907251"/>
            <a:ext cx="373905" cy="349682"/>
            <a:chOff x="2769819" y="2907251"/>
            <a:chExt cx="373905" cy="349682"/>
          </a:xfrm>
        </p:grpSpPr>
        <p:sp>
          <p:nvSpPr>
            <p:cNvPr id="18065" name="Google Shape;18065;p89"/>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9"/>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9"/>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9"/>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9"/>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9"/>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9"/>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9"/>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9"/>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9"/>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9"/>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9"/>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9"/>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9"/>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9"/>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9"/>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9"/>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2" name="Google Shape;18082;p89"/>
          <p:cNvGrpSpPr/>
          <p:nvPr/>
        </p:nvGrpSpPr>
        <p:grpSpPr>
          <a:xfrm>
            <a:off x="3246251" y="2895245"/>
            <a:ext cx="375792" cy="373800"/>
            <a:chOff x="3246251" y="2895245"/>
            <a:chExt cx="375792" cy="373800"/>
          </a:xfrm>
        </p:grpSpPr>
        <p:sp>
          <p:nvSpPr>
            <p:cNvPr id="18083" name="Google Shape;18083;p89"/>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9"/>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9"/>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9"/>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9"/>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9"/>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9"/>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9"/>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9"/>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9"/>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9"/>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9"/>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9"/>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9"/>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7" name="Google Shape;18097;p89"/>
          <p:cNvGrpSpPr/>
          <p:nvPr/>
        </p:nvGrpSpPr>
        <p:grpSpPr>
          <a:xfrm>
            <a:off x="3791182" y="2895454"/>
            <a:ext cx="234650" cy="373590"/>
            <a:chOff x="3791182" y="2895454"/>
            <a:chExt cx="234650" cy="373590"/>
          </a:xfrm>
        </p:grpSpPr>
        <p:sp>
          <p:nvSpPr>
            <p:cNvPr id="18098" name="Google Shape;18098;p89"/>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9"/>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9"/>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9"/>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9"/>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9"/>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9"/>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9"/>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9"/>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7" name="Google Shape;18107;p89"/>
          <p:cNvGrpSpPr/>
          <p:nvPr/>
        </p:nvGrpSpPr>
        <p:grpSpPr>
          <a:xfrm>
            <a:off x="7042995" y="2489463"/>
            <a:ext cx="364441" cy="256225"/>
            <a:chOff x="7042995" y="2489463"/>
            <a:chExt cx="364441" cy="256225"/>
          </a:xfrm>
        </p:grpSpPr>
        <p:sp>
          <p:nvSpPr>
            <p:cNvPr id="18108" name="Google Shape;18108;p89"/>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9"/>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9"/>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9"/>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9"/>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9"/>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9"/>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9"/>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9"/>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89"/>
          <p:cNvGrpSpPr/>
          <p:nvPr/>
        </p:nvGrpSpPr>
        <p:grpSpPr>
          <a:xfrm>
            <a:off x="7517172" y="2437007"/>
            <a:ext cx="364284" cy="361243"/>
            <a:chOff x="7517172" y="2437007"/>
            <a:chExt cx="364284" cy="361243"/>
          </a:xfrm>
        </p:grpSpPr>
        <p:sp>
          <p:nvSpPr>
            <p:cNvPr id="18118" name="Google Shape;18118;p89"/>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9"/>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9"/>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9"/>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9"/>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9"/>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9"/>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9"/>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9"/>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9"/>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9"/>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9"/>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9"/>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9"/>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9"/>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9"/>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9"/>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9"/>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9"/>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9" name="Google Shape;18139;p89"/>
          <p:cNvGrpSpPr/>
          <p:nvPr/>
        </p:nvGrpSpPr>
        <p:grpSpPr>
          <a:xfrm>
            <a:off x="8006475" y="2436954"/>
            <a:ext cx="335290" cy="361321"/>
            <a:chOff x="8006475" y="2436954"/>
            <a:chExt cx="335290" cy="361321"/>
          </a:xfrm>
        </p:grpSpPr>
        <p:sp>
          <p:nvSpPr>
            <p:cNvPr id="18140" name="Google Shape;18140;p89"/>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9"/>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9"/>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9"/>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9"/>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9"/>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9"/>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9"/>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9"/>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9"/>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9"/>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9"/>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9"/>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9"/>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9"/>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9"/>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9"/>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9"/>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9"/>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9" name="Google Shape;18159;p89"/>
          <p:cNvGrpSpPr/>
          <p:nvPr/>
        </p:nvGrpSpPr>
        <p:grpSpPr>
          <a:xfrm>
            <a:off x="5596661" y="2909139"/>
            <a:ext cx="394326" cy="349682"/>
            <a:chOff x="5596661" y="2909139"/>
            <a:chExt cx="394326" cy="349682"/>
          </a:xfrm>
        </p:grpSpPr>
        <p:sp>
          <p:nvSpPr>
            <p:cNvPr id="18160" name="Google Shape;18160;p89"/>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9"/>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9"/>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9"/>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9"/>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9"/>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9"/>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9"/>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9"/>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9"/>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9"/>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9"/>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9"/>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9"/>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9"/>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9"/>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6" name="Google Shape;18176;p89"/>
          <p:cNvGrpSpPr/>
          <p:nvPr/>
        </p:nvGrpSpPr>
        <p:grpSpPr>
          <a:xfrm>
            <a:off x="874658" y="2914408"/>
            <a:ext cx="356891" cy="335709"/>
            <a:chOff x="874658" y="2914408"/>
            <a:chExt cx="356891" cy="335709"/>
          </a:xfrm>
        </p:grpSpPr>
        <p:sp>
          <p:nvSpPr>
            <p:cNvPr id="18177" name="Google Shape;18177;p89"/>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9"/>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9"/>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9"/>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9"/>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9"/>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9"/>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9"/>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9"/>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9"/>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9"/>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9"/>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9"/>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9"/>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9"/>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9"/>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9"/>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9"/>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9"/>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9"/>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7" name="Google Shape;18197;p89"/>
          <p:cNvGrpSpPr/>
          <p:nvPr/>
        </p:nvGrpSpPr>
        <p:grpSpPr>
          <a:xfrm>
            <a:off x="4230912" y="2929193"/>
            <a:ext cx="308813" cy="306165"/>
            <a:chOff x="4230912" y="2929193"/>
            <a:chExt cx="308813" cy="306165"/>
          </a:xfrm>
        </p:grpSpPr>
        <p:sp>
          <p:nvSpPr>
            <p:cNvPr id="18198" name="Google Shape;18198;p89"/>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9"/>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9"/>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9"/>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9"/>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9"/>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9"/>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9"/>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9"/>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9"/>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9"/>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9"/>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9"/>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9"/>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9"/>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3" name="Google Shape;18213;p89"/>
          <p:cNvGrpSpPr/>
          <p:nvPr/>
        </p:nvGrpSpPr>
        <p:grpSpPr>
          <a:xfrm>
            <a:off x="4627886" y="3401089"/>
            <a:ext cx="409111" cy="267944"/>
            <a:chOff x="4627886" y="3401089"/>
            <a:chExt cx="409111" cy="267944"/>
          </a:xfrm>
        </p:grpSpPr>
        <p:sp>
          <p:nvSpPr>
            <p:cNvPr id="18214" name="Google Shape;18214;p89"/>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9"/>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9"/>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9"/>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9"/>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9"/>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9"/>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9"/>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9"/>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9"/>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9"/>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5" name="Google Shape;18225;p89"/>
          <p:cNvGrpSpPr/>
          <p:nvPr/>
        </p:nvGrpSpPr>
        <p:grpSpPr>
          <a:xfrm>
            <a:off x="4652476" y="2898915"/>
            <a:ext cx="386016" cy="384495"/>
            <a:chOff x="4652476" y="2898915"/>
            <a:chExt cx="386016" cy="384495"/>
          </a:xfrm>
        </p:grpSpPr>
        <p:sp>
          <p:nvSpPr>
            <p:cNvPr id="18226" name="Google Shape;18226;p89"/>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9"/>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9"/>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9"/>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9"/>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9"/>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9"/>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9"/>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9"/>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5" name="Google Shape;18235;p89"/>
          <p:cNvGrpSpPr/>
          <p:nvPr/>
        </p:nvGrpSpPr>
        <p:grpSpPr>
          <a:xfrm>
            <a:off x="5156931" y="2922194"/>
            <a:ext cx="324699" cy="347611"/>
            <a:chOff x="5156931" y="2922194"/>
            <a:chExt cx="324699" cy="347611"/>
          </a:xfrm>
        </p:grpSpPr>
        <p:sp>
          <p:nvSpPr>
            <p:cNvPr id="18236" name="Google Shape;18236;p89"/>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9"/>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9"/>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9"/>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9"/>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9"/>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9"/>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9"/>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9"/>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9"/>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9"/>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9"/>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9"/>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9"/>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9"/>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9"/>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2" name="Google Shape;18252;p89"/>
          <p:cNvGrpSpPr/>
          <p:nvPr/>
        </p:nvGrpSpPr>
        <p:grpSpPr>
          <a:xfrm>
            <a:off x="6086331" y="2905337"/>
            <a:ext cx="364441" cy="364834"/>
            <a:chOff x="6086331" y="2905337"/>
            <a:chExt cx="364441" cy="364834"/>
          </a:xfrm>
        </p:grpSpPr>
        <p:sp>
          <p:nvSpPr>
            <p:cNvPr id="18253" name="Google Shape;18253;p89"/>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9"/>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9"/>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9"/>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9"/>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9"/>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9" name="Google Shape;18259;p89"/>
          <p:cNvGrpSpPr/>
          <p:nvPr/>
        </p:nvGrpSpPr>
        <p:grpSpPr>
          <a:xfrm>
            <a:off x="6554059" y="2907251"/>
            <a:ext cx="377706" cy="377680"/>
            <a:chOff x="6554059" y="2907251"/>
            <a:chExt cx="377706" cy="377680"/>
          </a:xfrm>
        </p:grpSpPr>
        <p:sp>
          <p:nvSpPr>
            <p:cNvPr id="18260" name="Google Shape;18260;p89"/>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9"/>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9"/>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9"/>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9"/>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9"/>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9"/>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9"/>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9"/>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9"/>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9"/>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9"/>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9"/>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9"/>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9"/>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9"/>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9"/>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9"/>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9"/>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9"/>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9"/>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1" name="Google Shape;18281;p89"/>
          <p:cNvGrpSpPr/>
          <p:nvPr/>
        </p:nvGrpSpPr>
        <p:grpSpPr>
          <a:xfrm>
            <a:off x="7491796" y="2945446"/>
            <a:ext cx="400801" cy="317542"/>
            <a:chOff x="7491796" y="2945446"/>
            <a:chExt cx="400801" cy="317542"/>
          </a:xfrm>
        </p:grpSpPr>
        <p:sp>
          <p:nvSpPr>
            <p:cNvPr id="18282" name="Google Shape;18282;p89"/>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9"/>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9"/>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9"/>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9"/>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9"/>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9"/>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9"/>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9"/>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9"/>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9"/>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9"/>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9"/>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9"/>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9"/>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9"/>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9"/>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9"/>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9"/>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9"/>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9"/>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9"/>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4" name="Google Shape;18304;p89"/>
          <p:cNvGrpSpPr/>
          <p:nvPr/>
        </p:nvGrpSpPr>
        <p:grpSpPr>
          <a:xfrm>
            <a:off x="7045643" y="2907723"/>
            <a:ext cx="345304" cy="365857"/>
            <a:chOff x="7045643" y="2907723"/>
            <a:chExt cx="345304" cy="365857"/>
          </a:xfrm>
        </p:grpSpPr>
        <p:sp>
          <p:nvSpPr>
            <p:cNvPr id="18305" name="Google Shape;18305;p89"/>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9"/>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9"/>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9"/>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9"/>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9"/>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9"/>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9"/>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9"/>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9"/>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9"/>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9"/>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9"/>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9"/>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9"/>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9"/>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9"/>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9"/>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9"/>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4" name="Google Shape;18324;p89"/>
          <p:cNvGrpSpPr/>
          <p:nvPr/>
        </p:nvGrpSpPr>
        <p:grpSpPr>
          <a:xfrm>
            <a:off x="7992843" y="2907251"/>
            <a:ext cx="347794" cy="366328"/>
            <a:chOff x="7992843" y="2907251"/>
            <a:chExt cx="347794" cy="366328"/>
          </a:xfrm>
        </p:grpSpPr>
        <p:sp>
          <p:nvSpPr>
            <p:cNvPr id="18325" name="Google Shape;18325;p89"/>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9"/>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9"/>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9"/>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9"/>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9"/>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9"/>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9"/>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9"/>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9"/>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9"/>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9"/>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9"/>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9"/>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9"/>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9"/>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9"/>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9"/>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9"/>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9"/>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9"/>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9"/>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9"/>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9"/>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9"/>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9"/>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9"/>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9"/>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9"/>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9"/>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9"/>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9"/>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9"/>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8" name="Google Shape;18358;p89"/>
          <p:cNvGrpSpPr/>
          <p:nvPr/>
        </p:nvGrpSpPr>
        <p:grpSpPr>
          <a:xfrm>
            <a:off x="873898" y="1512377"/>
            <a:ext cx="398127" cy="353457"/>
            <a:chOff x="873898" y="1512377"/>
            <a:chExt cx="398127" cy="353457"/>
          </a:xfrm>
        </p:grpSpPr>
        <p:sp>
          <p:nvSpPr>
            <p:cNvPr id="18359" name="Google Shape;18359;p89"/>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9"/>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9"/>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9"/>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9"/>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9"/>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9"/>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9"/>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9"/>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9"/>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9"/>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9"/>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9"/>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9"/>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9"/>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9"/>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9"/>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9"/>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9"/>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8" name="Google Shape;18378;p89"/>
          <p:cNvGrpSpPr/>
          <p:nvPr/>
        </p:nvGrpSpPr>
        <p:grpSpPr>
          <a:xfrm>
            <a:off x="1424125" y="1515680"/>
            <a:ext cx="246762" cy="347139"/>
            <a:chOff x="1424125" y="1515680"/>
            <a:chExt cx="246762" cy="347139"/>
          </a:xfrm>
        </p:grpSpPr>
        <p:sp>
          <p:nvSpPr>
            <p:cNvPr id="18379" name="Google Shape;18379;p89"/>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9"/>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9"/>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9"/>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9"/>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9"/>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9"/>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9"/>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9"/>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9"/>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9"/>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9"/>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9"/>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9"/>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9"/>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9"/>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9"/>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9"/>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9"/>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9"/>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9" name="Google Shape;18399;p89"/>
          <p:cNvGrpSpPr/>
          <p:nvPr/>
        </p:nvGrpSpPr>
        <p:grpSpPr>
          <a:xfrm>
            <a:off x="2319498" y="1512744"/>
            <a:ext cx="352697" cy="352723"/>
            <a:chOff x="2319498" y="1512744"/>
            <a:chExt cx="352697" cy="352723"/>
          </a:xfrm>
        </p:grpSpPr>
        <p:sp>
          <p:nvSpPr>
            <p:cNvPr id="18400" name="Google Shape;18400;p89"/>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9"/>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9"/>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9"/>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9"/>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9"/>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9"/>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9"/>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9"/>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9"/>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9"/>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9"/>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9"/>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9"/>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89"/>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9"/>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9"/>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9"/>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9"/>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9" name="Google Shape;18419;p89"/>
          <p:cNvGrpSpPr/>
          <p:nvPr/>
        </p:nvGrpSpPr>
        <p:grpSpPr>
          <a:xfrm>
            <a:off x="4236601" y="1512666"/>
            <a:ext cx="312981" cy="352697"/>
            <a:chOff x="4236601" y="1512666"/>
            <a:chExt cx="312981" cy="352697"/>
          </a:xfrm>
        </p:grpSpPr>
        <p:sp>
          <p:nvSpPr>
            <p:cNvPr id="18420" name="Google Shape;18420;p89"/>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9"/>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9"/>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9"/>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9"/>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9"/>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9"/>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9"/>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9"/>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9"/>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9"/>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9"/>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89"/>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89"/>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4" name="Google Shape;18434;p89"/>
          <p:cNvGrpSpPr/>
          <p:nvPr/>
        </p:nvGrpSpPr>
        <p:grpSpPr>
          <a:xfrm>
            <a:off x="849675" y="3347716"/>
            <a:ext cx="346300" cy="375818"/>
            <a:chOff x="849675" y="3347716"/>
            <a:chExt cx="346300" cy="375818"/>
          </a:xfrm>
        </p:grpSpPr>
        <p:sp>
          <p:nvSpPr>
            <p:cNvPr id="18435" name="Google Shape;18435;p89"/>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9"/>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9"/>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9"/>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9"/>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9"/>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89"/>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9"/>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9"/>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9"/>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9"/>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9"/>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9"/>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89"/>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9"/>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9"/>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9"/>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2" name="Google Shape;18452;p89"/>
          <p:cNvGrpSpPr/>
          <p:nvPr/>
        </p:nvGrpSpPr>
        <p:grpSpPr>
          <a:xfrm>
            <a:off x="1324219" y="3399202"/>
            <a:ext cx="376578" cy="272846"/>
            <a:chOff x="1324219" y="3399202"/>
            <a:chExt cx="376578" cy="272846"/>
          </a:xfrm>
        </p:grpSpPr>
        <p:sp>
          <p:nvSpPr>
            <p:cNvPr id="18453" name="Google Shape;18453;p89"/>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9"/>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9"/>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9"/>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9"/>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9"/>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9"/>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9"/>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9"/>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9"/>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9"/>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9"/>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9"/>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9"/>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9"/>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9"/>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9"/>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9"/>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89"/>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9"/>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9"/>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9"/>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89"/>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89"/>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89"/>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9"/>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9"/>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9"/>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9"/>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9"/>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9"/>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9"/>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9"/>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6" name="Google Shape;18486;p89"/>
          <p:cNvGrpSpPr/>
          <p:nvPr/>
        </p:nvGrpSpPr>
        <p:grpSpPr>
          <a:xfrm>
            <a:off x="1798763" y="3395401"/>
            <a:ext cx="376185" cy="280448"/>
            <a:chOff x="1798763" y="3395401"/>
            <a:chExt cx="376185" cy="280448"/>
          </a:xfrm>
        </p:grpSpPr>
        <p:sp>
          <p:nvSpPr>
            <p:cNvPr id="18487" name="Google Shape;18487;p89"/>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9"/>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9"/>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9"/>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9"/>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89"/>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89"/>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9"/>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9"/>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9"/>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9"/>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9"/>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9"/>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9"/>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9"/>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9"/>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9"/>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9"/>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9"/>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9"/>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9"/>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9"/>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9"/>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9"/>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9"/>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89"/>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89"/>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9"/>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9"/>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9"/>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9"/>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8" name="Google Shape;18518;p89"/>
          <p:cNvGrpSpPr/>
          <p:nvPr/>
        </p:nvGrpSpPr>
        <p:grpSpPr>
          <a:xfrm>
            <a:off x="2273307" y="3378754"/>
            <a:ext cx="375818" cy="313374"/>
            <a:chOff x="2273307" y="3378754"/>
            <a:chExt cx="375818" cy="313374"/>
          </a:xfrm>
        </p:grpSpPr>
        <p:sp>
          <p:nvSpPr>
            <p:cNvPr id="18519" name="Google Shape;18519;p89"/>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9"/>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9"/>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9"/>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9"/>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9"/>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9"/>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9"/>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9"/>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89"/>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9"/>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9"/>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9"/>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9"/>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9"/>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9"/>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9"/>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9"/>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9"/>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89"/>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9"/>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9"/>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9"/>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9"/>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9"/>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9"/>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89"/>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89"/>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9"/>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9"/>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9"/>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9"/>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9"/>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89"/>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9"/>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9"/>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9"/>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89"/>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9"/>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9"/>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9"/>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89"/>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9"/>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9"/>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9"/>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9"/>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9"/>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9"/>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9"/>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9"/>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9"/>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9"/>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89"/>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9"/>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9"/>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89"/>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89"/>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9"/>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9"/>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9"/>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9"/>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9"/>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9"/>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9"/>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89"/>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9"/>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9"/>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9"/>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9"/>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9"/>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89"/>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9"/>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9"/>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9"/>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9"/>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9"/>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9"/>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9"/>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9"/>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9"/>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9"/>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89"/>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89"/>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9"/>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89"/>
          <p:cNvGrpSpPr/>
          <p:nvPr/>
        </p:nvGrpSpPr>
        <p:grpSpPr>
          <a:xfrm>
            <a:off x="2747484" y="3359460"/>
            <a:ext cx="377706" cy="352330"/>
            <a:chOff x="2747484" y="3359460"/>
            <a:chExt cx="377706" cy="352330"/>
          </a:xfrm>
        </p:grpSpPr>
        <p:sp>
          <p:nvSpPr>
            <p:cNvPr id="18604" name="Google Shape;18604;p89"/>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9"/>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9"/>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9"/>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9"/>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9"/>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9"/>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9"/>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89"/>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9"/>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9"/>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9"/>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9"/>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9"/>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9"/>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9" name="Google Shape;18619;p89"/>
          <p:cNvGrpSpPr/>
          <p:nvPr/>
        </p:nvGrpSpPr>
        <p:grpSpPr>
          <a:xfrm>
            <a:off x="3696205" y="3371938"/>
            <a:ext cx="375792" cy="327373"/>
            <a:chOff x="3696205" y="3371938"/>
            <a:chExt cx="375792" cy="327373"/>
          </a:xfrm>
        </p:grpSpPr>
        <p:sp>
          <p:nvSpPr>
            <p:cNvPr id="18620" name="Google Shape;18620;p89"/>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9"/>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9"/>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9"/>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9"/>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9"/>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9"/>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9"/>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9"/>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9"/>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9"/>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9"/>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9"/>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9"/>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9"/>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9"/>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9"/>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9"/>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9"/>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9"/>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9"/>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9"/>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9"/>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3" name="Google Shape;18643;p89"/>
          <p:cNvGrpSpPr/>
          <p:nvPr/>
        </p:nvGrpSpPr>
        <p:grpSpPr>
          <a:xfrm>
            <a:off x="6567324" y="2436849"/>
            <a:ext cx="366722" cy="342892"/>
            <a:chOff x="6567324" y="2436849"/>
            <a:chExt cx="366722" cy="342892"/>
          </a:xfrm>
        </p:grpSpPr>
        <p:sp>
          <p:nvSpPr>
            <p:cNvPr id="18644" name="Google Shape;18644;p89"/>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9"/>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9"/>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9"/>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9"/>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9"/>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9"/>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9"/>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9"/>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89"/>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89"/>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9"/>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6" name="Google Shape;18656;p89"/>
          <p:cNvGrpSpPr/>
          <p:nvPr/>
        </p:nvGrpSpPr>
        <p:grpSpPr>
          <a:xfrm>
            <a:off x="4208970" y="3361347"/>
            <a:ext cx="299349" cy="348188"/>
            <a:chOff x="4208970" y="3361347"/>
            <a:chExt cx="299349" cy="348188"/>
          </a:xfrm>
        </p:grpSpPr>
        <p:sp>
          <p:nvSpPr>
            <p:cNvPr id="18657" name="Google Shape;18657;p89"/>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9"/>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9"/>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9"/>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9"/>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89"/>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89"/>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9"/>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9"/>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9"/>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9"/>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9"/>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9"/>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9"/>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1" name="Google Shape;18671;p89"/>
          <p:cNvGrpSpPr/>
          <p:nvPr/>
        </p:nvGrpSpPr>
        <p:grpSpPr>
          <a:xfrm>
            <a:off x="2786833" y="1512351"/>
            <a:ext cx="366722" cy="353667"/>
            <a:chOff x="2786833" y="1512351"/>
            <a:chExt cx="366722" cy="353667"/>
          </a:xfrm>
        </p:grpSpPr>
        <p:sp>
          <p:nvSpPr>
            <p:cNvPr id="18672" name="Google Shape;18672;p89"/>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9"/>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89"/>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89"/>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89"/>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9"/>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9"/>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9"/>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89"/>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89"/>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9"/>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9"/>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9"/>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9"/>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9"/>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9"/>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9"/>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9"/>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9"/>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9"/>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2" name="Google Shape;18692;p89"/>
          <p:cNvGrpSpPr/>
          <p:nvPr/>
        </p:nvGrpSpPr>
        <p:grpSpPr>
          <a:xfrm>
            <a:off x="1845321" y="1512744"/>
            <a:ext cx="352723" cy="353090"/>
            <a:chOff x="1845321" y="1512744"/>
            <a:chExt cx="352723" cy="353090"/>
          </a:xfrm>
        </p:grpSpPr>
        <p:sp>
          <p:nvSpPr>
            <p:cNvPr id="18693" name="Google Shape;18693;p89"/>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89"/>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89"/>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89"/>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89"/>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89"/>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89"/>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89"/>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89"/>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89"/>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89"/>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4" name="Google Shape;18704;p89"/>
          <p:cNvGrpSpPr/>
          <p:nvPr/>
        </p:nvGrpSpPr>
        <p:grpSpPr>
          <a:xfrm>
            <a:off x="3214452" y="3340533"/>
            <a:ext cx="392465" cy="389896"/>
            <a:chOff x="3214452" y="3340533"/>
            <a:chExt cx="392465" cy="389896"/>
          </a:xfrm>
        </p:grpSpPr>
        <p:sp>
          <p:nvSpPr>
            <p:cNvPr id="18705" name="Google Shape;18705;p89"/>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9"/>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89"/>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89"/>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89"/>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9"/>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9"/>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9"/>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9"/>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89"/>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89"/>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89"/>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9"/>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9"/>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9"/>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9"/>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9"/>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9"/>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9"/>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89"/>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89"/>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9"/>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9"/>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9"/>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9"/>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0" name="Google Shape;18730;p89"/>
          <p:cNvGrpSpPr/>
          <p:nvPr/>
        </p:nvGrpSpPr>
        <p:grpSpPr>
          <a:xfrm>
            <a:off x="3327229" y="1499899"/>
            <a:ext cx="234650" cy="378440"/>
            <a:chOff x="3327229" y="1499899"/>
            <a:chExt cx="234650" cy="378440"/>
          </a:xfrm>
        </p:grpSpPr>
        <p:sp>
          <p:nvSpPr>
            <p:cNvPr id="18731" name="Google Shape;18731;p89"/>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9"/>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89"/>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89"/>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89"/>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89"/>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89"/>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9"/>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9"/>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9"/>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9"/>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9"/>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9"/>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89"/>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89"/>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9"/>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9"/>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9"/>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9"/>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9"/>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89"/>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2" name="Google Shape;18752;p89"/>
          <p:cNvGrpSpPr/>
          <p:nvPr/>
        </p:nvGrpSpPr>
        <p:grpSpPr>
          <a:xfrm>
            <a:off x="3735553" y="1530151"/>
            <a:ext cx="366722" cy="317962"/>
            <a:chOff x="3735553" y="1530151"/>
            <a:chExt cx="366722" cy="317962"/>
          </a:xfrm>
        </p:grpSpPr>
        <p:sp>
          <p:nvSpPr>
            <p:cNvPr id="18753" name="Google Shape;18753;p89"/>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89"/>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89"/>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9"/>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89"/>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89"/>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89"/>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89"/>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89"/>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9"/>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89"/>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89"/>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5" name="Google Shape;18765;p89"/>
          <p:cNvGrpSpPr/>
          <p:nvPr/>
        </p:nvGrpSpPr>
        <p:grpSpPr>
          <a:xfrm>
            <a:off x="866322" y="2469775"/>
            <a:ext cx="379226" cy="322733"/>
            <a:chOff x="866322" y="2469775"/>
            <a:chExt cx="379226" cy="322733"/>
          </a:xfrm>
        </p:grpSpPr>
        <p:sp>
          <p:nvSpPr>
            <p:cNvPr id="18766" name="Google Shape;18766;p89"/>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89"/>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9"/>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9"/>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89"/>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9"/>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9"/>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89"/>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89"/>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9"/>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89"/>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89"/>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89"/>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89"/>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9"/>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9"/>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9"/>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9"/>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9"/>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9"/>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89"/>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89"/>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89"/>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9"/>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89"/>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9"/>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2" name="Google Shape;18792;p89"/>
          <p:cNvGrpSpPr/>
          <p:nvPr/>
        </p:nvGrpSpPr>
        <p:grpSpPr>
          <a:xfrm>
            <a:off x="1328387" y="2500814"/>
            <a:ext cx="404183" cy="289151"/>
            <a:chOff x="1328387" y="2500814"/>
            <a:chExt cx="404183" cy="289151"/>
          </a:xfrm>
        </p:grpSpPr>
        <p:sp>
          <p:nvSpPr>
            <p:cNvPr id="18793" name="Google Shape;18793;p89"/>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89"/>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89"/>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9"/>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89"/>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9"/>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89"/>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89"/>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89"/>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89"/>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89"/>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9"/>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9"/>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89"/>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9"/>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9"/>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89"/>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89"/>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89"/>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89"/>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89"/>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89"/>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89"/>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89"/>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89"/>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9"/>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89"/>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89"/>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9"/>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2" name="Google Shape;18822;p89"/>
          <p:cNvGrpSpPr/>
          <p:nvPr/>
        </p:nvGrpSpPr>
        <p:grpSpPr>
          <a:xfrm>
            <a:off x="1821465" y="2495702"/>
            <a:ext cx="365988" cy="270801"/>
            <a:chOff x="1821465" y="2495702"/>
            <a:chExt cx="365988" cy="270801"/>
          </a:xfrm>
        </p:grpSpPr>
        <p:sp>
          <p:nvSpPr>
            <p:cNvPr id="18823" name="Google Shape;18823;p89"/>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9"/>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89"/>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89"/>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9"/>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89"/>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89"/>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0" name="Google Shape;18830;p89"/>
          <p:cNvGrpSpPr/>
          <p:nvPr/>
        </p:nvGrpSpPr>
        <p:grpSpPr>
          <a:xfrm>
            <a:off x="3725723" y="2455776"/>
            <a:ext cx="354977" cy="351202"/>
            <a:chOff x="3725723" y="2455776"/>
            <a:chExt cx="354977" cy="351202"/>
          </a:xfrm>
        </p:grpSpPr>
        <p:sp>
          <p:nvSpPr>
            <p:cNvPr id="18831" name="Google Shape;18831;p89"/>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89"/>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9"/>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9"/>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89"/>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89"/>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9"/>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89"/>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89"/>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9"/>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9"/>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9"/>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9"/>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4" name="Google Shape;18844;p89"/>
          <p:cNvGrpSpPr/>
          <p:nvPr/>
        </p:nvGrpSpPr>
        <p:grpSpPr>
          <a:xfrm>
            <a:off x="5226165" y="1977641"/>
            <a:ext cx="230482" cy="388847"/>
            <a:chOff x="5226165" y="1977641"/>
            <a:chExt cx="230482" cy="388847"/>
          </a:xfrm>
        </p:grpSpPr>
        <p:sp>
          <p:nvSpPr>
            <p:cNvPr id="18845" name="Google Shape;18845;p89"/>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89"/>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89"/>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9"/>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9"/>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9"/>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9"/>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9"/>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9"/>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9"/>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89"/>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9"/>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7" name="Google Shape;18857;p89"/>
          <p:cNvGrpSpPr/>
          <p:nvPr/>
        </p:nvGrpSpPr>
        <p:grpSpPr>
          <a:xfrm>
            <a:off x="5632602" y="2025510"/>
            <a:ext cx="370130" cy="287264"/>
            <a:chOff x="5632602" y="2025510"/>
            <a:chExt cx="370130" cy="287264"/>
          </a:xfrm>
        </p:grpSpPr>
        <p:sp>
          <p:nvSpPr>
            <p:cNvPr id="18858" name="Google Shape;18858;p89"/>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9"/>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89"/>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89"/>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89"/>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89"/>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89"/>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89"/>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9"/>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9"/>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9"/>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9"/>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9"/>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9"/>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9"/>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9"/>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9"/>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9"/>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6" name="Google Shape;18876;p89"/>
          <p:cNvGrpSpPr/>
          <p:nvPr/>
        </p:nvGrpSpPr>
        <p:grpSpPr>
          <a:xfrm>
            <a:off x="4212378" y="2456537"/>
            <a:ext cx="331515" cy="330021"/>
            <a:chOff x="4212378" y="2456537"/>
            <a:chExt cx="331515" cy="330021"/>
          </a:xfrm>
        </p:grpSpPr>
        <p:sp>
          <p:nvSpPr>
            <p:cNvPr id="18877" name="Google Shape;18877;p89"/>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89"/>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9"/>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9"/>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9"/>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9"/>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89"/>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89"/>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9"/>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6" name="Google Shape;18886;p89"/>
          <p:cNvGrpSpPr/>
          <p:nvPr/>
        </p:nvGrpSpPr>
        <p:grpSpPr>
          <a:xfrm>
            <a:off x="6176013" y="1977825"/>
            <a:ext cx="235411" cy="347427"/>
            <a:chOff x="6176013" y="1977825"/>
            <a:chExt cx="235411" cy="347427"/>
          </a:xfrm>
        </p:grpSpPr>
        <p:sp>
          <p:nvSpPr>
            <p:cNvPr id="18887" name="Google Shape;18887;p89"/>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89"/>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9"/>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89"/>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9"/>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9"/>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9"/>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89"/>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89"/>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9"/>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89"/>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89"/>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89"/>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89"/>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9"/>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9"/>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89"/>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4" name="Google Shape;18904;p89"/>
          <p:cNvGrpSpPr/>
          <p:nvPr/>
        </p:nvGrpSpPr>
        <p:grpSpPr>
          <a:xfrm>
            <a:off x="6652077" y="1977458"/>
            <a:ext cx="235778" cy="347794"/>
            <a:chOff x="6652077" y="1977458"/>
            <a:chExt cx="235778" cy="347794"/>
          </a:xfrm>
        </p:grpSpPr>
        <p:sp>
          <p:nvSpPr>
            <p:cNvPr id="18905" name="Google Shape;18905;p89"/>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89"/>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9"/>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9"/>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9"/>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89"/>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89"/>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9"/>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9"/>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9"/>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9"/>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89"/>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89"/>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9"/>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9"/>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9"/>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1" name="Google Shape;18921;p89"/>
          <p:cNvGrpSpPr/>
          <p:nvPr/>
        </p:nvGrpSpPr>
        <p:grpSpPr>
          <a:xfrm>
            <a:off x="7072513" y="1997512"/>
            <a:ext cx="394352" cy="308052"/>
            <a:chOff x="7072513" y="1997512"/>
            <a:chExt cx="394352" cy="308052"/>
          </a:xfrm>
        </p:grpSpPr>
        <p:sp>
          <p:nvSpPr>
            <p:cNvPr id="18922" name="Google Shape;18922;p89"/>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89"/>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89"/>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9"/>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9"/>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9"/>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9"/>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9"/>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9"/>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9"/>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9"/>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3" name="Google Shape;18933;p89"/>
          <p:cNvGrpSpPr/>
          <p:nvPr/>
        </p:nvGrpSpPr>
        <p:grpSpPr>
          <a:xfrm>
            <a:off x="7576208" y="1977825"/>
            <a:ext cx="292533" cy="347454"/>
            <a:chOff x="7576208" y="1977825"/>
            <a:chExt cx="292533" cy="347454"/>
          </a:xfrm>
        </p:grpSpPr>
        <p:sp>
          <p:nvSpPr>
            <p:cNvPr id="18934" name="Google Shape;18934;p89"/>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9"/>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9"/>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9"/>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89"/>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9"/>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9"/>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89"/>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89"/>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9"/>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9"/>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9"/>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89"/>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7" name="Google Shape;18947;p89"/>
          <p:cNvGrpSpPr/>
          <p:nvPr/>
        </p:nvGrpSpPr>
        <p:grpSpPr>
          <a:xfrm>
            <a:off x="8023882" y="1977458"/>
            <a:ext cx="320557" cy="347794"/>
            <a:chOff x="8023882" y="1977458"/>
            <a:chExt cx="320557" cy="347794"/>
          </a:xfrm>
        </p:grpSpPr>
        <p:sp>
          <p:nvSpPr>
            <p:cNvPr id="18948" name="Google Shape;18948;p89"/>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89"/>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89"/>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9"/>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89"/>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89"/>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89"/>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89"/>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89"/>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89"/>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89"/>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89"/>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89"/>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89"/>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89"/>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89"/>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9"/>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9"/>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9"/>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9"/>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9"/>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9"/>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9"/>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9"/>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9"/>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89"/>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89"/>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9"/>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9"/>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9"/>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9"/>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89"/>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89"/>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89"/>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9"/>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9"/>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9"/>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9"/>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9"/>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9"/>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8" name="Google Shape;18988;p89"/>
          <p:cNvGrpSpPr/>
          <p:nvPr/>
        </p:nvGrpSpPr>
        <p:grpSpPr>
          <a:xfrm>
            <a:off x="5627674" y="2444819"/>
            <a:ext cx="345147" cy="342630"/>
            <a:chOff x="5627674" y="2444819"/>
            <a:chExt cx="345147" cy="342630"/>
          </a:xfrm>
        </p:grpSpPr>
        <p:sp>
          <p:nvSpPr>
            <p:cNvPr id="18989" name="Google Shape;18989;p89"/>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9"/>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89"/>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89"/>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89"/>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4" name="Google Shape;18994;p89"/>
          <p:cNvGrpSpPr/>
          <p:nvPr/>
        </p:nvGrpSpPr>
        <p:grpSpPr>
          <a:xfrm>
            <a:off x="4653996" y="2440257"/>
            <a:ext cx="396607" cy="348555"/>
            <a:chOff x="4653996" y="2440257"/>
            <a:chExt cx="396607" cy="348555"/>
          </a:xfrm>
        </p:grpSpPr>
        <p:sp>
          <p:nvSpPr>
            <p:cNvPr id="18995" name="Google Shape;18995;p89"/>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89"/>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9"/>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9"/>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89"/>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89"/>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9"/>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89"/>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89"/>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89"/>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9"/>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9"/>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9"/>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9"/>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9"/>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89"/>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89"/>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9"/>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3" name="Google Shape;19013;p89"/>
          <p:cNvGrpSpPr/>
          <p:nvPr/>
        </p:nvGrpSpPr>
        <p:grpSpPr>
          <a:xfrm>
            <a:off x="1854391" y="2895140"/>
            <a:ext cx="301630" cy="374272"/>
            <a:chOff x="1854391" y="2895140"/>
            <a:chExt cx="301630" cy="374272"/>
          </a:xfrm>
        </p:grpSpPr>
        <p:sp>
          <p:nvSpPr>
            <p:cNvPr id="19014" name="Google Shape;19014;p89"/>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9"/>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89"/>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9"/>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9"/>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89"/>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89"/>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89"/>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89"/>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89"/>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89"/>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89"/>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9"/>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9"/>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9"/>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89"/>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9"/>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9"/>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89"/>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9"/>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9"/>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9"/>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9"/>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9"/>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9"/>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89"/>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89"/>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9"/>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9"/>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9"/>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9"/>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9"/>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89"/>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89"/>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89"/>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9"/>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9"/>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9"/>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9"/>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9"/>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89"/>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89"/>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89"/>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89"/>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89"/>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9"/>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9"/>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9"/>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9"/>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3" name="Google Shape;19063;p89"/>
          <p:cNvGrpSpPr/>
          <p:nvPr/>
        </p:nvGrpSpPr>
        <p:grpSpPr>
          <a:xfrm>
            <a:off x="5172817" y="2438370"/>
            <a:ext cx="289518" cy="357651"/>
            <a:chOff x="5172817" y="2438370"/>
            <a:chExt cx="289518" cy="357651"/>
          </a:xfrm>
        </p:grpSpPr>
        <p:sp>
          <p:nvSpPr>
            <p:cNvPr id="19064" name="Google Shape;19064;p89"/>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9"/>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9"/>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9"/>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89"/>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89"/>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9"/>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9"/>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9"/>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9"/>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89"/>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5" name="Google Shape;19075;p89"/>
          <p:cNvGrpSpPr/>
          <p:nvPr/>
        </p:nvGrpSpPr>
        <p:grpSpPr>
          <a:xfrm>
            <a:off x="3234506" y="2484534"/>
            <a:ext cx="388297" cy="293320"/>
            <a:chOff x="3234506" y="2484534"/>
            <a:chExt cx="388297" cy="293320"/>
          </a:xfrm>
        </p:grpSpPr>
        <p:sp>
          <p:nvSpPr>
            <p:cNvPr id="19076" name="Google Shape;19076;p89"/>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9"/>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9"/>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89"/>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89"/>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89"/>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9"/>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9"/>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89"/>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89"/>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89"/>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9"/>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9"/>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9"/>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9"/>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9"/>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2" name="Google Shape;19092;p89"/>
          <p:cNvGrpSpPr/>
          <p:nvPr/>
        </p:nvGrpSpPr>
        <p:grpSpPr>
          <a:xfrm>
            <a:off x="6065149" y="3367036"/>
            <a:ext cx="362553" cy="356498"/>
            <a:chOff x="6065149" y="3367036"/>
            <a:chExt cx="362553" cy="356498"/>
          </a:xfrm>
        </p:grpSpPr>
        <p:sp>
          <p:nvSpPr>
            <p:cNvPr id="19093" name="Google Shape;19093;p89"/>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9"/>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9"/>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9"/>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9"/>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8" name="Google Shape;19098;p89"/>
          <p:cNvGrpSpPr/>
          <p:nvPr/>
        </p:nvGrpSpPr>
        <p:grpSpPr>
          <a:xfrm>
            <a:off x="6540821" y="3367036"/>
            <a:ext cx="362553" cy="356498"/>
            <a:chOff x="6540821" y="3367036"/>
            <a:chExt cx="362553" cy="356498"/>
          </a:xfrm>
        </p:grpSpPr>
        <p:sp>
          <p:nvSpPr>
            <p:cNvPr id="19099" name="Google Shape;19099;p89"/>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89"/>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89"/>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9"/>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9"/>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89"/>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89"/>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6" name="Google Shape;19106;p89"/>
          <p:cNvGrpSpPr/>
          <p:nvPr/>
        </p:nvGrpSpPr>
        <p:grpSpPr>
          <a:xfrm>
            <a:off x="2302458" y="2474704"/>
            <a:ext cx="354479" cy="312561"/>
            <a:chOff x="2302458" y="2474704"/>
            <a:chExt cx="354479" cy="312561"/>
          </a:xfrm>
        </p:grpSpPr>
        <p:sp>
          <p:nvSpPr>
            <p:cNvPr id="19107" name="Google Shape;19107;p89"/>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9"/>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9"/>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9"/>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89"/>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9"/>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9"/>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9"/>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89"/>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89"/>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9"/>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89"/>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9" name="Google Shape;19119;p89"/>
          <p:cNvGrpSpPr/>
          <p:nvPr/>
        </p:nvGrpSpPr>
        <p:grpSpPr>
          <a:xfrm>
            <a:off x="2831110" y="2442538"/>
            <a:ext cx="246002" cy="348922"/>
            <a:chOff x="2831110" y="2442538"/>
            <a:chExt cx="246002" cy="348922"/>
          </a:xfrm>
        </p:grpSpPr>
        <p:sp>
          <p:nvSpPr>
            <p:cNvPr id="19120" name="Google Shape;19120;p89"/>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9"/>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9"/>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9"/>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89"/>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89"/>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9"/>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89"/>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89"/>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89"/>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89"/>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89"/>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89"/>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9"/>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4" name="Google Shape;19134;p89"/>
          <p:cNvGrpSpPr/>
          <p:nvPr/>
        </p:nvGrpSpPr>
        <p:grpSpPr>
          <a:xfrm>
            <a:off x="7016492" y="3367036"/>
            <a:ext cx="362947" cy="356498"/>
            <a:chOff x="7016492" y="3367036"/>
            <a:chExt cx="362947" cy="356498"/>
          </a:xfrm>
        </p:grpSpPr>
        <p:sp>
          <p:nvSpPr>
            <p:cNvPr id="19135" name="Google Shape;19135;p89"/>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9"/>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9"/>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89"/>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9"/>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9"/>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1" name="Google Shape;19141;p89"/>
          <p:cNvGrpSpPr/>
          <p:nvPr/>
        </p:nvGrpSpPr>
        <p:grpSpPr>
          <a:xfrm>
            <a:off x="4831774" y="3817357"/>
            <a:ext cx="362947" cy="356576"/>
            <a:chOff x="5108852" y="3817357"/>
            <a:chExt cx="362947" cy="356576"/>
          </a:xfrm>
        </p:grpSpPr>
        <p:sp>
          <p:nvSpPr>
            <p:cNvPr id="19142" name="Google Shape;19142;p8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8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8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8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6" name="Google Shape;19146;p89"/>
          <p:cNvGrpSpPr/>
          <p:nvPr/>
        </p:nvGrpSpPr>
        <p:grpSpPr>
          <a:xfrm>
            <a:off x="5728642" y="3817357"/>
            <a:ext cx="362947" cy="356576"/>
            <a:chOff x="6005720" y="3817357"/>
            <a:chExt cx="362947" cy="356576"/>
          </a:xfrm>
        </p:grpSpPr>
        <p:sp>
          <p:nvSpPr>
            <p:cNvPr id="19147" name="Google Shape;19147;p89"/>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9"/>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9"/>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89"/>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1" name="Google Shape;19151;p89"/>
          <p:cNvGrpSpPr/>
          <p:nvPr/>
        </p:nvGrpSpPr>
        <p:grpSpPr>
          <a:xfrm>
            <a:off x="5589452" y="3367036"/>
            <a:ext cx="362580" cy="356498"/>
            <a:chOff x="5589452" y="3367036"/>
            <a:chExt cx="362580" cy="356498"/>
          </a:xfrm>
        </p:grpSpPr>
        <p:sp>
          <p:nvSpPr>
            <p:cNvPr id="19152" name="Google Shape;19152;p89"/>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89"/>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89"/>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5" name="Google Shape;19155;p89"/>
          <p:cNvGrpSpPr/>
          <p:nvPr/>
        </p:nvGrpSpPr>
        <p:grpSpPr>
          <a:xfrm>
            <a:off x="7488021" y="3362475"/>
            <a:ext cx="372017" cy="365621"/>
            <a:chOff x="7488021" y="3362475"/>
            <a:chExt cx="372017" cy="365621"/>
          </a:xfrm>
        </p:grpSpPr>
        <p:sp>
          <p:nvSpPr>
            <p:cNvPr id="19156" name="Google Shape;19156;p89"/>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89"/>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89"/>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89"/>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89"/>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89"/>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89"/>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9"/>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89"/>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89"/>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6" name="Google Shape;19166;p89"/>
          <p:cNvGrpSpPr/>
          <p:nvPr/>
        </p:nvGrpSpPr>
        <p:grpSpPr>
          <a:xfrm>
            <a:off x="5113781" y="3367036"/>
            <a:ext cx="362553" cy="356498"/>
            <a:chOff x="5113781" y="3367036"/>
            <a:chExt cx="362553" cy="356498"/>
          </a:xfrm>
        </p:grpSpPr>
        <p:sp>
          <p:nvSpPr>
            <p:cNvPr id="19167" name="Google Shape;19167;p89"/>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89"/>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69" name="Google Shape;19169;p89"/>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70" name="Google Shape;19170;p89"/>
          <p:cNvGrpSpPr/>
          <p:nvPr/>
        </p:nvGrpSpPr>
        <p:grpSpPr>
          <a:xfrm>
            <a:off x="7968621" y="3365489"/>
            <a:ext cx="375818" cy="357651"/>
            <a:chOff x="7968621" y="3365489"/>
            <a:chExt cx="375818" cy="357651"/>
          </a:xfrm>
        </p:grpSpPr>
        <p:sp>
          <p:nvSpPr>
            <p:cNvPr id="19171" name="Google Shape;19171;p89"/>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9"/>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9"/>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9"/>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89"/>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89"/>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89"/>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9"/>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9"/>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9"/>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9"/>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9"/>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3" name="Google Shape;19183;p89"/>
          <p:cNvGrpSpPr/>
          <p:nvPr/>
        </p:nvGrpSpPr>
        <p:grpSpPr>
          <a:xfrm>
            <a:off x="5280208" y="3817357"/>
            <a:ext cx="362947" cy="356576"/>
            <a:chOff x="5557286" y="3817357"/>
            <a:chExt cx="362947" cy="356576"/>
          </a:xfrm>
        </p:grpSpPr>
        <p:grpSp>
          <p:nvGrpSpPr>
            <p:cNvPr id="19184" name="Google Shape;19184;p89"/>
            <p:cNvGrpSpPr/>
            <p:nvPr/>
          </p:nvGrpSpPr>
          <p:grpSpPr>
            <a:xfrm>
              <a:off x="5557286" y="3817357"/>
              <a:ext cx="362947" cy="356576"/>
              <a:chOff x="5557286" y="3817357"/>
              <a:chExt cx="362947" cy="356576"/>
            </a:xfrm>
          </p:grpSpPr>
          <p:sp>
            <p:nvSpPr>
              <p:cNvPr id="19185" name="Google Shape;19185;p89"/>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89"/>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89"/>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88" name="Google Shape;19188;p89"/>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9" name="Google Shape;19189;p89"/>
          <p:cNvGrpSpPr/>
          <p:nvPr/>
        </p:nvGrpSpPr>
        <p:grpSpPr>
          <a:xfrm>
            <a:off x="4383341" y="3817357"/>
            <a:ext cx="362947" cy="356576"/>
            <a:chOff x="4660419" y="3817357"/>
            <a:chExt cx="362947" cy="356576"/>
          </a:xfrm>
        </p:grpSpPr>
        <p:grpSp>
          <p:nvGrpSpPr>
            <p:cNvPr id="19190" name="Google Shape;19190;p89"/>
            <p:cNvGrpSpPr/>
            <p:nvPr/>
          </p:nvGrpSpPr>
          <p:grpSpPr>
            <a:xfrm>
              <a:off x="4660419" y="3817357"/>
              <a:ext cx="362947" cy="356576"/>
              <a:chOff x="4660419" y="3817357"/>
              <a:chExt cx="362947" cy="356576"/>
            </a:xfrm>
          </p:grpSpPr>
          <p:sp>
            <p:nvSpPr>
              <p:cNvPr id="19191" name="Google Shape;19191;p8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8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3" name="Google Shape;19193;p89"/>
            <p:cNvGrpSpPr/>
            <p:nvPr/>
          </p:nvGrpSpPr>
          <p:grpSpPr>
            <a:xfrm>
              <a:off x="4694459" y="3856408"/>
              <a:ext cx="282308" cy="265356"/>
              <a:chOff x="4690600" y="3853050"/>
              <a:chExt cx="289488" cy="272132"/>
            </a:xfrm>
          </p:grpSpPr>
          <p:sp>
            <p:nvSpPr>
              <p:cNvPr id="19194" name="Google Shape;19194;p89"/>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9"/>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96" name="Google Shape;19196;p89"/>
          <p:cNvGrpSpPr/>
          <p:nvPr/>
        </p:nvGrpSpPr>
        <p:grpSpPr>
          <a:xfrm>
            <a:off x="6184880" y="3813323"/>
            <a:ext cx="369882" cy="364325"/>
            <a:chOff x="1190200" y="238125"/>
            <a:chExt cx="5306767" cy="5212083"/>
          </a:xfrm>
        </p:grpSpPr>
        <p:grpSp>
          <p:nvGrpSpPr>
            <p:cNvPr id="19197" name="Google Shape;19197;p89"/>
            <p:cNvGrpSpPr/>
            <p:nvPr/>
          </p:nvGrpSpPr>
          <p:grpSpPr>
            <a:xfrm>
              <a:off x="1190200" y="238125"/>
              <a:ext cx="5212075" cy="5212075"/>
              <a:chOff x="1190200" y="238125"/>
              <a:chExt cx="5212075" cy="5212075"/>
            </a:xfrm>
          </p:grpSpPr>
          <p:sp>
            <p:nvSpPr>
              <p:cNvPr id="19198" name="Google Shape;19198;p89"/>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89"/>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00" name="Google Shape;19200;p89"/>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01" name="Google Shape;19201;p89"/>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9202" name="Google Shape;19202;p89"/>
          <p:cNvGrpSpPr/>
          <p:nvPr/>
        </p:nvGrpSpPr>
        <p:grpSpPr>
          <a:xfrm>
            <a:off x="3486106" y="3817357"/>
            <a:ext cx="363314" cy="356576"/>
            <a:chOff x="3763184" y="3817357"/>
            <a:chExt cx="363314" cy="356576"/>
          </a:xfrm>
        </p:grpSpPr>
        <p:sp>
          <p:nvSpPr>
            <p:cNvPr id="19203" name="Google Shape;19203;p8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8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8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8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8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8" name="Google Shape;19208;p89"/>
          <p:cNvGrpSpPr/>
          <p:nvPr/>
        </p:nvGrpSpPr>
        <p:grpSpPr>
          <a:xfrm>
            <a:off x="3934907" y="3817357"/>
            <a:ext cx="362947" cy="356576"/>
            <a:chOff x="4211985" y="3817357"/>
            <a:chExt cx="362947" cy="356576"/>
          </a:xfrm>
        </p:grpSpPr>
        <p:sp>
          <p:nvSpPr>
            <p:cNvPr id="19209" name="Google Shape;19209;p8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8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8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2" name="Google Shape;19212;p89"/>
          <p:cNvGrpSpPr/>
          <p:nvPr/>
        </p:nvGrpSpPr>
        <p:grpSpPr>
          <a:xfrm>
            <a:off x="3037672" y="3817357"/>
            <a:ext cx="362920" cy="356865"/>
            <a:chOff x="3314750" y="3817357"/>
            <a:chExt cx="362920" cy="356865"/>
          </a:xfrm>
        </p:grpSpPr>
        <p:grpSp>
          <p:nvGrpSpPr>
            <p:cNvPr id="19213" name="Google Shape;19213;p89"/>
            <p:cNvGrpSpPr/>
            <p:nvPr/>
          </p:nvGrpSpPr>
          <p:grpSpPr>
            <a:xfrm>
              <a:off x="3314750" y="3817357"/>
              <a:ext cx="362920" cy="356865"/>
              <a:chOff x="3314750" y="3817357"/>
              <a:chExt cx="362920" cy="356865"/>
            </a:xfrm>
          </p:grpSpPr>
          <p:sp>
            <p:nvSpPr>
              <p:cNvPr id="19214" name="Google Shape;19214;p8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8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6" name="Google Shape;19216;p89"/>
            <p:cNvGrpSpPr/>
            <p:nvPr/>
          </p:nvGrpSpPr>
          <p:grpSpPr>
            <a:xfrm>
              <a:off x="3394986" y="3894612"/>
              <a:ext cx="202339" cy="202323"/>
              <a:chOff x="935197" y="1793977"/>
              <a:chExt cx="256451" cy="256430"/>
            </a:xfrm>
          </p:grpSpPr>
          <p:sp>
            <p:nvSpPr>
              <p:cNvPr id="19217" name="Google Shape;19217;p8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8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19" name="Google Shape;19219;p89"/>
          <p:cNvGrpSpPr/>
          <p:nvPr/>
        </p:nvGrpSpPr>
        <p:grpSpPr>
          <a:xfrm>
            <a:off x="2589238" y="3817357"/>
            <a:ext cx="362920" cy="356865"/>
            <a:chOff x="2866317" y="3817357"/>
            <a:chExt cx="362920" cy="356865"/>
          </a:xfrm>
        </p:grpSpPr>
        <p:sp>
          <p:nvSpPr>
            <p:cNvPr id="19220" name="Google Shape;19220;p8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8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26" name="Shape 19226"/>
        <p:cNvGrpSpPr/>
        <p:nvPr/>
      </p:nvGrpSpPr>
      <p:grpSpPr>
        <a:xfrm>
          <a:off x="0" y="0"/>
          <a:ext cx="0" cy="0"/>
          <a:chOff x="0" y="0"/>
          <a:chExt cx="0" cy="0"/>
        </a:xfrm>
      </p:grpSpPr>
      <p:pic>
        <p:nvPicPr>
          <p:cNvPr id="19227" name="Google Shape;19227;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Ancient Greek Philosophy Lesson for High School by Slidesgo">
  <a:themeElements>
    <a:clrScheme name="Simple Light">
      <a:dk1>
        <a:srgbClr val="682101"/>
      </a:dk1>
      <a:lt1>
        <a:srgbClr val="A13A02"/>
      </a:lt1>
      <a:dk2>
        <a:srgbClr val="C25909"/>
      </a:dk2>
      <a:lt2>
        <a:srgbClr val="F28422"/>
      </a:lt2>
      <a:accent1>
        <a:srgbClr val="FFCA80"/>
      </a:accent1>
      <a:accent2>
        <a:srgbClr val="FFDDBD"/>
      </a:accent2>
      <a:accent3>
        <a:srgbClr val="FFF8EE"/>
      </a:accent3>
      <a:accent4>
        <a:srgbClr val="FFFFFF"/>
      </a:accent4>
      <a:accent5>
        <a:srgbClr val="FFFFFF"/>
      </a:accent5>
      <a:accent6>
        <a:srgbClr val="FFFFFF"/>
      </a:accent6>
      <a:hlink>
        <a:srgbClr val="6821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